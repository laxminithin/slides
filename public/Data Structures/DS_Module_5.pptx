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5c5b0b551e43c9" /><Relationship Type="http://schemas.openxmlformats.org/officeDocument/2006/relationships/extended-properties" Target="/docProps/app.xml" Id="Rc370de686e71409a" /><Relationship Type="http://schemas.openxmlformats.org/officeDocument/2006/relationships/officeDocument" Target="/ppt/presentation.xml" Id="Rf86d61498e464c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5cb294120144c0"/>
  </p:sldMasterIdLst>
  <p:notesMasterIdLst>
    <p:notesMasterId xmlns:r="http://schemas.openxmlformats.org/officeDocument/2006/relationships" r:id="R07460afda4f24497"/>
  </p:notesMasterIdLst>
  <p:sldIdLst>
    <p:sldId xmlns:r="http://schemas.openxmlformats.org/officeDocument/2006/relationships" id="256" r:id="R9d5201d363e24eb0"/>
    <p:sldId xmlns:r="http://schemas.openxmlformats.org/officeDocument/2006/relationships" id="257" r:id="R3f32fd8c76d64747"/>
    <p:sldId xmlns:r="http://schemas.openxmlformats.org/officeDocument/2006/relationships" id="258" r:id="Rb299e9f17413484e"/>
    <p:sldId xmlns:r="http://schemas.openxmlformats.org/officeDocument/2006/relationships" id="259" r:id="R26d723da076547df"/>
    <p:sldId xmlns:r="http://schemas.openxmlformats.org/officeDocument/2006/relationships" id="260" r:id="Raf0977be4f374ccc"/>
    <p:sldId xmlns:r="http://schemas.openxmlformats.org/officeDocument/2006/relationships" id="261" r:id="R5872f8b4f9f94b20"/>
    <p:sldId xmlns:r="http://schemas.openxmlformats.org/officeDocument/2006/relationships" id="262" r:id="Rf5be52dcec654c1d"/>
    <p:sldId xmlns:r="http://schemas.openxmlformats.org/officeDocument/2006/relationships" id="263" r:id="R7d639d89eaf44a16"/>
    <p:sldId xmlns:r="http://schemas.openxmlformats.org/officeDocument/2006/relationships" id="264" r:id="R199d3ee21b174e77"/>
    <p:sldId xmlns:r="http://schemas.openxmlformats.org/officeDocument/2006/relationships" id="265" r:id="Reb863085d9b14813"/>
    <p:sldId xmlns:r="http://schemas.openxmlformats.org/officeDocument/2006/relationships" id="266" r:id="R2b0ff81ddd79418f"/>
    <p:sldId xmlns:r="http://schemas.openxmlformats.org/officeDocument/2006/relationships" id="267" r:id="R3f9b457cdad04b5e"/>
    <p:sldId xmlns:r="http://schemas.openxmlformats.org/officeDocument/2006/relationships" id="268" r:id="Re99f584d697b4909"/>
    <p:sldId xmlns:r="http://schemas.openxmlformats.org/officeDocument/2006/relationships" id="269" r:id="R5b3eadebd102452b"/>
    <p:sldId xmlns:r="http://schemas.openxmlformats.org/officeDocument/2006/relationships" id="270" r:id="Rf29657f1e4f748df"/>
    <p:sldId xmlns:r="http://schemas.openxmlformats.org/officeDocument/2006/relationships" id="271" r:id="Reb491063daa14e7e"/>
    <p:sldId xmlns:r="http://schemas.openxmlformats.org/officeDocument/2006/relationships" id="272" r:id="R7a4b1af772f04363"/>
    <p:sldId xmlns:r="http://schemas.openxmlformats.org/officeDocument/2006/relationships" id="273" r:id="R331cf2df37d242d7"/>
    <p:sldId xmlns:r="http://schemas.openxmlformats.org/officeDocument/2006/relationships" id="274" r:id="R5f7baae0ed0841f9"/>
    <p:sldId xmlns:r="http://schemas.openxmlformats.org/officeDocument/2006/relationships" id="275" r:id="R8cf9347567e34b09"/>
    <p:sldId xmlns:r="http://schemas.openxmlformats.org/officeDocument/2006/relationships" id="276" r:id="R0f298b75e2ae4701"/>
    <p:sldId xmlns:r="http://schemas.openxmlformats.org/officeDocument/2006/relationships" id="277" r:id="Rdd0eca2e71f44c75"/>
    <p:sldId xmlns:r="http://schemas.openxmlformats.org/officeDocument/2006/relationships" id="278" r:id="R8651c7f61dbf4e4f"/>
    <p:sldId xmlns:r="http://schemas.openxmlformats.org/officeDocument/2006/relationships" id="279" r:id="Re3b0af61ba1a4d0a"/>
    <p:sldId xmlns:r="http://schemas.openxmlformats.org/officeDocument/2006/relationships" id="280" r:id="R9b9089f096f248aa"/>
    <p:sldId xmlns:r="http://schemas.openxmlformats.org/officeDocument/2006/relationships" id="281" r:id="Re12f2d7864e2440f"/>
    <p:sldId xmlns:r="http://schemas.openxmlformats.org/officeDocument/2006/relationships" id="282" r:id="Rc5351c240aba4036"/>
    <p:sldId xmlns:r="http://schemas.openxmlformats.org/officeDocument/2006/relationships" id="283" r:id="Ra954778f5da24fe8"/>
    <p:sldId xmlns:r="http://schemas.openxmlformats.org/officeDocument/2006/relationships" id="284" r:id="Rda116a630c4b47ca"/>
    <p:sldId xmlns:r="http://schemas.openxmlformats.org/officeDocument/2006/relationships" id="285" r:id="R3e4961faf9aa4187"/>
    <p:sldId xmlns:r="http://schemas.openxmlformats.org/officeDocument/2006/relationships" id="286" r:id="Rb6c8853894de46a9"/>
    <p:sldId xmlns:r="http://schemas.openxmlformats.org/officeDocument/2006/relationships" id="287" r:id="Ra797d22347e1414b"/>
    <p:sldId xmlns:r="http://schemas.openxmlformats.org/officeDocument/2006/relationships" id="288" r:id="R41a1887eab264e0b"/>
    <p:sldId xmlns:r="http://schemas.openxmlformats.org/officeDocument/2006/relationships" id="289" r:id="R4b8fac06d4ea46d6"/>
    <p:sldId xmlns:r="http://schemas.openxmlformats.org/officeDocument/2006/relationships" id="290" r:id="R43693219fbc34528"/>
    <p:sldId xmlns:r="http://schemas.openxmlformats.org/officeDocument/2006/relationships" id="291" r:id="Rc584d32dd08443bc"/>
    <p:sldId xmlns:r="http://schemas.openxmlformats.org/officeDocument/2006/relationships" id="292" r:id="R91af77b75d9c4ee1"/>
    <p:sldId xmlns:r="http://schemas.openxmlformats.org/officeDocument/2006/relationships" id="293" r:id="R14c58276802b48bb"/>
    <p:sldId xmlns:r="http://schemas.openxmlformats.org/officeDocument/2006/relationships" id="294" r:id="Rf57e2fc1194148cf"/>
    <p:sldId xmlns:r="http://schemas.openxmlformats.org/officeDocument/2006/relationships" id="295" r:id="R1909a81f4c744798"/>
    <p:sldId xmlns:r="http://schemas.openxmlformats.org/officeDocument/2006/relationships" id="296" r:id="R0de1c6b5214b4c31"/>
    <p:sldId xmlns:r="http://schemas.openxmlformats.org/officeDocument/2006/relationships" id="297" r:id="R65241b378c2945d4"/>
    <p:sldId xmlns:r="http://schemas.openxmlformats.org/officeDocument/2006/relationships" id="298" r:id="R2e6e148f4da242ef"/>
    <p:sldId xmlns:r="http://schemas.openxmlformats.org/officeDocument/2006/relationships" id="299" r:id="Rc5dc3ac264474304"/>
    <p:sldId xmlns:r="http://schemas.openxmlformats.org/officeDocument/2006/relationships" id="300" r:id="R666ebbef61244d06"/>
    <p:sldId xmlns:r="http://schemas.openxmlformats.org/officeDocument/2006/relationships" id="301" r:id="R62e4638ea6c74bd3"/>
    <p:sldId xmlns:r="http://schemas.openxmlformats.org/officeDocument/2006/relationships" id="302" r:id="Rced7d36b9a064501"/>
    <p:sldId xmlns:r="http://schemas.openxmlformats.org/officeDocument/2006/relationships" id="303" r:id="R38ffec39a4514863"/>
    <p:sldId xmlns:r="http://schemas.openxmlformats.org/officeDocument/2006/relationships" id="304" r:id="R291defb595874888"/>
    <p:sldId xmlns:r="http://schemas.openxmlformats.org/officeDocument/2006/relationships" id="305" r:id="R2634b70eb1414c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b163d3b26a4954" /><Relationship Type="http://schemas.openxmlformats.org/officeDocument/2006/relationships/slideMaster" Target="/ppt/slideMasters/slideMaster1.xml" Id="R8a5cb294120144c0" /><Relationship Type="http://schemas.openxmlformats.org/officeDocument/2006/relationships/notesMaster" Target="/ppt/notesMasters/notesMaster1.xml" Id="R07460afda4f24497" /><Relationship Type="http://schemas.openxmlformats.org/officeDocument/2006/relationships/presProps" Target="/ppt/presProps.xml" Id="Re1dcd49411ef4773" /><Relationship Type="http://schemas.openxmlformats.org/officeDocument/2006/relationships/tableStyles" Target="/ppt/tableStyles.xml" Id="Rda3a21a3abde4170" /><Relationship Type="http://schemas.openxmlformats.org/officeDocument/2006/relationships/slide" Target="/ppt/slides/slide1.xml" Id="R9d5201d363e24eb0" /><Relationship Type="http://schemas.openxmlformats.org/officeDocument/2006/relationships/slide" Target="/ppt/slides/slide2.xml" Id="R3f32fd8c76d64747" /><Relationship Type="http://schemas.openxmlformats.org/officeDocument/2006/relationships/slide" Target="/ppt/slides/slide3.xml" Id="Rb299e9f17413484e" /><Relationship Type="http://schemas.openxmlformats.org/officeDocument/2006/relationships/slide" Target="/ppt/slides/slide4.xml" Id="R26d723da076547df" /><Relationship Type="http://schemas.openxmlformats.org/officeDocument/2006/relationships/slide" Target="/ppt/slides/slide5.xml" Id="Raf0977be4f374ccc" /><Relationship Type="http://schemas.openxmlformats.org/officeDocument/2006/relationships/slide" Target="/ppt/slides/slide6.xml" Id="R5872f8b4f9f94b20" /><Relationship Type="http://schemas.openxmlformats.org/officeDocument/2006/relationships/slide" Target="/ppt/slides/slide7.xml" Id="Rf5be52dcec654c1d" /><Relationship Type="http://schemas.openxmlformats.org/officeDocument/2006/relationships/slide" Target="/ppt/slides/slide8.xml" Id="R7d639d89eaf44a16" /><Relationship Type="http://schemas.openxmlformats.org/officeDocument/2006/relationships/slide" Target="/ppt/slides/slide9.xml" Id="R199d3ee21b174e77" /><Relationship Type="http://schemas.openxmlformats.org/officeDocument/2006/relationships/slide" Target="/ppt/slides/slide10.xml" Id="Reb863085d9b14813" /><Relationship Type="http://schemas.openxmlformats.org/officeDocument/2006/relationships/slide" Target="/ppt/slides/slide11.xml" Id="R2b0ff81ddd79418f" /><Relationship Type="http://schemas.openxmlformats.org/officeDocument/2006/relationships/slide" Target="/ppt/slides/slide12.xml" Id="R3f9b457cdad04b5e" /><Relationship Type="http://schemas.openxmlformats.org/officeDocument/2006/relationships/slide" Target="/ppt/slides/slide13.xml" Id="Re99f584d697b4909" /><Relationship Type="http://schemas.openxmlformats.org/officeDocument/2006/relationships/slide" Target="/ppt/slides/slide14.xml" Id="R5b3eadebd102452b" /><Relationship Type="http://schemas.openxmlformats.org/officeDocument/2006/relationships/slide" Target="/ppt/slides/slide15.xml" Id="Rf29657f1e4f748df" /><Relationship Type="http://schemas.openxmlformats.org/officeDocument/2006/relationships/slide" Target="/ppt/slides/slide16.xml" Id="Reb491063daa14e7e" /><Relationship Type="http://schemas.openxmlformats.org/officeDocument/2006/relationships/slide" Target="/ppt/slides/slide17.xml" Id="R7a4b1af772f04363" /><Relationship Type="http://schemas.openxmlformats.org/officeDocument/2006/relationships/slide" Target="/ppt/slides/slide18.xml" Id="R331cf2df37d242d7" /><Relationship Type="http://schemas.openxmlformats.org/officeDocument/2006/relationships/slide" Target="/ppt/slides/slide19.xml" Id="R5f7baae0ed0841f9" /><Relationship Type="http://schemas.openxmlformats.org/officeDocument/2006/relationships/slide" Target="/ppt/slides/slide20.xml" Id="R8cf9347567e34b09" /><Relationship Type="http://schemas.openxmlformats.org/officeDocument/2006/relationships/slide" Target="/ppt/slides/slide21.xml" Id="R0f298b75e2ae4701" /><Relationship Type="http://schemas.openxmlformats.org/officeDocument/2006/relationships/slide" Target="/ppt/slides/slide22.xml" Id="Rdd0eca2e71f44c75" /><Relationship Type="http://schemas.openxmlformats.org/officeDocument/2006/relationships/slide" Target="/ppt/slides/slide23.xml" Id="R8651c7f61dbf4e4f" /><Relationship Type="http://schemas.openxmlformats.org/officeDocument/2006/relationships/slide" Target="/ppt/slides/slide24.xml" Id="Re3b0af61ba1a4d0a" /><Relationship Type="http://schemas.openxmlformats.org/officeDocument/2006/relationships/slide" Target="/ppt/slides/slide25.xml" Id="R9b9089f096f248aa" /><Relationship Type="http://schemas.openxmlformats.org/officeDocument/2006/relationships/slide" Target="/ppt/slides/slide26.xml" Id="Re12f2d7864e2440f" /><Relationship Type="http://schemas.openxmlformats.org/officeDocument/2006/relationships/slide" Target="/ppt/slides/slide27.xml" Id="Rc5351c240aba4036" /><Relationship Type="http://schemas.openxmlformats.org/officeDocument/2006/relationships/slide" Target="/ppt/slides/slide28.xml" Id="Ra954778f5da24fe8" /><Relationship Type="http://schemas.openxmlformats.org/officeDocument/2006/relationships/slide" Target="/ppt/slides/slide29.xml" Id="Rda116a630c4b47ca" /><Relationship Type="http://schemas.openxmlformats.org/officeDocument/2006/relationships/slide" Target="/ppt/slides/slide30.xml" Id="R3e4961faf9aa4187" /><Relationship Type="http://schemas.openxmlformats.org/officeDocument/2006/relationships/slide" Target="/ppt/slides/slide31.xml" Id="Rb6c8853894de46a9" /><Relationship Type="http://schemas.openxmlformats.org/officeDocument/2006/relationships/slide" Target="/ppt/slides/slide32.xml" Id="Ra797d22347e1414b" /><Relationship Type="http://schemas.openxmlformats.org/officeDocument/2006/relationships/slide" Target="/ppt/slides/slide33.xml" Id="R41a1887eab264e0b" /><Relationship Type="http://schemas.openxmlformats.org/officeDocument/2006/relationships/slide" Target="/ppt/slides/slide34.xml" Id="R4b8fac06d4ea46d6" /><Relationship Type="http://schemas.openxmlformats.org/officeDocument/2006/relationships/slide" Target="/ppt/slides/slide35.xml" Id="R43693219fbc34528" /><Relationship Type="http://schemas.openxmlformats.org/officeDocument/2006/relationships/slide" Target="/ppt/slides/slide36.xml" Id="Rc584d32dd08443bc" /><Relationship Type="http://schemas.openxmlformats.org/officeDocument/2006/relationships/slide" Target="/ppt/slides/slide37.xml" Id="R91af77b75d9c4ee1" /><Relationship Type="http://schemas.openxmlformats.org/officeDocument/2006/relationships/slide" Target="/ppt/slides/slide38.xml" Id="R14c58276802b48bb" /><Relationship Type="http://schemas.openxmlformats.org/officeDocument/2006/relationships/slide" Target="/ppt/slides/slide39.xml" Id="Rf57e2fc1194148cf" /><Relationship Type="http://schemas.openxmlformats.org/officeDocument/2006/relationships/slide" Target="/ppt/slides/slide40.xml" Id="R1909a81f4c744798" /><Relationship Type="http://schemas.openxmlformats.org/officeDocument/2006/relationships/slide" Target="/ppt/slides/slide41.xml" Id="R0de1c6b5214b4c31" /><Relationship Type="http://schemas.openxmlformats.org/officeDocument/2006/relationships/slide" Target="/ppt/slides/slide42.xml" Id="R65241b378c2945d4" /><Relationship Type="http://schemas.openxmlformats.org/officeDocument/2006/relationships/slide" Target="/ppt/slides/slide43.xml" Id="R2e6e148f4da242ef" /><Relationship Type="http://schemas.openxmlformats.org/officeDocument/2006/relationships/slide" Target="/ppt/slides/slide44.xml" Id="Rc5dc3ac264474304" /><Relationship Type="http://schemas.openxmlformats.org/officeDocument/2006/relationships/slide" Target="/ppt/slides/slide45.xml" Id="R666ebbef61244d06" /><Relationship Type="http://schemas.openxmlformats.org/officeDocument/2006/relationships/slide" Target="/ppt/slides/slide46.xml" Id="R62e4638ea6c74bd3" /><Relationship Type="http://schemas.openxmlformats.org/officeDocument/2006/relationships/slide" Target="/ppt/slides/slide47.xml" Id="Rced7d36b9a064501" /><Relationship Type="http://schemas.openxmlformats.org/officeDocument/2006/relationships/slide" Target="/ppt/slides/slide48.xml" Id="R38ffec39a4514863" /><Relationship Type="http://schemas.openxmlformats.org/officeDocument/2006/relationships/slide" Target="/ppt/slides/slide49.xml" Id="R291defb595874888" /><Relationship Type="http://schemas.openxmlformats.org/officeDocument/2006/relationships/slide" Target="/ppt/slides/slide50.xml" Id="R2634b70eb1414c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6d7a7bd30947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1d9e6798c44617" /><Relationship Type="http://schemas.openxmlformats.org/officeDocument/2006/relationships/notesMaster" Target="/ppt/notesMasters/notesMaster1.xml" Id="R7102d284a0164f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ebb64b32384027" /><Relationship Type="http://schemas.openxmlformats.org/officeDocument/2006/relationships/notesMaster" Target="/ppt/notesMasters/notesMaster1.xml" Id="Rad2dc515389a4e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c304e691064cd7" /><Relationship Type="http://schemas.openxmlformats.org/officeDocument/2006/relationships/notesMaster" Target="/ppt/notesMasters/notesMaster1.xml" Id="R0797203ed9d54b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6878300e9d4537" /><Relationship Type="http://schemas.openxmlformats.org/officeDocument/2006/relationships/notesMaster" Target="/ppt/notesMasters/notesMaster1.xml" Id="R21296751344b48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5310d9ff2d47d3" /><Relationship Type="http://schemas.openxmlformats.org/officeDocument/2006/relationships/notesMaster" Target="/ppt/notesMasters/notesMaster1.xml" Id="R4354c59fc25b43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ebb251dd374ea3" /><Relationship Type="http://schemas.openxmlformats.org/officeDocument/2006/relationships/notesMaster" Target="/ppt/notesMasters/notesMaster1.xml" Id="R12788f4547304e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3554325da84197" /><Relationship Type="http://schemas.openxmlformats.org/officeDocument/2006/relationships/notesMaster" Target="/ppt/notesMasters/notesMaster1.xml" Id="Ra458656959514f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005ed290e248d8" /><Relationship Type="http://schemas.openxmlformats.org/officeDocument/2006/relationships/notesMaster" Target="/ppt/notesMasters/notesMaster1.xml" Id="R3b834ffd92404a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21308c8cce4e1e" /><Relationship Type="http://schemas.openxmlformats.org/officeDocument/2006/relationships/notesMaster" Target="/ppt/notesMasters/notesMaster1.xml" Id="R567354671a7b4e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ed8f6ee05042fb" /><Relationship Type="http://schemas.openxmlformats.org/officeDocument/2006/relationships/notesMaster" Target="/ppt/notesMasters/notesMaster1.xml" Id="R40bce5931a5b4d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dc0a1dc2934656" /><Relationship Type="http://schemas.openxmlformats.org/officeDocument/2006/relationships/notesMaster" Target="/ppt/notesMasters/notesMaster1.xml" Id="R374f75aa585d4e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c4a0731ea6432d" /><Relationship Type="http://schemas.openxmlformats.org/officeDocument/2006/relationships/notesMaster" Target="/ppt/notesMasters/notesMaster1.xml" Id="Rad382246f0d84b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00803c6ffa4f19" /><Relationship Type="http://schemas.openxmlformats.org/officeDocument/2006/relationships/notesMaster" Target="/ppt/notesMasters/notesMaster1.xml" Id="R5d775936ace848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8bba070f4944fd" /><Relationship Type="http://schemas.openxmlformats.org/officeDocument/2006/relationships/notesMaster" Target="/ppt/notesMasters/notesMaster1.xml" Id="R1660306ee04f4d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e2c6b2d4814e42" /><Relationship Type="http://schemas.openxmlformats.org/officeDocument/2006/relationships/notesMaster" Target="/ppt/notesMasters/notesMaster1.xml" Id="Rbe865cc957484a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1ace84c31f4a0c" /><Relationship Type="http://schemas.openxmlformats.org/officeDocument/2006/relationships/notesMaster" Target="/ppt/notesMasters/notesMaster1.xml" Id="R44ad120c4daa4b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5f6e5c152294716" /><Relationship Type="http://schemas.openxmlformats.org/officeDocument/2006/relationships/notesMaster" Target="/ppt/notesMasters/notesMaster1.xml" Id="R9261040b21be4e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b85ccebd774385" /><Relationship Type="http://schemas.openxmlformats.org/officeDocument/2006/relationships/notesMaster" Target="/ppt/notesMasters/notesMaster1.xml" Id="Ra4937b007f794c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1a1134e4ae44e0" /><Relationship Type="http://schemas.openxmlformats.org/officeDocument/2006/relationships/notesMaster" Target="/ppt/notesMasters/notesMaster1.xml" Id="Ra99f3eb131474c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feb1a2b444b436d" /><Relationship Type="http://schemas.openxmlformats.org/officeDocument/2006/relationships/notesMaster" Target="/ppt/notesMasters/notesMaster1.xml" Id="R08b4b207f4af43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17c1c0f92fa48c3" /><Relationship Type="http://schemas.openxmlformats.org/officeDocument/2006/relationships/notesMaster" Target="/ppt/notesMasters/notesMaster1.xml" Id="Rc9d6ffa489a048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001ce4550b94078" /><Relationship Type="http://schemas.openxmlformats.org/officeDocument/2006/relationships/notesMaster" Target="/ppt/notesMasters/notesMaster1.xml" Id="Rfd552d1e27fe45e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0c3416ee4ba40b0" /><Relationship Type="http://schemas.openxmlformats.org/officeDocument/2006/relationships/notesMaster" Target="/ppt/notesMasters/notesMaster1.xml" Id="Rf25bba298340439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df73cc2077e4bff" /><Relationship Type="http://schemas.openxmlformats.org/officeDocument/2006/relationships/notesMaster" Target="/ppt/notesMasters/notesMaster1.xml" Id="Ra7292feb8e8a4fd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a57a8b227ef4088" /><Relationship Type="http://schemas.openxmlformats.org/officeDocument/2006/relationships/notesMaster" Target="/ppt/notesMasters/notesMaster1.xml" Id="R2fb306c14c604cb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948cb2a69694b6f" /><Relationship Type="http://schemas.openxmlformats.org/officeDocument/2006/relationships/notesMaster" Target="/ppt/notesMasters/notesMaster1.xml" Id="Reeadb1121c554e9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03a2860d72744a0" /><Relationship Type="http://schemas.openxmlformats.org/officeDocument/2006/relationships/notesMaster" Target="/ppt/notesMasters/notesMaster1.xml" Id="Rd0850d40330e466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ed1a15c9da4497c" /><Relationship Type="http://schemas.openxmlformats.org/officeDocument/2006/relationships/notesMaster" Target="/ppt/notesMasters/notesMaster1.xml" Id="R51f7464163a94e7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e520cb7d5014416" /><Relationship Type="http://schemas.openxmlformats.org/officeDocument/2006/relationships/notesMaster" Target="/ppt/notesMasters/notesMaster1.xml" Id="R4f53806519ce41d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c35367b60e84b1e" /><Relationship Type="http://schemas.openxmlformats.org/officeDocument/2006/relationships/notesMaster" Target="/ppt/notesMasters/notesMaster1.xml" Id="R9a8e61dde0504b2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b9e4490ecd84a49" /><Relationship Type="http://schemas.openxmlformats.org/officeDocument/2006/relationships/notesMaster" Target="/ppt/notesMasters/notesMaster1.xml" Id="R3e84267c2288438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85fef9d1ed04f6c" /><Relationship Type="http://schemas.openxmlformats.org/officeDocument/2006/relationships/notesMaster" Target="/ppt/notesMasters/notesMaster1.xml" Id="R393874be0afc435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2154e5c41f34a35" /><Relationship Type="http://schemas.openxmlformats.org/officeDocument/2006/relationships/notesMaster" Target="/ppt/notesMasters/notesMaster1.xml" Id="Raf0d46739c1a454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b2f54c2ebff40f2" /><Relationship Type="http://schemas.openxmlformats.org/officeDocument/2006/relationships/notesMaster" Target="/ppt/notesMasters/notesMaster1.xml" Id="Rd6ca567a0e11400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7084fc1de2e48b6" /><Relationship Type="http://schemas.openxmlformats.org/officeDocument/2006/relationships/notesMaster" Target="/ppt/notesMasters/notesMaster1.xml" Id="Rd5b3a8fa9baa431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e33968c783641a8" /><Relationship Type="http://schemas.openxmlformats.org/officeDocument/2006/relationships/notesMaster" Target="/ppt/notesMasters/notesMaster1.xml" Id="R90c634f215724be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9ad8c55a38645db" /><Relationship Type="http://schemas.openxmlformats.org/officeDocument/2006/relationships/notesMaster" Target="/ppt/notesMasters/notesMaster1.xml" Id="Rf41202d32a524bf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0269626fce04cea" /><Relationship Type="http://schemas.openxmlformats.org/officeDocument/2006/relationships/notesMaster" Target="/ppt/notesMasters/notesMaster1.xml" Id="R8fc3a1f091fe40e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8961bd428c249b8" /><Relationship Type="http://schemas.openxmlformats.org/officeDocument/2006/relationships/notesMaster" Target="/ppt/notesMasters/notesMaster1.xml" Id="Rd0ebe3f042e740b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fc40472b77644b7" /><Relationship Type="http://schemas.openxmlformats.org/officeDocument/2006/relationships/notesMaster" Target="/ppt/notesMasters/notesMaster1.xml" Id="R5a6932248f114e3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f1f10b36ac64888" /><Relationship Type="http://schemas.openxmlformats.org/officeDocument/2006/relationships/notesMaster" Target="/ppt/notesMasters/notesMaster1.xml" Id="R10c24e81c09243e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ab63e998df642a1" /><Relationship Type="http://schemas.openxmlformats.org/officeDocument/2006/relationships/notesMaster" Target="/ppt/notesMasters/notesMaster1.xml" Id="Rfa837116bc09455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9dba274a2f4487a" /><Relationship Type="http://schemas.openxmlformats.org/officeDocument/2006/relationships/notesMaster" Target="/ppt/notesMasters/notesMaster1.xml" Id="Rf94d0cc1e47d421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c073d65ee57426b" /><Relationship Type="http://schemas.openxmlformats.org/officeDocument/2006/relationships/notesMaster" Target="/ppt/notesMasters/notesMaster1.xml" Id="R53a7357ea121494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14890aff7b3422c" /><Relationship Type="http://schemas.openxmlformats.org/officeDocument/2006/relationships/notesMaster" Target="/ppt/notesMasters/notesMaster1.xml" Id="R57a91c4894db477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4b6efd6da1148da" /><Relationship Type="http://schemas.openxmlformats.org/officeDocument/2006/relationships/notesMaster" Target="/ppt/notesMasters/notesMaster1.xml" Id="R1d6d9375547d4be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48792c914c04c7e" /><Relationship Type="http://schemas.openxmlformats.org/officeDocument/2006/relationships/notesMaster" Target="/ppt/notesMasters/notesMaster1.xml" Id="Rdb92899bcaa7477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1596100d78f4ce4" /><Relationship Type="http://schemas.openxmlformats.org/officeDocument/2006/relationships/notesMaster" Target="/ppt/notesMasters/notesMaster1.xml" Id="R10943919c48d48e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1344985b6814639" /><Relationship Type="http://schemas.openxmlformats.org/officeDocument/2006/relationships/notesMaster" Target="/ppt/notesMasters/notesMaster1.xml" Id="Rd5d5fa8539b743b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1c6a7316dd04f0b" /><Relationship Type="http://schemas.openxmlformats.org/officeDocument/2006/relationships/notesMaster" Target="/ppt/notesMasters/notesMaster1.xml" Id="Rb6c45b0e59e14a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slide as a section reset. Reveal syllabus bullets one by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rows quickly and end on MISSING =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roadmap by row and connect each unit to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one row at a time; ask students to justify the complexity from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definition first, then label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operation sequence one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precondition, update,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outer topics and ask students for one operation and one boundary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Ask students to sketch before answering.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one row at a time; ask students to justify the complexity from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outer topics and ask students for one operation and one boundary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Ask students to sketch before answering.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Build the trace from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syllabus PDF: public/Data Structures/DS and DS lab syllabus.pdf</a:t>
            </a:r>
          </a:p>
          <a:p xmlns:a="http://schemas.openxmlformats.org/drawingml/2006/main">
            <a:r>
              <a:t>- Local syllabus PDF: public/Data Structures/syllabus 3rd sem-part-2.pdf</a:t>
            </a:r>
          </a:p>
          <a:p xmlns:a="http://schemas.openxmlformats.org/drawingml/2006/main">
            <a:r>
              <a:t>- Local textbook PDF: TEXT_fundamentals-of-data-structures-in-c-by-ellis-horowitz-sartaj-sahni-and-susan-anderson-freed.pdf</a:t>
            </a:r>
          </a:p>
          <a:p xmlns:a="http://schemas.openxmlformats.org/drawingml/2006/main">
            <a:r>
              <a:t>- Local reference PDF: REFERENCE_data-structures-with-c-by-seymour-lipschutz.pdf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ef1752cd74f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22cdebd5094cf9" /><Relationship Type="http://schemas.openxmlformats.org/officeDocument/2006/relationships/slideLayout" Target="/ppt/slideLayouts/slideLayout1.xml" Id="Rb93bec65bfc844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3bec65bfc844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cb42803b64c08" /><Relationship Type="http://schemas.openxmlformats.org/officeDocument/2006/relationships/notesSlide" Target="/ppt/notesSlides/notesSlide1.xml" Id="R8cf7e919c14244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6bbd80db64917" /><Relationship Type="http://schemas.openxmlformats.org/officeDocument/2006/relationships/notesSlide" Target="/ppt/notesSlides/notesSlide2.xml" Id="Rcfebfa4dd20f45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6a14ebb854812" /><Relationship Type="http://schemas.openxmlformats.org/officeDocument/2006/relationships/notesSlide" Target="/ppt/notesSlides/notesSlide3.xml" Id="R7147b2bb4ccb4d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74afffc8a4125" /><Relationship Type="http://schemas.openxmlformats.org/officeDocument/2006/relationships/notesSlide" Target="/ppt/notesSlides/notesSlide4.xml" Id="R8f57652ebcd94d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13dd0d78046e0" /><Relationship Type="http://schemas.openxmlformats.org/officeDocument/2006/relationships/notesSlide" Target="/ppt/notesSlides/notesSlide5.xml" Id="Rf089210e18314d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43c8145bd420f" /><Relationship Type="http://schemas.openxmlformats.org/officeDocument/2006/relationships/notesSlide" Target="/ppt/notesSlides/notesSlide6.xml" Id="Rc42679fa463f4d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f6eaaef794db0" /><Relationship Type="http://schemas.openxmlformats.org/officeDocument/2006/relationships/notesSlide" Target="/ppt/notesSlides/notesSlide7.xml" Id="R3a355b9289f54a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2cdc226014c9f" /><Relationship Type="http://schemas.openxmlformats.org/officeDocument/2006/relationships/notesSlide" Target="/ppt/notesSlides/notesSlide8.xml" Id="R2718bdaf8e4b4f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03462a90545dc" /><Relationship Type="http://schemas.openxmlformats.org/officeDocument/2006/relationships/notesSlide" Target="/ppt/notesSlides/notesSlide9.xml" Id="Rb6a9a38c25e541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d46c2b6284eb3" /><Relationship Type="http://schemas.openxmlformats.org/officeDocument/2006/relationships/notesSlide" Target="/ppt/notesSlides/notesSlide10.xml" Id="R01f99127485945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a767e32d34a55" /><Relationship Type="http://schemas.openxmlformats.org/officeDocument/2006/relationships/notesSlide" Target="/ppt/notesSlides/notesSlide11.xml" Id="Rc1119a42d02c4f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4a3a64a8d49af" /><Relationship Type="http://schemas.openxmlformats.org/officeDocument/2006/relationships/notesSlide" Target="/ppt/notesSlides/notesSlide12.xml" Id="R0c19c76773d647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36835e7c04de4" /><Relationship Type="http://schemas.openxmlformats.org/officeDocument/2006/relationships/notesSlide" Target="/ppt/notesSlides/notesSlide13.xml" Id="R1ef0863851d040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b3040e6eb4166" /><Relationship Type="http://schemas.openxmlformats.org/officeDocument/2006/relationships/notesSlide" Target="/ppt/notesSlides/notesSlide14.xml" Id="R3842abe9418548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f45d062a74f37" /><Relationship Type="http://schemas.openxmlformats.org/officeDocument/2006/relationships/notesSlide" Target="/ppt/notesSlides/notesSlide15.xml" Id="Rd071b9a7b4744a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47245a66d44f3" /><Relationship Type="http://schemas.openxmlformats.org/officeDocument/2006/relationships/notesSlide" Target="/ppt/notesSlides/notesSlide16.xml" Id="Rbb3786ff748f49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1abb78b234b14" /><Relationship Type="http://schemas.openxmlformats.org/officeDocument/2006/relationships/notesSlide" Target="/ppt/notesSlides/notesSlide17.xml" Id="R878797543b7942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0ca88ac324206" /><Relationship Type="http://schemas.openxmlformats.org/officeDocument/2006/relationships/notesSlide" Target="/ppt/notesSlides/notesSlide18.xml" Id="Rc6455232e2fc4f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f5b51f4934130" /><Relationship Type="http://schemas.openxmlformats.org/officeDocument/2006/relationships/notesSlide" Target="/ppt/notesSlides/notesSlide19.xml" Id="R53ff4b641f9446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ba45190614704" /><Relationship Type="http://schemas.openxmlformats.org/officeDocument/2006/relationships/notesSlide" Target="/ppt/notesSlides/notesSlide20.xml" Id="R2a5d5fc284f0485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8e91eb1cd4223" /><Relationship Type="http://schemas.openxmlformats.org/officeDocument/2006/relationships/notesSlide" Target="/ppt/notesSlides/notesSlide21.xml" Id="R2ddbf353aff740b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fb32f06194ebf" /><Relationship Type="http://schemas.openxmlformats.org/officeDocument/2006/relationships/notesSlide" Target="/ppt/notesSlides/notesSlide22.xml" Id="R9b3d6164151447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2698545004ea4" /><Relationship Type="http://schemas.openxmlformats.org/officeDocument/2006/relationships/notesSlide" Target="/ppt/notesSlides/notesSlide23.xml" Id="Rab8266a59cbc446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feb34eb134bec" /><Relationship Type="http://schemas.openxmlformats.org/officeDocument/2006/relationships/notesSlide" Target="/ppt/notesSlides/notesSlide24.xml" Id="R4b0ba9ab93e945f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fd46efd604371" /><Relationship Type="http://schemas.openxmlformats.org/officeDocument/2006/relationships/notesSlide" Target="/ppt/notesSlides/notesSlide25.xml" Id="Ref650930e7d0466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0abe108194ccc" /><Relationship Type="http://schemas.openxmlformats.org/officeDocument/2006/relationships/notesSlide" Target="/ppt/notesSlides/notesSlide26.xml" Id="R1359206e1f1247b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b14c84c8c476a" /><Relationship Type="http://schemas.openxmlformats.org/officeDocument/2006/relationships/notesSlide" Target="/ppt/notesSlides/notesSlide27.xml" Id="R4a50d7959131409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fa7abdad2408f" /><Relationship Type="http://schemas.openxmlformats.org/officeDocument/2006/relationships/notesSlide" Target="/ppt/notesSlides/notesSlide28.xml" Id="R04e5ba963f534e0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b4c31e7164f91" /><Relationship Type="http://schemas.openxmlformats.org/officeDocument/2006/relationships/notesSlide" Target="/ppt/notesSlides/notesSlide29.xml" Id="R986d501e8a734c2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ca72bf1cf4aae" /><Relationship Type="http://schemas.openxmlformats.org/officeDocument/2006/relationships/notesSlide" Target="/ppt/notesSlides/notesSlide30.xml" Id="Ra4de18e7abf24ea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23b9266c54cf7" /><Relationship Type="http://schemas.openxmlformats.org/officeDocument/2006/relationships/notesSlide" Target="/ppt/notesSlides/notesSlide31.xml" Id="Rd694bfd0db8743a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90872beca451b" /><Relationship Type="http://schemas.openxmlformats.org/officeDocument/2006/relationships/notesSlide" Target="/ppt/notesSlides/notesSlide32.xml" Id="R153d5e6cec2e422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5f523e8274486" /><Relationship Type="http://schemas.openxmlformats.org/officeDocument/2006/relationships/notesSlide" Target="/ppt/notesSlides/notesSlide33.xml" Id="R7b16d6cc7433434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1404349d249f1" /><Relationship Type="http://schemas.openxmlformats.org/officeDocument/2006/relationships/notesSlide" Target="/ppt/notesSlides/notesSlide34.xml" Id="R9c6067390651466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25d3707bb4178" /><Relationship Type="http://schemas.openxmlformats.org/officeDocument/2006/relationships/notesSlide" Target="/ppt/notesSlides/notesSlide35.xml" Id="Rba9c99d536a148e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62711742c493d" /><Relationship Type="http://schemas.openxmlformats.org/officeDocument/2006/relationships/notesSlide" Target="/ppt/notesSlides/notesSlide36.xml" Id="R62450b638a4040f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ae6c70bb84509" /><Relationship Type="http://schemas.openxmlformats.org/officeDocument/2006/relationships/notesSlide" Target="/ppt/notesSlides/notesSlide37.xml" Id="Rf30ee22720b0485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9a6f3871f425c" /><Relationship Type="http://schemas.openxmlformats.org/officeDocument/2006/relationships/notesSlide" Target="/ppt/notesSlides/notesSlide38.xml" Id="R15bed4ebc4e64b5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93422c17f4ad1" /><Relationship Type="http://schemas.openxmlformats.org/officeDocument/2006/relationships/notesSlide" Target="/ppt/notesSlides/notesSlide39.xml" Id="R83d647614c8f4d3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8f1b6f3284562" /><Relationship Type="http://schemas.openxmlformats.org/officeDocument/2006/relationships/notesSlide" Target="/ppt/notesSlides/notesSlide40.xml" Id="Rfa942751cad94ec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1f00329b54edb" /><Relationship Type="http://schemas.openxmlformats.org/officeDocument/2006/relationships/notesSlide" Target="/ppt/notesSlides/notesSlide41.xml" Id="R484172e83566416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9cde6a6094add" /><Relationship Type="http://schemas.openxmlformats.org/officeDocument/2006/relationships/notesSlide" Target="/ppt/notesSlides/notesSlide42.xml" Id="R1eb997bdd69445e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43a7a278541a0" /><Relationship Type="http://schemas.openxmlformats.org/officeDocument/2006/relationships/notesSlide" Target="/ppt/notesSlides/notesSlide43.xml" Id="R4f91558998b64a4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8c288b7f94747" /><Relationship Type="http://schemas.openxmlformats.org/officeDocument/2006/relationships/notesSlide" Target="/ppt/notesSlides/notesSlide44.xml" Id="Rb7cacc70a57a43c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a3fe5635b4c75" /><Relationship Type="http://schemas.openxmlformats.org/officeDocument/2006/relationships/notesSlide" Target="/ppt/notesSlides/notesSlide45.xml" Id="R94bf4305162d49c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f1b3769984dd5" /><Relationship Type="http://schemas.openxmlformats.org/officeDocument/2006/relationships/notesSlide" Target="/ppt/notesSlides/notesSlide46.xml" Id="Ra19a1739027d487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904b931814fab" /><Relationship Type="http://schemas.openxmlformats.org/officeDocument/2006/relationships/notesSlide" Target="/ppt/notesSlides/notesSlide47.xml" Id="R213b18dcc7a64e9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11b1fe8484b1a" /><Relationship Type="http://schemas.openxmlformats.org/officeDocument/2006/relationships/notesSlide" Target="/ppt/notesSlides/notesSlide48.xml" Id="Rdf009660659d474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359b13495440d" /><Relationship Type="http://schemas.openxmlformats.org/officeDocument/2006/relationships/notesSlide" Target="/ppt/notesSlides/notesSlide49.xml" Id="Rc7047990c6db418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542f75d964fca" /><Relationship Type="http://schemas.openxmlformats.org/officeDocument/2006/relationships/notesSlide" Target="/ppt/notesSlides/notesSlide50.xml" Id="Rfa5e91500dcd4e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AA2ED-B7E1-4136-AC6C-7A9E6A43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B7F4E-B931-47E3-BB0A-16E8539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Graphs, Hashing, Priority Queues, and Leftist Trees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53F50-1BA3-498A-80D6-D2885958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8 teaching hours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84BDC-9705-4A47-B3B2-CE5B98AF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Graph ADT / graph abstract data type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Elementary graph operations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Hashing introduction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Static hashing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Dynamic hashing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Single-ended priority queues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Double-ended priority queues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Leftist trees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CF5F8-D986-4C3F-86B4-42B9A5C7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632A5-D2A1-4D12-8151-AB6E29B6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16694-865D-493A-B032-DCBB5EB8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BCB7F-3E48-42DC-A2DE-BE162FA4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4674A-A3E2-40AB-9100-3B1B3932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9B0FA-3503-4DD2-9A4A-4D766E9A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7FB84-21EE-448D-97AE-BEE05B6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01/50</a:t>
            </a:r>
          </a:p>
        </p:txBody>
      </p:sp>
    </p:spTree>
    <p:extLst>
      <p:ext uri="{BB962C8B-B14F-4D97-AF65-F5344CB8AC3E}">
        <p14:creationId xmlns:p14="http://schemas.microsoft.com/office/powerpoint/2010/main" val="1800852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B6000-56B8-4371-86AA-C316C3D7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COVERED / 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2B1B6-3A27-4A33-88D9-6E551F70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syllabus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911C9-D0F6-4677-A23C-DBD401BA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2C33D-1BA9-435D-9DAE-604FB615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3203B-F728-49F1-B6FC-15A16E00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47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F96F1-17A5-4103-9254-971236E8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47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4E6A1-EAF0-42CC-B2D8-02D814B4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1. Graph ADT / graph abstract data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3B1E9-4094-477E-973B-0341B4D1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00B3D-C005-4657-8B2E-81EF89D3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09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AE9BA-36FE-4439-BEEF-181D7502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2. Elementary graph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45A23-1940-4AFD-97D7-BFD6B068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71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5CE7D-AA03-4A2B-A094-C48412A9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71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D3D53-AA46-44D6-BC4D-3A5BBBB2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3. Hashing introduction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EEB32-A393-4459-BBCA-991F85DB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C696E-F89A-44A6-A0F8-6EE7662E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03613-2394-4DCC-9956-9C5A178F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4. Static hashing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E9A2F-2A16-4C67-B9AD-4AE1BB24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8E118-D8AE-404D-B6FF-02679A70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95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9DFBC-05D2-4BD3-B54B-7F200E97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5. Dynamic hashing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B2106-29BF-40CB-8609-62E127F9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57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8775A-167F-418E-9B56-55F701A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955FB-2D2D-4B83-A4C5-BA0D00F0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6. Single-ended priority queues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3758B-0219-4E98-922F-8EA7F6B9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19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8CF1A-E51B-46BB-86B5-55E6EFC4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19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C7F106-FA92-4667-A3E8-0C37A082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7. Double-ended priority queues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46D3D0-8EE7-4E68-9879-B55C3182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F03B92-222D-4716-A81C-1AD5CAF9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81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0E640-08A3-4D10-B14F-142C2451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</a:defRPr>
            </a:pPr>
            <a:r>
              <a:rPr sz="1050" b="0">
                <a:solidFill>
                  <a:srgbClr val="102033"/>
                </a:solidFill>
              </a:rPr>
              <a:t>8. Leftist trees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171FC4-B96B-4197-B02E-724588ED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43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7D9E40-B5B8-4533-8520-9C0B72A4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378C9F-E17B-437F-94AF-619CDE51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53125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Final status: no missing topics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A793F7-574D-4830-9BFB-92E6D83C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02/50</a:t>
            </a:r>
          </a:p>
        </p:txBody>
      </p:sp>
    </p:spTree>
    <p:extLst>
      <p:ext uri="{BB962C8B-B14F-4D97-AF65-F5344CB8AC3E}">
        <p14:creationId xmlns:p14="http://schemas.microsoft.com/office/powerpoint/2010/main" val="162084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D1A5B-CC8C-4D3B-885C-D2F70D11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Teaching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4A851-6B0C-4DD3-98C0-E4D088F3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Roadmap for Module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BAD9F-3359-4A0D-A181-219ACF82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5F610-3A51-4516-AA08-A0CB5C5D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1. Graph ADT / graph abstract data 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680B8-0500-411A-9503-90F0D84E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2. Graph representation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E4CAF-C3CF-45AC-8D04-99FE05C7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3. Elementary graph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2067C-E894-45CD-8EF0-4A05E923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4. Graph traversal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7C26D-D7CA-443E-A3C4-30EEBBBD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5. Hashing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73B2F-D05B-4804-B996-56AC5DF3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6. Static hashing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B494C-F2F3-41F8-84F8-1556DBEC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7. Dynamic hashing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A90B3-E8D5-4980-B1D5-F73D8672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8. Priority 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13747-D64B-4AC1-94FB-CFA1489F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9. Double-ended priority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8BDED-7EAB-41D7-840B-A4205754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10. Leftist tree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B080B-D632-4B0F-9F95-DD900F2D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78581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Each topic becomes: concept -&gt; operations -&gt; algorithm -&gt;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81E2C-06D0-4259-A295-3558AD96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03/50</a:t>
            </a:r>
          </a:p>
        </p:txBody>
      </p:sp>
    </p:spTree>
    <p:extLst>
      <p:ext uri="{BB962C8B-B14F-4D97-AF65-F5344CB8AC3E}">
        <p14:creationId xmlns:p14="http://schemas.microsoft.com/office/powerpoint/2010/main" val="1201829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CFFD0-5A01-4C37-86A7-448B3FE6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78623-E309-4D08-9FEB-CFC3199F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complexity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FD507-6AB8-4ABA-8A06-2ACAFAC8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CE75B-E125-4FA7-A308-85D2455D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Graph ADT / graph abstract data 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F9750-B7D7-4542-9653-6CFE6D74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7CA50-EE01-46AD-8E12-F119737F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19814-35A8-4C50-A65A-315F9F88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Graph representation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800B1-6ACD-43CD-8789-4CAE175F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A53D9-BBFD-4125-A640-3E5BD55C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07030-6AF1-45ED-9A97-87B1C2A6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Elementary graph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76287-9BF3-4B90-9B2F-687F42AC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8A8F4-0D2A-412D-AEFE-15936F8B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E0C2B-8FC5-41D0-8044-B8F74224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Graph traversal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A8E3D-35A0-41C2-BB2F-03B65657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A4B59-A127-4743-A363-CA9320CA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A71CE-D7D5-4C58-A5F5-0A96AAF5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Hashing introduction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A5260-C6BF-46F0-BA04-0852B87B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ED8E2-140A-4160-BD20-82F43867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970DC-AA71-4D34-935D-EB874E39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Static hashing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1A112-1A2E-436B-A245-BE74B45F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BAB28-64B7-47FD-9320-31E8FFEE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5A912-A657-4103-A8FE-F3B87548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04/50</a:t>
            </a:r>
          </a:p>
        </p:txBody>
      </p:sp>
    </p:spTree>
    <p:extLst>
      <p:ext uri="{BB962C8B-B14F-4D97-AF65-F5344CB8AC3E}">
        <p14:creationId xmlns:p14="http://schemas.microsoft.com/office/powerpoint/2010/main" val="14739873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8170F-FCA3-42A7-B108-27E6E2FC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36C35-255B-40DA-995F-B2F78919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Graph ADT / graph abstract data type: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3D735-0C04-4D8D-A243-B3FB31E6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18795-9062-46B3-9E19-6AAE21A1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graph models relationships among objects.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F39EB-81D4-4CDF-94AB-21439BAE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vertices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edges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directed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undirected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2A4D6-E503-4F6A-8981-44EB2588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3447C-8930-413E-8BE6-42607E22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Graphs generalize lists and trees to many-to-many links.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16EBD-9327-45D9-80DE-633773A6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ED08F-7DE5-406D-ADD2-1B5445BA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FB6E9-5BAD-492D-8148-BE2F496B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1B9E0-508F-4641-998E-90CE36D4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EC1B1-A841-421D-BC35-21F7F358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D858F-8490-45BF-A648-3146A945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E740D-18B0-47B8-8D79-2C61A884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B17A8-4B4B-4F44-8439-AB29DE36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64CF7-7512-47AF-AFA2-11490BB4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05/50</a:t>
            </a:r>
          </a:p>
        </p:txBody>
      </p:sp>
    </p:spTree>
    <p:extLst>
      <p:ext uri="{BB962C8B-B14F-4D97-AF65-F5344CB8AC3E}">
        <p14:creationId xmlns:p14="http://schemas.microsoft.com/office/powerpoint/2010/main" val="1310183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0051D-D191-4A08-AC20-F124C0F2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67DDF-6C0D-4686-88CE-3A90FDB8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Graph ADT / graph abstract data type: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3A3B1-014B-40CC-8CC4-59E57060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1A32A-A882-412D-8135-3EADC119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graph adt / graph abstract data type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29D43-F8C1-4B3B-AC03-8F3200E9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3CBBF-BE7B-40BB-B950-8EE437EC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B7FD4-2C29-4CC9-AB37-465E40F1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Graphs generalize lists and trees to many-to-many links.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8188C-CEF7-4F47-9CC2-BD2D4C34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ADFE5-596C-4E5D-B6D3-78403E4C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C3BAE-CF3A-44A6-965B-E3EE1336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D4988-2B7A-4B23-A9FB-0D085367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6BD11-FBE0-4576-B01B-BA1F5BC7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87FD4-3F21-43BC-A124-12E80AD3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9A8E1-ABFA-482D-B1D0-026ACBBB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C99D6-EF74-47C8-9BCA-49DB68F1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F157A-43E3-4F90-A0B0-5BDEA4EB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06/50</a:t>
            </a:r>
          </a:p>
        </p:txBody>
      </p:sp>
    </p:spTree>
    <p:extLst>
      <p:ext uri="{BB962C8B-B14F-4D97-AF65-F5344CB8AC3E}">
        <p14:creationId xmlns:p14="http://schemas.microsoft.com/office/powerpoint/2010/main" val="674828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963F0-36C8-405C-97CC-2FB2E4D7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C03B7-2596-4E9B-885D-4F5F9BDF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Graph ADT / graph abstract data type: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B3C20-40AE-465E-963E-55430E47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656CB-992B-4BF8-82E3-57938AEB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99E7B-4309-47DA-931F-893DE30E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Graphs generalize lists and trees to many-to-many links.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95959-502D-4E14-9B66-2E8DE847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6F69C-5935-45DD-9F76-DCE37E50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Graphs generalize lists and trees to many-to-many links.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B1A91-F384-4FB7-BF11-2D87FD88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CA180-E0F9-4AD2-941D-3160F34A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26BBA-C6B2-465C-93FD-D09F2B82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9F5CE-73A6-4C68-9F65-6A64553C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41456-A7AA-44D9-8347-EC0566DC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4464F-9524-4A2C-A5C9-E5FA9097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BAF81-274E-4D3B-BF59-3E619235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3B4D5-510A-4A86-86B0-D5B8AE0C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D290F-E11F-4B56-AB8F-31C9B78B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07/50</a:t>
            </a:r>
          </a:p>
        </p:txBody>
      </p:sp>
    </p:spTree>
    <p:extLst>
      <p:ext uri="{BB962C8B-B14F-4D97-AF65-F5344CB8AC3E}">
        <p14:creationId xmlns:p14="http://schemas.microsoft.com/office/powerpoint/2010/main" val="3044689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E07C0-08CA-446C-ACA2-67650CE7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2F909-4DE6-47F8-86D8-F89D3EDA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Graph ADT / graph abstract data type: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383CD-81A2-4D28-B1DF-2FB22372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06C12-B284-4E9A-AD09-03F34588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graph adt / graph abstract data type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BE8CE-0D1C-4D3C-A543-98BFED38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vertices, edges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932DD-1758-46A7-AF58-F02563C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A6452-078A-43A6-8D17-2198E5F0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Graphs generalize lists and trees to many-to-many links.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B7DD8-EAFA-4B60-ADB4-5910A9BB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F86B3-B0B8-458B-8181-6830036C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520A1-7CCA-4A5B-9369-91AAD98B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E794C-96D7-4203-9CEF-DA1DAACE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17537-62D8-4B16-A4D0-DB8EFB35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D0A58-FE7A-4CC1-9446-50A313A2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7736E-F4C9-456E-802C-4997E6A5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26E31-D962-4FFB-B8CF-83DB3590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BE2B7-C6B8-4E0E-B039-382A9823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08/50</a:t>
            </a:r>
          </a:p>
        </p:txBody>
      </p:sp>
    </p:spTree>
    <p:extLst>
      <p:ext uri="{BB962C8B-B14F-4D97-AF65-F5344CB8AC3E}">
        <p14:creationId xmlns:p14="http://schemas.microsoft.com/office/powerpoint/2010/main" val="21281283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ED57B-D773-4F6E-B15F-A77377BD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6EE1D-D136-4020-8F12-6781AE1C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Graph representation: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4ACBF-C302-47FE-A30E-F9091F2C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557BD-5C6D-4A9F-82D2-B5716592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Graph representation determines storage and operation cost.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84C3D-8DBF-435D-A34F-01E54B45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adjacency matrix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adjacency list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space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63D60-6DA0-4B95-B2B9-0B58EE6A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FEB55-D48B-4982-B756-68DE70FC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Dense graphs suit matrices; sparse graphs suit lists.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5FF6B-15A6-4DA3-ABD5-07BCCD39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8602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2425D-CB5B-4040-BADB-579EAB02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4790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7F9A0-2CCF-455B-849D-6BA4BFC1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7665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B4784-4373-417E-A93D-8A42E6B8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95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6B0E5-10A6-4B98-BC13-41F0244F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14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CFA31-436C-455E-B24B-79C9F031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625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Vertices + edges model relationships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1F08B-66D2-4BA1-BC9C-6286405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09/50</a:t>
            </a:r>
          </a:p>
        </p:txBody>
      </p:sp>
    </p:spTree>
    <p:extLst>
      <p:ext uri="{BB962C8B-B14F-4D97-AF65-F5344CB8AC3E}">
        <p14:creationId xmlns:p14="http://schemas.microsoft.com/office/powerpoint/2010/main" val="19556147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8E307-F14D-40CB-AB1A-2A57C206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35A48-A7D6-4D4D-84C4-B9AC8D37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Graph representation: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6F6F4-E332-4023-B354-F8AB518B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31DEF-1101-47ED-818E-D6477D21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graph representation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92D76-336E-4B93-9E93-06F11454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A7E76-F9D8-44A3-AA3D-5B7D7AE9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30419-CFC8-4B53-9E07-62128ECE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Dense graphs suit matrices; sparse graphs suit lists.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A7D21-16D7-418B-8192-7D77A0AC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8602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FC1EB-4C8F-4BA6-ADBA-F31AB061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4790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93EF5-F80D-4B4C-B626-10922970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7665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4E3E9-4A80-437C-8186-D8885BDE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95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42A5D-0AB7-4F38-8CCD-F58CF41D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14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F9C59-149F-4A97-8D1A-42A7841B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625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Vertices + edges model relationships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1CC89-BA7C-4E95-8E33-40BC0392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10/50</a:t>
            </a:r>
          </a:p>
        </p:txBody>
      </p:sp>
    </p:spTree>
    <p:extLst>
      <p:ext uri="{BB962C8B-B14F-4D97-AF65-F5344CB8AC3E}">
        <p14:creationId xmlns:p14="http://schemas.microsoft.com/office/powerpoint/2010/main" val="14126202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67F7D-70FA-48BC-B449-6A25237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A6B96-B4DF-4B9D-A9ED-3D4FF71F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Graph representation: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D6611-386F-4E11-B4E0-0587242F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046C4-31F1-49DF-ACBB-10601F8C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DB6DF-A213-45C9-8E6E-84D104C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Dense graphs suit matrices; sparse graphs suit lists.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2D0A6-6484-44B2-B054-92F54587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1AB75-A8EA-430D-9D90-F5B58574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Dense graphs suit matrices; sparse graphs suit lists.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BF19D-8981-4B77-8787-F186EED9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8602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70150-C522-4193-A1E4-2A87C58A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4790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3E554-41A5-49AF-9C65-CDBADAFE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7665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D40E3-EF2D-4D5B-A44F-539D8880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95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CC62D-9C4F-49F8-BA29-9F979F64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14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FC20E-5ED8-4275-AE69-4F83A058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625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Vertices + edges model relationships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AF3FA-16C8-4540-BF88-D9262E96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11/50</a:t>
            </a:r>
          </a:p>
        </p:txBody>
      </p:sp>
    </p:spTree>
    <p:extLst>
      <p:ext uri="{BB962C8B-B14F-4D97-AF65-F5344CB8AC3E}">
        <p14:creationId xmlns:p14="http://schemas.microsoft.com/office/powerpoint/2010/main" val="8836078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2B68E-00EE-4721-9D50-91488FCC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E7FEE-D500-481A-B993-F57C1BEA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Graph representation: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BA4F6-CA64-4FBA-89AB-C7CE8E68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0FA5F-EFFC-4C0F-82C2-73353790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graph representation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DF4D5-FFE7-419B-9FE3-75F65E39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adjacency matrix, adjacency list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2991A-2366-497E-9483-35CF4B71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38040-9B41-470F-B12E-1159D297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Dense graphs suit matrices; sparse graphs suit lists.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3659E-020E-491B-B5E2-18501440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8602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46BF5-216D-4823-AA24-27B30E15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4790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3EF18-7548-4780-A4CA-1C35932F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7665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EDD0E-1516-4082-A240-BE78D94D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95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FC13D-7407-4413-A017-E952C6B2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14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A7419-000B-4DC4-8A51-D91580F4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625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Vertices + edges model relationships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3E369-2DE7-4204-8A45-90B9A9FB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12/50</a:t>
            </a:r>
          </a:p>
        </p:txBody>
      </p:sp>
    </p:spTree>
    <p:extLst>
      <p:ext uri="{BB962C8B-B14F-4D97-AF65-F5344CB8AC3E}">
        <p14:creationId xmlns:p14="http://schemas.microsoft.com/office/powerpoint/2010/main" val="12929923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E1FEE-33C9-450B-80F9-C46AB23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C8B41-8C73-4717-95EE-1AFA1CF3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Elementary graph operations: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3C2E8-5A48-4B0E-A8F8-CA4B315B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8C012-7A50-4034-934E-36320714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Graph ADT operations manipulate vertices and edges.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4B61B-8769-4810-BD07-783256B6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create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insert edge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delete edge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neighbors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2BEEF-6064-4CD8-875F-76D4743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EF512-4A23-4ECE-9761-8A9A1FD8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Operations must match the chosen representation.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B8D4D-DE7F-45D1-8CAA-5726868E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8602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10A5B-CF8C-4366-8ADA-FFA6D8C4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4790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C9557-E4F2-4167-895E-7846C2B3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7665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66844-F77E-41FC-98CB-92A4A31C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95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B5F5A-A144-4364-B74C-7DBC1714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14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2D342-57F4-4415-8411-3C41BE04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625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Vertices + edges model relationships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B4A02-05EC-4E75-BEBB-8C1EBE62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13/50</a:t>
            </a:r>
          </a:p>
        </p:txBody>
      </p:sp>
    </p:spTree>
    <p:extLst>
      <p:ext uri="{BB962C8B-B14F-4D97-AF65-F5344CB8AC3E}">
        <p14:creationId xmlns:p14="http://schemas.microsoft.com/office/powerpoint/2010/main" val="14419080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39C0B-6897-47EE-A046-9428C0D7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26DD8-A35E-4026-9194-D6565A4B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Elementary graph operations: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85C0C-6AD3-4424-8186-BDC7ECF5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5BAAB-1B21-4811-987B-50076DBC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elementary graph operations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07280-8DC5-48FC-BA6D-57D268FB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82EF8-C8EC-462E-A2A8-57B2C399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DF225-5DDA-4BC5-BD53-2B119163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Operations must match the chosen representation.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7545A-D59B-44F5-A00C-6B3464CD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8602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C6A7F-0C02-4DC5-ACAF-4E79D7A5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4790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7F93B-2FC5-410E-B870-6E70447E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7665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15913-D41C-465F-BC4B-B397B6DB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95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47914-E916-4256-9E68-0C6C3ED9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14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9E46F-453F-497B-8E50-91DC73EE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625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Vertices + edges model relationships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781D2-3CF7-4572-92EE-BE4AFC35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14/50</a:t>
            </a:r>
          </a:p>
        </p:txBody>
      </p:sp>
    </p:spTree>
    <p:extLst>
      <p:ext uri="{BB962C8B-B14F-4D97-AF65-F5344CB8AC3E}">
        <p14:creationId xmlns:p14="http://schemas.microsoft.com/office/powerpoint/2010/main" val="5363796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8F796-6CE9-4D27-B67A-DCCC67E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6D30B-7658-44DC-B973-D26EA2BD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Elementary graph operations: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3B5ED-8652-45DD-BB18-06893AC4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FDC21-5917-4947-BD65-003887E8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BFBEA-C5AE-4DAE-B6DA-DA9BCA51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Operations must match the chosen representation.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AC425-22F0-413D-96C0-10DC59C6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A0143-8A10-42C5-A6ED-122F595B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Operations must match the chosen representation.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A5BBF-D4C5-40EB-A764-20A4DF8B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8602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4C85C-5B98-4FFA-8334-A62F9F0A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4790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412C3-E59C-47B2-881B-42BCBA0C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7665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6076A-ED74-4C75-9142-592BB750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95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40AF6-1EB9-4016-9267-4EC4507B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14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A662E-AE60-404C-B42E-3746EC61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625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Vertices + edges model relationships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19199-9588-4992-9B5B-A745BFE6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15/50</a:t>
            </a:r>
          </a:p>
        </p:txBody>
      </p:sp>
    </p:spTree>
    <p:extLst>
      <p:ext uri="{BB962C8B-B14F-4D97-AF65-F5344CB8AC3E}">
        <p14:creationId xmlns:p14="http://schemas.microsoft.com/office/powerpoint/2010/main" val="1942150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353E5-4C3D-43AA-92B7-967EEFB1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A1FE8-180D-42C9-80D4-0E56E390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Elementary graph operations: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CF1AC-A046-40CD-95DE-669003E1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47C90-37B2-4311-B3B5-200D0CCF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elementary graph operations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0C8B5-E60D-4529-89E9-BC554CE9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create, insert edge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B04F4-40BE-4173-83A3-6487090D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0A5B1-B3B4-4F8A-AD4B-B178331E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Operations must match the chosen representation.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F170D-0950-498A-A338-80402124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8602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FEAA5-8821-45A7-AC87-E706E627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4790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BB858-03DD-4D56-9D85-F0438140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76650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797D2-AB03-4E93-832A-ED7D23A9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95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B4547-CF15-4E28-BCAB-5FD2888D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14775"/>
            <a:ext cx="59055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3F105-27DD-4902-81AC-2D8A22AD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625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Vertices + edges model relationships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C49E5-7184-4B73-BB34-C0168FAD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16/50</a:t>
            </a:r>
          </a:p>
        </p:txBody>
      </p:sp>
    </p:spTree>
    <p:extLst>
      <p:ext uri="{BB962C8B-B14F-4D97-AF65-F5344CB8AC3E}">
        <p14:creationId xmlns:p14="http://schemas.microsoft.com/office/powerpoint/2010/main" val="4881356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1C51C-3746-4D71-AD79-DD769CB5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C4918-9017-4B01-8EF3-272FE475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Graph traversal: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A9D95-AEBB-4A7B-9833-08075351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F12A5-1DDD-43E8-A010-6DEEA30C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DFS and BFS explore reachable vertices systematically.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D4212-B669-464A-AD89-93E6EB35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DFS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BFS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visited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reachability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6E29A-EE67-417E-9F3A-17FF74B2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E33A2-5534-40AC-A2BD-972BFEB7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Traversal requires a visited set to avoid repetition.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F60A9-0C9A-4EFF-A86D-48CE61CD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C010B-D083-4E6D-9350-E6E8A639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5A538-669C-4A4E-A695-CAEB6648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EE8D5-7937-4F7B-B1A6-7B6FA739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4BFF3-F75E-4106-AED5-4AB881F2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38B11-9B57-4D95-AFC0-385ECFF9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65DC4-F786-4248-87A7-F7B62F8E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1C9B7-EC2F-4393-BCCB-E9BAFB9C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C851A-6B65-4EFD-9948-3C39A8D4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17/50</a:t>
            </a:r>
          </a:p>
        </p:txBody>
      </p:sp>
    </p:spTree>
    <p:extLst>
      <p:ext uri="{BB962C8B-B14F-4D97-AF65-F5344CB8AC3E}">
        <p14:creationId xmlns:p14="http://schemas.microsoft.com/office/powerpoint/2010/main" val="16299056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61C12-B91A-4CFF-891B-B96ED125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97245-253F-4DA9-8C28-08D511FC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Graph traversal: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D3328-7B9A-486E-B1EF-9F8811B2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30AE3-3FD4-4267-8C16-B486ADF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graph traversal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62550-0498-4D20-B286-1CB8A89E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62855-13F9-4BD3-8126-F2E462C3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6E536-CBEC-4030-8947-05B088A2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Traversal requires a visited set to avoid repetition.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C0CE1-0BA4-47AD-B074-1D261A52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A12FB-7490-4723-B996-7CA55E23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EFC88-71D9-41EC-BFCF-CBB6EC0D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4356D-0E1A-4ABC-96B4-685C7FA0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0D6E1-8F31-4456-837E-E0247A0F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5B56E-F0CC-4B02-A7B7-27013D9E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287A5-9F50-4C0B-B050-A5694AF0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FE81A-06FD-4761-8D71-14BD745D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BFBBC-FFFB-4E4A-B4DB-9DD192F6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18/50</a:t>
            </a:r>
          </a:p>
        </p:txBody>
      </p:sp>
    </p:spTree>
    <p:extLst>
      <p:ext uri="{BB962C8B-B14F-4D97-AF65-F5344CB8AC3E}">
        <p14:creationId xmlns:p14="http://schemas.microsoft.com/office/powerpoint/2010/main" val="9965856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90C83-2285-4F1E-BD98-ADCF9AC3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678B4-C40F-4203-A446-4736F827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Graph traversal: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DD0A6-33D3-4325-BF0E-EA4CB7E1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732C7-1284-490A-AF9A-72848405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F94CC-26D9-4FE2-A4D9-9453D735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Traversal requires a visited set to avoid repetition.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D1DB8-77FC-48FE-85EE-C9C93614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D323B-9E0B-4D11-B178-7147BD24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Traversal requires a visited set to avoid repetition.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24BD2-7120-4696-A3E4-031B28DA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A5816-C03C-4DFE-9415-97A4DF6B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0B388-B436-4E5A-BFEE-B1310072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5FED1-0D86-4D5E-88D8-C17296DA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DB518-E017-4C54-8AAD-628811DB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482CB-DC6E-455B-8A15-CCF45B91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EE5DC-DF3F-46B5-9BFD-EFDB7331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1E539-520B-45F6-BCA9-E7C2645A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278E5-7023-429C-8061-D0EC51B9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19/50</a:t>
            </a:r>
          </a:p>
        </p:txBody>
      </p:sp>
    </p:spTree>
    <p:extLst>
      <p:ext uri="{BB962C8B-B14F-4D97-AF65-F5344CB8AC3E}">
        <p14:creationId xmlns:p14="http://schemas.microsoft.com/office/powerpoint/2010/main" val="9519441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A2E52-DA6F-4C52-A072-3D70D936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72B1D-023C-4279-ABB8-C6629832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Graph traversal: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A61C1-CEFE-49A3-BE81-53356D1B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F777B-84E5-486B-B909-BC55B454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graph traversal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D7B2A-4B66-435C-93DF-ED6628E0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DFS, BFS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6CCA8-2678-4568-9C6E-A6EC7EF6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6B175-B989-43D4-B3F1-52E50484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Traversal requires a visited set to avoid repetition.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FCFDC-FADD-4A00-9CC2-FA6B1971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4364C-4255-4E67-9AA0-4CAAD525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6972D-C696-4ACD-994D-A6AD40B6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6F41E-EAB4-4D6C-B822-D7D234E9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962A0-50F9-449A-9EDB-AD45C25D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A5DF3-C5A7-48D6-9316-9D4F72C2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F4A14-4538-4655-865E-F3B38F2D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C8EDF-DD4E-44EF-B9B9-89D1C9A3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520F7-64E0-4ADC-A56E-1A62D775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20/50</a:t>
            </a:r>
          </a:p>
        </p:txBody>
      </p:sp>
    </p:spTree>
    <p:extLst>
      <p:ext uri="{BB962C8B-B14F-4D97-AF65-F5344CB8AC3E}">
        <p14:creationId xmlns:p14="http://schemas.microsoft.com/office/powerpoint/2010/main" val="1881385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77F16-166A-4199-9A9F-EBD18CED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EDA67-0A6C-45F7-A8B5-5A5D2187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Hashing introduction: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27600-2385-4D47-97E9-C99E9F12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FB53B-CE4F-46E2-B2FA-278BED67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Hashing maps keys to table positions for fast search.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39E95-7753-4F3A-88E4-126317B7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key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hash function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table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collision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239AA-D1F9-4700-B6BF-C7C82A94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5DB11-CB29-492E-B813-F36854D1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Collision handling is unavoidable in real tables.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BD3E2-EAD3-4BF8-AD62-EF35A60E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9DC79-5005-42C1-8526-5D4D566B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2CFB0-D579-43D6-864F-CE606083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E4E47-19B2-4E46-B83D-2C343DC0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E512B-8B45-451F-BD56-4BEE2F3C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C7149-EA30-4A22-8B84-01AA997F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D95A4-296C-4127-B8A2-D417026D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CF2A3-193E-4D4B-9077-68DFEF04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BA4B0-AF00-4852-AB9F-FDCE699D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21/50</a:t>
            </a:r>
          </a:p>
        </p:txBody>
      </p:sp>
    </p:spTree>
    <p:extLst>
      <p:ext uri="{BB962C8B-B14F-4D97-AF65-F5344CB8AC3E}">
        <p14:creationId xmlns:p14="http://schemas.microsoft.com/office/powerpoint/2010/main" val="1768182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89713-DAE8-4B0A-8D2B-E21CC6DF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98032-53BE-45E0-8ED0-5C52ED1B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Hashing introduction: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0A2CC-DDCD-4594-848C-3CEDAC1B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A7F61-E15D-469C-8B67-90D16C2E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hashing introduction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AB255-4047-4054-8F0A-5A64A7A4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02F3A-D38B-4671-824D-CE6F8F0C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B81B8-8128-4CD8-AE7A-BF7DD41B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Collision handling is unavoidable in real tables.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6233C-43D4-4C08-BCEE-D6AAB0ED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B1F25-9909-4B40-9701-44D7A5F4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D618F-F899-421B-9705-0734F751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8E0DD-AD8F-413A-9177-FC3897B3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DD9A8-39C0-40EA-8F94-6C7C5545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0EB7E-EEC2-4104-8629-936F5139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F056F-32EF-4F56-83C6-27FCFE3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2F5A2-91BD-4C53-9819-823E1E1A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F2FDE-BFF2-4DA7-93AB-D64F4B40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22/50</a:t>
            </a:r>
          </a:p>
        </p:txBody>
      </p:sp>
    </p:spTree>
    <p:extLst>
      <p:ext uri="{BB962C8B-B14F-4D97-AF65-F5344CB8AC3E}">
        <p14:creationId xmlns:p14="http://schemas.microsoft.com/office/powerpoint/2010/main" val="14524095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BD5C3-DF34-4B21-B7BC-12B58841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59AF2-AFA9-42F8-855A-06AA9BE6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Hashing introduction: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60AA8-1C79-47CC-9880-E7E74494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ABFB9-8E01-4EBC-ACE1-F4470A18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3CEE2-997D-4F0A-A19C-D37FF1CC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Collision handling is unavoidable in real tables.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552DE-E595-4B75-A3B6-EDEE0A1A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26228-8EDA-48A5-980B-CCA85A40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Collision handling is unavoidable in real tables.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E7627-9D98-409F-8932-A80511AA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6E5FB-12C3-435C-88E9-E31514EE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8DB50-956C-4C71-B16D-F2D3E3FC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F0029-B7D9-4399-8440-40527C98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57868-A200-4009-9A3C-37FB75F5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0DF19-DF3E-4276-B2B3-56CB9E9C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3E394-8AD6-4545-95A2-BB8452B1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15F24-D3A0-498A-AAD0-76EEA9AE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7F16F-E843-4E23-BE50-44D582F1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23/50</a:t>
            </a:r>
          </a:p>
        </p:txBody>
      </p:sp>
    </p:spTree>
    <p:extLst>
      <p:ext uri="{BB962C8B-B14F-4D97-AF65-F5344CB8AC3E}">
        <p14:creationId xmlns:p14="http://schemas.microsoft.com/office/powerpoint/2010/main" val="2886076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9F76C-9ABB-4898-93AA-3173C92D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B7212-876A-4243-8DB2-27B64570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Hashing introduction: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FA4A0-9AF3-4D99-8682-8A8A3A5D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5B6C8-65C4-42EC-951C-49577452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hashing introduction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F3713-2FCC-4C5E-A2FE-E48E8E7E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key, hash function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834E4-818F-40D6-89EC-5BFE21C2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5D553-A7E3-440C-B3C6-81D91EFE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Collision handling is unavoidable in real tables.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2F27B-3AD9-4D9E-8752-A78B509B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9E271-4742-4EAD-A8A3-E9A153D6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94E2F-C4B9-412B-8543-7B52A3AD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7CEB2-B877-422B-AA85-F59DA9D0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F1463-08A7-4D00-9F87-F7DA296E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3E787-D4F4-453C-B2DB-E83F4071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034E3-F0FC-490B-830B-75198167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3E7DC-4E67-4E9B-A329-C2CF678D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848B1-BC05-4FB3-8011-35D853E1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24/50</a:t>
            </a:r>
          </a:p>
        </p:txBody>
      </p:sp>
    </p:spTree>
    <p:extLst>
      <p:ext uri="{BB962C8B-B14F-4D97-AF65-F5344CB8AC3E}">
        <p14:creationId xmlns:p14="http://schemas.microsoft.com/office/powerpoint/2010/main" val="159765560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31607-F5B1-47FD-BBCF-F6796F5D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C6AB5-733F-447D-831E-1EDD5F02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Static hashing: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88838-F2FC-4422-88D6-169280C0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FFC07-5F58-4009-9412-146FA6B9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Static hashing uses a fixed-size 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CCFBD-3BD7-4F0E-8042-68FB1A72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fixed table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linear probing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chaining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load factor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23C43-36C8-45D8-9E3A-E286E65D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9D28A-F502-4ECD-9870-0FC0A0F2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Load factor controls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B984D-B068-42FE-869B-C69D3F08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0B027-9A47-4E29-A9E5-6E30394D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B5072-889F-4BE2-AFCE-415A0F33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1407F-4D87-4157-ADCD-3180605E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39B1B-5B43-4F35-861D-8B4136D9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2B9A6-8967-45EF-98F9-9D2E78C4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54743-598A-49D9-8C03-E30A0A2F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16939-C0BF-46A3-A507-4DB5DDD8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12ACA-9B2D-4084-9C2B-057B43F5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25/50</a:t>
            </a:r>
          </a:p>
        </p:txBody>
      </p:sp>
    </p:spTree>
    <p:extLst>
      <p:ext uri="{BB962C8B-B14F-4D97-AF65-F5344CB8AC3E}">
        <p14:creationId xmlns:p14="http://schemas.microsoft.com/office/powerpoint/2010/main" val="20459705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D9FD2-C0E0-4C87-BB35-A3ADCBE6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E0853-3615-4265-9C4E-013F9F86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Static hashing: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0D5E0-48F3-474B-A640-BF42D59C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D765E-E73C-459C-86CF-B6D80F2C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static hashing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77F05-C9A8-419A-873C-AF5C98AB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7B705-7A17-4724-BDD8-92C3373E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B582D-5A7E-42DD-AAAB-D1B9C0F2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Load factor controls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F570E-917E-4958-B626-57DE3A50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04AD0-255D-4758-80AB-1757E3B4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5723A-0250-4BF9-8CF8-4E1EDCC8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2CB16-6C30-4CF7-8712-F0B0BB86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797F3-2AB1-4119-ACA5-9FF03FAE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AAA07-9968-4540-BDF2-6DE0FD84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A4884-8718-462E-8369-32EC206F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238DD-9367-4CD4-AC5F-DEEF4890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FEB3C-EDE0-4FE6-ADFD-0BDDE78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26/50</a:t>
            </a:r>
          </a:p>
        </p:txBody>
      </p:sp>
    </p:spTree>
    <p:extLst>
      <p:ext uri="{BB962C8B-B14F-4D97-AF65-F5344CB8AC3E}">
        <p14:creationId xmlns:p14="http://schemas.microsoft.com/office/powerpoint/2010/main" val="8715610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6E4CE-DB66-4A62-AAF6-89FE4E64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BEFC6-DBB4-4F7B-AE29-D539AD7D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Static hashing: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27032-C3E3-4187-8200-A5A52733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6BD49-AF53-4C41-A335-BCB23F41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9E2AD-F5E3-4B49-A25D-BE3879FE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Load factor controls performance.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02DDF-DC98-4280-B557-39C41EF8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63B72-23E2-4877-9D2D-37B1ACFE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Load factor controls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1FDBD-84EE-4ECC-AFE8-402C22E4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9DFC2-BD12-41AB-A915-369F0B47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091DA-9469-4A7D-BA81-083BC7F0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0B2DA-F494-4FF1-AEB4-9CBBA71A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CD738-EEAD-459D-9E24-FC2CDBF1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525F4-C829-4DE3-B0C7-5855A0FE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B1CB9-0BAF-467C-AED3-B844C2D1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6AD3B-8225-4B41-84BA-2B015ED0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0BD35-A335-4128-86C2-A9C52894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27/50</a:t>
            </a:r>
          </a:p>
        </p:txBody>
      </p:sp>
    </p:spTree>
    <p:extLst>
      <p:ext uri="{BB962C8B-B14F-4D97-AF65-F5344CB8AC3E}">
        <p14:creationId xmlns:p14="http://schemas.microsoft.com/office/powerpoint/2010/main" val="11226951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1AD73-FE62-458C-B4A2-45935DD3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5C5C9-A1E3-4C82-982C-79681EC4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Static hashing: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F2FD6-0867-49D3-AF2B-4B892583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97E43-B234-4B27-9583-B04E7DEE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static hashing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E87AC-7B15-4BFF-A749-B54A3E7B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fixed table, linear probing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523DD-A0C6-498B-9E8A-EDF25F67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77515-EC89-4EE8-A93E-29B33F82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Load factor controls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B63EE-CE1A-4E03-A291-82F739B6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F645D-44DE-4933-8CC5-50F4CE9A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66A45-15E0-4EC0-81DB-7B59C0BA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ABDD9-1183-4117-9FFB-AB23CF55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2E436-7E99-4796-A3E3-811B009E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AA87E-17BF-46C8-B2EF-184DC07E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6DE5C-6EA8-4D83-A32E-B3EB0D65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953BA-CBDB-4067-8D65-2A610694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F8D07-388B-4E78-8111-1148C4AB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28/50</a:t>
            </a:r>
          </a:p>
        </p:txBody>
      </p:sp>
    </p:spTree>
    <p:extLst>
      <p:ext uri="{BB962C8B-B14F-4D97-AF65-F5344CB8AC3E}">
        <p14:creationId xmlns:p14="http://schemas.microsoft.com/office/powerpoint/2010/main" val="17550308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6C476-DE3C-44D1-B161-4A1D6050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37E21-4859-48C9-B93B-05312540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 hashing: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FCA4A-E3D2-42FD-BEA9-EA2D132E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DE9FF-A097-4F8F-896C-EC662F9F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Dynamic hashing adapts as records grow.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05617-B14A-415F-AE80-60453F0F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growing table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rehash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extendible idea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bucket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C9391-980E-4EB7-9392-C5604617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FA077-5A15-412F-891C-CD412348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Expansion reduces long collision chains.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2733C-22D1-4749-8D45-B39FBA95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9011F-4297-4F10-94B9-3A6B0E97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61B99-B242-45F9-9ADD-325423A4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1AA37-F6B7-4110-993D-5EBDBD2A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5627D-0C60-4E8F-A336-C2D0822D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496F0-C324-439E-8B8A-251B34CC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92D80-2602-4438-8BA0-BC51987D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DBC0F-6584-42FD-AC85-35C0F34F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4E433-0FA1-489B-8103-27F972E0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29/50</a:t>
            </a:r>
          </a:p>
        </p:txBody>
      </p:sp>
    </p:spTree>
    <p:extLst>
      <p:ext uri="{BB962C8B-B14F-4D97-AF65-F5344CB8AC3E}">
        <p14:creationId xmlns:p14="http://schemas.microsoft.com/office/powerpoint/2010/main" val="35603571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55557-DFBE-4DF3-8974-C62B809E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380B3-3152-4FD9-A7CF-A6214647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 hashing: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1F27F-7B3F-4958-9B6E-AFC7E3C9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75B5A-53D3-494C-8658-711127B3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dynamic hashing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AC130-EAE7-4121-B653-51B19763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A7830-176E-40B3-AB3B-DA0608DB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38D4F-47C0-4008-A71B-836CECD5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Expansion reduces long collision chains.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94F85-8D66-40CD-8327-5AC94238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63C45-5F9F-4AD3-94F9-14D57687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310DB-2365-4697-9CDD-73D29C2B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7269D-B5E5-40DE-9B42-7C8FB428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BA8DC-5208-49E9-95DF-22FB48AD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C7413-5E7E-4442-9B91-D48BE766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2CC9D-E845-4447-BB82-7FC3F611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6C760-43C1-400D-ADE6-86741C3E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8A455-9D23-4A0A-BF3C-CB6F5D40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30/50</a:t>
            </a:r>
          </a:p>
        </p:txBody>
      </p:sp>
    </p:spTree>
    <p:extLst>
      <p:ext uri="{BB962C8B-B14F-4D97-AF65-F5344CB8AC3E}">
        <p14:creationId xmlns:p14="http://schemas.microsoft.com/office/powerpoint/2010/main" val="73245149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72010-1981-4EB6-8492-812C19F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51BFA-271C-47C7-91EF-AED28647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 hashing: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FD48D-8AD4-42B2-8E48-BFB27250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533D2-DBA2-421B-89E4-15091481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5F883-FF89-47BA-86E5-BF2B4396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Expansion reduces long collision chains.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42B86-676C-40BC-93A7-FCFA8BE7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6E02B-FA5A-4A97-8C9E-5084C207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Expansion reduces long collision chains.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8EACC-D807-4223-9D97-F0C3A35E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88908-8F07-4A90-9E38-B683750E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B56DA-3093-4EEE-8D4F-16A947C0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9D49E-E14C-4014-ACDC-1B83E896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2759B-4D65-4E24-A83D-204CCA31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53120-F6F4-4959-A694-7333E3F0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C078F-8CE1-4F21-976C-E657BB1E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47BF5-8C8A-4409-A901-50B4D88D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D866C-663F-47DA-87E7-3A319CF9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31/50</a:t>
            </a:r>
          </a:p>
        </p:txBody>
      </p:sp>
    </p:spTree>
    <p:extLst>
      <p:ext uri="{BB962C8B-B14F-4D97-AF65-F5344CB8AC3E}">
        <p14:creationId xmlns:p14="http://schemas.microsoft.com/office/powerpoint/2010/main" val="205405760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40513-F875-4CD0-B896-FF0F69F2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3090B-E9FB-45BC-A06B-BC759EC7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 hashing: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7E26E-C89B-483E-B29F-B96E5536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73F6-D9FA-45C4-8FEC-70A168E1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dynamic hashing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FCBC9-851D-4F4E-A247-F771E310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growing table, rehash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F52CC-E1EC-4911-9C25-3AB3BB7A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2C5F9-DB52-4904-8056-99FA8B8B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Expansion reduces long collision chains.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CD7BD-ECBC-4678-909F-B9C4F384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8E3A5-7B5C-4F7C-99E1-9948B9F9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E2644-723B-44F6-8FD4-82389DD2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903E2-87C5-47CA-9BCD-14D0DA4B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B6141-E964-496F-A38F-A8C904CE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5C49F-B5DD-44D5-B6F0-4EDFC617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BFC37-DB5E-4D5F-BCCA-9E258BB6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82337-57DA-45D8-B393-02CF3FCA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15A65-3EF5-434B-A49A-B2654C14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32/50</a:t>
            </a:r>
          </a:p>
        </p:txBody>
      </p:sp>
    </p:spTree>
    <p:extLst>
      <p:ext uri="{BB962C8B-B14F-4D97-AF65-F5344CB8AC3E}">
        <p14:creationId xmlns:p14="http://schemas.microsoft.com/office/powerpoint/2010/main" val="128307333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B23BD-418E-4322-8A3B-9C620740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B2B26-01A2-453D-85DD-EC990862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Priority queue: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CF069-3370-4633-863D-734B472F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63C2D-DA71-4731-839D-A2840038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priority queue removes the item with highest or lowest priority.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011B7-0CE1-48A2-BB44-5C7B9856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priority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delete min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delete max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heap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788CC-2E83-4106-842B-F67EEDCE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6D140-4B44-4E6B-9810-97C96554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Priority order is different from arrival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E7355-33EB-4BD3-B77D-FB9FB63C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24DA2-B118-49C9-91B6-830D2D4F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2E2CB-4FF7-409C-88C6-1E83C609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97D05-3DA7-476E-BA6D-8AB32BFA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0B73C-1D3F-41AE-AB35-EFB56DC7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4A1EC-D681-4306-947F-0ACDE44D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B7D91-1FCF-4115-BF18-E8D26351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33/50</a:t>
            </a:r>
          </a:p>
        </p:txBody>
      </p:sp>
    </p:spTree>
    <p:extLst>
      <p:ext uri="{BB962C8B-B14F-4D97-AF65-F5344CB8AC3E}">
        <p14:creationId xmlns:p14="http://schemas.microsoft.com/office/powerpoint/2010/main" val="99813788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0D953-7C22-4635-868F-46520D77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D5FF4-2840-4A67-8670-AB3FCC1E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Priority queue: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9B217-9AAE-4746-B74E-371A8C65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BFC62-FB9B-44B4-8C6B-CF4621EE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priority queue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2BE34-D797-4620-97B4-B282FD2D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80BEC-60B1-45CA-957F-045AB30F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2485D-AD44-4BB0-8047-EC3E645B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Priority order is different from arrival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DEFAD-9594-469A-8646-55374543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9063A-825D-4E4D-91A0-630B880A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C20CD-BD73-4A29-BAE4-B71850D4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B2E5E-A256-424A-9E03-AD25D7F5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E6979-CB73-46E6-A9E3-7551949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CAC06-1AA1-43F8-A4D2-0B2683AC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4FC0D-1BDD-4754-A8A7-FA1A34E5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34/50</a:t>
            </a:r>
          </a:p>
        </p:txBody>
      </p:sp>
    </p:spTree>
    <p:extLst>
      <p:ext uri="{BB962C8B-B14F-4D97-AF65-F5344CB8AC3E}">
        <p14:creationId xmlns:p14="http://schemas.microsoft.com/office/powerpoint/2010/main" val="54762513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07A8A-BF0B-4434-B6F9-B60DB8D0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2C227-4B80-4533-B371-6F85EEE8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Priority queue: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45FC1-1D3D-4E4E-9742-5BF4A8E0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DBB6A-4921-4897-A3FA-E77AB3A1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9D896-031A-4648-9A18-9C86F5CE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Priority order is different from arrival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BA708-28D3-426F-B46F-27B80175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937E1-F3B5-4A21-8DD0-5BC17FD1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Priority order is different from arrival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3DEFF-9B50-443F-B05E-01C49066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FFD36-2360-461C-ABA4-22081C28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64405-7BE1-42E3-901A-24355D0E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7CAE8-DD14-4274-A7C0-0CFB7CC0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5063B-7EB7-4833-A03C-6EBCFBCD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27406-C502-482D-ACBD-CBBD00A7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3FB32-1E41-4380-8F73-530B7109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35/50</a:t>
            </a:r>
          </a:p>
        </p:txBody>
      </p:sp>
    </p:spTree>
    <p:extLst>
      <p:ext uri="{BB962C8B-B14F-4D97-AF65-F5344CB8AC3E}">
        <p14:creationId xmlns:p14="http://schemas.microsoft.com/office/powerpoint/2010/main" val="18827481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7BBB7-41C7-4517-8D36-C2508877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A1E8A-E61E-440E-9213-0D34AF6D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Priority queue: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A7572-D130-4928-B588-E1FD9BEE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80216-0FAB-4F95-96D0-2447AC00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priority queue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05F8C-4FDB-4984-BF9E-EC31DA72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priority, delete min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76FF8-E1D6-4DA2-BE0A-5161E27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90D3D-5FFD-49E5-9B21-AC041339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Priority order is different from arrival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1739D-B2CC-478B-A35A-0DF91E6B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74C12-2956-4F8F-8F65-5D8D953A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4237B-C709-43E5-B5B7-4939ACE9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907F2-9151-4450-9431-A4CFA3FE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962C5-2C89-4D76-80CD-7CFCCF17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43837-8A98-4160-9BB8-8DD5EBDD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0590E-C940-4C80-83A1-A317032B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36/50</a:t>
            </a:r>
          </a:p>
        </p:txBody>
      </p:sp>
    </p:spTree>
    <p:extLst>
      <p:ext uri="{BB962C8B-B14F-4D97-AF65-F5344CB8AC3E}">
        <p14:creationId xmlns:p14="http://schemas.microsoft.com/office/powerpoint/2010/main" val="52081654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C0C28-91C2-4DE2-8929-1554ECA5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B27BB-2EA5-4AF8-A77E-49F27423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Double-ended priority queue: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1E919-3872-4F7F-BF1B-A58C5050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0EC67-938E-44B0-9616-FAF98D4D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DEPQ supports both delete-min and delete-max.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115EA-A9B4-40C6-BD51-37B48A23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min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two-ended access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24A8B-3F67-4843-8441-F2D6793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81725-C52D-4687-B9D5-D1FBBB44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useful when extremes are both important.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5A853-269B-42A3-BC54-1225D404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3616B-7A8E-431E-B73A-C1CF4139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4D206-7586-4DDF-8DE6-C01571C7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92266-B59C-4638-B751-14903021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C910B-F65D-4241-882C-0B24DF9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CC7EA-F625-4F85-A13F-426E08A5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D1854-2280-4A2E-BF24-7BEED7A2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37/50</a:t>
            </a:r>
          </a:p>
        </p:txBody>
      </p:sp>
    </p:spTree>
    <p:extLst>
      <p:ext uri="{BB962C8B-B14F-4D97-AF65-F5344CB8AC3E}">
        <p14:creationId xmlns:p14="http://schemas.microsoft.com/office/powerpoint/2010/main" val="89992901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C6B49-1451-4069-B3AA-716FC695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93BA0-DCDD-4487-AE4A-6BF3E59A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Double-ended priority queue: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D8F00-7858-411E-BCB4-150A3F99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DA329-2639-41D0-9F98-DEA63AAD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double-ended priority queue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0C0CD-C62A-4FCD-9D50-A2A6991C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9C841-0B8F-4AC7-9DFC-81B09F70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4CB60-3F3A-45E2-A8B6-3CD0D889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useful when extremes are both important.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96285-AB7E-4A46-8971-F60185D8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3549A-C87B-458F-96D8-F94CBC84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6F28E-6CFB-4FE4-959A-63613E17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112F7-28B6-424A-A710-C9E09FF4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391F0-3F79-44BD-A520-B5905050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E69FE-2B3F-402D-9FBA-EF0C0318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B673D-E80B-4C30-8CEE-FB8F9B5B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38/50</a:t>
            </a:r>
          </a:p>
        </p:txBody>
      </p:sp>
    </p:spTree>
    <p:extLst>
      <p:ext uri="{BB962C8B-B14F-4D97-AF65-F5344CB8AC3E}">
        <p14:creationId xmlns:p14="http://schemas.microsoft.com/office/powerpoint/2010/main" val="59684123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88D1B-B45B-4913-BC46-37117292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4165D-2820-4E91-8C37-2CD5E374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Double-ended priority queue: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8837F-0335-496B-875E-11CE9886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0DADC-F40C-43FE-AEC6-5698DAC2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E88AF-6BB5-4BB9-B73B-D28A4EC0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It is useful when extremes are both important.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FA33B-A079-45F4-A84D-285A8867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BB151-B6F0-4230-86D6-5157ED0F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useful when extremes are both important.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D6E96-548B-49BD-905A-0779CB56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D1F8D-24F2-4105-A330-09DA6BBA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B9F61-D2AC-4D8D-A572-5F3A7D9A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672CD-44EA-4E7B-8326-4A37347F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5BB7A-0FC8-4510-AAE3-062AC236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F0BF3-3367-4BC0-94C0-D10FDEE9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64211-D070-475A-B85A-73DA8021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39/50</a:t>
            </a:r>
          </a:p>
        </p:txBody>
      </p:sp>
    </p:spTree>
    <p:extLst>
      <p:ext uri="{BB962C8B-B14F-4D97-AF65-F5344CB8AC3E}">
        <p14:creationId xmlns:p14="http://schemas.microsoft.com/office/powerpoint/2010/main" val="12395344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A2DC1-3747-458B-B7D8-7691F0FF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0E0E8-C9A0-4BD6-8E46-3E3F474B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Double-ended priority queue: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7684A-4F5F-40C0-B802-28C63488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9D136-4947-4E21-AE43-D60FE861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double-ended priority queue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BA15F-9296-4EB8-BD8D-E57E464E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min, max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DB6CA-C78C-4A0A-8597-268BE1EB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3B6B6-4916-41C6-9EBB-A7FA9BFD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useful when extremes are both important.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05894-DCEB-4AD7-841E-7DFDAFF4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front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DAB41-EB2E-439F-BC12-06106411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C1F27-3380-47DC-A5E6-56BCFCAB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E629E-0412-4A4D-B3C6-5433F725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job3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67A5E-2B07-4435-BBE8-F91AC067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57525"/>
            <a:ext cx="7810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BA216-9BCF-4091-8869-221CF0DE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FIFO: first inserted, first deleted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B7AEC-45BE-4051-A3B2-0594578D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40/50</a:t>
            </a:r>
          </a:p>
        </p:txBody>
      </p:sp>
    </p:spTree>
    <p:extLst>
      <p:ext uri="{BB962C8B-B14F-4D97-AF65-F5344CB8AC3E}">
        <p14:creationId xmlns:p14="http://schemas.microsoft.com/office/powerpoint/2010/main" val="133011221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5D9B4-7F74-4DC4-A5CA-9DB96B52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90E67-84FC-4699-8CC0-2FBC7490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Leftist tree: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0DF36-6331-4AA5-B1F3-4D2CF8DF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2E64E-8491-49EE-AB66-0F97D4D6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Leftist trees support efficient mergeable priority queues.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E829F-0E8A-4B1B-A2DA-AFD2762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null path length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merge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heap order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priority 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BD51C-DA8C-420C-BE91-85F9FB1E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02362-605F-436D-A305-BD256521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Merge is the central operation.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52533-5DC2-4234-B335-6CF2FD0E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CA946-EA6B-43C0-ACAE-DB2BADFA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20432-60D1-4EBE-A192-169BD5D0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A04C0-EE9E-46FD-9A69-8378C04D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26298-9F30-4B9B-BFFF-9D5B5727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05FEF-AAF1-4047-91D7-07340ACA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E0F54-9723-47D3-ACAA-60A130F4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BE981-E341-4969-8834-BC8C55FA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897EF-822E-485A-B27E-246F4BC5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41/50</a:t>
            </a:r>
          </a:p>
        </p:txBody>
      </p:sp>
    </p:spTree>
    <p:extLst>
      <p:ext uri="{BB962C8B-B14F-4D97-AF65-F5344CB8AC3E}">
        <p14:creationId xmlns:p14="http://schemas.microsoft.com/office/powerpoint/2010/main" val="140816747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AE754-57E9-43A9-8AFD-1B603AE7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088E2-A471-4F12-B658-117CC0E8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Leftist tree: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2FD58-6633-4C73-A5F9-C52D6D8A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4E4FB-3049-4B19-831E-FF3DC0D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Understand leftist tree by tracing the operations it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81470-7974-4102-BE76-84F09ECE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Name the ADT state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valid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Update pointers, indices, or links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boundary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D99D0-3895-467F-B90A-0F853C6B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35BBD-086F-4C97-A2DA-0F69D65C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Merge is the central operation.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8110C-260E-46D0-9136-A750A4A7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18CB2-6EA8-481C-9E01-81117A50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4343D-F2C7-4BD8-BDC1-441FDFD5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B4C56-509A-4B39-9BA8-113CDD22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63AA7-E1CD-4240-B437-AD35D2B4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9BAD1-4B09-42DC-9EE8-5C8B5E7B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F19EA-3C0B-4FBF-A561-ACEC09E2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13E08-CA03-4134-BFDC-36A0016D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F6C29-B168-41D9-AA33-498EC1DB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42/50</a:t>
            </a:r>
          </a:p>
        </p:txBody>
      </p:sp>
    </p:spTree>
    <p:extLst>
      <p:ext uri="{BB962C8B-B14F-4D97-AF65-F5344CB8AC3E}">
        <p14:creationId xmlns:p14="http://schemas.microsoft.com/office/powerpoint/2010/main" val="28912642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60174-7684-41D3-BF51-2197A237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21F43-64AD-47CF-8DCA-AFC5C363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Leftist tree: algorithm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43FB1-F6A5-4BC7-A8A0-EF3E5928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C8625-E29D-41B5-8AED-40C0B96B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Most textbook procedures are state updates with careful boundary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F3E44-3CEF-45AA-A898-7C08DF13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Input and preconditions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Core update step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Failure or empty/full case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Result: Merge is the central operation.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84213-B38C-4878-9E28-B5551783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7DD1F-1E22-472A-A9F4-8C285280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Merge is the central operation.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0777C-DEE5-451B-B16A-F0626893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65CCF-6002-4FE0-973C-70F61712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34C9F-7E52-43F3-8E47-5CBC480A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A2D4F-3047-42A4-AC89-316886A9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68AF9-2AF8-4441-B07C-9CF6B100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75A62-F95C-4DD5-8BCF-0424D3F4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CDD5C-3981-4433-8849-C5BF8C31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AC769-0C00-4810-A5D6-6717F1F7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A1D6E-DB13-44C6-AF5B-9DFB2A96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43/50</a:t>
            </a:r>
          </a:p>
        </p:txBody>
      </p:sp>
    </p:spTree>
    <p:extLst>
      <p:ext uri="{BB962C8B-B14F-4D97-AF65-F5344CB8AC3E}">
        <p14:creationId xmlns:p14="http://schemas.microsoft.com/office/powerpoint/2010/main" val="38463991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12649-6219-4B2E-805F-09CFAD09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609A5-D92C-4D65-A67E-8E6EAD49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Leftist tree: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11E48-9B48-4908-8013-5832C1A0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4C2D9-EA92-44AD-8A78-79F1885E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leftist tree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5BFB4-B53D-40C7-A58C-29FC10BA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null path length, merge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4E364-8E32-421B-BF85-7089B8C8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467D8-E392-49FC-954E-C4DEF035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Merge is the central operation.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7359C-303B-4FBA-B78F-9D4F0B1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66900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305D3-9068-40B5-83F1-22CAA37E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470B8-2C34-46B1-B67B-E962E721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11C7A-CFC4-4469-8291-F8C789B3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4E01D-5077-439A-B58A-4B0E50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E9C92-4480-42EE-8455-B277FA10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6F82E-AC39-4AC8-AE52-CF02095D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5143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D90B2-E596-46E7-9507-C9B96203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Recursive structure: root with subtrees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BD086-B006-436C-BD47-25C442B5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44/50</a:t>
            </a:r>
          </a:p>
        </p:txBody>
      </p:sp>
    </p:spTree>
    <p:extLst>
      <p:ext uri="{BB962C8B-B14F-4D97-AF65-F5344CB8AC3E}">
        <p14:creationId xmlns:p14="http://schemas.microsoft.com/office/powerpoint/2010/main" val="25372289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99312-45D8-4455-8A7A-DD8A6AFB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8ED5D-CF8E-4050-A7CC-D220ED46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0403F-CAED-497A-8E4B-7A91A39B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2A8BF-ACE7-4E59-8F58-ABF6A009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Graphs, Hashing, Priority Queues, and Leftist Trees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CCCDF-D436-4044-A5A4-55626157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Graph ADT / graph abstract data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8082B-7D46-4E8D-A164-78445A90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Graph representation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329D4-282C-4C99-9A23-7A92C5E7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Elementary graph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FE662-5B99-4661-97E6-A4251C9A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Graph traversal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5D283-F32F-4669-AA78-34B8CE31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Hashing 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627AF-46B7-4D29-989E-510E20DE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Static hashing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ABD3F-C729-439A-8EF7-9155B9F2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Dynamic hashing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59C2B-E3E3-493C-BB8B-49B239E3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Priority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63349-15ED-4932-84EF-377323F9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the map to revise definitions, operations, and one example per 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18752-6C26-4BA3-B90E-652248B4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45/50</a:t>
            </a:r>
          </a:p>
        </p:txBody>
      </p:sp>
    </p:spTree>
    <p:extLst>
      <p:ext uri="{BB962C8B-B14F-4D97-AF65-F5344CB8AC3E}">
        <p14:creationId xmlns:p14="http://schemas.microsoft.com/office/powerpoint/2010/main" val="33735554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52A8C-C6A9-4059-915D-4941AF6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0DB62-677E-474D-8CE5-6B00289B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D4537-8828-4C68-9886-0684B351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F5A27-C409-4359-9A37-431773F5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32D57-D665-4C3E-9009-B62C021B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Define graph adt / graph abstract data type and explain its representation.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D640A-51BF-45D1-96E2-0235FE3F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ED999-4D47-444E-95FB-EA222420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9B929-CF1A-4D2A-9E3F-A644E14D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an algorithm for graph representation with boundary cases.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18D6E-0AC3-410E-AB1C-C361B89D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60F97-C390-4077-ADB0-3A3190CF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AEAE8-7677-44B5-AC58-C1E36922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Trace elementary graph operations using a small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A4269-2AAC-4132-932E-05ECC575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6ACA5-93E4-41F6-94D8-6B7AC0C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3BA38-9906-4C0A-977E-6243DF9B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two representations used in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0702E-DEE6-4AF5-AE30-51E3B801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8063C-3A95-4615-A1D8-5993BA55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3D0F7-D741-4D0D-B522-56A57F5A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the time complexity of a key operation.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D63974-5F8B-49F3-A28E-111A84F3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FCCB0-FF9F-4FBF-BF60-AEF5B09D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0F2BB-D1D6-4B09-96E1-1AEBEAE3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leftist tree.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822B0-4A9A-45B2-863C-4AA389F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A07B4-06C9-45C8-82CD-D562B082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46/50</a:t>
            </a:r>
          </a:p>
        </p:txBody>
      </p:sp>
    </p:spTree>
    <p:extLst>
      <p:ext uri="{BB962C8B-B14F-4D97-AF65-F5344CB8AC3E}">
        <p14:creationId xmlns:p14="http://schemas.microsoft.com/office/powerpoint/2010/main" val="128300971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8FE92-26FC-401D-9BB2-DEBA2000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47464-8561-41FC-99CC-5DA89E2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complexity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08A2F-A8A6-4899-BE87-BF60FA4E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C9B8F-CE2A-499D-9952-305CF505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Graph ADT / graph abstract data 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48E1E-7011-4641-AFED-44863D8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C8051-1825-44C5-877C-08308B28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64F8B-889D-4B4C-B2E8-9233B644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Graph representation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08AC9-B64F-4AAD-BF55-57FE38E7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F594C-2352-472B-AD8D-C1010098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DF178-A644-4469-BECD-46A9757C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Elementary graph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5FFDF-5E27-4562-9C59-9B8DC9EA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FB566-414A-413E-9CFA-53D9DCB9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C5278-D761-4E96-B43A-9CFFED71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Graph traversal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947A6-F0B2-434E-A108-94BF4AA2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EEBC3-F165-407F-85BE-CC81273E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Representation decides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8B286-D240-4B7F-A622-9AB23877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Hashing introduction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8FFEE-A802-40CE-8C7D-988264A5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O(1) core access or pointer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6BFE58-B8E9-4115-BF50-EB7B609F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93B81-52F0-4915-9A2C-8DA26A6B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Static hashing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9D49AA-31D7-4E3A-AE64-5435D561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O(n) scan/update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1B54D-2DC1-4AF3-B56E-A5629B8E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Watch boundary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8455A-8F76-4068-A081-DAEA21A5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47/50</a:t>
            </a:r>
          </a:p>
        </p:txBody>
      </p:sp>
    </p:spTree>
    <p:extLst>
      <p:ext uri="{BB962C8B-B14F-4D97-AF65-F5344CB8AC3E}">
        <p14:creationId xmlns:p14="http://schemas.microsoft.com/office/powerpoint/2010/main" val="13899715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82243-332B-4082-B882-D05043DB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EBCA9-1E0C-4095-828D-F986B89A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330F2-0533-4D2D-95E5-A6EC3B17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604D8-18B1-4311-B38A-C4843F56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Graphs, Hashing, Priority Queues, and Leftist Trees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17098-7693-4071-A1E7-FE860D5B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Graph ADT / graph abstract data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E9A3F-03EB-43B4-B079-47FC976F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Graph representation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842FF-2811-44C1-A950-D8F689A7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Elementary graph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0D508-AA7C-4422-9741-B1521CC0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Graph traversal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4F4E2-1E6B-4831-96A0-860F2FE4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Hashing 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DB867-11FC-4A9D-BBCD-0AE43451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Static hashing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E99FB-112D-4A8E-A4C1-2B144126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Dynamic hashing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A8508-0CDF-449F-912A-7E11A569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Priority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D783A-AB5D-475F-8FCA-C40C434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91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the map to revise definitions, operations, and one example per 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33213-AE8E-4C16-8533-27924373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48/50</a:t>
            </a:r>
          </a:p>
        </p:txBody>
      </p:sp>
    </p:spTree>
    <p:extLst>
      <p:ext uri="{BB962C8B-B14F-4D97-AF65-F5344CB8AC3E}">
        <p14:creationId xmlns:p14="http://schemas.microsoft.com/office/powerpoint/2010/main" val="142826034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A6F06E-9465-4AEC-BB8B-09B3525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02198-7A10-441A-83C6-C9DB7686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5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E068E-5182-477C-B7D7-643FDBBE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B4462-A234-464E-855E-2190205A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7B0A3-A802-4F46-9D91-DEBA2E35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Define graph adt / graph abstract data type and explain its representation.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C5E92-12FF-42CF-BB1A-B107E268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AD715-0462-470F-A4C8-4C00C3D2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11634-671A-47D1-9BB0-3F776DE1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an algorithm for graph representation with boundary cases.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E15A9-3B69-4406-9F8D-36392514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62942-8FDD-42C6-821B-0ECB526E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4BAD7-1AC2-4B39-BC39-D2F7ACE6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Trace elementary graph operations using a small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58C2E-9171-414F-B517-88042BCB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7919B-FFE7-4AED-A579-E1F185B5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28269-1FED-4F56-88E6-E73437C7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two representations used in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56F9C-2AB7-4B92-BEB9-07C6FAD8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10E08-8077-4E1F-BC21-C452B665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4DC20-0372-4FCB-92A9-F8B2966C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the time complexity of a key operation.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2FCCE-5A83-4EEC-AAF7-D1633464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D536D2-E371-459F-9C8F-DB83818E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939DB9-3772-4696-903A-A687EA2C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leftist tree.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703E0-7A90-4371-A06F-87740054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9923D-E914-489D-AC68-F5BCD993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49/50</a:t>
            </a:r>
          </a:p>
        </p:txBody>
      </p:sp>
    </p:spTree>
    <p:extLst>
      <p:ext uri="{BB962C8B-B14F-4D97-AF65-F5344CB8AC3E}">
        <p14:creationId xmlns:p14="http://schemas.microsoft.com/office/powerpoint/2010/main" val="115399100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E5110-07ED-4A25-B481-DE4C2DBD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5 / Graphs, Hashing, Priority Queues, and Leftist Trees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968B7-13E1-446D-ACC1-526DEA73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Dynamic hashing: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203C8-40A2-4915-A7CF-0A243578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28A45-C28D-471B-9338-4D1007A7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trace makes dynamic hashing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BC491-FCF8-45C7-BAAA-2D5010C9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Use terms: growing table, rehash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Trace at least three operations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Show final structure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time and space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63268-8638-444D-9D27-909DA7D2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DA4B0-92FA-4A8A-BD53-18C4A5BC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Expansion reduces long collision chains.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F768B-F19D-497C-974C-0DED5FBE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45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A23F1-0C48-4FA4-83D5-6A9030AB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7088C-DBDA-4769-870F-6A625B5C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</a:t>
            </a:r>
          </a:p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68BDA-6723-4E12-B247-25A72487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E138E-DD87-44CA-AF19-018ABEDB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7192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90B69-AFB1-474E-BF2B-632D6ED2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CA78B-D394-4BF7-954B-48071FBE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71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H(K)=K mod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3DCB3-8650-4A2A-96FE-B3B45349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05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Hash function chooses a table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A9616-83EF-411E-B560-5865FEE0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1BCS305 • Module 5 • 50/50</a:t>
            </a:r>
          </a:p>
        </p:txBody>
      </p:sp>
    </p:spTree>
    <p:extLst>
      <p:ext uri="{BB962C8B-B14F-4D97-AF65-F5344CB8AC3E}">
        <p14:creationId xmlns:p14="http://schemas.microsoft.com/office/powerpoint/2010/main" val="1467941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2026-08-21T10:45:32.0310000Z</dcterms:created>
  <dcterms:modified xsi:type="dcterms:W3CDTF">2026-08-21T10:45:32.0310000Z</dcterms:modified>
</coreProperties>
</file>