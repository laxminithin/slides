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ea0ffe8204366" /><Relationship Type="http://schemas.openxmlformats.org/officeDocument/2006/relationships/extended-properties" Target="/docProps/app.xml" Id="Ra21ffbc0d31d4429" /><Relationship Type="http://schemas.openxmlformats.org/officeDocument/2006/relationships/officeDocument" Target="/ppt/presentation.xml" Id="R62bf63141beb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77140739c47d6"/>
  </p:sldMasterIdLst>
  <p:notesMasterIdLst>
    <p:notesMasterId xmlns:r="http://schemas.openxmlformats.org/officeDocument/2006/relationships" r:id="R3279b4831c8343ff"/>
  </p:notesMasterIdLst>
  <p:sldIdLst>
    <p:sldId xmlns:r="http://schemas.openxmlformats.org/officeDocument/2006/relationships" id="256" r:id="R062b3628b153470d"/>
    <p:sldId xmlns:r="http://schemas.openxmlformats.org/officeDocument/2006/relationships" id="257" r:id="Re70883a16ea34f9f"/>
    <p:sldId xmlns:r="http://schemas.openxmlformats.org/officeDocument/2006/relationships" id="258" r:id="Raebf9f6856324b95"/>
    <p:sldId xmlns:r="http://schemas.openxmlformats.org/officeDocument/2006/relationships" id="259" r:id="R5933d79bb7344119"/>
    <p:sldId xmlns:r="http://schemas.openxmlformats.org/officeDocument/2006/relationships" id="260" r:id="Rf80f333416ad4443"/>
    <p:sldId xmlns:r="http://schemas.openxmlformats.org/officeDocument/2006/relationships" id="261" r:id="R597e9843d9764693"/>
    <p:sldId xmlns:r="http://schemas.openxmlformats.org/officeDocument/2006/relationships" id="262" r:id="R2954621a59f5460e"/>
    <p:sldId xmlns:r="http://schemas.openxmlformats.org/officeDocument/2006/relationships" id="263" r:id="R5d3371c7d2ab41f7"/>
    <p:sldId xmlns:r="http://schemas.openxmlformats.org/officeDocument/2006/relationships" id="264" r:id="R96010df97b964918"/>
    <p:sldId xmlns:r="http://schemas.openxmlformats.org/officeDocument/2006/relationships" id="265" r:id="Rcb375d2a3ef94571"/>
    <p:sldId xmlns:r="http://schemas.openxmlformats.org/officeDocument/2006/relationships" id="266" r:id="Rf7a55dec73f84af1"/>
    <p:sldId xmlns:r="http://schemas.openxmlformats.org/officeDocument/2006/relationships" id="267" r:id="R52acc9619c6b4208"/>
    <p:sldId xmlns:r="http://schemas.openxmlformats.org/officeDocument/2006/relationships" id="268" r:id="Rfd9a9ff9267a4915"/>
    <p:sldId xmlns:r="http://schemas.openxmlformats.org/officeDocument/2006/relationships" id="269" r:id="Rfd967e07f3e74ebe"/>
    <p:sldId xmlns:r="http://schemas.openxmlformats.org/officeDocument/2006/relationships" id="270" r:id="R6b95fbce370442e7"/>
    <p:sldId xmlns:r="http://schemas.openxmlformats.org/officeDocument/2006/relationships" id="271" r:id="R225612da826345dc"/>
    <p:sldId xmlns:r="http://schemas.openxmlformats.org/officeDocument/2006/relationships" id="272" r:id="R31179078a1284521"/>
    <p:sldId xmlns:r="http://schemas.openxmlformats.org/officeDocument/2006/relationships" id="273" r:id="R82a78bd7b1ef4a2b"/>
    <p:sldId xmlns:r="http://schemas.openxmlformats.org/officeDocument/2006/relationships" id="274" r:id="R956351eaf47d45e0"/>
    <p:sldId xmlns:r="http://schemas.openxmlformats.org/officeDocument/2006/relationships" id="275" r:id="R3892f26cf17c45a1"/>
    <p:sldId xmlns:r="http://schemas.openxmlformats.org/officeDocument/2006/relationships" id="276" r:id="Rce213e3c09304658"/>
    <p:sldId xmlns:r="http://schemas.openxmlformats.org/officeDocument/2006/relationships" id="277" r:id="R0499b442c81d4a87"/>
    <p:sldId xmlns:r="http://schemas.openxmlformats.org/officeDocument/2006/relationships" id="278" r:id="Rdd385a831537494b"/>
    <p:sldId xmlns:r="http://schemas.openxmlformats.org/officeDocument/2006/relationships" id="279" r:id="R98f8f4b3807f4184"/>
    <p:sldId xmlns:r="http://schemas.openxmlformats.org/officeDocument/2006/relationships" id="280" r:id="Rbf9690d81f474ec9"/>
    <p:sldId xmlns:r="http://schemas.openxmlformats.org/officeDocument/2006/relationships" id="281" r:id="R1cefee225b9a4430"/>
    <p:sldId xmlns:r="http://schemas.openxmlformats.org/officeDocument/2006/relationships" id="282" r:id="Rc9978b79fc734771"/>
    <p:sldId xmlns:r="http://schemas.openxmlformats.org/officeDocument/2006/relationships" id="283" r:id="Rb8ec0ad177e144e3"/>
    <p:sldId xmlns:r="http://schemas.openxmlformats.org/officeDocument/2006/relationships" id="284" r:id="R5e53cb6de90d494b"/>
    <p:sldId xmlns:r="http://schemas.openxmlformats.org/officeDocument/2006/relationships" id="285" r:id="Rfd74dd93b5b649f6"/>
    <p:sldId xmlns:r="http://schemas.openxmlformats.org/officeDocument/2006/relationships" id="286" r:id="R45a07db860224cd7"/>
    <p:sldId xmlns:r="http://schemas.openxmlformats.org/officeDocument/2006/relationships" id="287" r:id="R7a6d2e74dfeb4cc0"/>
    <p:sldId xmlns:r="http://schemas.openxmlformats.org/officeDocument/2006/relationships" id="288" r:id="R396c94f4f5c84eb9"/>
    <p:sldId xmlns:r="http://schemas.openxmlformats.org/officeDocument/2006/relationships" id="289" r:id="R4b6d906e57324b7d"/>
    <p:sldId xmlns:r="http://schemas.openxmlformats.org/officeDocument/2006/relationships" id="290" r:id="R5a81e37d4beb417f"/>
    <p:sldId xmlns:r="http://schemas.openxmlformats.org/officeDocument/2006/relationships" id="291" r:id="Re7b7a975e5b74953"/>
    <p:sldId xmlns:r="http://schemas.openxmlformats.org/officeDocument/2006/relationships" id="292" r:id="R3933e1c6315c4a30"/>
    <p:sldId xmlns:r="http://schemas.openxmlformats.org/officeDocument/2006/relationships" id="293" r:id="Rc2eb5bd274d04c81"/>
    <p:sldId xmlns:r="http://schemas.openxmlformats.org/officeDocument/2006/relationships" id="294" r:id="R73e37b996d42493f"/>
    <p:sldId xmlns:r="http://schemas.openxmlformats.org/officeDocument/2006/relationships" id="295" r:id="Rcbfea83da4d54863"/>
    <p:sldId xmlns:r="http://schemas.openxmlformats.org/officeDocument/2006/relationships" id="296" r:id="R772265ac7d054a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0b9aa62111419c" /><Relationship Type="http://schemas.openxmlformats.org/officeDocument/2006/relationships/slideMaster" Target="/ppt/slideMasters/slideMaster1.xml" Id="Rdb477140739c47d6" /><Relationship Type="http://schemas.openxmlformats.org/officeDocument/2006/relationships/notesMaster" Target="/ppt/notesMasters/notesMaster1.xml" Id="R3279b4831c8343ff" /><Relationship Type="http://schemas.openxmlformats.org/officeDocument/2006/relationships/presProps" Target="/ppt/presProps.xml" Id="R146fee15677647c8" /><Relationship Type="http://schemas.openxmlformats.org/officeDocument/2006/relationships/tableStyles" Target="/ppt/tableStyles.xml" Id="R21f8817defd44465" /><Relationship Type="http://schemas.openxmlformats.org/officeDocument/2006/relationships/slide" Target="/ppt/slides/slide1.xml" Id="R062b3628b153470d" /><Relationship Type="http://schemas.openxmlformats.org/officeDocument/2006/relationships/slide" Target="/ppt/slides/slide2.xml" Id="Re70883a16ea34f9f" /><Relationship Type="http://schemas.openxmlformats.org/officeDocument/2006/relationships/slide" Target="/ppt/slides/slide3.xml" Id="Raebf9f6856324b95" /><Relationship Type="http://schemas.openxmlformats.org/officeDocument/2006/relationships/slide" Target="/ppt/slides/slide4.xml" Id="R5933d79bb7344119" /><Relationship Type="http://schemas.openxmlformats.org/officeDocument/2006/relationships/slide" Target="/ppt/slides/slide5.xml" Id="Rf80f333416ad4443" /><Relationship Type="http://schemas.openxmlformats.org/officeDocument/2006/relationships/slide" Target="/ppt/slides/slide6.xml" Id="R597e9843d9764693" /><Relationship Type="http://schemas.openxmlformats.org/officeDocument/2006/relationships/slide" Target="/ppt/slides/slide7.xml" Id="R2954621a59f5460e" /><Relationship Type="http://schemas.openxmlformats.org/officeDocument/2006/relationships/slide" Target="/ppt/slides/slide8.xml" Id="R5d3371c7d2ab41f7" /><Relationship Type="http://schemas.openxmlformats.org/officeDocument/2006/relationships/slide" Target="/ppt/slides/slide9.xml" Id="R96010df97b964918" /><Relationship Type="http://schemas.openxmlformats.org/officeDocument/2006/relationships/slide" Target="/ppt/slides/slide10.xml" Id="Rcb375d2a3ef94571" /><Relationship Type="http://schemas.openxmlformats.org/officeDocument/2006/relationships/slide" Target="/ppt/slides/slide11.xml" Id="Rf7a55dec73f84af1" /><Relationship Type="http://schemas.openxmlformats.org/officeDocument/2006/relationships/slide" Target="/ppt/slides/slide12.xml" Id="R52acc9619c6b4208" /><Relationship Type="http://schemas.openxmlformats.org/officeDocument/2006/relationships/slide" Target="/ppt/slides/slide13.xml" Id="Rfd9a9ff9267a4915" /><Relationship Type="http://schemas.openxmlformats.org/officeDocument/2006/relationships/slide" Target="/ppt/slides/slide14.xml" Id="Rfd967e07f3e74ebe" /><Relationship Type="http://schemas.openxmlformats.org/officeDocument/2006/relationships/slide" Target="/ppt/slides/slide15.xml" Id="R6b95fbce370442e7" /><Relationship Type="http://schemas.openxmlformats.org/officeDocument/2006/relationships/slide" Target="/ppt/slides/slide16.xml" Id="R225612da826345dc" /><Relationship Type="http://schemas.openxmlformats.org/officeDocument/2006/relationships/slide" Target="/ppt/slides/slide17.xml" Id="R31179078a1284521" /><Relationship Type="http://schemas.openxmlformats.org/officeDocument/2006/relationships/slide" Target="/ppt/slides/slide18.xml" Id="R82a78bd7b1ef4a2b" /><Relationship Type="http://schemas.openxmlformats.org/officeDocument/2006/relationships/slide" Target="/ppt/slides/slide19.xml" Id="R956351eaf47d45e0" /><Relationship Type="http://schemas.openxmlformats.org/officeDocument/2006/relationships/slide" Target="/ppt/slides/slide20.xml" Id="R3892f26cf17c45a1" /><Relationship Type="http://schemas.openxmlformats.org/officeDocument/2006/relationships/slide" Target="/ppt/slides/slide21.xml" Id="Rce213e3c09304658" /><Relationship Type="http://schemas.openxmlformats.org/officeDocument/2006/relationships/slide" Target="/ppt/slides/slide22.xml" Id="R0499b442c81d4a87" /><Relationship Type="http://schemas.openxmlformats.org/officeDocument/2006/relationships/slide" Target="/ppt/slides/slide23.xml" Id="Rdd385a831537494b" /><Relationship Type="http://schemas.openxmlformats.org/officeDocument/2006/relationships/slide" Target="/ppt/slides/slide24.xml" Id="R98f8f4b3807f4184" /><Relationship Type="http://schemas.openxmlformats.org/officeDocument/2006/relationships/slide" Target="/ppt/slides/slide25.xml" Id="Rbf9690d81f474ec9" /><Relationship Type="http://schemas.openxmlformats.org/officeDocument/2006/relationships/slide" Target="/ppt/slides/slide26.xml" Id="R1cefee225b9a4430" /><Relationship Type="http://schemas.openxmlformats.org/officeDocument/2006/relationships/slide" Target="/ppt/slides/slide27.xml" Id="Rc9978b79fc734771" /><Relationship Type="http://schemas.openxmlformats.org/officeDocument/2006/relationships/slide" Target="/ppt/slides/slide28.xml" Id="Rb8ec0ad177e144e3" /><Relationship Type="http://schemas.openxmlformats.org/officeDocument/2006/relationships/slide" Target="/ppt/slides/slide29.xml" Id="R5e53cb6de90d494b" /><Relationship Type="http://schemas.openxmlformats.org/officeDocument/2006/relationships/slide" Target="/ppt/slides/slide30.xml" Id="Rfd74dd93b5b649f6" /><Relationship Type="http://schemas.openxmlformats.org/officeDocument/2006/relationships/slide" Target="/ppt/slides/slide31.xml" Id="R45a07db860224cd7" /><Relationship Type="http://schemas.openxmlformats.org/officeDocument/2006/relationships/slide" Target="/ppt/slides/slide32.xml" Id="R7a6d2e74dfeb4cc0" /><Relationship Type="http://schemas.openxmlformats.org/officeDocument/2006/relationships/slide" Target="/ppt/slides/slide33.xml" Id="R396c94f4f5c84eb9" /><Relationship Type="http://schemas.openxmlformats.org/officeDocument/2006/relationships/slide" Target="/ppt/slides/slide34.xml" Id="R4b6d906e57324b7d" /><Relationship Type="http://schemas.openxmlformats.org/officeDocument/2006/relationships/slide" Target="/ppt/slides/slide35.xml" Id="R5a81e37d4beb417f" /><Relationship Type="http://schemas.openxmlformats.org/officeDocument/2006/relationships/slide" Target="/ppt/slides/slide36.xml" Id="Re7b7a975e5b74953" /><Relationship Type="http://schemas.openxmlformats.org/officeDocument/2006/relationships/slide" Target="/ppt/slides/slide37.xml" Id="R3933e1c6315c4a30" /><Relationship Type="http://schemas.openxmlformats.org/officeDocument/2006/relationships/slide" Target="/ppt/slides/slide38.xml" Id="Rc2eb5bd274d04c81" /><Relationship Type="http://schemas.openxmlformats.org/officeDocument/2006/relationships/slide" Target="/ppt/slides/slide39.xml" Id="R73e37b996d42493f" /><Relationship Type="http://schemas.openxmlformats.org/officeDocument/2006/relationships/slide" Target="/ppt/slides/slide40.xml" Id="Rcbfea83da4d54863" /><Relationship Type="http://schemas.openxmlformats.org/officeDocument/2006/relationships/slide" Target="/ppt/slides/slide41.xml" Id="R772265ac7d05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c0a00cc65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d3eb8aa894705" /><Relationship Type="http://schemas.openxmlformats.org/officeDocument/2006/relationships/notesMaster" Target="/ppt/notesMasters/notesMaster1.xml" Id="R357d9c9b5cc544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d7440ec45d472d" /><Relationship Type="http://schemas.openxmlformats.org/officeDocument/2006/relationships/notesMaster" Target="/ppt/notesMasters/notesMaster1.xml" Id="Ra67364945d82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a047c633149b3" /><Relationship Type="http://schemas.openxmlformats.org/officeDocument/2006/relationships/notesMaster" Target="/ppt/notesMasters/notesMaster1.xml" Id="R66746d40540c4b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0770e744ee4859" /><Relationship Type="http://schemas.openxmlformats.org/officeDocument/2006/relationships/notesMaster" Target="/ppt/notesMasters/notesMaster1.xml" Id="Rc011cfbfd5cc4a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c2214bd0f84c48" /><Relationship Type="http://schemas.openxmlformats.org/officeDocument/2006/relationships/notesMaster" Target="/ppt/notesMasters/notesMaster1.xml" Id="R718c53a3fb91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c844646ff4b1f" /><Relationship Type="http://schemas.openxmlformats.org/officeDocument/2006/relationships/notesMaster" Target="/ppt/notesMasters/notesMaster1.xml" Id="Rcb94d7d2662347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a0210caa864eec" /><Relationship Type="http://schemas.openxmlformats.org/officeDocument/2006/relationships/notesMaster" Target="/ppt/notesMasters/notesMaster1.xml" Id="R9a6c2adc64d24e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068bce0904b87" /><Relationship Type="http://schemas.openxmlformats.org/officeDocument/2006/relationships/notesMaster" Target="/ppt/notesMasters/notesMaster1.xml" Id="Rf89198cef45f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65e81314bc42a9" /><Relationship Type="http://schemas.openxmlformats.org/officeDocument/2006/relationships/notesMaster" Target="/ppt/notesMasters/notesMaster1.xml" Id="Rf64c5382ce284b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65d5a44f7a44e4" /><Relationship Type="http://schemas.openxmlformats.org/officeDocument/2006/relationships/notesMaster" Target="/ppt/notesMasters/notesMaster1.xml" Id="Rcf9bbcd451ad42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7b82a23f804785" /><Relationship Type="http://schemas.openxmlformats.org/officeDocument/2006/relationships/notesMaster" Target="/ppt/notesMasters/notesMaster1.xml" Id="R06bb03d84b814b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7472848c604a73" /><Relationship Type="http://schemas.openxmlformats.org/officeDocument/2006/relationships/notesMaster" Target="/ppt/notesMasters/notesMaster1.xml" Id="R86cae958435542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669a94c4714b2e" /><Relationship Type="http://schemas.openxmlformats.org/officeDocument/2006/relationships/notesMaster" Target="/ppt/notesMasters/notesMaster1.xml" Id="R21f859deea334c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7ed2c409304d94" /><Relationship Type="http://schemas.openxmlformats.org/officeDocument/2006/relationships/notesMaster" Target="/ppt/notesMasters/notesMaster1.xml" Id="R00185f083c0746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2c7e2c7a3e4d47" /><Relationship Type="http://schemas.openxmlformats.org/officeDocument/2006/relationships/notesMaster" Target="/ppt/notesMasters/notesMaster1.xml" Id="Ree5bb883eb5a47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f0eca847dc46bd" /><Relationship Type="http://schemas.openxmlformats.org/officeDocument/2006/relationships/notesMaster" Target="/ppt/notesMasters/notesMaster1.xml" Id="Re36089e3d0844c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b9104b3a104b5f" /><Relationship Type="http://schemas.openxmlformats.org/officeDocument/2006/relationships/notesMaster" Target="/ppt/notesMasters/notesMaster1.xml" Id="Rb87f2575e08048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4debb5abf14aee" /><Relationship Type="http://schemas.openxmlformats.org/officeDocument/2006/relationships/notesMaster" Target="/ppt/notesMasters/notesMaster1.xml" Id="R49a17ef3b45f4d7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1da4d0c1234bcd" /><Relationship Type="http://schemas.openxmlformats.org/officeDocument/2006/relationships/notesMaster" Target="/ppt/notesMasters/notesMaster1.xml" Id="R9e4b2686cba143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73a19f8ea44a92" /><Relationship Type="http://schemas.openxmlformats.org/officeDocument/2006/relationships/notesMaster" Target="/ppt/notesMasters/notesMaster1.xml" Id="R0224f6264bb445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a5204d0a364adb" /><Relationship Type="http://schemas.openxmlformats.org/officeDocument/2006/relationships/notesMaster" Target="/ppt/notesMasters/notesMaster1.xml" Id="Rd64334df405444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b44ed34f874cea" /><Relationship Type="http://schemas.openxmlformats.org/officeDocument/2006/relationships/notesMaster" Target="/ppt/notesMasters/notesMaster1.xml" Id="R4f78b1d869824e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af0ef330d54aae" /><Relationship Type="http://schemas.openxmlformats.org/officeDocument/2006/relationships/notesMaster" Target="/ppt/notesMasters/notesMaster1.xml" Id="R9bfc520c16524b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d178d539c34a3d" /><Relationship Type="http://schemas.openxmlformats.org/officeDocument/2006/relationships/notesMaster" Target="/ppt/notesMasters/notesMaster1.xml" Id="R4812dff224d54f5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5c5a23ce234233" /><Relationship Type="http://schemas.openxmlformats.org/officeDocument/2006/relationships/notesMaster" Target="/ppt/notesMasters/notesMaster1.xml" Id="R47c73980bad641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2e673384634b09" /><Relationship Type="http://schemas.openxmlformats.org/officeDocument/2006/relationships/notesMaster" Target="/ppt/notesMasters/notesMaster1.xml" Id="R085d0e9b40c94b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a60c1cda5f4253" /><Relationship Type="http://schemas.openxmlformats.org/officeDocument/2006/relationships/notesMaster" Target="/ppt/notesMasters/notesMaster1.xml" Id="Ra209891dad7542e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0eb011927d044fc" /><Relationship Type="http://schemas.openxmlformats.org/officeDocument/2006/relationships/notesMaster" Target="/ppt/notesMasters/notesMaster1.xml" Id="R0dac221f6577470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cfe6069d274096" /><Relationship Type="http://schemas.openxmlformats.org/officeDocument/2006/relationships/notesMaster" Target="/ppt/notesMasters/notesMaster1.xml" Id="R75471f3ec96f44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1a9692941ce484a" /><Relationship Type="http://schemas.openxmlformats.org/officeDocument/2006/relationships/notesMaster" Target="/ppt/notesMasters/notesMaster1.xml" Id="R15a91f907f974fc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74d06abee140d4" /><Relationship Type="http://schemas.openxmlformats.org/officeDocument/2006/relationships/notesMaster" Target="/ppt/notesMasters/notesMaster1.xml" Id="Ra47434fe83d248d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2fc51003984b2a" /><Relationship Type="http://schemas.openxmlformats.org/officeDocument/2006/relationships/notesMaster" Target="/ppt/notesMasters/notesMaster1.xml" Id="R0255bf370ff54c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449fe89bd5461c" /><Relationship Type="http://schemas.openxmlformats.org/officeDocument/2006/relationships/notesMaster" Target="/ppt/notesMasters/notesMaster1.xml" Id="R4baf69faf1eb43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8961885ecd845bb" /><Relationship Type="http://schemas.openxmlformats.org/officeDocument/2006/relationships/notesMaster" Target="/ppt/notesMasters/notesMaster1.xml" Id="R54fb5835d83a4d0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f5768acf26d4a96" /><Relationship Type="http://schemas.openxmlformats.org/officeDocument/2006/relationships/notesMaster" Target="/ppt/notesMasters/notesMaster1.xml" Id="R2bf816f0ee334a7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a3a4411539c41ba" /><Relationship Type="http://schemas.openxmlformats.org/officeDocument/2006/relationships/notesMaster" Target="/ppt/notesMasters/notesMaster1.xml" Id="R3a73eddfec7f488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3bbc2243a2949f3" /><Relationship Type="http://schemas.openxmlformats.org/officeDocument/2006/relationships/notesMaster" Target="/ppt/notesMasters/notesMaster1.xml" Id="R8736426183624f3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69a36a54aa34f96" /><Relationship Type="http://schemas.openxmlformats.org/officeDocument/2006/relationships/notesMaster" Target="/ppt/notesMasters/notesMaster1.xml" Id="Ra6efa57b74a045d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a94f3af19e4a09" /><Relationship Type="http://schemas.openxmlformats.org/officeDocument/2006/relationships/notesMaster" Target="/ppt/notesMasters/notesMaster1.xml" Id="R2932c64ca82648b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3c48615d4604ecc" /><Relationship Type="http://schemas.openxmlformats.org/officeDocument/2006/relationships/notesMaster" Target="/ppt/notesMasters/notesMaster1.xml" Id="R5e0fbe56335449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aeb573f226443a7" /><Relationship Type="http://schemas.openxmlformats.org/officeDocument/2006/relationships/notesMaster" Target="/ppt/notesMasters/notesMaster1.xml" Id="Rfb9cb21d83b2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programs must survive errors and sometimes run multiple activities at once.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robustness and concurrency.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divide-by-zero and invalid input.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catch must match exception type.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Error is usually not caught in ordinary application code.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why try/catch matters.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what happens when b is 0.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More specific exceptions should appear before broader ones.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nested try can catch inner exception or let it propagate.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throw is used to explicitly raise an exception.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checked exceptions often require throws or catch.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finally runs whether exception occurs or not, except unusual termination.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module 1 mistakes cause these.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lab program for user-defined division-by-zero exception.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conceptual.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every Java program starts with main thread.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start begins a new call path that invokes run.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main thread is just a thread with special starting role.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Runnable separates task from Thread object.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Compare with Runnable; Runnable is usually more flexible.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output order is not guaranteed.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join makes one thread wait for another to finish.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correctness should use coordination, not priority.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getState from syllabus.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lab experiments 7 and 8.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why some exceptions produce compile errors if not handled.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 JVM searches back through the call stack.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specific exceptions must come before general Exception.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finally's role memorable.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lab as a complete learning path.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top thread misconception.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Runnable is more flexible.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students not to memorize one output order unless join is used.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join as a synchronization checkpoint.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simple interpretation of common states.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help students debug lab outputs.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exactly to the syllabus lab.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as final overview.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output order in thread programs may vary.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4 checklist; Herbert Schildt and Danny Coward, Java: The Complete Reference, 13th ed., McGraw-Hill, 2024, chapters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657f2245d40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9620320ae841b5" /><Relationship Type="http://schemas.openxmlformats.org/officeDocument/2006/relationships/slideLayout" Target="/ppt/slideLayouts/slideLayout1.xml" Id="Rf2e5e2027c0642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5e2027c0642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23477a0c4672" /><Relationship Type="http://schemas.openxmlformats.org/officeDocument/2006/relationships/notesSlide" Target="/ppt/notesSlides/notesSlide1.xml" Id="Rfb2622a4b7a741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3da0664c34424" /><Relationship Type="http://schemas.openxmlformats.org/officeDocument/2006/relationships/notesSlide" Target="/ppt/notesSlides/notesSlide2.xml" Id="R4c57355734a74c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deb86e5454c2c" /><Relationship Type="http://schemas.openxmlformats.org/officeDocument/2006/relationships/notesSlide" Target="/ppt/notesSlides/notesSlide3.xml" Id="Rde7f9affeef742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fd4f00852416f" /><Relationship Type="http://schemas.openxmlformats.org/officeDocument/2006/relationships/notesSlide" Target="/ppt/notesSlides/notesSlide4.xml" Id="R0758799c6b2448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a803295ff4f8e" /><Relationship Type="http://schemas.openxmlformats.org/officeDocument/2006/relationships/notesSlide" Target="/ppt/notesSlides/notesSlide5.xml" Id="Rd67344ff0bb846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b7df660f943ff" /><Relationship Type="http://schemas.openxmlformats.org/officeDocument/2006/relationships/notesSlide" Target="/ppt/notesSlides/notesSlide6.xml" Id="R7530171eac6545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71dec24b740ec" /><Relationship Type="http://schemas.openxmlformats.org/officeDocument/2006/relationships/notesSlide" Target="/ppt/notesSlides/notesSlide7.xml" Id="R332353d585cf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3c47920374006" /><Relationship Type="http://schemas.openxmlformats.org/officeDocument/2006/relationships/notesSlide" Target="/ppt/notesSlides/notesSlide8.xml" Id="Rd2e25dd18c5143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bd3e864d2451c" /><Relationship Type="http://schemas.openxmlformats.org/officeDocument/2006/relationships/notesSlide" Target="/ppt/notesSlides/notesSlide9.xml" Id="R1d52bfaca97c40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e390726764a6c" /><Relationship Type="http://schemas.openxmlformats.org/officeDocument/2006/relationships/notesSlide" Target="/ppt/notesSlides/notesSlide10.xml" Id="Rc287336a28f44a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15bcc9c5a4f28" /><Relationship Type="http://schemas.openxmlformats.org/officeDocument/2006/relationships/notesSlide" Target="/ppt/notesSlides/notesSlide11.xml" Id="Reb95b9cf572646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0262d6fff4481" /><Relationship Type="http://schemas.openxmlformats.org/officeDocument/2006/relationships/notesSlide" Target="/ppt/notesSlides/notesSlide12.xml" Id="R7f85776db59c42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ff2d0314a4666" /><Relationship Type="http://schemas.openxmlformats.org/officeDocument/2006/relationships/notesSlide" Target="/ppt/notesSlides/notesSlide13.xml" Id="Rae12b700a85e45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bf6e04a2e4a91" /><Relationship Type="http://schemas.openxmlformats.org/officeDocument/2006/relationships/notesSlide" Target="/ppt/notesSlides/notesSlide14.xml" Id="Rd64b829bf0934b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2abed79ba416c" /><Relationship Type="http://schemas.openxmlformats.org/officeDocument/2006/relationships/notesSlide" Target="/ppt/notesSlides/notesSlide15.xml" Id="R4ee13bc6f79e4b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54ea8b0644242" /><Relationship Type="http://schemas.openxmlformats.org/officeDocument/2006/relationships/notesSlide" Target="/ppt/notesSlides/notesSlide16.xml" Id="R5ea48cda38aa4d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c3d5086dc46b5" /><Relationship Type="http://schemas.openxmlformats.org/officeDocument/2006/relationships/notesSlide" Target="/ppt/notesSlides/notesSlide17.xml" Id="Rbafd598fc24243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eda56de4c4849" /><Relationship Type="http://schemas.openxmlformats.org/officeDocument/2006/relationships/notesSlide" Target="/ppt/notesSlides/notesSlide18.xml" Id="Rd74b381832e643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23e9896194cc9" /><Relationship Type="http://schemas.openxmlformats.org/officeDocument/2006/relationships/notesSlide" Target="/ppt/notesSlides/notesSlide19.xml" Id="R2efe8ff4bf6246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d8e2b9c51488a" /><Relationship Type="http://schemas.openxmlformats.org/officeDocument/2006/relationships/notesSlide" Target="/ppt/notesSlides/notesSlide20.xml" Id="R63141288a6814c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4771e8d964f54" /><Relationship Type="http://schemas.openxmlformats.org/officeDocument/2006/relationships/notesSlide" Target="/ppt/notesSlides/notesSlide21.xml" Id="R71a7b9bff12941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32d8999cf44e8" /><Relationship Type="http://schemas.openxmlformats.org/officeDocument/2006/relationships/notesSlide" Target="/ppt/notesSlides/notesSlide22.xml" Id="Rabaedbe4a6fe48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028b2927740cb" /><Relationship Type="http://schemas.openxmlformats.org/officeDocument/2006/relationships/notesSlide" Target="/ppt/notesSlides/notesSlide23.xml" Id="R31b09d066d9b4e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c7137e81f4c0d" /><Relationship Type="http://schemas.openxmlformats.org/officeDocument/2006/relationships/notesSlide" Target="/ppt/notesSlides/notesSlide24.xml" Id="Re57bf1eb8e7a43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fecbfea9c4b51" /><Relationship Type="http://schemas.openxmlformats.org/officeDocument/2006/relationships/notesSlide" Target="/ppt/notesSlides/notesSlide25.xml" Id="R2521ad7028104bd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39b92e14a4959" /><Relationship Type="http://schemas.openxmlformats.org/officeDocument/2006/relationships/notesSlide" Target="/ppt/notesSlides/notesSlide26.xml" Id="R752439467e6041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f26fec93042ba" /><Relationship Type="http://schemas.openxmlformats.org/officeDocument/2006/relationships/notesSlide" Target="/ppt/notesSlides/notesSlide27.xml" Id="Rf1a7cc6bf33947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c5683917542d8" /><Relationship Type="http://schemas.openxmlformats.org/officeDocument/2006/relationships/notesSlide" Target="/ppt/notesSlides/notesSlide28.xml" Id="R811ada74a7df467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3c2ec7c064c47" /><Relationship Type="http://schemas.openxmlformats.org/officeDocument/2006/relationships/notesSlide" Target="/ppt/notesSlides/notesSlide29.xml" Id="Rd8a71010e9b347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35e63bea0499b" /><Relationship Type="http://schemas.openxmlformats.org/officeDocument/2006/relationships/notesSlide" Target="/ppt/notesSlides/notesSlide30.xml" Id="R000e734eb65640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1f525de544abe" /><Relationship Type="http://schemas.openxmlformats.org/officeDocument/2006/relationships/notesSlide" Target="/ppt/notesSlides/notesSlide31.xml" Id="R1699f5c304114b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f011665764cf7" /><Relationship Type="http://schemas.openxmlformats.org/officeDocument/2006/relationships/notesSlide" Target="/ppt/notesSlides/notesSlide32.xml" Id="Rf6a1943155f243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0848e4cb44402" /><Relationship Type="http://schemas.openxmlformats.org/officeDocument/2006/relationships/notesSlide" Target="/ppt/notesSlides/notesSlide33.xml" Id="R60ac44f62af646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3841708d497b" /><Relationship Type="http://schemas.openxmlformats.org/officeDocument/2006/relationships/notesSlide" Target="/ppt/notesSlides/notesSlide34.xml" Id="Rd3f17bab1694483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574235ea74c1d" /><Relationship Type="http://schemas.openxmlformats.org/officeDocument/2006/relationships/notesSlide" Target="/ppt/notesSlides/notesSlide35.xml" Id="Rebf1873b7507478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8a8c2be7d4fbe" /><Relationship Type="http://schemas.openxmlformats.org/officeDocument/2006/relationships/notesSlide" Target="/ppt/notesSlides/notesSlide36.xml" Id="R524d9757ea274a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39c1403904a1c" /><Relationship Type="http://schemas.openxmlformats.org/officeDocument/2006/relationships/notesSlide" Target="/ppt/notesSlides/notesSlide37.xml" Id="R2a7913128d3a46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8d8cfbf0a47e5" /><Relationship Type="http://schemas.openxmlformats.org/officeDocument/2006/relationships/notesSlide" Target="/ppt/notesSlides/notesSlide38.xml" Id="R31f61d9f56494b8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3cb8f8680439d" /><Relationship Type="http://schemas.openxmlformats.org/officeDocument/2006/relationships/notesSlide" Target="/ppt/notesSlides/notesSlide39.xml" Id="R9409047352ab44c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85943d97f476f" /><Relationship Type="http://schemas.openxmlformats.org/officeDocument/2006/relationships/notesSlide" Target="/ppt/notesSlides/notesSlide40.xml" Id="R2237a965d0f34a8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b84e3f6e14b3b" /><Relationship Type="http://schemas.openxmlformats.org/officeDocument/2006/relationships/notesSlide" Target="/ppt/notesSlides/notesSlide41.xml" Id="Rb5e3a2adaf8643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21C3F-74BA-49C1-8118-FB0F331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A09AC-2E74-4BF6-9D94-27AED43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Exceptions and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92015-A6CD-4932-AEF7-BD70CB6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4 teaches robust error handling and concurrent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169EC-8E5F-4C76-B02C-B411FB9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71035-7A60-423E-9A5A-F31DF1EE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A698F-9B55-4A4F-B12E-C2F34EF2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6FF6A-CF06-46BE-89DC-41222D9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DDE3A-6A54-4A9A-99E5-57E40520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EC47B-18A7-4EFC-ACDF-60EDA41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Java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BCB31-45B5-4099-B3F0-A3CFDD4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Exception handling • try/catch • throw/throws/finally • custom exceptions • threads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26DC1-5696-4900-BA7C-206C9DFB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A2595-2493-4612-95FC-F163E76E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B0D9B-CF5E-4267-92A5-80F77426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TRY</a:t>
            </a:r>
          </a:p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THREAD</a:t>
            </a:r>
          </a:p>
        </p:txBody>
      </p:sp>
    </p:spTree>
    <p:extLst>
      <p:ext uri="{BB962C8B-B14F-4D97-AF65-F5344CB8AC3E}">
        <p14:creationId xmlns:p14="http://schemas.microsoft.com/office/powerpoint/2010/main" val="2108362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AD82A-CA76-497E-9D8A-BA2665A6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5ACBB-D080-4DFC-89B7-CA8675C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4B78B-AD3A-47C8-86FF-0D17B59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6B53A-0950-4B1D-98CD-927B611E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6379A-92E3-49BD-A78C-1322F290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0361E-9E93-46B9-950F-1E4424C1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45BBB-B24D-431C-B3B9-1A835E6F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08EC2-261B-4E76-9C76-4203B7E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DB0D1-C047-443B-880E-1D2F4CB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CE7ED-AA39-4F00-A5A8-6D5DD027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8BD46-F733-4792-A6CA-4CA530FC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exception fundamentals, types and uncaught exceptions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41DD1-FFFA-466C-9BFE-871A6B4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EEB21-BD1D-4E84-89FD-A9DE962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B459C-02A0-48CB-8D64-8D4913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try, catch, multiple catch and nested 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89A49-DD2D-477D-BB3F-9B84870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A75EF-DC0D-4672-9ED0-6FB21B8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083FB-AD3E-4D12-B04D-D485EBF0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throw, throws and finally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1FA38-3B1B-4A2C-8AAA-686EC4DC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3F687-2114-40AD-B974-26CB9511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205E1-11C6-4970-948E-3C2BB25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built-in, custom and chained exceptions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11424-6BBA-4B61-81E2-A41A5E9B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652A9-A942-4C5D-A1D5-530FDB6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E72AA-D934-4FBE-BA4A-07C4F00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Java thread model and main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CA760-AABE-4923-B4FB-033180F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151FC-06CB-47D3-B02C-0CDDBD5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56B44-F983-4AEC-9C6D-5D005427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Create one or many threads and use isAlive(), join(), priorities and state</a:t>
            </a:r>
          </a:p>
        </p:txBody>
      </p:sp>
    </p:spTree>
    <p:extLst>
      <p:ext uri="{BB962C8B-B14F-4D97-AF65-F5344CB8AC3E}">
        <p14:creationId xmlns:p14="http://schemas.microsoft.com/office/powerpoint/2010/main" val="649835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27146-4829-480A-AD23-D84CB037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9DE10-793B-49C9-9530-777DC864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Exceptions separate error handling from normal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46D8C-7FD8-4656-86BB-F735CFA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exception handling.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6C79C-D4B1-482C-A22D-EBD2F52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2998F-E1B9-4469-8B91-2C9A9E2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8A84D-D524-4784-AF00-B8363C7B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607EF-BC7D-47C1-9663-4810542F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BEE98-0EE8-47C2-B521-3B31DDFB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A8437-E871-473B-98D7-5E35734B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Exception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7E480-611C-41F7-AE76-2D43C065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exception is an abnormal condition represented as an object that can be thrown and caught to handle errors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0F265-FF0F-4346-A605-0B0D7364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BF147-C920-492D-AF89-B720E0C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throw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1208F-0787-44C2-8E42-D7C67F01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69454-DD55-4EB9-A669-E606B1CF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1F975-AABA-4973-AA9E-AC516934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3D213-DB07-4A06-9F23-3314ED15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C3714-F72F-47CE-A2CB-A8838E34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732C1-2951-4283-B25E-7131426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C8D33-DE0B-45BE-8DFD-CA3BE60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26CA1-8452-4C1E-A750-7C4B0925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7B07A-502B-47C5-A836-A9293B6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Exception 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D150F-A0CC-480F-964E-BC66A57F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8B5D3-0761-49CB-A23D-BA9B39B6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227A1-161E-47C7-AC80-D33B2AEA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802037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6577F-2BF8-4154-A7A7-E3AA4013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5972-12B9-45F9-9DB4-FE8F91D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Exception-handling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4AE68-B48A-4ECE-B067-8E2594D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runtime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CAC4A-521A-40A2-90E4-817A23E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45888-19D2-43A7-BF72-71DB0F49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BDEA9-8D45-4237-B4A3-A8C63B1E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929FC-8C1A-4FA8-8CC3-F874AD26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D1980-50D6-42EA-AD5B-FCCC9D3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81078-CD35-43BD-80EC-AA56E4C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B5E83-7D91-49A2-B2A8-1CA2097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Code in 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02FA4-F2E3-4D43-954E-E6EAFDEC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10D7A-4CC7-4C4C-96AE-A0C38489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579DD-7901-4962-A903-DE32AC6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Exception occurs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09640-E2CD-477D-BA30-6E2649CD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F5A3D-67F1-4409-8A3D-B2A21F56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ED56E-D82C-4EBC-9304-98D31D5D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 thrown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3A488-C365-47BE-BF20-410E2402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0F836-DFC1-441B-BE0C-380178AB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E956B-6E86-41E6-95D2-67AD0381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Matching catch runs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C1DCB-29B7-4475-9044-EB671BB8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63E98-2ED0-46F4-B08A-63591BB7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9D7E9-C758-467D-B813-C61F0C5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Program continues or exits</a:t>
            </a:r>
          </a:p>
        </p:txBody>
      </p:sp>
    </p:spTree>
    <p:extLst>
      <p:ext uri="{BB962C8B-B14F-4D97-AF65-F5344CB8AC3E}">
        <p14:creationId xmlns:p14="http://schemas.microsoft.com/office/powerpoint/2010/main" val="507681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59C1BB-ADFA-4736-9E94-2A20CA2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91545-48A2-4C11-99C1-B0562694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Exception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B2836-7ECC-4B65-A0DB-F31976E2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exception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FB67B-7F88-48D5-8C98-10356A54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CBFB-9706-4DA4-9974-8E283C22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44D90-7197-49CC-9CD9-91E2296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9620-BCA4-4DD3-B67A-663E85F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66D36-E59A-49E9-9AF8-7C5BFEF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9818A-A4F7-4080-BB90-99A0DAEE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F39A8-AF06-45A4-A7A3-49451AD8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Throwable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5A8B8-7D56-4E6A-856C-868DA84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7D4B6-4DE7-40AF-94F8-ECD661FC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F0E12-4E86-4250-B2B7-2353F9A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6AD0B-23ED-44F3-90EE-E0CC29E6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Serious JVM/system problems.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D77F2-E1AF-4279-908A-EC56A54F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C8123-DCA6-4DEF-83EA-3960DC38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C29F4-1536-4020-8B8F-C69FEB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Exception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3FF8F-F498-4DEA-B3E7-28715CC0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Program conditions that can be handled.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85F81-039D-45E6-A8D8-F6F0CE1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F9234-3662-4EB5-97CB-3159372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F90C9-B918-49A2-8DAB-0BC90805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RuntimeException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B76A0-BF8D-4482-9D41-860B9E1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Unchecked programming/runtime issues.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11016-5226-4715-8679-1E6FCA63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7F0F9-C5D6-4D20-ADF9-F8D17AA9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21663-F39E-48C4-B2D8-1F07CF4A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Checked exceptions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34936-1EC2-4288-A6B1-D5E0AEF9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Compiler requires handling or declaration.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A95A9-97D5-4D81-AEA4-C0D4AC7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CBE30-AFA6-4501-9B29-1106B0D3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DDE2F-FBD5-41E6-A121-8C65DD74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Built-in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E0334-1D1C-4DF4-B685-2F2E2143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Provided by Java.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D188DE-516E-44FE-870B-99933525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A3E6A7-45D0-4105-B4BF-B30EC2D1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46AB3-E09A-486E-87ED-6CEF1CE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Custom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1D487-9665-4CE9-9329-8207D8BB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Program-defined.</a:t>
            </a:r>
          </a:p>
        </p:txBody>
      </p:sp>
    </p:spTree>
    <p:extLst>
      <p:ext uri="{BB962C8B-B14F-4D97-AF65-F5344CB8AC3E}">
        <p14:creationId xmlns:p14="http://schemas.microsoft.com/office/powerpoint/2010/main" val="1629237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EBA2A-334F-4EE7-9037-FDB26363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01798-20CF-4030-B7F7-8CF380D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Uncaught exceptions terminate the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760C2-9713-4646-8A47-8E51030C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default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4EBD5-8F0A-4E18-A422-91D3FA1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28C11-F925-440C-83C0-524D58E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CD64C-E650-4944-9C2D-13B4E470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97F32-F6C7-45D9-9C73-4E2C50C3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8A649-CD69-4C8E-8B51-518E6500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C318D-AFE4-4A02-8D01-5C15AFC4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5673E-E937-4ACE-82CB-9EAEB63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Exception thrown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8547D-3754-43AC-9F54-13E4187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3AD80-3C30-4EE3-BC89-6FAF008A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5ED29-2404-4408-88F8-9137C616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matching catch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83FC9-4C20-4831-9B01-C3F5664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A8455-7875-442E-9F92-1CE48989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826A8-CF67-4779-B083-208E42FB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 stack unwinds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1ABD1-8CAC-4891-8746-03C9462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83B6D-6D69-4C78-BAD3-AB3357D4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8B200-0409-4528-B7DB-4B2CA34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Default handler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860F9-6F28-4FE7-9841-6A0290A5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F4926-6B6F-4A0E-B169-267DCA7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C4586-1EA4-4A93-AC16-63E15B7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Thread terminates</a:t>
            </a:r>
          </a:p>
        </p:txBody>
      </p:sp>
    </p:spTree>
    <p:extLst>
      <p:ext uri="{BB962C8B-B14F-4D97-AF65-F5344CB8AC3E}">
        <p14:creationId xmlns:p14="http://schemas.microsoft.com/office/powerpoint/2010/main" val="1042384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ADA7A-ED2E-49DE-96F0-45E6866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0B99-BC6D-4C70-9E2F-A5B19CDE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try and catch handle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4A08B-8B32-400E-A38A-B8211BE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basic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09204-9662-495A-BA27-CA34E18A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3AC87-4A89-4DB8-8D3F-06C1ED1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DF3FB-FB6E-4CA9-B004-285E8927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C175B-620B-4948-A4B5-11374DE9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try-catch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031F5-B748-4AF5-9FFE-5548C2A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A8D70-841F-4652-A707-53233A7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73DB6-37F2-4E7B-878F-0D7698C9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try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int x = a / b;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System.out.println(x);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catch (ArithmeticException 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System.out.println("Cannot divide by zero");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06870-A82B-499E-AF48-2668107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BEC87-436B-4167-A63E-6964BEA3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89470-C489-4452-83A9-D5E40146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try / catch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CC721-071B-4E81-8221-BFA8D262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50398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198F9-35CE-4BF8-8EA6-3434BBD7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12923-F160-4940-AFF4-2DC6AC62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Multiple catch clauses handle specific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00140-5DA2-42D3-BBBF-BEBF1B1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1913C-7D80-46B7-84B7-AF5AB445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8E0A5-DCC2-4853-9F98-497FD697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36096-472C-4343-8D5A-B6D3B2E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FEF90-64C4-4B4D-BF1B-E9CDD6E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try-catch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BC83F-FE64-4BE1-A405-2F97D1C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13218-EC6D-42FA-B11F-6A08D3C6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96040-7756-4C96-B94D-9759AFAD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try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int n = Integer.parseInt(s);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int x = 100 / n;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catch (NumberFormatException 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System.out.println("Bad number");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catch (ArithmeticException 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System.out.println("Zero not allowed");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10FFA-3EA7-4D32-B8BC-9242488C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49478-21FA-4B92-9D47-BB75B2E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6BF17-B119-4EB1-9015-76E50031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Multiple catch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695F2-FC03-46FF-9698-8B42667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832459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30236-22D1-4FAB-88B2-DDA116F7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6CD2D-8D95-49FC-AF26-FE209DE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Nested try statements localize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1953-2108-479F-AF1C-534AA2B2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nested 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08DC9-A203-47F0-B9C4-1F9499C9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E5848-6EB4-49B3-B798-1DACD9E1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2CF8D-70EC-4061-9373-D4F221A1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A053E-96CA-4B13-8C17-B58A348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try-catch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3A042-E44D-4C45-B05C-6947B838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0806D-2AA3-4574-B539-D3D099B0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47A3D-1B4E-4DBA-8BEB-F670EA0B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EF8C4-0442-4248-9F07-2E113C05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Outer 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43F07-2533-4EB4-BAFB-391CBE2A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Handles broad operation-level failures.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302BD-AC0D-47C4-991A-7BA36E6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6A47-F3C5-4D55-A26D-903A421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ABF62-8329-457F-96A3-9BF9595B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Inner 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BD534-6D28-47E3-B158-DB27F141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Handles a smaller risky block.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98053-0456-4C68-A9D4-2F1D4BCF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939A3-6E15-4DB4-BA65-C9D287F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50294-74E0-4146-869B-594272E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Local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34C5E-1F92-4B44-99D6-B3AA12B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Fix error close to where it occurs.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0E4EE-FD9B-4CE9-8414-A4047899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B2148-C53A-4154-AE47-CF643258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E219B-4C40-4613-B09A-C67A391F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Readability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4EF9B-E7C5-4EF1-855A-9C51E7CF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nesting only when it clarifies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452258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79028-F09A-404C-8AE2-4468923E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72C86-C881-4620-B371-27C654D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throw creates an exception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D7886-6352-425B-9D0B-1E3A63D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584AB-0C26-4BC4-BAD3-C8F9326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F835A-224D-453A-9E54-21F85CA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6F14E-7A17-484F-9B1E-C35FA45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99A44-C430-4199-9D8D-F710509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throw/throws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A1738-8190-41F5-A0BC-BA796114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D1268-2DDC-4985-B421-3B3E6753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73936-CFD0-45C8-A777-7B39681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if (b == 0)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throw new ArithmeticException("Division by zero");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2B332-AA2D-4DD1-AA3E-40F2B808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5D3C4-7700-4F7D-A15D-70EAF9A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40ECB-B5DE-40F8-935B-5F4C2D1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548B4-CC46-4BA5-AB9D-0AD29E57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5767286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E730E-01D6-41DA-94B4-F876D22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EC2FB-1929-4A85-9F1A-6F8D605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throws declares possible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0617E-AB45-4F9E-8543-7C83E59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072C5-B0F2-49A9-9260-B527EFB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370A0-36B4-4057-8FBB-EC2E5BF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56096-7151-43DB-8B80-886415D4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D0E31-0C81-4AB2-AFA7-6D8A1D4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throw/throws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54E60-2BED-4252-9F8A-9F47895B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3AA3-E6DC-4607-BBFA-2D9E9C9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54E02-F755-442F-AB1F-A60A2D7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static void readFile(String name) throws IOException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// file reading code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6A22A-4C34-48BF-B002-396F05DB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E579F-5E7A-47E3-A3C8-AF00FD9C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B5692-3102-4FC6-A89D-0AE9B2E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BB591-54CF-4E20-96E8-F4C57A7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4244931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5256E-55B6-472C-B56E-6FD3D05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BB63F-C51D-49BF-A38B-2A997306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finally runs cleanup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E4DB4-F257-469B-80FF-AB7B95A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finally.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3A904-343A-40B6-9DCC-B9A31061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F5833-DDE8-48D6-8C23-111893B4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55CB5-BF29-4D4A-93D4-E686A0F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E5F22-9626-4033-A481-4E83173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finally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287B0-B9C1-4865-8C69-2ED0DFD7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BF8AB-5780-428A-84F0-68EE0B6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541F4-E657-4A6D-957A-D3C7DDD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try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process();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catch (Exception 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System.out.println(e.getMessage());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finally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System.out.println("cleanup");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51228-74ED-4B87-826A-E5F12F6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8E6CE-4DED-4DE1-90A5-D3A688B0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EB54C-6054-4C5C-97A3-26B96CA1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finally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4F4E4-B06A-4096-9604-EBF48871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2664177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01972-12C9-4C98-8FC2-879B3830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E2C7A-AE47-4E63-A862-E1677C9F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Built-in exceptions cover common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0C3ED-C00D-400A-A759-5C2DCA76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common exceptions.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A6BD-1F8C-42F2-8B8F-43AD344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B9602-E35F-4BF9-B0D7-C336ED4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B236C-2322-40A0-B164-840E0E77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A5C9-69EF-4352-85ED-C7834A2A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Built-in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4B7A6-B268-4102-96A5-14D5B8F3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73E25-2927-4433-B80F-6F7FE8DD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564D4-F573-4103-B343-4AA59753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9C242-ABE8-4B3D-AF7B-9011C074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ArithmeticException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69976-F005-46A5-A729-AE9F1183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Invalid arithmetic operation such as divide by zero.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FF972-355B-410A-A9C0-370A9ED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F9731-484B-41FE-992A-9AE5AE6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8C5D5-A82F-4F2B-A037-FFC134F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ArrayIndexOutOfBoundsException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93C35-7189-4574-9385-264533A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Array index outside valid range.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87DDE-C1DB-4190-93C3-80CCDB6E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65116-BA59-4BF0-8BC3-0D486649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E0230-F1C6-40CE-ACAD-9AB66D5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NullPointerException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4875E-F011-4DC2-A558-C3C8C8AD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Using a null reference as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993B7-E1FF-4141-9B86-B78A3F00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F560D-40BE-43AF-956E-698920A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192AE-21ED-4824-B720-780B5E21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NumberFormatException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65B80-AB0B-41A5-8DA7-272F9EA8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Invalid string-to-number conversion.</a:t>
            </a:r>
          </a:p>
        </p:txBody>
      </p:sp>
    </p:spTree>
    <p:extLst>
      <p:ext uri="{BB962C8B-B14F-4D97-AF65-F5344CB8AC3E}">
        <p14:creationId xmlns:p14="http://schemas.microsoft.com/office/powerpoint/2010/main" val="479848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79AD6-A0CF-45EB-A453-89FBF6BF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32BB4-D185-4149-8887-1157E3A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Custom exceptions model application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99B2B-07AB-4264-B32D-2E3AD1A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custom exception.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CFD4-9E0F-446E-A4AE-AC1ECDB4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DF363-0B0C-4D5F-8E43-D314296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974B9-3635-4C74-9916-E0083280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01118-4F43-419F-9CDA-8E0EE8A5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Custom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F937C-160A-4891-B2E7-FBA82590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1DC79-2D2A-4191-801B-EF5657C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F38B1-86FB-4608-AC1C-E7C7AA52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DivisionByZeroException extends Exception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DivisionByZeroException(String msg)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super(msg);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6C36F-6EB3-4C01-8FDC-E9D742A3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DE72A-3314-4A0D-9DE0-DE5C758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051F6-FE70-4CC3-9D48-6156C057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Custom exception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21F7D-34F8-4FAF-80C2-746515C0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5295073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6EFC5-5976-4788-839E-7C2ACF52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8BC08-8821-4713-9CE6-1ED9A28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Chained exceptions preserve root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40EDE-7B0D-42F4-988E-FEB7709F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chained exceptions.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75422-D978-4548-9E69-9935AAE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33ECF-962D-4FF4-BBF3-555CDF12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BBDE6-9DA1-4AEF-B823-0DD773CE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6A7D0-6243-4199-BA7E-3027DFA4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Chained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67092-3444-440A-9CB3-8F52F7EA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AFD8B-8CB8-4CED-B1D5-88BE5EAD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A8151-D1D0-43A3-8E3D-1DFE5A2E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90640-07E4-4197-906A-0BC1FE9B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4E0B5-9B88-4449-8B8D-126BBB8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exception can wrap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FBD0F-F926-4CE8-AB3D-6A2C62D3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2669-2D32-4F92-85EA-D2E7D6A5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ADEBD-1415-4F01-9D24-C0DD0427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DB1C4-5267-424D-ABA4-EE0138D1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Report high-level failure while preserving low-level cause.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FA337-00A2-4600-A66F-C509F7AD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85436-63F3-49E4-9559-A86BFC9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00812-641D-4BE4-B602-B0F9B454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Constructors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89B93-7490-4718-847C-0AFB80A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Many exception types accept a cause.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C31EC-AA8F-4EC9-AE64-05B9DE7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F16CB-ABCF-40C4-B430-EBCA871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A6252-58D1-44CA-982F-9978C939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Debugging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94119-DEE5-4BB4-9BD0-1B20CAA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Stack trace shows the chain.</a:t>
            </a:r>
          </a:p>
        </p:txBody>
      </p:sp>
    </p:spTree>
    <p:extLst>
      <p:ext uri="{BB962C8B-B14F-4D97-AF65-F5344CB8AC3E}">
        <p14:creationId xmlns:p14="http://schemas.microsoft.com/office/powerpoint/2010/main" val="1739554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E0E9C-A721-4D7E-BF83-3887EB9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F5AD5-FAC3-4E2E-B2D8-072AAD29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 thread is a path of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C0E7F-7BA8-42E3-8FE1-5BA94A1B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5E1AE-915B-4245-B8D2-9B993E1F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3CE14-CF0D-45F2-B35B-9413D73A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32814-8A13-490E-B32E-6DF0AE88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C5114-7617-4144-94C9-A3101EB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E0E21-C9F9-46FA-9CD1-4C36B992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855C0-26F5-4CA4-8C22-8FEC10DE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EF6C0-54BA-4E30-826A-1BD517F4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thread is an independent path of execution within a program, allowing multiple activities to run concurrently.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62217-E5DB-41BE-B852-A56D5ACA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22418-6E95-461C-8542-4668DBF7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Execution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9C9AA-A5D1-4F25-86C6-D9D76133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8A1D6-27E9-4C2B-862A-1D32D7A1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A0A69-61C6-4DA4-BC6A-F7A512B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Concurrency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936BD-5A81-4E2F-B063-FC9C7B9A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7CF62-4309-4F0A-9F5C-014AB2A4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8B859-E7AC-4580-B5D5-7B636FF1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C805F-E009-4950-87B4-0AA6336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8F6C8-EE3F-4211-B0D1-B17F6931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951AE-5452-45E1-8F70-A259286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FC84A-8921-4C4A-8F22-9F237078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C5E29-53C2-44E9-AEB7-BF388A61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0A461-2A50-47BD-A219-C4373813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806549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60025-51F7-4BEC-BFEC-9C3523B9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6949D-16ED-4D71-96E1-708FEAFB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Java thread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2F8AA-3D32-47D4-89CD-60E5F46F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thread model basics.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C8382-C55B-4280-B5CC-E26D53D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4D59F-C807-4328-8176-3327D06B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D2FD4-1E64-413D-8247-F396741C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98A80-EDDD-45C3-83E1-6075396E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02685-7544-4BC9-8369-5ED69DA1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FCCEF-DB45-448D-8D54-0412073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5087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67DFF-4464-4AC7-AFF2-9ADC0451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76475"/>
            <a:ext cx="12801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 thread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7F7A8-2F90-40A4-91AF-8134A9BA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4003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6B81D-0B8A-4E8F-A024-851D6F79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2095500"/>
            <a:ext cx="15087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5DD6A-9BF5-481A-93E3-43E040F9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2276475"/>
            <a:ext cx="12801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3F92B-7498-4209-92E1-D1D722D9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4003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00B12-5E71-44B9-B7A7-8D8F879A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2095500"/>
            <a:ext cx="15087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A1D19-2834-4CE0-8335-C7B01BF2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276475"/>
            <a:ext cx="12801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start()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F03D7-4E43-40A7-9F70-2249696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24003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42157-B6DC-4697-888B-3EC1A7F1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30" y="2095500"/>
            <a:ext cx="15087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23C08-E5C3-4274-91F8-B9CC07E8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7530" y="2276475"/>
            <a:ext cx="12801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run() executes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7A0CD-D6DC-4170-8093-76C5D0BF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24003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4BB16-F354-411C-BC0D-76513623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040" y="2095500"/>
            <a:ext cx="15087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BD245-86E3-4B94-9CDE-A396AC6A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340" y="2276475"/>
            <a:ext cx="12801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join() waits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F5FC2-265A-417A-A993-9B100F53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7524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514731-3524-4EC3-9515-7665227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B426A-892D-4A05-9E7B-E2E44EC2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29100"/>
            <a:ext cx="716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Concurrent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6F0E4-788C-4D80-B903-824906C4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10100"/>
            <a:ext cx="716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The main thread and child threads can make progress independently, so scheduling order is not guaranteed.</a:t>
            </a:r>
          </a:p>
        </p:txBody>
      </p:sp>
    </p:spTree>
    <p:extLst>
      <p:ext uri="{BB962C8B-B14F-4D97-AF65-F5344CB8AC3E}">
        <p14:creationId xmlns:p14="http://schemas.microsoft.com/office/powerpoint/2010/main" val="15797775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F0663-EB19-4046-9A2C-E472B7A2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F8CE0-02C6-480D-A0EE-D7F9885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main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52403-4937-4BF9-A9DB-2BFCC86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initial thread.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03ADE-A521-4332-8FBE-3158948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D6338-8998-41BE-A347-025910E2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67DC-F01D-40E2-B242-2F174FF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C8B25-9177-4E5E-9EB9-645E8466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B3DC3-AD41-41BD-BBA9-57ED16B1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F59D0-56AE-4118-A7A3-66ADEE5C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2A7F5-EAA6-473C-B180-1059E21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71C26-52C8-477D-AF26-935282B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Created by JVM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5CD76-8EAE-4467-9ACE-5D165E0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main starts inside the main thread.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116B7-BED0-4990-8F83-93A6BD28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8F544-52E5-48ED-8F85-291223E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1BF36-CB42-4E35-81FE-D5BA5A4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Can create children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8B523-2F1A-4D4E-8D6F-DE9C1B05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main can launch additional threads.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54494-BD4C-4567-B7E1-129F81B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A01FF-5AA5-42CF-A53E-B2A1C759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BF560-1B9F-426C-A4B4-B39A62EA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Can finish early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03E49-4803-4134-A8CA-61A95F14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Program may continue while child threads run.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D8F3B-6754-42CC-86C4-DFEEB14F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92315-E93B-444E-B65F-F0F8759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D7B2C-709E-4477-8B35-46DF4ADD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7BE5A-E240-4E4B-8ADB-8FEA54A7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main can use join to wait.</a:t>
            </a:r>
          </a:p>
        </p:txBody>
      </p:sp>
    </p:spTree>
    <p:extLst>
      <p:ext uri="{BB962C8B-B14F-4D97-AF65-F5344CB8AC3E}">
        <p14:creationId xmlns:p14="http://schemas.microsoft.com/office/powerpoint/2010/main" val="11538156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CAA3B-8EEA-42BD-8BAA-87854680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59DFE-3898-4200-8461-C56F2D72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Creating a thread with Runnable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68901-4F13-4A0D-A758-B02FDBD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Runnable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823DA-B175-4FA7-AC85-5EBC5312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014BE-D936-4EF2-B188-31A3778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BA19E-B921-4EB8-9D1A-BB7E5B3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E55EA-E780-4B63-8DE5-AD94D7D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41ACF-FF2C-49A0-88ED-F7369F5B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EFBB1-BC14-4621-92DF-C9902413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E072A-9F7E-4F78-83B2-06507C8C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MyTask implements Runnable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public void run()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System.out.println("child");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Thread t = new Thread(new MyTask());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t.start();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0D3FF-C618-4FED-AD1B-8048009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12CC0-BBA4-47A8-9AEE-A8742B09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2B1DE-2541-4D14-AC30-33C25A4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Runnable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25174-7AC9-4AF0-80D6-F65CC7BB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5239767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ADD8D-748F-4C77-ADB1-B7ADC32C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E41ED-204D-429B-9514-63C89316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Creating a thread by extending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BBE87-F0FA-46F5-AB17-CCF973E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Thread subclass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B9D78-A69F-4A6B-A2F7-CEB85557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7C196-B1FC-4E06-A1B3-5CC8D12F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4696F-A555-4226-86A4-E4674591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8AA99-11B5-46AA-A8BA-37C8E6E3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1B0F9-AB89-41E3-AB87-3F169F48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F7075-74DB-41D5-9639-6183E85E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97E5F-88F6-482A-9C8C-260CAF3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MyThread extends Thread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public void run()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System.out.println("running");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new MyThread().start();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5AAA2-35CD-43B0-BF05-B2B0ADA7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3F09E-6733-43C6-B969-78ADED96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09D2F-1F50-494A-BD9E-88324EA7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extends 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1A87B-6134-43DA-BD1E-75F75B64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8767025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BDE0B-2523-470A-B030-1BC717EE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5EEA5-0B4A-4DA5-A747-2A6F6C49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Creating multiple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04C71-3381-49C3-B331-BF4054F5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concurrency and scheduling.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EA19C-6508-454E-B9D7-6606BBC1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0470A-84DC-4AEE-B104-29E3E17B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FBE8A-E390-47D9-B590-7F4E1E3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7D836-B9BC-4A67-9CC0-5076DB4D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B271A-CBFA-4BAF-9018-EAE36B0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11546-A946-4516-9344-AC435A61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DE6C9-4B9F-48F4-98B4-491AF317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t1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FAE35-B547-4FFE-BBC1-CA90E780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3BF43-4589-44BA-94AA-BA9A38D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BCBF3-0B87-4793-9444-49C85FEF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t2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7B8A4-79C0-4AA4-A11E-9A67DE73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17C05-C3C8-4956-865B-9421EDF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147CB-E963-41A9-80C5-5A58E7C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start t1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6C487-E944-4148-B1C9-5A09D839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A84A9-E0E0-409E-B8B3-C39A47B4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51D2E-543E-4CA3-9596-AD9D8B58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start t2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17C0E-146A-4B91-912F-13853ED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7897D-ACDA-415E-BF26-41696E0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11862-804B-44BA-988B-D1CBFE94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Scheduler interleaves execution</a:t>
            </a:r>
          </a:p>
        </p:txBody>
      </p:sp>
    </p:spTree>
    <p:extLst>
      <p:ext uri="{BB962C8B-B14F-4D97-AF65-F5344CB8AC3E}">
        <p14:creationId xmlns:p14="http://schemas.microsoft.com/office/powerpoint/2010/main" val="6477175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22157-B93A-420F-8AD3-DA85F870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DE04-7F3E-44C0-B8CF-FBBD92CF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isAlive and join coordinate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64F99-C03E-49F7-95E0-651D61DD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coordination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D8EE0-C2EA-4723-9F34-4E93023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3187A-525F-4775-8F25-18C9D3B7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F1C23-B655-4C71-8570-3BA19CD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DC294-9B80-4A1B-B24E-E4ADD8E7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2D6E5-4D7C-4CE7-A355-B65276D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7935-0E13-405C-A7AD-3B5699C7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20953-2782-4AB3-B012-CD39443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t.start();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System.out.println(t.isAlive());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t.join();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System.out.println("child finished");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8E0BC-0E4F-4713-A757-F8367A5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93786-1280-4F6C-8E9E-3E08101C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6D1AF-090F-43BE-98A0-667D4EAE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isAlive / 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7AF83-EB6F-480B-845F-EF1BD20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8807567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FA2E2-5457-4B87-9F15-71AB38E6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9A91E-4BA4-4FC3-A475-EE9D597C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Thread priorities influence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45E0E-DDBA-4CF9-89A4-1B00361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priority.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C3EEC-7B66-4C11-A527-DBBBD418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2265F-1AE6-4F85-9065-E2332176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C2474-B131-4D56-AA2A-5F24F5C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1C54C-12AB-4843-9C43-6960C788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3EA42-8E28-4847-A752-C10CE84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710CE-668D-47D9-9D74-83D482BD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B5509-4239-4ACA-8A14-E001FBE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8950E-4041-4473-AE1B-772DAB25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Priority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99C76-94DA-4B8A-87BB-17D3E62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Threads have priority constants such as MIN_PRIORITY, NORM_PRIORITY and MAX_PRIORITY.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0EBD8-20EA-4752-8CCC-177C599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3A0F2-BFB7-4A34-996A-D5E934F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A4746-22C7-4F78-AF01-0D39E1C2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Scheduler hint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99C4A-36A8-4B8B-9F28-BF570115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Priority can influence scheduling but does not guarantee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E1E2E-F6E9-41E7-9857-899FE81A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4F5BB-8F5E-41F2-BCF6-47905324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84AE8-4818-4CED-8FC7-C6E82C6B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Portable caution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26339-720F-4368-8C6A-F1CF8EB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Behavior can vary by platform and JVM.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81F9B-1F09-4C65-824B-CB0BEF4D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01CC7-6572-47E0-89D3-C596344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10A4F-ED18-4277-9482-90EA9EE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Best 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4E32A-0889-4802-8B96-2105FDE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 not depend on priority for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3498505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E908F-51C7-4A8B-AA33-93ABEBD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4EA62-5AD5-4298-AA45-53DA306B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Thread states describe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5616D-93DA-4AF0-92B2-0CEDE79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state names.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E062D-368A-431A-9FEE-160B0E6E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D172-6125-4C62-8E7C-258A4E70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7FB0E-9C42-4BA5-8E74-B19B9B9E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0F85E-2534-4533-B5D3-BFC49FF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A8427-A018-49B0-8D20-0A8A3E57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C2162-CECC-4F9A-8DE2-E2EB678D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9ED1D-BAC9-4BB7-841E-90E2C963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Thread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45E75-BFC9-4598-AB08-58E611A6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B9DF8-191C-4A75-B96E-77FC8796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F10D1-33BF-4F7B-9378-DC2CD73E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22232-65B2-42F1-8938-AD3964D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Created, not started.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5D2C3-2BF1-4E0B-882D-7EEDF739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2E6DF-4EE3-464E-8F62-CF770F39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7011A-B4D0-41E5-B8BC-A695ED6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RUNNABLE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072F4-89C9-4847-8977-E6174D4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Eligible to run.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0E4D9-6F01-440C-A3A1-91057C1D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308F5-7F4F-476D-A245-6B07B6E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D4442-0CC3-4778-94DD-A766A098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BLOCKED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7E429-CE7D-4A2C-A1F2-7AA0BB95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Waiting for monitor 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534EA-E558-4D1C-9A24-B7C624B5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4F539-5364-4B9F-921F-A7A93D9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382BF-2B90-40CD-845A-A0C145A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WAITING/TIMED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098BC-F9F0-4E06-B8FC-D072940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Waiting for signal or time.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AF052-F945-4D26-9D76-533C12B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4C8EB-A6BF-47F5-B075-C8EEBC61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52123-252F-42B1-89AB-828E379E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TERMINATED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72828-C205-4807-9D9D-CA947CB3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Finished.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9B709-CD5D-4106-88AC-F60C5280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B4FF5-EA0D-4B68-B071-22647DE3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439774-17DC-4671-9385-B46C6BC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getState()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71A3C-402B-495B-8130-D85D12F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Obtains current state.</a:t>
            </a:r>
          </a:p>
        </p:txBody>
      </p:sp>
    </p:spTree>
    <p:extLst>
      <p:ext uri="{BB962C8B-B14F-4D97-AF65-F5344CB8AC3E}">
        <p14:creationId xmlns:p14="http://schemas.microsoft.com/office/powerpoint/2010/main" val="14880656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5CC47-7F41-4C5D-8283-C4C46CB4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622BF-AC9C-4C97-B5AA-29D40E8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lab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0FD60-4FFD-4FB8-ABA4-EA5F2B48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Map concepts to practicals.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8F59A-89CE-4391-9ECA-23A6457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386C2-1E2D-4207-A4EB-8EC203C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1B59A-E7FA-4F66-B184-77EF8E5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8B9A1-80F1-4A92-99C8-37E1B5C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E74E2-043C-455D-A177-E63DF3A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97845-522A-4FE7-AB54-E3484ED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A9E37-6B61-4B7F-9062-E20CE43E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554DF-C4AE-4686-83E1-4953797D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Custom exception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339B0-060E-4FF3-A5D2-BC8DAA4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try, catch, throw and finally for DivisionByZero.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76231-B956-449E-91E2-82847F7E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62BB1-3695-4CD1-B250-88C6C7E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A456F-F4D4-4493-95E6-B8B1FC94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MyThread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8DC6A-AF8C-484D-BB3C-EFBA2DF3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Call super constructor and start the child thread.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19D8B-FC81-4838-8E52-D7F89FD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73E08-EF27-467C-A86B-2C24C5B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E38D4-9568-4D2E-B48F-FAD5FFE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Concurrent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A89E9-07C2-4E73-8A55-622E6985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Observe main and child thread interleaving.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3084-7EFE-4FEC-9D51-863C33E0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0AE45-6F86-4FCA-88A6-56F4C888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9A6EE-A5EE-45E5-A3EB-ECA99E7B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Common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0376F-664F-420C-B3F5-A2DEFF76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Calling run() directly does not start a new thread.</a:t>
            </a:r>
          </a:p>
        </p:txBody>
      </p:sp>
    </p:spTree>
    <p:extLst>
      <p:ext uri="{BB962C8B-B14F-4D97-AF65-F5344CB8AC3E}">
        <p14:creationId xmlns:p14="http://schemas.microsoft.com/office/powerpoint/2010/main" val="177649478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48332-F676-4338-A40D-A07C824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85B13-1251-498A-BDCA-C3B81AC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Checked vs unchecked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6DBCE-D545-4B2B-8452-417F8C02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exception categories clearer.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1EFC7-1B44-4803-81D1-6BD28C4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95E4B-5DFD-48FA-8F05-CCE8DC08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C7F7F-9660-4141-A414-7863C6E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90401-6CF2-4F89-97B6-9D395A0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CFD57-5468-49AD-828F-3F602476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9487C-2336-42A2-B6D1-186CFFBE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B63D5-658E-4B2A-BD23-D4B3375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4EE68-99EA-4921-8E2D-C6934F1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Checked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EDB5B-2638-4762-BA00-00145A7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C2CC2-6D9F-4A88-828C-68CB3FA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5C7DE-6064-48EC-A82C-CBE49BF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10233-A8D6-4BAC-9D66-C4A38B1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Unchecked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7542A-8D33-4EE2-9B85-647F1950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74A30-A787-4AB0-ABB8-9CCCDB83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590C9-DA5E-4CE4-AE92-8343C86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29112-0495-47D6-82A9-2A8C539B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Compiler checks handling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45DA1-5E49-4512-83C4-816D2DB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87F02-B9EC-4764-B781-BB81050D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E9F6C-0709-4E65-B847-986C5D56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 catch or throws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69BC9-95D8-4B54-836C-90471A64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0A6F5-5EBC-4A43-8B69-3E09A80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0C111-29EC-4092-ADB2-2DEB4A90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external failures such as I/O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B78F6-256F-442D-81F7-BC251EA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540BC-570B-4A81-AE0A-B14A4D9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FD98A-05D2-4A3A-B8AB-260549E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RuntimeException family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070B6-E32A-417F-A293-CF9BC85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8A011-7885-479A-BE05-C386A42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64ECD-66A3-400E-8DB8-F24A280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programming mistakes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4FF7A-3093-4802-AB3A-0E9080A7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A96E8-E847-4D89-BD23-D1E6F8F1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714B88-49E7-4D17-BC86-137B4301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Compiler does not force handling</a:t>
            </a:r>
          </a:p>
        </p:txBody>
      </p:sp>
    </p:spTree>
    <p:extLst>
      <p:ext uri="{BB962C8B-B14F-4D97-AF65-F5344CB8AC3E}">
        <p14:creationId xmlns:p14="http://schemas.microsoft.com/office/powerpoint/2010/main" val="7643203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37844-4732-48C7-862A-431A0BB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6CD10-8C48-4A16-80DB-B83D9B5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Exception stack unwinding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EA98C-AAFE-4AD8-97AC-A49911B7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propagation.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1C30D-0AD6-467F-AF2B-53715681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6393F-4310-4574-A0E0-890C047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95112-F0B4-4AEC-AC47-7C8A8E3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9CD90-2F9E-4FAF-9FF4-46F9EDA2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Exceptions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A56EA-EF6F-4A81-8EE0-31CA7D3C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F74AD-BD90-48F6-BEB5-FD05C893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A879E-C1BB-49E9-B33D-2762841C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Exception thrown in method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ABAAF-2CFB-4A4A-88C0-42B8DAA3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0B865-6DC6-4F6B-83EC-CF86AFFE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61FA9-6E89-4C1B-939C-4067D881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 has no catch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C88C1-5D7A-44DF-AA92-79F376F1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C7640-EC6B-4A64-BD12-3A2392DB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162B9-918D-4875-980E-9621E1A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Return to method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B3116-F5C7-4324-A671-B3D0DBC0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D132B-1645-46D2-B5D2-84215A0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C5F37-3751-4C92-805A-194B119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Return to method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71C6F-6606-4F32-8086-E4262E5E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3C02B-4E23-401B-9475-9B822D1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8D12B-A5D5-42CF-ABD4-624D2049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Matching catch handles</a:t>
            </a:r>
          </a:p>
        </p:txBody>
      </p:sp>
    </p:spTree>
    <p:extLst>
      <p:ext uri="{BB962C8B-B14F-4D97-AF65-F5344CB8AC3E}">
        <p14:creationId xmlns:p14="http://schemas.microsoft.com/office/powerpoint/2010/main" val="19236539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FB921-DA6C-41CF-9A09-432C6F6C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CDBF3-240B-4153-9D5E-D6F5CCD6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Catch order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248F7-4A65-4499-A16E-6A3CFF3D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unreachable catch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45348-E6F8-4471-9ED2-F3DEB9E7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5DE52-3B2E-4EA9-A58A-8EEB033F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6BFCD-BCCA-45CF-BF67-35E8FFB1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87002-E975-46D7-B5FD-05A2CEF7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try-catch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4FDB7-C63F-4AD5-BB95-6BAD9228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6B388-A699-452D-A793-6376E2F5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BFB3E-8F7C-4F18-AB45-73AF700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try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risky();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catch (ArithmeticException 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System.out.println("specific");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catch (Exception 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System.out.println("general");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BFB4B-98AF-4A91-95DE-0E0CA674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A78F6-0ACE-4985-A49F-5B2719C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303E2-3FD7-4C53-A4E0-0A0616F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Catch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24686-7BE1-47C9-8EA2-4A80FD02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4573495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520CF-18C7-4AE6-B112-00E29C59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1CD9F-1781-49D0-BE5C-9AB4B6B5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finally is for cleanup, not normal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DD8F8-78EA-41C3-8005-C88E34F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proper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137DE-6EB7-44E9-AEA4-A00C22E1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900AF-AC0E-41E4-8FD6-EB9DB3D8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13355-9420-4E23-A4FA-2194FA36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7227F-A595-4CE4-B141-1C5223F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finally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9AA36-2ABF-4C4B-868A-6127B189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6955-93FB-4B29-8F3E-EC37E7FF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BC788-EA4E-43D9-BCE3-1D836B3F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048C9-2ABD-4BF0-AC4D-804B7A7B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Good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0879A-F25F-4810-85A9-8CAFD2E1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Close files, release resources, print final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2A0ED-3FA8-4D6F-843A-8D264AD2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67A94-622F-4E35-805A-4306E5C4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0FC32-8285-4A33-AB15-042847D4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Runs after try/catch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809B0-1B87-40C2-9CB6-158BB7B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Usually executes whether exception happens or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797D2-8156-4658-8859-081B1A7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847E4-1112-4212-BC45-E9902B9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DE52A-C04D-4250-AEBC-5DCA0E5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Not for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49E59-C5C0-4849-BEF8-DFE6E4E8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 not hide main program logic inside finally.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70474-7BC9-4ABC-A384-7782B5FE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E9D88-7586-4254-8901-7E0443B8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CB397-EBEE-4A30-9E94-AD63307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Modern 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25530-DA26-413B-B075-01077DD7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try-with-resources exists, but this module focuses on finally.</a:t>
            </a:r>
          </a:p>
        </p:txBody>
      </p:sp>
    </p:spTree>
    <p:extLst>
      <p:ext uri="{BB962C8B-B14F-4D97-AF65-F5344CB8AC3E}">
        <p14:creationId xmlns:p14="http://schemas.microsoft.com/office/powerpoint/2010/main" val="14231486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B2BEB-C95C-4255-97AD-6693271F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AE938-458D-4722-A1A3-995B78C7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lab plan: DivisionByZero exception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B1F07-28AF-4FC7-B5DA-A44BA22E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custom exception lab into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4B95-615F-4413-B48E-5B801D65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877E1-AB4E-4836-8120-218B80D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5939F-C0CB-4639-B520-7D2DE574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B421C-61F9-4CF5-8AE3-A2E2E081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Custom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A0473-F2E9-4C2B-9322-160C463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77C83-1660-46E7-8F80-00D15C43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4CAE1-55C3-4F8D-B640-0E17ACD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exception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3C1FA-81DA-4179-8389-73E5FE7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AC562-BF2D-4C94-A75C-1551BC2C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742CF-5F64-4FA5-B3B9-C176C41A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 numerator/denominator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A7ABE-4550-430E-9263-06FC943B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2E07B-839D-47E5-B972-6564DE0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02E19-1B24-4E6A-80CE-50197D4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If denominator is zero, throw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FD2C7-507B-4466-9919-55BFEF23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2D8F3-44F2-4E49-8256-C8602109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D40C0-4016-4128-9828-445A4901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catch and display message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E541F-15DD-4FA0-A3CD-F8A767A5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638E1-820C-413C-AEAB-49CC71BD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77FB6-3CEA-46D0-BA0F-371425DA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finally prints completion</a:t>
            </a:r>
          </a:p>
        </p:txBody>
      </p:sp>
    </p:spTree>
    <p:extLst>
      <p:ext uri="{BB962C8B-B14F-4D97-AF65-F5344CB8AC3E}">
        <p14:creationId xmlns:p14="http://schemas.microsoft.com/office/powerpoint/2010/main" val="11113031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1888E-AAD6-400E-AD60-F051F23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BBC4B-3B26-4368-9909-5078EBF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start() and run() are not the same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CFA0B-EB19-4EDC-AB11-1AF0B1DA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crucial thread mistake.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004F9-EFBA-495E-A250-D2A68776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ADBAC-DC11-4BAA-8A14-B5F31E6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99EB1-4CB9-45AF-ACE6-BF3D0A9D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C0EB7-86AA-47D8-B34E-9055AB1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C3168-4E10-4AE1-9CAC-42A4B5B1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A262-52A6-45DB-9645-A230D344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771F5-2AED-4676-8D48-5831695A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DAB65-EF81-4356-AD04-13BBFD69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Calling run()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3F2C4-7EA7-4515-B518-47C47CB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85199-D037-4503-ABF5-9A7E18C8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F049D-2608-4A19-B207-D650677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06C3E-8B39-472E-B3BD-3167558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Calling start()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9D2E-BE03-4304-BD10-6E08EF34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C453C-BBA9-4B04-B7C2-05485F90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84560-6470-4421-A898-A28F549B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EE8A9-472C-4EB0-AA4E-5DC8F9FA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Normal method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F363-3952-4CAC-A41D-F9460718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C39AB-4174-4CC1-83C3-F8328B2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8DED4-9952-4A23-A20A-D83701AF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Runs on current 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27DB0-8862-4422-99C5-36A907AA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49CCE-A572-488F-965F-79D880BC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7895F-6A7B-4086-B2EA-F7115780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new thread created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79A42-C78C-4E9F-8675-E346D3EB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E791D-1F36-4275-A1CC-911ECA4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43778F-08A5-41B7-B391-D731F180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Creates new thread of 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78D0C-A517-45FB-8DBB-DD2BD2C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F1468-3732-4853-A981-E4ABA274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08BB2-8C2E-41E2-83C2-3DCFF494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JVM calls run internally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FE784-1B2D-4A15-9E43-5226ECC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EEB63-C40F-4987-A1A1-54DB385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A1762-C208-45B5-8CD5-DF803F75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Main and child can run concurrently</a:t>
            </a:r>
          </a:p>
        </p:txBody>
      </p:sp>
    </p:spTree>
    <p:extLst>
      <p:ext uri="{BB962C8B-B14F-4D97-AF65-F5344CB8AC3E}">
        <p14:creationId xmlns:p14="http://schemas.microsoft.com/office/powerpoint/2010/main" val="6444550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96312F-18B2-45E7-BE53-3860DF03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F401-68FA-4683-A07A-9726C381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Runnable vs extending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E29C7-EA1B-4BFF-B79E-62934930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creation approaches.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083A2-2398-4909-814A-99CF0AB9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A9329-9B91-487A-A0C3-40B5014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6829B-0F7A-4902-B109-7139C1C1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5749-182F-49F4-B488-72EB65E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04B65-D666-4565-92BF-3D782C5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4EC51-8616-46B8-BC80-8F7ED33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5497C-4016-472C-A2BF-0CDF7A1F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6C184-9C50-4E3D-91A8-1ECDA55D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Runnable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EE6FD-400B-4D61-B268-64516C0D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6EE9B-1262-4F98-95A7-FF65D96E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B32B5-1C11-4D6A-B9E1-74238DB7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50020-922D-4D15-BF48-C8B2524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extends 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B9E9E-C04D-496D-AEC9-6302CB17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1F8D5-7858-464E-A289-2B22BEC6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A4310-6265-41BF-ADF4-313D4CE5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28B91-A85A-46D3-8CF4-CAB53D9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Separates task from thread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9429C-6FF7-462D-8757-F763FD0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D4466-6864-42BC-90CE-E0F5C3EF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7CD3E-F679-45D1-9B04-4FDDB847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Class can still extend another 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3DC8E-809E-46DF-802A-C31ECA1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19786-909E-4AE4-973D-644EB7E9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E6092-0BA0-4CD5-8ED0-B32494A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Preferred for many designs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44E88-75CF-425E-A0E1-1A4289E1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BD9A9-A736-4F0B-AAE6-7FFF917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81540-149D-4C89-906B-54BEA90D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Simple for small demos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B2C77-A7B6-4963-BE65-BE3479E2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DFB10-5FEF-4EAA-A1AA-8636A1CA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AD61A-B4EC-46AB-8A00-BF1A0E3B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Task is tied to Thread subclass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40338-0D45-413C-B724-98C2444B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30DAF8-EBC9-4C09-A79B-6C79C051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97174-CB20-49D9-8FE3-7DE14AD2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Cannot extend another class</a:t>
            </a:r>
          </a:p>
        </p:txBody>
      </p:sp>
    </p:spTree>
    <p:extLst>
      <p:ext uri="{BB962C8B-B14F-4D97-AF65-F5344CB8AC3E}">
        <p14:creationId xmlns:p14="http://schemas.microsoft.com/office/powerpoint/2010/main" val="19814006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AE431-FD02-4324-8A81-1F45F5C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69D78-7988-4E0C-B2E2-82E06BEC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Output order in threads is not guaranteed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2D99-CACC-488F-85A4-ACC74A8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scheduler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E9C4A-FBDC-4189-9341-F06FADE8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07D5F-713F-464D-B063-505CDAB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5E11D-FD7D-4615-A138-1116BF59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BEA93-E09B-4D46-A458-B218D2E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A3199-2568-4BB4-B530-0426F5C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12314-F611-44B9-B8F7-195A804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C9DEE-499F-4802-94A6-849E7D8D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t1.start();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t2.start();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System.out.println("main");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Possible outputs can vary because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the scheduler decides execution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8AC4B-B02C-48A1-B378-EF3DEACD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5AE16-1884-460A-AA18-87645483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33419-FB6F-470C-B793-E817166B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Thread scheduling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17756-8174-47C2-9EA0-29FABB7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728137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E0DC1-158E-49F0-94D2-3071CAB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490C6-C726-4940-BE71-83345F80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join creates a predictable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EF0F5-23E6-4340-9334-ACA0DCC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coordination.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5B81D-0370-436F-AD5C-D34FAFA7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95028-13C4-4724-9A11-3B45C30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833B3-B6BC-4A5C-800B-336A01B2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ACA52-432B-425E-9650-336D3EC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45664-C839-4AE2-B49D-B9C76DE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A758D-4579-43D2-80BF-56A58AA7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F0A6C-2EE1-4186-8937-271B8EFD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Start child thread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B0AF5-5762-483A-B1E2-0B76DA37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1A5DF-DD86-4793-879C-A12412F6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939B3-67A6-4732-ACD1-32A2A761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 continues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FFF6F-619D-45FE-8E84-87BCDBAC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9BFAB-619F-48CA-B05B-EF3953C5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79CCD-E526-42FA-9888-BF265E9A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 calls 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66D55-F5AD-49D7-88AC-34D1D4D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B49FC-6204-46E2-BC47-C9D002FF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9BD70-8846-4956-B64F-9444817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 waits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136F9-6C1A-4285-B064-4977EF24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CA248-D0C9-4DC5-8895-080C13F7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B1645-5E7A-4B0A-BA66-B404CA8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Child finishes then main resumes</a:t>
            </a:r>
          </a:p>
        </p:txBody>
      </p:sp>
    </p:spTree>
    <p:extLst>
      <p:ext uri="{BB962C8B-B14F-4D97-AF65-F5344CB8AC3E}">
        <p14:creationId xmlns:p14="http://schemas.microsoft.com/office/powerpoint/2010/main" val="8141674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A96E6-1018-4A74-A4D9-0D38807F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6808C-71F5-4D63-8621-D28663E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Thread state reading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F66F2-DD8C-4D27-92D4-BAD088BD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getState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4DBD1-0001-4034-B9D2-2A53EA58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63158-3546-4E53-A8B0-B459CC4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91B8E-D743-45DA-9E47-C542560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9C75B-0D56-497C-89A4-665AAD1C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2C4FC-832D-41E7-B147-30FD6833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1981D-C0AA-46D4-B30A-6F17D986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ADDA7-42FE-4745-8274-B9C37072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F7D29-9764-4303-BD4F-1D4E471A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AD8B3-650B-4A49-970E-74F43FF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Thread object exists but start not called.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A314A-FAE2-4BBB-B32E-6209F90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BF215-8779-4ABC-AF36-C5244B3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4F5B0-14A4-4753-B2E5-DE582900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RUNNABLE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C43E2-1ADA-4B67-84F5-0536147A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Ready or running according to scheduler.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90F35-3140-4749-9B6E-8DAAB249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4326F-DB41-48DA-A9D1-414C021A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0E083-E15E-4AA2-8C44-97945C78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WAITING/TIMED_WAITING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FD560-95B7-483E-9DD9-C9E11BAE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Waiting for another thread or timeout.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3AF46-9257-480A-9284-CA354478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6A24E-53B4-4003-BA58-8406323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B0FB7-4C61-4B03-A871-442A5B6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TERMINATED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55F4A-4580-4B49-9AF2-A987737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run method has completed.</a:t>
            </a:r>
          </a:p>
        </p:txBody>
      </p:sp>
    </p:spTree>
    <p:extLst>
      <p:ext uri="{BB962C8B-B14F-4D97-AF65-F5344CB8AC3E}">
        <p14:creationId xmlns:p14="http://schemas.microsoft.com/office/powerpoint/2010/main" val="9412800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CCC47-A553-4006-8701-3CD80F04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F886E-9012-4EF8-94D5-D452F9C7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Thread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F0658-369B-4DF9-AF6A-FFC1D7B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beginner bugs.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EACD4-7C34-4F5C-B538-ADB0F38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4C378-CA6B-42BF-96FD-367F1EC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B5148-7857-4DAE-9BA6-D910DCFF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F2F2A-325C-4D19-9193-7273AE1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E4DD5-5395-4D85-9D1B-592F82BC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F2C30-904D-4B99-B24B-ED0B7F30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ACBB6-B677-47B3-9CA3-56119B55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7F48A-FC35-45A4-9188-C7BFE35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Calling run instead of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6ACB5-A02F-4403-AF79-C06895C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839D0-0560-411B-875F-559D3A43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94CD6-E858-46C3-B776-D04278B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Calling start twice on same Thread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F2F7D-3795-4753-A01A-7C6585A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ADAF1-8D68-44F2-A947-DEC6A01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0E192-C80F-4795-B6E9-1E421663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Assuming fixed output order without join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50C62-A4D6-4221-ACC4-72B7B242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80FDC-08BC-47BA-B690-824FDDF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E3408-7A45-4A38-87F2-0B095512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Depending on priority for correctness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3C25B-C90C-4933-BD7D-CA575A0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92B10-01B7-47C6-AC73-9C2E1B4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3D28B-AE6E-4890-A4A7-49820901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Ignoring exceptions inside child threads</a:t>
            </a:r>
          </a:p>
        </p:txBody>
      </p:sp>
    </p:spTree>
    <p:extLst>
      <p:ext uri="{BB962C8B-B14F-4D97-AF65-F5344CB8AC3E}">
        <p14:creationId xmlns:p14="http://schemas.microsoft.com/office/powerpoint/2010/main" val="20379143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D458C-E2DE-45B5-9D0D-2D632C01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0F95-71CA-47EC-A68F-97352B61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lab plan: MyThread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36D5F-2911-4326-9EE3-935B5577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thread lab into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3A7B3-CAB7-4009-BBFD-BF3330F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D387-1F39-469B-B0F0-804BDB7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335DF-ECE4-46C8-8DC8-C1D562A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09026-6189-4CEF-AA1A-4F8BB34E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88F36-9261-4B6C-AA14-593968F0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0A059-F608-47D4-B2CC-7AB4E5F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6AB38-16FE-4D18-A1C9-5CDC5231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MyThread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815C8-9BB7-4D4C-B5A2-597E6AB4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46F93-34CA-42F9-87FD-14A7753F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27079-AD38-4334-A3DC-EB622D2F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 super in constructor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E905E-F653-4550-91DF-897653DE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860E5-D25C-4867-9F1D-CE05C30F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0D0A2-24A1-462E-90EF-52A3D03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Override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8D23A-C749-400E-8001-89E2EB7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130A4-6638-4F90-A434-3E46012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DF8D5-F542-461B-9CB7-8E2A87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909A9-D450-43A9-969D-ED6ACF39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AAC76-3D04-4485-9E09-FC5A6C2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C4F77-EA24-401E-AEB6-DC6BA818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Call start and observe concurrency</a:t>
            </a:r>
          </a:p>
        </p:txBody>
      </p:sp>
    </p:spTree>
    <p:extLst>
      <p:ext uri="{BB962C8B-B14F-4D97-AF65-F5344CB8AC3E}">
        <p14:creationId xmlns:p14="http://schemas.microsoft.com/office/powerpoint/2010/main" val="15657242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665085-3213-4A11-B571-4B82714A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B26A1-767C-43F6-8F1D-11EF5403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A9A12-57BF-4AE1-B7D8-EB827AA1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9BBC2-03D6-4F92-B937-F38EB4CA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47054-3197-4831-88D1-877A60E7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C723E-DD5A-4278-A70B-F3DE43F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0EB0C-370D-4883-8910-B985C309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C040-B686-4164-85DF-C05BCFA3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7E167-1F44-446F-8F83-8A8C43B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0FAD4-0CC7-45CE-B460-588C2728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93887-42B6-4A08-8275-1A544D0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59D94-4592-475E-87FC-5DBA0E1D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2ECD2-D2AE-4B82-B899-AB2A7AF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Exceptions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05171-0B19-4756-9CBA-2CB09650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Thrown objects.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363F8-E050-4021-8DBA-2F800E3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EC071-9EFB-40E4-BA06-3E76E294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8CAB9-592A-4C94-8F58-71385D0B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try/catch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73A71-E7AC-42CF-B9A6-2989A75A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Handle failures.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D8D40-E094-4E46-A6FA-F208FEFE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74818-AAAB-4006-B1E2-2F924CB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E52A2-CFD7-4675-A61C-A82DC42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throw/throws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A3FF1-906A-407D-BFE9-9C70C90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Raise/declare.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E65D6-E1C4-49CA-850E-D2352929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D67E0-594E-438D-8151-E1C4C992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2BFEB-ADCA-4573-8FCB-2588CB42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finally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0B33E-749F-40BC-B1EF-986A1D2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Cleanup.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76F70-694C-4E13-A5FE-3F274C23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2E673-3DB4-4F79-822B-BEDD49C7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DA6FF-8095-4EBE-966C-2AA3181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Threads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4F20D-0C01-4F7D-A104-6F027F73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Concurrency.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4F1BE-3DD1-4DDE-A900-4194F08D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1D0716-5C46-42EC-88C6-BEC8A564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0FD68-AACE-4BA2-A77A-16DF87D5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join/state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FDFAB-56AD-4F14-876F-F366196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Coordination.</a:t>
            </a:r>
          </a:p>
        </p:txBody>
      </p:sp>
    </p:spTree>
    <p:extLst>
      <p:ext uri="{BB962C8B-B14F-4D97-AF65-F5344CB8AC3E}">
        <p14:creationId xmlns:p14="http://schemas.microsoft.com/office/powerpoint/2010/main" val="6027791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0A3DA-021A-4A29-8802-0F40EE9F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C3D8B-97CB-4210-BC29-9FBE9C82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Viva and exam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DEE6-6D21-436A-B31E-975F0813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37714-93C9-4BF9-AEB4-0971C228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50F6C-030E-4C13-9CBE-3C0323EB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6E504-7F70-41C2-83E8-8AF7A64F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04277-BFFB-4171-972E-FAB2589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1FE4A-8C7F-4635-86FA-553AAA00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144AF-4E88-48BA-AD37-CECD535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CBB3D-36CF-4245-8A88-676FAC6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4D81A-DED9-4708-80A9-6131A903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Draw exception flow from try to catch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87C9E-AFD1-40C9-A345-6E1EE120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EB2C7-DF32-4FB3-AB7E-95EE070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B2FDB-5FFA-40AD-81B7-FF3CC81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Differentiate throw and throws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BD205-E49D-4379-8B89-618D4A1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32669-6C9B-4F1C-A390-F6625A11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65A8F-AB7C-4A2C-A2FB-372881D1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custom exception syntax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CA991-BE62-4AB2-96D5-0AB93FC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E70DC-86D9-46F8-A82B-9B09ED5E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6FB82-3515-4399-A4D3-1D073578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Compare Runnable and Thread approaches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8378C-ACC6-4538-9E64-F34E5EA7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67669-CC2D-4152-8972-CE31B3FB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EA5B4-1240-4002-8B18-C606F5F8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start, run, isAlive, join, priority and thread states</a:t>
            </a:r>
          </a:p>
        </p:txBody>
      </p:sp>
    </p:spTree>
    <p:extLst>
      <p:ext uri="{BB962C8B-B14F-4D97-AF65-F5344CB8AC3E}">
        <p14:creationId xmlns:p14="http://schemas.microsoft.com/office/powerpoint/2010/main" val="19930002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360406-272A-44C4-830F-EFC67378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60256-B5E6-40A9-8048-09CEEB4F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74387-162A-4265-9563-4169CC5E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D7179-9EE8-4B40-A4C8-29917340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26574-B74C-4A02-B639-0FAD044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F9C5B-D43E-47FA-9F12-152F89CB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1A605-85C6-438F-8270-0C69105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B5D0C-A98A-4DF5-9FE0-1762141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668B5-66D1-4D6E-83EF-96EC9AF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exception?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ABF3C-2445-4AD5-9B96-4DC9FD58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try?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C9D58-FA3E-4D10-BFF9-A10A832E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catch?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2CD82-0B1D-4874-96BD-96CF1F6E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Checked vs unchecked?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AB854-944C-4518-9D20-C6F7D76C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What is uncaught exception?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E150A-4D31-4B7C-92F5-7B7D0AC0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Multiple catch?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8855F-4D4A-4100-B636-CE6A110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Nested try?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EA6EB-2C6B-4CB6-B0B3-14A4A0FC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throw vs throws?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84C5E-15F8-4FF0-9391-0BA11AAD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Use of finally?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9C514-133A-4963-BFD1-2E200DC7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Built-in exceptions?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8458A-5A37-4DD5-AA9A-50154B51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Custom exception?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356B1-D8F1-4D3B-A615-3D71727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Chained exception?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FBBBF-0B37-4AD0-974B-83585AD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What is thread?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D203C-F5DF-40F4-AAA1-D16AD68C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What is main thread?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A0432-B163-4217-BECE-E2EC330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Runnable?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964C0-5D5F-4D9D-A92D-EB0B4E9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Extending Thread?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20C71-74E8-4C7A-9C6E-FB0D522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start vs run?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EE264-7B83-4061-B6DC-3255FACD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join?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BA20D-9036-4B95-8395-B23C2596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isAlive?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776D5C-DC62-474D-8A92-4FF9CD48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Thread states?</a:t>
            </a:r>
          </a:p>
        </p:txBody>
      </p:sp>
    </p:spTree>
    <p:extLst>
      <p:ext uri="{BB962C8B-B14F-4D97-AF65-F5344CB8AC3E}">
        <p14:creationId xmlns:p14="http://schemas.microsoft.com/office/powerpoint/2010/main" val="8263802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CCEF6-9308-4980-94A9-20E85F7C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90325-92DC-48E8-9A6A-599C2D1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AE24A-2638-47D0-8878-50D20E7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907A5-AB07-4907-BC2F-968D315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0BEDE-706B-45BF-98EF-39011991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DB533-8A84-4ED2-8720-D0DF954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C4405-1A65-4744-ADCA-328408A8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19DF2-E1A0-4738-A52A-0F15D2A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6FBE6-6F93-4751-8AF6-B526323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ACE50-8D5C-41A0-9A4B-DA50C7E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EC513-383A-48C9-8C75-AC1A06AF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B7927-E236-4999-93E4-EC894AFA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Exception; Throwable; Error; Exception; RuntimeException; checked; unchecked; uncaught; try; catch; multiple catch; nested try; throw; throws; finally; built-in exception; custom exception; chained exception; Thread; Runnable; main thread; start; run; multiple threads; scheduler; isAlive; join; priority; getState; NEW; RUNNABLE; BLOCKED; WAITING; TIMED_WAITING; TERMINATED.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6A281-D508-4F22-B775-0197AFCC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C0DA6-4598-4F8C-BC91-BF22CCE7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55C23-AF06-4A71-A024-FF2F827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06F9B-F636-47F5-A395-EC59C0B0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4 answers: write the syntax, trace the runtime flow, state the common mistake, and connect exception handling or threads to the lab task.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8A113-B884-42EC-81EC-D7C8CD0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7438C-9C17-4CA3-BFE6-BAE7BEF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DE99B-9430-4E45-9CA3-4A727F3A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Lab 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FDC0E-BF93-4AB7-81F7-45946A17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 the smallest working program first, compile, predict output, then add one feature at a time.</a:t>
            </a:r>
          </a:p>
        </p:txBody>
      </p:sp>
    </p:spTree>
    <p:extLst>
      <p:ext uri="{BB962C8B-B14F-4D97-AF65-F5344CB8AC3E}">
        <p14:creationId xmlns:p14="http://schemas.microsoft.com/office/powerpoint/2010/main" val="526076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2026-08-08T04:20:47.0990000Z</dcterms:created>
  <dcterms:modified xsi:type="dcterms:W3CDTF">2026-08-08T04:20:47.0990000Z</dcterms:modified>
</coreProperties>
</file>