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Lst>
  <p:notesMasterIdLst>
    <p:notesMasterId r:id="rId20"/>
  </p:notesMasterIdLst>
  <p:sldIdLst>
    <p:sldId id="283" r:id="rId2"/>
    <p:sldId id="285" r:id="rId3"/>
    <p:sldId id="286" r:id="rId4"/>
    <p:sldId id="332" r:id="rId5"/>
    <p:sldId id="333" r:id="rId6"/>
    <p:sldId id="334" r:id="rId7"/>
    <p:sldId id="335" r:id="rId8"/>
    <p:sldId id="336" r:id="rId9"/>
    <p:sldId id="348" r:id="rId10"/>
    <p:sldId id="337" r:id="rId11"/>
    <p:sldId id="338" r:id="rId12"/>
    <p:sldId id="339" r:id="rId13"/>
    <p:sldId id="340" r:id="rId14"/>
    <p:sldId id="341" r:id="rId15"/>
    <p:sldId id="342" r:id="rId16"/>
    <p:sldId id="343" r:id="rId17"/>
    <p:sldId id="344" r:id="rId18"/>
    <p:sldId id="323" r:id="rId19"/>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0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94660"/>
  </p:normalViewPr>
  <p:slideViewPr>
    <p:cSldViewPr snapToGrid="0">
      <p:cViewPr varScale="1">
        <p:scale>
          <a:sx n="71" d="100"/>
          <a:sy n="71" d="100"/>
        </p:scale>
        <p:origin x="1397" y="53"/>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V Reena Williams" userId="bee68a21f81384c9" providerId="LiveId" clId="{5A7C177A-5150-4342-8510-C0E7CC4F9630}"/>
    <pc:docChg chg="undo custSel addSld delSld modSld">
      <pc:chgData name="Dr. V Reena Williams" userId="bee68a21f81384c9" providerId="LiveId" clId="{5A7C177A-5150-4342-8510-C0E7CC4F9630}" dt="2021-09-06T08:56:15.979" v="117" actId="1076"/>
      <pc:docMkLst>
        <pc:docMk/>
      </pc:docMkLst>
      <pc:sldChg chg="modSp mod">
        <pc:chgData name="Dr. V Reena Williams" userId="bee68a21f81384c9" providerId="LiveId" clId="{5A7C177A-5150-4342-8510-C0E7CC4F9630}" dt="2021-09-06T08:50:06.960" v="2" actId="120"/>
        <pc:sldMkLst>
          <pc:docMk/>
          <pc:sldMk cId="789510717" sldId="285"/>
        </pc:sldMkLst>
        <pc:spChg chg="mod">
          <ac:chgData name="Dr. V Reena Williams" userId="bee68a21f81384c9" providerId="LiveId" clId="{5A7C177A-5150-4342-8510-C0E7CC4F9630}" dt="2021-09-06T08:50:06.960" v="2" actId="120"/>
          <ac:spMkLst>
            <pc:docMk/>
            <pc:sldMk cId="789510717" sldId="285"/>
            <ac:spMk id="2" creationId="{00000000-0000-0000-0000-000000000000}"/>
          </ac:spMkLst>
        </pc:spChg>
      </pc:sldChg>
      <pc:sldChg chg="modSp mod">
        <pc:chgData name="Dr. V Reena Williams" userId="bee68a21f81384c9" providerId="LiveId" clId="{5A7C177A-5150-4342-8510-C0E7CC4F9630}" dt="2021-09-06T08:50:17.060" v="4" actId="120"/>
        <pc:sldMkLst>
          <pc:docMk/>
          <pc:sldMk cId="3519521770" sldId="326"/>
        </pc:sldMkLst>
        <pc:spChg chg="mod">
          <ac:chgData name="Dr. V Reena Williams" userId="bee68a21f81384c9" providerId="LiveId" clId="{5A7C177A-5150-4342-8510-C0E7CC4F9630}" dt="2021-09-06T08:50:17.060" v="4" actId="120"/>
          <ac:spMkLst>
            <pc:docMk/>
            <pc:sldMk cId="3519521770" sldId="326"/>
            <ac:spMk id="2" creationId="{00000000-0000-0000-0000-000000000000}"/>
          </ac:spMkLst>
        </pc:spChg>
      </pc:sldChg>
      <pc:sldChg chg="modSp mod">
        <pc:chgData name="Dr. V Reena Williams" userId="bee68a21f81384c9" providerId="LiveId" clId="{5A7C177A-5150-4342-8510-C0E7CC4F9630}" dt="2021-09-06T08:50:27.517" v="7" actId="20577"/>
        <pc:sldMkLst>
          <pc:docMk/>
          <pc:sldMk cId="1470130169" sldId="327"/>
        </pc:sldMkLst>
        <pc:spChg chg="mod">
          <ac:chgData name="Dr. V Reena Williams" userId="bee68a21f81384c9" providerId="LiveId" clId="{5A7C177A-5150-4342-8510-C0E7CC4F9630}" dt="2021-09-06T08:50:27.517" v="7" actId="20577"/>
          <ac:spMkLst>
            <pc:docMk/>
            <pc:sldMk cId="1470130169" sldId="327"/>
            <ac:spMk id="2" creationId="{00000000-0000-0000-0000-000000000000}"/>
          </ac:spMkLst>
        </pc:spChg>
      </pc:sldChg>
      <pc:sldChg chg="modSp mod">
        <pc:chgData name="Dr. V Reena Williams" userId="bee68a21f81384c9" providerId="LiveId" clId="{5A7C177A-5150-4342-8510-C0E7CC4F9630}" dt="2021-09-06T08:50:39.872" v="12" actId="20577"/>
        <pc:sldMkLst>
          <pc:docMk/>
          <pc:sldMk cId="2501665032" sldId="328"/>
        </pc:sldMkLst>
        <pc:spChg chg="mod">
          <ac:chgData name="Dr. V Reena Williams" userId="bee68a21f81384c9" providerId="LiveId" clId="{5A7C177A-5150-4342-8510-C0E7CC4F9630}" dt="2021-09-06T08:50:39.872" v="12" actId="20577"/>
          <ac:spMkLst>
            <pc:docMk/>
            <pc:sldMk cId="2501665032" sldId="328"/>
            <ac:spMk id="2" creationId="{00000000-0000-0000-0000-000000000000}"/>
          </ac:spMkLst>
        </pc:spChg>
      </pc:sldChg>
      <pc:sldChg chg="modSp mod">
        <pc:chgData name="Dr. V Reena Williams" userId="bee68a21f81384c9" providerId="LiveId" clId="{5A7C177A-5150-4342-8510-C0E7CC4F9630}" dt="2021-09-06T08:50:51.224" v="15" actId="20577"/>
        <pc:sldMkLst>
          <pc:docMk/>
          <pc:sldMk cId="490069653" sldId="329"/>
        </pc:sldMkLst>
        <pc:spChg chg="mod">
          <ac:chgData name="Dr. V Reena Williams" userId="bee68a21f81384c9" providerId="LiveId" clId="{5A7C177A-5150-4342-8510-C0E7CC4F9630}" dt="2021-09-06T08:50:51.224" v="15" actId="20577"/>
          <ac:spMkLst>
            <pc:docMk/>
            <pc:sldMk cId="490069653" sldId="329"/>
            <ac:spMk id="2" creationId="{00000000-0000-0000-0000-000000000000}"/>
          </ac:spMkLst>
        </pc:spChg>
      </pc:sldChg>
      <pc:sldChg chg="modSp mod">
        <pc:chgData name="Dr. V Reena Williams" userId="bee68a21f81384c9" providerId="LiveId" clId="{5A7C177A-5150-4342-8510-C0E7CC4F9630}" dt="2021-09-06T08:51:00.726" v="18" actId="20577"/>
        <pc:sldMkLst>
          <pc:docMk/>
          <pc:sldMk cId="1122302786" sldId="330"/>
        </pc:sldMkLst>
        <pc:spChg chg="mod">
          <ac:chgData name="Dr. V Reena Williams" userId="bee68a21f81384c9" providerId="LiveId" clId="{5A7C177A-5150-4342-8510-C0E7CC4F9630}" dt="2021-09-06T08:51:00.726" v="18" actId="20577"/>
          <ac:spMkLst>
            <pc:docMk/>
            <pc:sldMk cId="1122302786" sldId="330"/>
            <ac:spMk id="2" creationId="{00000000-0000-0000-0000-000000000000}"/>
          </ac:spMkLst>
        </pc:spChg>
      </pc:sldChg>
      <pc:sldChg chg="addSp modSp new mod chgLayout">
        <pc:chgData name="Dr. V Reena Williams" userId="bee68a21f81384c9" providerId="LiveId" clId="{5A7C177A-5150-4342-8510-C0E7CC4F9630}" dt="2021-09-06T08:56:15.979" v="117" actId="1076"/>
        <pc:sldMkLst>
          <pc:docMk/>
          <pc:sldMk cId="3729964599" sldId="331"/>
        </pc:sldMkLst>
        <pc:spChg chg="mod ord">
          <ac:chgData name="Dr. V Reena Williams" userId="bee68a21f81384c9" providerId="LiveId" clId="{5A7C177A-5150-4342-8510-C0E7CC4F9630}" dt="2021-09-06T08:56:15.979" v="117" actId="1076"/>
          <ac:spMkLst>
            <pc:docMk/>
            <pc:sldMk cId="3729964599" sldId="331"/>
            <ac:spMk id="2" creationId="{021B484D-DF85-4A81-AC62-2227D1C91310}"/>
          </ac:spMkLst>
        </pc:spChg>
        <pc:spChg chg="mod ord">
          <ac:chgData name="Dr. V Reena Williams" userId="bee68a21f81384c9" providerId="LiveId" clId="{5A7C177A-5150-4342-8510-C0E7CC4F9630}" dt="2021-09-06T08:52:05.623" v="35" actId="700"/>
          <ac:spMkLst>
            <pc:docMk/>
            <pc:sldMk cId="3729964599" sldId="331"/>
            <ac:spMk id="3" creationId="{93FE3E18-4DB2-4A88-A31B-084338076549}"/>
          </ac:spMkLst>
        </pc:spChg>
        <pc:spChg chg="mod ord">
          <ac:chgData name="Dr. V Reena Williams" userId="bee68a21f81384c9" providerId="LiveId" clId="{5A7C177A-5150-4342-8510-C0E7CC4F9630}" dt="2021-09-06T08:52:05.623" v="35" actId="700"/>
          <ac:spMkLst>
            <pc:docMk/>
            <pc:sldMk cId="3729964599" sldId="331"/>
            <ac:spMk id="4" creationId="{56330826-16A6-404A-AB4F-BA73D0D91BC6}"/>
          </ac:spMkLst>
        </pc:spChg>
        <pc:spChg chg="mod ord">
          <ac:chgData name="Dr. V Reena Williams" userId="bee68a21f81384c9" providerId="LiveId" clId="{5A7C177A-5150-4342-8510-C0E7CC4F9630}" dt="2021-09-06T08:52:05.623" v="35" actId="700"/>
          <ac:spMkLst>
            <pc:docMk/>
            <pc:sldMk cId="3729964599" sldId="331"/>
            <ac:spMk id="5" creationId="{38C0206A-9FB2-4677-8B17-F163FD15D65E}"/>
          </ac:spMkLst>
        </pc:spChg>
        <pc:spChg chg="add mod">
          <ac:chgData name="Dr. V Reena Williams" userId="bee68a21f81384c9" providerId="LiveId" clId="{5A7C177A-5150-4342-8510-C0E7CC4F9630}" dt="2021-09-06T08:55:55.716" v="101" actId="113"/>
          <ac:spMkLst>
            <pc:docMk/>
            <pc:sldMk cId="3729964599" sldId="331"/>
            <ac:spMk id="6" creationId="{C9DAD70E-71E0-45F2-8997-5F9577497395}"/>
          </ac:spMkLst>
        </pc:spChg>
      </pc:sldChg>
      <pc:sldChg chg="new del">
        <pc:chgData name="Dr. V Reena Williams" userId="bee68a21f81384c9" providerId="LiveId" clId="{5A7C177A-5150-4342-8510-C0E7CC4F9630}" dt="2021-09-06T08:55:13.118" v="86" actId="680"/>
        <pc:sldMkLst>
          <pc:docMk/>
          <pc:sldMk cId="313788060" sldId="33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460BEC-2AFA-4DB4-AA05-BDABDDAE21C7}" type="doc">
      <dgm:prSet loTypeId="urn:microsoft.com/office/officeart/2005/8/layout/venn1" loCatId="relationship" qsTypeId="urn:microsoft.com/office/officeart/2005/8/quickstyle/simple1" qsCatId="simple" csTypeId="urn:microsoft.com/office/officeart/2005/8/colors/colorful5" csCatId="colorful"/>
      <dgm:spPr/>
      <dgm:t>
        <a:bodyPr/>
        <a:lstStyle/>
        <a:p>
          <a:endParaRPr lang="en-IN"/>
        </a:p>
      </dgm:t>
    </dgm:pt>
    <dgm:pt modelId="{F99AFD67-D894-4C30-B2A6-A7EBFDB5E593}">
      <dgm:prSet/>
      <dgm:spPr/>
      <dgm:t>
        <a:bodyPr/>
        <a:lstStyle/>
        <a:p>
          <a:r>
            <a:rPr lang="en-US"/>
            <a:t>Analytical Function</a:t>
          </a:r>
          <a:endParaRPr lang="en-IN"/>
        </a:p>
      </dgm:t>
    </dgm:pt>
    <dgm:pt modelId="{7293FDAE-BAC4-4190-B133-37FDFE862F97}" type="parTrans" cxnId="{172E50B3-6094-4141-BAC6-25DC664E2781}">
      <dgm:prSet/>
      <dgm:spPr/>
      <dgm:t>
        <a:bodyPr/>
        <a:lstStyle/>
        <a:p>
          <a:endParaRPr lang="en-IN"/>
        </a:p>
      </dgm:t>
    </dgm:pt>
    <dgm:pt modelId="{2D09151C-2E51-4D9E-8605-B63324C5D518}" type="sibTrans" cxnId="{172E50B3-6094-4141-BAC6-25DC664E2781}">
      <dgm:prSet/>
      <dgm:spPr/>
      <dgm:t>
        <a:bodyPr/>
        <a:lstStyle/>
        <a:p>
          <a:endParaRPr lang="en-IN"/>
        </a:p>
      </dgm:t>
    </dgm:pt>
    <dgm:pt modelId="{F25C32D4-638B-49B6-BB8F-AA34DE5BC4DE}">
      <dgm:prSet/>
      <dgm:spPr/>
      <dgm:t>
        <a:bodyPr/>
        <a:lstStyle/>
        <a:p>
          <a:r>
            <a:rPr lang="en-US"/>
            <a:t>Production Function</a:t>
          </a:r>
          <a:endParaRPr lang="en-IN"/>
        </a:p>
      </dgm:t>
    </dgm:pt>
    <dgm:pt modelId="{C46BF70A-8C4E-49D7-B046-618C2B2A16E5}" type="parTrans" cxnId="{06C7954E-A528-49EC-B3AB-7DBBCA536840}">
      <dgm:prSet/>
      <dgm:spPr/>
      <dgm:t>
        <a:bodyPr/>
        <a:lstStyle/>
        <a:p>
          <a:endParaRPr lang="en-IN"/>
        </a:p>
      </dgm:t>
    </dgm:pt>
    <dgm:pt modelId="{B568E813-9483-4734-966D-D0D5B5E21E26}" type="sibTrans" cxnId="{06C7954E-A528-49EC-B3AB-7DBBCA536840}">
      <dgm:prSet/>
      <dgm:spPr/>
      <dgm:t>
        <a:bodyPr/>
        <a:lstStyle/>
        <a:p>
          <a:endParaRPr lang="en-IN"/>
        </a:p>
      </dgm:t>
    </dgm:pt>
    <dgm:pt modelId="{3A593758-90B5-4ECA-B592-E48FAAEB2EBC}">
      <dgm:prSet/>
      <dgm:spPr/>
      <dgm:t>
        <a:bodyPr/>
        <a:lstStyle/>
        <a:p>
          <a:r>
            <a:rPr lang="en-US"/>
            <a:t>Control Function</a:t>
          </a:r>
          <a:endParaRPr lang="en-IN"/>
        </a:p>
      </dgm:t>
    </dgm:pt>
    <dgm:pt modelId="{CF00CB7B-560F-4308-8F6E-822F19C4F47C}" type="parTrans" cxnId="{0EE82089-5BA3-4C51-B56C-02763A490759}">
      <dgm:prSet/>
      <dgm:spPr/>
      <dgm:t>
        <a:bodyPr/>
        <a:lstStyle/>
        <a:p>
          <a:endParaRPr lang="en-IN"/>
        </a:p>
      </dgm:t>
    </dgm:pt>
    <dgm:pt modelId="{74682B1C-E531-4C01-A923-4850629B496A}" type="sibTrans" cxnId="{0EE82089-5BA3-4C51-B56C-02763A490759}">
      <dgm:prSet/>
      <dgm:spPr/>
      <dgm:t>
        <a:bodyPr/>
        <a:lstStyle/>
        <a:p>
          <a:endParaRPr lang="en-IN"/>
        </a:p>
      </dgm:t>
    </dgm:pt>
    <dgm:pt modelId="{82852E62-92F3-462D-A61F-71C0E37E58FA}">
      <dgm:prSet/>
      <dgm:spPr/>
      <dgm:t>
        <a:bodyPr/>
        <a:lstStyle/>
        <a:p>
          <a:r>
            <a:rPr lang="en-US"/>
            <a:t>Research Function</a:t>
          </a:r>
          <a:endParaRPr lang="en-IN"/>
        </a:p>
      </dgm:t>
    </dgm:pt>
    <dgm:pt modelId="{100A738B-485F-4278-B21F-1CABDEDD95A6}" type="parTrans" cxnId="{65AFAD64-C0A2-4064-98E9-789DBF4ABB88}">
      <dgm:prSet/>
      <dgm:spPr/>
      <dgm:t>
        <a:bodyPr/>
        <a:lstStyle/>
        <a:p>
          <a:endParaRPr lang="en-IN"/>
        </a:p>
      </dgm:t>
    </dgm:pt>
    <dgm:pt modelId="{29F36D73-4C2B-4800-8DFF-D3AE94C7066F}" type="sibTrans" cxnId="{65AFAD64-C0A2-4064-98E9-789DBF4ABB88}">
      <dgm:prSet/>
      <dgm:spPr/>
      <dgm:t>
        <a:bodyPr/>
        <a:lstStyle/>
        <a:p>
          <a:endParaRPr lang="en-IN"/>
        </a:p>
      </dgm:t>
    </dgm:pt>
    <dgm:pt modelId="{BB46316C-2E2A-41DC-805C-504B65A55246}">
      <dgm:prSet/>
      <dgm:spPr/>
      <dgm:t>
        <a:bodyPr/>
        <a:lstStyle/>
        <a:p>
          <a:r>
            <a:rPr lang="en-US"/>
            <a:t>Administrative Function</a:t>
          </a:r>
          <a:endParaRPr lang="en-IN"/>
        </a:p>
      </dgm:t>
    </dgm:pt>
    <dgm:pt modelId="{DD76E2B2-EFC0-4640-8613-146F8758C692}" type="parTrans" cxnId="{96A1A2C7-D87D-47A1-BE4B-850B55DFE0AF}">
      <dgm:prSet/>
      <dgm:spPr/>
      <dgm:t>
        <a:bodyPr/>
        <a:lstStyle/>
        <a:p>
          <a:endParaRPr lang="en-IN"/>
        </a:p>
      </dgm:t>
    </dgm:pt>
    <dgm:pt modelId="{6F970951-4431-4E91-BA80-EE15E3AC61E8}" type="sibTrans" cxnId="{96A1A2C7-D87D-47A1-BE4B-850B55DFE0AF}">
      <dgm:prSet/>
      <dgm:spPr/>
      <dgm:t>
        <a:bodyPr/>
        <a:lstStyle/>
        <a:p>
          <a:endParaRPr lang="en-IN"/>
        </a:p>
      </dgm:t>
    </dgm:pt>
    <dgm:pt modelId="{FFFC1FA2-5DD8-4E45-9013-3E7AC4D9C9A8}">
      <dgm:prSet/>
      <dgm:spPr/>
      <dgm:t>
        <a:bodyPr/>
        <a:lstStyle/>
        <a:p>
          <a:r>
            <a:rPr lang="en-US"/>
            <a:t>Sales or Distribution Function</a:t>
          </a:r>
          <a:endParaRPr lang="en-IN"/>
        </a:p>
      </dgm:t>
    </dgm:pt>
    <dgm:pt modelId="{5194EFF8-D9B1-40D8-82F4-1E80F5C284A6}" type="parTrans" cxnId="{A03F2D77-9E52-42B9-93EC-254872C33149}">
      <dgm:prSet/>
      <dgm:spPr/>
      <dgm:t>
        <a:bodyPr/>
        <a:lstStyle/>
        <a:p>
          <a:endParaRPr lang="en-IN"/>
        </a:p>
      </dgm:t>
    </dgm:pt>
    <dgm:pt modelId="{A9B304FA-99DC-48ED-9B60-DC28AC1CC294}" type="sibTrans" cxnId="{A03F2D77-9E52-42B9-93EC-254872C33149}">
      <dgm:prSet/>
      <dgm:spPr/>
      <dgm:t>
        <a:bodyPr/>
        <a:lstStyle/>
        <a:p>
          <a:endParaRPr lang="en-IN"/>
        </a:p>
      </dgm:t>
    </dgm:pt>
    <dgm:pt modelId="{9E1497A4-C57A-4CA9-9D13-4CE8726D583A}" type="pres">
      <dgm:prSet presAssocID="{C6460BEC-2AFA-4DB4-AA05-BDABDDAE21C7}" presName="compositeShape" presStyleCnt="0">
        <dgm:presLayoutVars>
          <dgm:chMax val="7"/>
          <dgm:dir/>
          <dgm:resizeHandles val="exact"/>
        </dgm:presLayoutVars>
      </dgm:prSet>
      <dgm:spPr/>
    </dgm:pt>
    <dgm:pt modelId="{8ADD08A5-56C2-4F11-87E9-1DCC025A74F1}" type="pres">
      <dgm:prSet presAssocID="{F99AFD67-D894-4C30-B2A6-A7EBFDB5E593}" presName="circ1" presStyleLbl="vennNode1" presStyleIdx="0" presStyleCnt="6"/>
      <dgm:spPr/>
    </dgm:pt>
    <dgm:pt modelId="{9613E3EE-A141-413A-B470-A050FA5EF14F}" type="pres">
      <dgm:prSet presAssocID="{F99AFD67-D894-4C30-B2A6-A7EBFDB5E593}" presName="circ1Tx" presStyleLbl="revTx" presStyleIdx="0" presStyleCnt="0">
        <dgm:presLayoutVars>
          <dgm:chMax val="0"/>
          <dgm:chPref val="0"/>
          <dgm:bulletEnabled val="1"/>
        </dgm:presLayoutVars>
      </dgm:prSet>
      <dgm:spPr/>
    </dgm:pt>
    <dgm:pt modelId="{8A83778F-747A-43E4-AFC3-64BA2AB2043B}" type="pres">
      <dgm:prSet presAssocID="{F25C32D4-638B-49B6-BB8F-AA34DE5BC4DE}" presName="circ2" presStyleLbl="vennNode1" presStyleIdx="1" presStyleCnt="6"/>
      <dgm:spPr/>
    </dgm:pt>
    <dgm:pt modelId="{224B9DE9-F56E-4A7F-87B2-4807B9650CD1}" type="pres">
      <dgm:prSet presAssocID="{F25C32D4-638B-49B6-BB8F-AA34DE5BC4DE}" presName="circ2Tx" presStyleLbl="revTx" presStyleIdx="0" presStyleCnt="0">
        <dgm:presLayoutVars>
          <dgm:chMax val="0"/>
          <dgm:chPref val="0"/>
          <dgm:bulletEnabled val="1"/>
        </dgm:presLayoutVars>
      </dgm:prSet>
      <dgm:spPr/>
    </dgm:pt>
    <dgm:pt modelId="{C0037B1F-AEAD-4D02-95DB-10CFCE3B4F86}" type="pres">
      <dgm:prSet presAssocID="{3A593758-90B5-4ECA-B592-E48FAAEB2EBC}" presName="circ3" presStyleLbl="vennNode1" presStyleIdx="2" presStyleCnt="6"/>
      <dgm:spPr/>
    </dgm:pt>
    <dgm:pt modelId="{56019C4E-AFBF-4E18-90D5-1CFC404EC82D}" type="pres">
      <dgm:prSet presAssocID="{3A593758-90B5-4ECA-B592-E48FAAEB2EBC}" presName="circ3Tx" presStyleLbl="revTx" presStyleIdx="0" presStyleCnt="0">
        <dgm:presLayoutVars>
          <dgm:chMax val="0"/>
          <dgm:chPref val="0"/>
          <dgm:bulletEnabled val="1"/>
        </dgm:presLayoutVars>
      </dgm:prSet>
      <dgm:spPr/>
    </dgm:pt>
    <dgm:pt modelId="{B0BD4460-F5D5-4E95-8CFE-B5BCB799FB9D}" type="pres">
      <dgm:prSet presAssocID="{82852E62-92F3-462D-A61F-71C0E37E58FA}" presName="circ4" presStyleLbl="vennNode1" presStyleIdx="3" presStyleCnt="6"/>
      <dgm:spPr/>
    </dgm:pt>
    <dgm:pt modelId="{532BD487-D42F-4543-9760-BC493A76B40E}" type="pres">
      <dgm:prSet presAssocID="{82852E62-92F3-462D-A61F-71C0E37E58FA}" presName="circ4Tx" presStyleLbl="revTx" presStyleIdx="0" presStyleCnt="0">
        <dgm:presLayoutVars>
          <dgm:chMax val="0"/>
          <dgm:chPref val="0"/>
          <dgm:bulletEnabled val="1"/>
        </dgm:presLayoutVars>
      </dgm:prSet>
      <dgm:spPr/>
    </dgm:pt>
    <dgm:pt modelId="{BC467AA0-C7A8-4224-87B2-7C57ADBF2D6F}" type="pres">
      <dgm:prSet presAssocID="{BB46316C-2E2A-41DC-805C-504B65A55246}" presName="circ5" presStyleLbl="vennNode1" presStyleIdx="4" presStyleCnt="6"/>
      <dgm:spPr/>
    </dgm:pt>
    <dgm:pt modelId="{2F702AB7-207E-4CEC-988A-EA1B30E633F0}" type="pres">
      <dgm:prSet presAssocID="{BB46316C-2E2A-41DC-805C-504B65A55246}" presName="circ5Tx" presStyleLbl="revTx" presStyleIdx="0" presStyleCnt="0">
        <dgm:presLayoutVars>
          <dgm:chMax val="0"/>
          <dgm:chPref val="0"/>
          <dgm:bulletEnabled val="1"/>
        </dgm:presLayoutVars>
      </dgm:prSet>
      <dgm:spPr/>
    </dgm:pt>
    <dgm:pt modelId="{BE7DA923-7230-41EE-A127-043253C3A6A3}" type="pres">
      <dgm:prSet presAssocID="{FFFC1FA2-5DD8-4E45-9013-3E7AC4D9C9A8}" presName="circ6" presStyleLbl="vennNode1" presStyleIdx="5" presStyleCnt="6"/>
      <dgm:spPr/>
    </dgm:pt>
    <dgm:pt modelId="{B6EF2873-E8E7-4DEF-8100-D66C3A40E59A}" type="pres">
      <dgm:prSet presAssocID="{FFFC1FA2-5DD8-4E45-9013-3E7AC4D9C9A8}" presName="circ6Tx" presStyleLbl="revTx" presStyleIdx="0" presStyleCnt="0">
        <dgm:presLayoutVars>
          <dgm:chMax val="0"/>
          <dgm:chPref val="0"/>
          <dgm:bulletEnabled val="1"/>
        </dgm:presLayoutVars>
      </dgm:prSet>
      <dgm:spPr/>
    </dgm:pt>
  </dgm:ptLst>
  <dgm:cxnLst>
    <dgm:cxn modelId="{66C45200-C750-46DB-A2CC-7A6A733CFA13}" type="presOf" srcId="{F99AFD67-D894-4C30-B2A6-A7EBFDB5E593}" destId="{9613E3EE-A141-413A-B470-A050FA5EF14F}" srcOrd="0" destOrd="0" presId="urn:microsoft.com/office/officeart/2005/8/layout/venn1"/>
    <dgm:cxn modelId="{86F8D400-0B63-44B1-B8C3-5C46E75C0781}" type="presOf" srcId="{82852E62-92F3-462D-A61F-71C0E37E58FA}" destId="{532BD487-D42F-4543-9760-BC493A76B40E}" srcOrd="0" destOrd="0" presId="urn:microsoft.com/office/officeart/2005/8/layout/venn1"/>
    <dgm:cxn modelId="{97DCEC10-42B8-4473-B7BA-E8770B1A9D6E}" type="presOf" srcId="{BB46316C-2E2A-41DC-805C-504B65A55246}" destId="{2F702AB7-207E-4CEC-988A-EA1B30E633F0}" srcOrd="0" destOrd="0" presId="urn:microsoft.com/office/officeart/2005/8/layout/venn1"/>
    <dgm:cxn modelId="{98E6D317-6704-43F4-83B3-ECDB7515A04D}" type="presOf" srcId="{F25C32D4-638B-49B6-BB8F-AA34DE5BC4DE}" destId="{224B9DE9-F56E-4A7F-87B2-4807B9650CD1}" srcOrd="0" destOrd="0" presId="urn:microsoft.com/office/officeart/2005/8/layout/venn1"/>
    <dgm:cxn modelId="{C9C3601B-5775-451E-8F6C-F1B2481D4948}" type="presOf" srcId="{C6460BEC-2AFA-4DB4-AA05-BDABDDAE21C7}" destId="{9E1497A4-C57A-4CA9-9D13-4CE8726D583A}" srcOrd="0" destOrd="0" presId="urn:microsoft.com/office/officeart/2005/8/layout/venn1"/>
    <dgm:cxn modelId="{1059F35F-CD1E-4BE5-AE22-522401090885}" type="presOf" srcId="{3A593758-90B5-4ECA-B592-E48FAAEB2EBC}" destId="{56019C4E-AFBF-4E18-90D5-1CFC404EC82D}" srcOrd="0" destOrd="0" presId="urn:microsoft.com/office/officeart/2005/8/layout/venn1"/>
    <dgm:cxn modelId="{65AFAD64-C0A2-4064-98E9-789DBF4ABB88}" srcId="{C6460BEC-2AFA-4DB4-AA05-BDABDDAE21C7}" destId="{82852E62-92F3-462D-A61F-71C0E37E58FA}" srcOrd="3" destOrd="0" parTransId="{100A738B-485F-4278-B21F-1CABDEDD95A6}" sibTransId="{29F36D73-4C2B-4800-8DFF-D3AE94C7066F}"/>
    <dgm:cxn modelId="{06C7954E-A528-49EC-B3AB-7DBBCA536840}" srcId="{C6460BEC-2AFA-4DB4-AA05-BDABDDAE21C7}" destId="{F25C32D4-638B-49B6-BB8F-AA34DE5BC4DE}" srcOrd="1" destOrd="0" parTransId="{C46BF70A-8C4E-49D7-B046-618C2B2A16E5}" sibTransId="{B568E813-9483-4734-966D-D0D5B5E21E26}"/>
    <dgm:cxn modelId="{A03F2D77-9E52-42B9-93EC-254872C33149}" srcId="{C6460BEC-2AFA-4DB4-AA05-BDABDDAE21C7}" destId="{FFFC1FA2-5DD8-4E45-9013-3E7AC4D9C9A8}" srcOrd="5" destOrd="0" parTransId="{5194EFF8-D9B1-40D8-82F4-1E80F5C284A6}" sibTransId="{A9B304FA-99DC-48ED-9B60-DC28AC1CC294}"/>
    <dgm:cxn modelId="{0EE82089-5BA3-4C51-B56C-02763A490759}" srcId="{C6460BEC-2AFA-4DB4-AA05-BDABDDAE21C7}" destId="{3A593758-90B5-4ECA-B592-E48FAAEB2EBC}" srcOrd="2" destOrd="0" parTransId="{CF00CB7B-560F-4308-8F6E-822F19C4F47C}" sibTransId="{74682B1C-E531-4C01-A923-4850629B496A}"/>
    <dgm:cxn modelId="{0DAE48A6-13E2-405F-BD3C-825CF36A50E7}" type="presOf" srcId="{FFFC1FA2-5DD8-4E45-9013-3E7AC4D9C9A8}" destId="{B6EF2873-E8E7-4DEF-8100-D66C3A40E59A}" srcOrd="0" destOrd="0" presId="urn:microsoft.com/office/officeart/2005/8/layout/venn1"/>
    <dgm:cxn modelId="{172E50B3-6094-4141-BAC6-25DC664E2781}" srcId="{C6460BEC-2AFA-4DB4-AA05-BDABDDAE21C7}" destId="{F99AFD67-D894-4C30-B2A6-A7EBFDB5E593}" srcOrd="0" destOrd="0" parTransId="{7293FDAE-BAC4-4190-B133-37FDFE862F97}" sibTransId="{2D09151C-2E51-4D9E-8605-B63324C5D518}"/>
    <dgm:cxn modelId="{96A1A2C7-D87D-47A1-BE4B-850B55DFE0AF}" srcId="{C6460BEC-2AFA-4DB4-AA05-BDABDDAE21C7}" destId="{BB46316C-2E2A-41DC-805C-504B65A55246}" srcOrd="4" destOrd="0" parTransId="{DD76E2B2-EFC0-4640-8613-146F8758C692}" sibTransId="{6F970951-4431-4E91-BA80-EE15E3AC61E8}"/>
    <dgm:cxn modelId="{9B652E4F-89D7-4A20-B009-D9DA6F2E9EC7}" type="presParOf" srcId="{9E1497A4-C57A-4CA9-9D13-4CE8726D583A}" destId="{8ADD08A5-56C2-4F11-87E9-1DCC025A74F1}" srcOrd="0" destOrd="0" presId="urn:microsoft.com/office/officeart/2005/8/layout/venn1"/>
    <dgm:cxn modelId="{0FAFD500-1D0A-46A2-9EA0-AD1D6F87803C}" type="presParOf" srcId="{9E1497A4-C57A-4CA9-9D13-4CE8726D583A}" destId="{9613E3EE-A141-413A-B470-A050FA5EF14F}" srcOrd="1" destOrd="0" presId="urn:microsoft.com/office/officeart/2005/8/layout/venn1"/>
    <dgm:cxn modelId="{9A744144-5583-48FD-AB89-FF5DB31343B1}" type="presParOf" srcId="{9E1497A4-C57A-4CA9-9D13-4CE8726D583A}" destId="{8A83778F-747A-43E4-AFC3-64BA2AB2043B}" srcOrd="2" destOrd="0" presId="urn:microsoft.com/office/officeart/2005/8/layout/venn1"/>
    <dgm:cxn modelId="{290B0312-AEE7-4E0A-A184-4399B1046F6F}" type="presParOf" srcId="{9E1497A4-C57A-4CA9-9D13-4CE8726D583A}" destId="{224B9DE9-F56E-4A7F-87B2-4807B9650CD1}" srcOrd="3" destOrd="0" presId="urn:microsoft.com/office/officeart/2005/8/layout/venn1"/>
    <dgm:cxn modelId="{FEFF16A2-C50E-4DD0-9A32-84228639D5DE}" type="presParOf" srcId="{9E1497A4-C57A-4CA9-9D13-4CE8726D583A}" destId="{C0037B1F-AEAD-4D02-95DB-10CFCE3B4F86}" srcOrd="4" destOrd="0" presId="urn:microsoft.com/office/officeart/2005/8/layout/venn1"/>
    <dgm:cxn modelId="{476A8476-4B6F-437B-AD0D-D5E40BE7030B}" type="presParOf" srcId="{9E1497A4-C57A-4CA9-9D13-4CE8726D583A}" destId="{56019C4E-AFBF-4E18-90D5-1CFC404EC82D}" srcOrd="5" destOrd="0" presId="urn:microsoft.com/office/officeart/2005/8/layout/venn1"/>
    <dgm:cxn modelId="{596C77B9-678A-469C-A522-1FA4737786EE}" type="presParOf" srcId="{9E1497A4-C57A-4CA9-9D13-4CE8726D583A}" destId="{B0BD4460-F5D5-4E95-8CFE-B5BCB799FB9D}" srcOrd="6" destOrd="0" presId="urn:microsoft.com/office/officeart/2005/8/layout/venn1"/>
    <dgm:cxn modelId="{6C715354-10EF-45D3-8B2A-05DA05D95E0E}" type="presParOf" srcId="{9E1497A4-C57A-4CA9-9D13-4CE8726D583A}" destId="{532BD487-D42F-4543-9760-BC493A76B40E}" srcOrd="7" destOrd="0" presId="urn:microsoft.com/office/officeart/2005/8/layout/venn1"/>
    <dgm:cxn modelId="{CCD2E0FC-A03F-4B38-9A36-024AEF84F44B}" type="presParOf" srcId="{9E1497A4-C57A-4CA9-9D13-4CE8726D583A}" destId="{BC467AA0-C7A8-4224-87B2-7C57ADBF2D6F}" srcOrd="8" destOrd="0" presId="urn:microsoft.com/office/officeart/2005/8/layout/venn1"/>
    <dgm:cxn modelId="{E8DD512A-3130-4B3E-A1DA-8D0A47F9C2C1}" type="presParOf" srcId="{9E1497A4-C57A-4CA9-9D13-4CE8726D583A}" destId="{2F702AB7-207E-4CEC-988A-EA1B30E633F0}" srcOrd="9" destOrd="0" presId="urn:microsoft.com/office/officeart/2005/8/layout/venn1"/>
    <dgm:cxn modelId="{9DFA7B81-8AFF-4C96-A1C2-19FA86AB32E6}" type="presParOf" srcId="{9E1497A4-C57A-4CA9-9D13-4CE8726D583A}" destId="{BE7DA923-7230-41EE-A127-043253C3A6A3}" srcOrd="10" destOrd="0" presId="urn:microsoft.com/office/officeart/2005/8/layout/venn1"/>
    <dgm:cxn modelId="{1F67EA00-B07E-408C-8A6F-0BBAE7123328}" type="presParOf" srcId="{9E1497A4-C57A-4CA9-9D13-4CE8726D583A}" destId="{B6EF2873-E8E7-4DEF-8100-D66C3A40E59A}" srcOrd="11"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CB4D06-BDC2-4BFC-BA69-08053B98BE38}" type="doc">
      <dgm:prSet loTypeId="urn:microsoft.com/office/officeart/2005/8/layout/venn3" loCatId="relationship" qsTypeId="urn:microsoft.com/office/officeart/2005/8/quickstyle/simple1" qsCatId="simple" csTypeId="urn:microsoft.com/office/officeart/2005/8/colors/accent6_5" csCatId="accent6"/>
      <dgm:spPr/>
      <dgm:t>
        <a:bodyPr/>
        <a:lstStyle/>
        <a:p>
          <a:endParaRPr lang="en-IN"/>
        </a:p>
      </dgm:t>
    </dgm:pt>
    <dgm:pt modelId="{A366A0E7-A84A-4644-BD14-C6FBF3D703AE}">
      <dgm:prSet/>
      <dgm:spPr/>
      <dgm:t>
        <a:bodyPr/>
        <a:lstStyle/>
        <a:p>
          <a:r>
            <a:rPr lang="en-US"/>
            <a:t>Targeting and segmenting markets</a:t>
          </a:r>
          <a:endParaRPr lang="en-IN"/>
        </a:p>
      </dgm:t>
    </dgm:pt>
    <dgm:pt modelId="{84B6E75C-A104-4513-AEE1-09E89FB689C5}" type="parTrans" cxnId="{CBC2503C-60CA-4C0C-8B1C-2C429878CE7E}">
      <dgm:prSet/>
      <dgm:spPr/>
      <dgm:t>
        <a:bodyPr/>
        <a:lstStyle/>
        <a:p>
          <a:endParaRPr lang="en-IN"/>
        </a:p>
      </dgm:t>
    </dgm:pt>
    <dgm:pt modelId="{763A06D9-EBA6-4E91-9FAD-ABB863F9593B}" type="sibTrans" cxnId="{CBC2503C-60CA-4C0C-8B1C-2C429878CE7E}">
      <dgm:prSet/>
      <dgm:spPr/>
      <dgm:t>
        <a:bodyPr/>
        <a:lstStyle/>
        <a:p>
          <a:endParaRPr lang="en-IN"/>
        </a:p>
      </dgm:t>
    </dgm:pt>
    <dgm:pt modelId="{15FEED9D-24A2-4438-BBE6-1FDB0C0CFB0B}">
      <dgm:prSet/>
      <dgm:spPr/>
      <dgm:t>
        <a:bodyPr/>
        <a:lstStyle/>
        <a:p>
          <a:r>
            <a:rPr lang="en-US"/>
            <a:t>Product Strategy</a:t>
          </a:r>
          <a:endParaRPr lang="en-IN"/>
        </a:p>
      </dgm:t>
    </dgm:pt>
    <dgm:pt modelId="{2D8686A7-394E-4562-90D6-5801110C8E7F}" type="parTrans" cxnId="{F48FCD3D-F4B5-4CB4-B3FE-CCBF3C856C9A}">
      <dgm:prSet/>
      <dgm:spPr/>
      <dgm:t>
        <a:bodyPr/>
        <a:lstStyle/>
        <a:p>
          <a:endParaRPr lang="en-IN"/>
        </a:p>
      </dgm:t>
    </dgm:pt>
    <dgm:pt modelId="{88B5DA68-CB58-47F1-A5D5-726E35CEF9C0}" type="sibTrans" cxnId="{F48FCD3D-F4B5-4CB4-B3FE-CCBF3C856C9A}">
      <dgm:prSet/>
      <dgm:spPr/>
      <dgm:t>
        <a:bodyPr/>
        <a:lstStyle/>
        <a:p>
          <a:endParaRPr lang="en-IN"/>
        </a:p>
      </dgm:t>
    </dgm:pt>
    <dgm:pt modelId="{1E38E94F-4D26-4622-A511-308183A7DEFD}">
      <dgm:prSet/>
      <dgm:spPr/>
      <dgm:t>
        <a:bodyPr/>
        <a:lstStyle/>
        <a:p>
          <a:r>
            <a:rPr lang="en-US"/>
            <a:t>Price Strategy</a:t>
          </a:r>
          <a:endParaRPr lang="en-IN"/>
        </a:p>
      </dgm:t>
    </dgm:pt>
    <dgm:pt modelId="{A144521F-F717-4607-90B9-4104CD4B8CEA}" type="parTrans" cxnId="{CFD8188E-4A39-4E76-BD6A-C09FD8859E1A}">
      <dgm:prSet/>
      <dgm:spPr/>
      <dgm:t>
        <a:bodyPr/>
        <a:lstStyle/>
        <a:p>
          <a:endParaRPr lang="en-IN"/>
        </a:p>
      </dgm:t>
    </dgm:pt>
    <dgm:pt modelId="{AD51F7CC-88E9-40A5-9EC9-6528B53BAB75}" type="sibTrans" cxnId="{CFD8188E-4A39-4E76-BD6A-C09FD8859E1A}">
      <dgm:prSet/>
      <dgm:spPr/>
      <dgm:t>
        <a:bodyPr/>
        <a:lstStyle/>
        <a:p>
          <a:endParaRPr lang="en-IN"/>
        </a:p>
      </dgm:t>
    </dgm:pt>
    <dgm:pt modelId="{6E4256CD-6E02-482B-A0DE-2A6541C22EE2}">
      <dgm:prSet/>
      <dgm:spPr/>
      <dgm:t>
        <a:bodyPr/>
        <a:lstStyle/>
        <a:p>
          <a:r>
            <a:rPr lang="en-US"/>
            <a:t>Place strategy</a:t>
          </a:r>
          <a:endParaRPr lang="en-IN"/>
        </a:p>
      </dgm:t>
    </dgm:pt>
    <dgm:pt modelId="{7D30EFF7-D29A-4FDB-80EF-02BA459B898B}" type="parTrans" cxnId="{161D857C-5442-4DAD-A7D1-512A190E6B68}">
      <dgm:prSet/>
      <dgm:spPr/>
      <dgm:t>
        <a:bodyPr/>
        <a:lstStyle/>
        <a:p>
          <a:endParaRPr lang="en-IN"/>
        </a:p>
      </dgm:t>
    </dgm:pt>
    <dgm:pt modelId="{754D2FFC-FDAD-46D9-B20B-D33B0D9E096A}" type="sibTrans" cxnId="{161D857C-5442-4DAD-A7D1-512A190E6B68}">
      <dgm:prSet/>
      <dgm:spPr/>
      <dgm:t>
        <a:bodyPr/>
        <a:lstStyle/>
        <a:p>
          <a:endParaRPr lang="en-IN"/>
        </a:p>
      </dgm:t>
    </dgm:pt>
    <dgm:pt modelId="{2E4ADD92-16D8-4481-9A89-23E0420C59CB}">
      <dgm:prSet/>
      <dgm:spPr/>
      <dgm:t>
        <a:bodyPr/>
        <a:lstStyle/>
        <a:p>
          <a:r>
            <a:rPr lang="en-US"/>
            <a:t>Promotion strategy</a:t>
          </a:r>
          <a:endParaRPr lang="en-IN"/>
        </a:p>
      </dgm:t>
    </dgm:pt>
    <dgm:pt modelId="{5E367531-8CA2-47E5-BACA-F54BA3DD1AA4}" type="parTrans" cxnId="{E3D3D039-544E-436C-B315-ABFA63CEF27B}">
      <dgm:prSet/>
      <dgm:spPr/>
      <dgm:t>
        <a:bodyPr/>
        <a:lstStyle/>
        <a:p>
          <a:endParaRPr lang="en-IN"/>
        </a:p>
      </dgm:t>
    </dgm:pt>
    <dgm:pt modelId="{58328C4B-3245-45F6-943B-11F00977CCA2}" type="sibTrans" cxnId="{E3D3D039-544E-436C-B315-ABFA63CEF27B}">
      <dgm:prSet/>
      <dgm:spPr/>
      <dgm:t>
        <a:bodyPr/>
        <a:lstStyle/>
        <a:p>
          <a:endParaRPr lang="en-IN"/>
        </a:p>
      </dgm:t>
    </dgm:pt>
    <dgm:pt modelId="{8B79BE04-E234-447B-91E3-2AE4BDA65550}" type="pres">
      <dgm:prSet presAssocID="{60CB4D06-BDC2-4BFC-BA69-08053B98BE38}" presName="Name0" presStyleCnt="0">
        <dgm:presLayoutVars>
          <dgm:dir/>
          <dgm:resizeHandles val="exact"/>
        </dgm:presLayoutVars>
      </dgm:prSet>
      <dgm:spPr/>
    </dgm:pt>
    <dgm:pt modelId="{43817AEB-6040-4E8E-B047-3545F4BADEA4}" type="pres">
      <dgm:prSet presAssocID="{A366A0E7-A84A-4644-BD14-C6FBF3D703AE}" presName="Name5" presStyleLbl="vennNode1" presStyleIdx="0" presStyleCnt="5">
        <dgm:presLayoutVars>
          <dgm:bulletEnabled val="1"/>
        </dgm:presLayoutVars>
      </dgm:prSet>
      <dgm:spPr/>
    </dgm:pt>
    <dgm:pt modelId="{72082858-9900-49F1-892A-815BAC39D7DA}" type="pres">
      <dgm:prSet presAssocID="{763A06D9-EBA6-4E91-9FAD-ABB863F9593B}" presName="space" presStyleCnt="0"/>
      <dgm:spPr/>
    </dgm:pt>
    <dgm:pt modelId="{9098C48F-7C13-494B-8918-178420C4E0D0}" type="pres">
      <dgm:prSet presAssocID="{15FEED9D-24A2-4438-BBE6-1FDB0C0CFB0B}" presName="Name5" presStyleLbl="vennNode1" presStyleIdx="1" presStyleCnt="5">
        <dgm:presLayoutVars>
          <dgm:bulletEnabled val="1"/>
        </dgm:presLayoutVars>
      </dgm:prSet>
      <dgm:spPr/>
    </dgm:pt>
    <dgm:pt modelId="{D363E32E-6BBC-4E32-AFF3-CD3595FB7612}" type="pres">
      <dgm:prSet presAssocID="{88B5DA68-CB58-47F1-A5D5-726E35CEF9C0}" presName="space" presStyleCnt="0"/>
      <dgm:spPr/>
    </dgm:pt>
    <dgm:pt modelId="{343F065C-ACBA-4CC2-A1B2-DC7E3F5B0483}" type="pres">
      <dgm:prSet presAssocID="{1E38E94F-4D26-4622-A511-308183A7DEFD}" presName="Name5" presStyleLbl="vennNode1" presStyleIdx="2" presStyleCnt="5">
        <dgm:presLayoutVars>
          <dgm:bulletEnabled val="1"/>
        </dgm:presLayoutVars>
      </dgm:prSet>
      <dgm:spPr/>
    </dgm:pt>
    <dgm:pt modelId="{E613BFFF-5F25-4A9F-B808-B9AF4C7CF5D0}" type="pres">
      <dgm:prSet presAssocID="{AD51F7CC-88E9-40A5-9EC9-6528B53BAB75}" presName="space" presStyleCnt="0"/>
      <dgm:spPr/>
    </dgm:pt>
    <dgm:pt modelId="{A8E91D15-14DC-4F45-BD79-F7A9917FFD80}" type="pres">
      <dgm:prSet presAssocID="{6E4256CD-6E02-482B-A0DE-2A6541C22EE2}" presName="Name5" presStyleLbl="vennNode1" presStyleIdx="3" presStyleCnt="5">
        <dgm:presLayoutVars>
          <dgm:bulletEnabled val="1"/>
        </dgm:presLayoutVars>
      </dgm:prSet>
      <dgm:spPr/>
    </dgm:pt>
    <dgm:pt modelId="{5BA0FBA1-D72E-47A6-915B-00A8B0EAF1C2}" type="pres">
      <dgm:prSet presAssocID="{754D2FFC-FDAD-46D9-B20B-D33B0D9E096A}" presName="space" presStyleCnt="0"/>
      <dgm:spPr/>
    </dgm:pt>
    <dgm:pt modelId="{8BB8E105-85E3-4AC3-ADA1-CF91E0DA8561}" type="pres">
      <dgm:prSet presAssocID="{2E4ADD92-16D8-4481-9A89-23E0420C59CB}" presName="Name5" presStyleLbl="vennNode1" presStyleIdx="4" presStyleCnt="5">
        <dgm:presLayoutVars>
          <dgm:bulletEnabled val="1"/>
        </dgm:presLayoutVars>
      </dgm:prSet>
      <dgm:spPr/>
    </dgm:pt>
  </dgm:ptLst>
  <dgm:cxnLst>
    <dgm:cxn modelId="{CE31A70F-62ED-44E9-9F83-4A804420E135}" type="presOf" srcId="{A366A0E7-A84A-4644-BD14-C6FBF3D703AE}" destId="{43817AEB-6040-4E8E-B047-3545F4BADEA4}" srcOrd="0" destOrd="0" presId="urn:microsoft.com/office/officeart/2005/8/layout/venn3"/>
    <dgm:cxn modelId="{E3D3D039-544E-436C-B315-ABFA63CEF27B}" srcId="{60CB4D06-BDC2-4BFC-BA69-08053B98BE38}" destId="{2E4ADD92-16D8-4481-9A89-23E0420C59CB}" srcOrd="4" destOrd="0" parTransId="{5E367531-8CA2-47E5-BACA-F54BA3DD1AA4}" sibTransId="{58328C4B-3245-45F6-943B-11F00977CCA2}"/>
    <dgm:cxn modelId="{CBC2503C-60CA-4C0C-8B1C-2C429878CE7E}" srcId="{60CB4D06-BDC2-4BFC-BA69-08053B98BE38}" destId="{A366A0E7-A84A-4644-BD14-C6FBF3D703AE}" srcOrd="0" destOrd="0" parTransId="{84B6E75C-A104-4513-AEE1-09E89FB689C5}" sibTransId="{763A06D9-EBA6-4E91-9FAD-ABB863F9593B}"/>
    <dgm:cxn modelId="{F48FCD3D-F4B5-4CB4-B3FE-CCBF3C856C9A}" srcId="{60CB4D06-BDC2-4BFC-BA69-08053B98BE38}" destId="{15FEED9D-24A2-4438-BBE6-1FDB0C0CFB0B}" srcOrd="1" destOrd="0" parTransId="{2D8686A7-394E-4562-90D6-5801110C8E7F}" sibTransId="{88B5DA68-CB58-47F1-A5D5-726E35CEF9C0}"/>
    <dgm:cxn modelId="{0E902475-7657-43A1-9FE9-E9754F850085}" type="presOf" srcId="{1E38E94F-4D26-4622-A511-308183A7DEFD}" destId="{343F065C-ACBA-4CC2-A1B2-DC7E3F5B0483}" srcOrd="0" destOrd="0" presId="urn:microsoft.com/office/officeart/2005/8/layout/venn3"/>
    <dgm:cxn modelId="{161D857C-5442-4DAD-A7D1-512A190E6B68}" srcId="{60CB4D06-BDC2-4BFC-BA69-08053B98BE38}" destId="{6E4256CD-6E02-482B-A0DE-2A6541C22EE2}" srcOrd="3" destOrd="0" parTransId="{7D30EFF7-D29A-4FDB-80EF-02BA459B898B}" sibTransId="{754D2FFC-FDAD-46D9-B20B-D33B0D9E096A}"/>
    <dgm:cxn modelId="{CF73CC85-A2C3-46E2-BCF7-5B0D49B39051}" type="presOf" srcId="{2E4ADD92-16D8-4481-9A89-23E0420C59CB}" destId="{8BB8E105-85E3-4AC3-ADA1-CF91E0DA8561}" srcOrd="0" destOrd="0" presId="urn:microsoft.com/office/officeart/2005/8/layout/venn3"/>
    <dgm:cxn modelId="{CFD8188E-4A39-4E76-BD6A-C09FD8859E1A}" srcId="{60CB4D06-BDC2-4BFC-BA69-08053B98BE38}" destId="{1E38E94F-4D26-4622-A511-308183A7DEFD}" srcOrd="2" destOrd="0" parTransId="{A144521F-F717-4607-90B9-4104CD4B8CEA}" sibTransId="{AD51F7CC-88E9-40A5-9EC9-6528B53BAB75}"/>
    <dgm:cxn modelId="{BA8B51B4-2A76-455E-8447-051ECBC8B869}" type="presOf" srcId="{60CB4D06-BDC2-4BFC-BA69-08053B98BE38}" destId="{8B79BE04-E234-447B-91E3-2AE4BDA65550}" srcOrd="0" destOrd="0" presId="urn:microsoft.com/office/officeart/2005/8/layout/venn3"/>
    <dgm:cxn modelId="{382DF1CD-B678-48F8-88DE-37EED18D26E9}" type="presOf" srcId="{15FEED9D-24A2-4438-BBE6-1FDB0C0CFB0B}" destId="{9098C48F-7C13-494B-8918-178420C4E0D0}" srcOrd="0" destOrd="0" presId="urn:microsoft.com/office/officeart/2005/8/layout/venn3"/>
    <dgm:cxn modelId="{9540F9F6-3309-43CB-A0EA-0B85C59DFB2C}" type="presOf" srcId="{6E4256CD-6E02-482B-A0DE-2A6541C22EE2}" destId="{A8E91D15-14DC-4F45-BD79-F7A9917FFD80}" srcOrd="0" destOrd="0" presId="urn:microsoft.com/office/officeart/2005/8/layout/venn3"/>
    <dgm:cxn modelId="{F156E971-D413-4816-8B45-206A44286897}" type="presParOf" srcId="{8B79BE04-E234-447B-91E3-2AE4BDA65550}" destId="{43817AEB-6040-4E8E-B047-3545F4BADEA4}" srcOrd="0" destOrd="0" presId="urn:microsoft.com/office/officeart/2005/8/layout/venn3"/>
    <dgm:cxn modelId="{8C6C1441-3D51-433F-9568-5AA13B5123E7}" type="presParOf" srcId="{8B79BE04-E234-447B-91E3-2AE4BDA65550}" destId="{72082858-9900-49F1-892A-815BAC39D7DA}" srcOrd="1" destOrd="0" presId="urn:microsoft.com/office/officeart/2005/8/layout/venn3"/>
    <dgm:cxn modelId="{B00C83B7-D6AF-4600-B6B9-3F5F21429E57}" type="presParOf" srcId="{8B79BE04-E234-447B-91E3-2AE4BDA65550}" destId="{9098C48F-7C13-494B-8918-178420C4E0D0}" srcOrd="2" destOrd="0" presId="urn:microsoft.com/office/officeart/2005/8/layout/venn3"/>
    <dgm:cxn modelId="{BFA000C2-0DE5-4867-8571-CAFEC00584A0}" type="presParOf" srcId="{8B79BE04-E234-447B-91E3-2AE4BDA65550}" destId="{D363E32E-6BBC-4E32-AFF3-CD3595FB7612}" srcOrd="3" destOrd="0" presId="urn:microsoft.com/office/officeart/2005/8/layout/venn3"/>
    <dgm:cxn modelId="{27B8B560-3449-4499-A8F4-38DB4CD80D49}" type="presParOf" srcId="{8B79BE04-E234-447B-91E3-2AE4BDA65550}" destId="{343F065C-ACBA-4CC2-A1B2-DC7E3F5B0483}" srcOrd="4" destOrd="0" presId="urn:microsoft.com/office/officeart/2005/8/layout/venn3"/>
    <dgm:cxn modelId="{76DECAD6-4FA1-4175-894D-3E4503C99B25}" type="presParOf" srcId="{8B79BE04-E234-447B-91E3-2AE4BDA65550}" destId="{E613BFFF-5F25-4A9F-B808-B9AF4C7CF5D0}" srcOrd="5" destOrd="0" presId="urn:microsoft.com/office/officeart/2005/8/layout/venn3"/>
    <dgm:cxn modelId="{0787B6AC-8237-41A8-9C55-C2880E7BB018}" type="presParOf" srcId="{8B79BE04-E234-447B-91E3-2AE4BDA65550}" destId="{A8E91D15-14DC-4F45-BD79-F7A9917FFD80}" srcOrd="6" destOrd="0" presId="urn:microsoft.com/office/officeart/2005/8/layout/venn3"/>
    <dgm:cxn modelId="{EF0B4ED8-C2A0-403F-8F73-117A777CB2C9}" type="presParOf" srcId="{8B79BE04-E234-447B-91E3-2AE4BDA65550}" destId="{5BA0FBA1-D72E-47A6-915B-00A8B0EAF1C2}" srcOrd="7" destOrd="0" presId="urn:microsoft.com/office/officeart/2005/8/layout/venn3"/>
    <dgm:cxn modelId="{879F7CD1-8655-4126-912E-93FBADC95B19}" type="presParOf" srcId="{8B79BE04-E234-447B-91E3-2AE4BDA65550}" destId="{8BB8E105-85E3-4AC3-ADA1-CF91E0DA8561}"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A8C9D8-FA90-4F06-8F58-9B352E373434}" type="doc">
      <dgm:prSet loTypeId="urn:microsoft.com/office/officeart/2005/8/layout/pyramid2" loCatId="pyramid" qsTypeId="urn:microsoft.com/office/officeart/2005/8/quickstyle/simple1" qsCatId="simple" csTypeId="urn:microsoft.com/office/officeart/2005/8/colors/accent3_4" csCatId="accent3"/>
      <dgm:spPr/>
      <dgm:t>
        <a:bodyPr/>
        <a:lstStyle/>
        <a:p>
          <a:endParaRPr lang="en-IN"/>
        </a:p>
      </dgm:t>
    </dgm:pt>
    <dgm:pt modelId="{D2AEECA2-4B3A-4350-A1D3-C490DD89D94B}">
      <dgm:prSet/>
      <dgm:spPr/>
      <dgm:t>
        <a:bodyPr/>
        <a:lstStyle/>
        <a:p>
          <a:r>
            <a:rPr lang="en-US"/>
            <a:t>Cultural Factors</a:t>
          </a:r>
          <a:endParaRPr lang="en-IN"/>
        </a:p>
      </dgm:t>
    </dgm:pt>
    <dgm:pt modelId="{3EDB4642-E006-4A79-855E-B79D4899515D}" type="parTrans" cxnId="{21FC2BBA-AB02-49D8-9B06-2177105CC5C7}">
      <dgm:prSet/>
      <dgm:spPr/>
      <dgm:t>
        <a:bodyPr/>
        <a:lstStyle/>
        <a:p>
          <a:endParaRPr lang="en-IN"/>
        </a:p>
      </dgm:t>
    </dgm:pt>
    <dgm:pt modelId="{A0886F26-D749-4910-A306-15CC189C32BF}" type="sibTrans" cxnId="{21FC2BBA-AB02-49D8-9B06-2177105CC5C7}">
      <dgm:prSet/>
      <dgm:spPr/>
      <dgm:t>
        <a:bodyPr/>
        <a:lstStyle/>
        <a:p>
          <a:endParaRPr lang="en-IN"/>
        </a:p>
      </dgm:t>
    </dgm:pt>
    <dgm:pt modelId="{06ED4FDF-C937-4427-9B45-63923B50C56F}">
      <dgm:prSet/>
      <dgm:spPr/>
      <dgm:t>
        <a:bodyPr/>
        <a:lstStyle/>
        <a:p>
          <a:r>
            <a:rPr lang="en-US"/>
            <a:t>Economic Factors</a:t>
          </a:r>
          <a:endParaRPr lang="en-IN"/>
        </a:p>
      </dgm:t>
    </dgm:pt>
    <dgm:pt modelId="{3B67975F-EFB1-4CC9-9969-03E3BE9E33C3}" type="parTrans" cxnId="{F069D09A-A6CF-41EA-91FD-61570795CE0A}">
      <dgm:prSet/>
      <dgm:spPr/>
      <dgm:t>
        <a:bodyPr/>
        <a:lstStyle/>
        <a:p>
          <a:endParaRPr lang="en-IN"/>
        </a:p>
      </dgm:t>
    </dgm:pt>
    <dgm:pt modelId="{1ACEB1D1-3C9E-4596-8B8C-5988F70C3054}" type="sibTrans" cxnId="{F069D09A-A6CF-41EA-91FD-61570795CE0A}">
      <dgm:prSet/>
      <dgm:spPr/>
      <dgm:t>
        <a:bodyPr/>
        <a:lstStyle/>
        <a:p>
          <a:endParaRPr lang="en-IN"/>
        </a:p>
      </dgm:t>
    </dgm:pt>
    <dgm:pt modelId="{554F308E-9C0E-4C8F-8020-0B5D6B8CE09E}">
      <dgm:prSet/>
      <dgm:spPr/>
      <dgm:t>
        <a:bodyPr/>
        <a:lstStyle/>
        <a:p>
          <a:r>
            <a:rPr lang="en-US"/>
            <a:t>Legal Political Factors</a:t>
          </a:r>
          <a:endParaRPr lang="en-IN"/>
        </a:p>
      </dgm:t>
    </dgm:pt>
    <dgm:pt modelId="{93C9D7C8-C029-417B-B767-920E779801D8}" type="parTrans" cxnId="{EF50744D-5682-4A54-8379-788F62702353}">
      <dgm:prSet/>
      <dgm:spPr/>
      <dgm:t>
        <a:bodyPr/>
        <a:lstStyle/>
        <a:p>
          <a:endParaRPr lang="en-IN"/>
        </a:p>
      </dgm:t>
    </dgm:pt>
    <dgm:pt modelId="{15E7ABCB-102A-4344-A78E-B825E9BD6C97}" type="sibTrans" cxnId="{EF50744D-5682-4A54-8379-788F62702353}">
      <dgm:prSet/>
      <dgm:spPr/>
      <dgm:t>
        <a:bodyPr/>
        <a:lstStyle/>
        <a:p>
          <a:endParaRPr lang="en-IN"/>
        </a:p>
      </dgm:t>
    </dgm:pt>
    <dgm:pt modelId="{50DF5EE6-E33C-4532-B062-CBFC4DDAC446}" type="pres">
      <dgm:prSet presAssocID="{40A8C9D8-FA90-4F06-8F58-9B352E373434}" presName="compositeShape" presStyleCnt="0">
        <dgm:presLayoutVars>
          <dgm:dir/>
          <dgm:resizeHandles/>
        </dgm:presLayoutVars>
      </dgm:prSet>
      <dgm:spPr/>
    </dgm:pt>
    <dgm:pt modelId="{7F281354-19A9-4C0F-9B8E-0C1250C0036C}" type="pres">
      <dgm:prSet presAssocID="{40A8C9D8-FA90-4F06-8F58-9B352E373434}" presName="pyramid" presStyleLbl="node1" presStyleIdx="0" presStyleCnt="1"/>
      <dgm:spPr/>
    </dgm:pt>
    <dgm:pt modelId="{00A0FEAC-5EE5-426D-A22B-6B5EC4568C25}" type="pres">
      <dgm:prSet presAssocID="{40A8C9D8-FA90-4F06-8F58-9B352E373434}" presName="theList" presStyleCnt="0"/>
      <dgm:spPr/>
    </dgm:pt>
    <dgm:pt modelId="{B53CF1E4-34D7-415C-AB96-11F0AAF483AA}" type="pres">
      <dgm:prSet presAssocID="{D2AEECA2-4B3A-4350-A1D3-C490DD89D94B}" presName="aNode" presStyleLbl="fgAcc1" presStyleIdx="0" presStyleCnt="3">
        <dgm:presLayoutVars>
          <dgm:bulletEnabled val="1"/>
        </dgm:presLayoutVars>
      </dgm:prSet>
      <dgm:spPr/>
    </dgm:pt>
    <dgm:pt modelId="{F7A3273A-59A4-4E8D-B087-C4C7733E7641}" type="pres">
      <dgm:prSet presAssocID="{D2AEECA2-4B3A-4350-A1D3-C490DD89D94B}" presName="aSpace" presStyleCnt="0"/>
      <dgm:spPr/>
    </dgm:pt>
    <dgm:pt modelId="{168FC2E3-33D6-4D45-AE36-8D52B0E55FE0}" type="pres">
      <dgm:prSet presAssocID="{06ED4FDF-C937-4427-9B45-63923B50C56F}" presName="aNode" presStyleLbl="fgAcc1" presStyleIdx="1" presStyleCnt="3">
        <dgm:presLayoutVars>
          <dgm:bulletEnabled val="1"/>
        </dgm:presLayoutVars>
      </dgm:prSet>
      <dgm:spPr/>
    </dgm:pt>
    <dgm:pt modelId="{65B08330-B2D5-4DB9-AD9E-907484353033}" type="pres">
      <dgm:prSet presAssocID="{06ED4FDF-C937-4427-9B45-63923B50C56F}" presName="aSpace" presStyleCnt="0"/>
      <dgm:spPr/>
    </dgm:pt>
    <dgm:pt modelId="{3619598B-B185-4C5C-B22A-ED11DD53CA4C}" type="pres">
      <dgm:prSet presAssocID="{554F308E-9C0E-4C8F-8020-0B5D6B8CE09E}" presName="aNode" presStyleLbl="fgAcc1" presStyleIdx="2" presStyleCnt="3">
        <dgm:presLayoutVars>
          <dgm:bulletEnabled val="1"/>
        </dgm:presLayoutVars>
      </dgm:prSet>
      <dgm:spPr/>
    </dgm:pt>
    <dgm:pt modelId="{8793CFEC-5203-402D-B8BE-73802792ED2E}" type="pres">
      <dgm:prSet presAssocID="{554F308E-9C0E-4C8F-8020-0B5D6B8CE09E}" presName="aSpace" presStyleCnt="0"/>
      <dgm:spPr/>
    </dgm:pt>
  </dgm:ptLst>
  <dgm:cxnLst>
    <dgm:cxn modelId="{30334C20-0E63-4A5C-B3EE-480D952594BE}" type="presOf" srcId="{40A8C9D8-FA90-4F06-8F58-9B352E373434}" destId="{50DF5EE6-E33C-4532-B062-CBFC4DDAC446}" srcOrd="0" destOrd="0" presId="urn:microsoft.com/office/officeart/2005/8/layout/pyramid2"/>
    <dgm:cxn modelId="{920BFD4C-5987-4726-BA77-015FA17BADDE}" type="presOf" srcId="{D2AEECA2-4B3A-4350-A1D3-C490DD89D94B}" destId="{B53CF1E4-34D7-415C-AB96-11F0AAF483AA}" srcOrd="0" destOrd="0" presId="urn:microsoft.com/office/officeart/2005/8/layout/pyramid2"/>
    <dgm:cxn modelId="{EF50744D-5682-4A54-8379-788F62702353}" srcId="{40A8C9D8-FA90-4F06-8F58-9B352E373434}" destId="{554F308E-9C0E-4C8F-8020-0B5D6B8CE09E}" srcOrd="2" destOrd="0" parTransId="{93C9D7C8-C029-417B-B767-920E779801D8}" sibTransId="{15E7ABCB-102A-4344-A78E-B825E9BD6C97}"/>
    <dgm:cxn modelId="{F069D09A-A6CF-41EA-91FD-61570795CE0A}" srcId="{40A8C9D8-FA90-4F06-8F58-9B352E373434}" destId="{06ED4FDF-C937-4427-9B45-63923B50C56F}" srcOrd="1" destOrd="0" parTransId="{3B67975F-EFB1-4CC9-9969-03E3BE9E33C3}" sibTransId="{1ACEB1D1-3C9E-4596-8B8C-5988F70C3054}"/>
    <dgm:cxn modelId="{AB08C3B2-0188-4F06-B3FE-822A26BA66FE}" type="presOf" srcId="{554F308E-9C0E-4C8F-8020-0B5D6B8CE09E}" destId="{3619598B-B185-4C5C-B22A-ED11DD53CA4C}" srcOrd="0" destOrd="0" presId="urn:microsoft.com/office/officeart/2005/8/layout/pyramid2"/>
    <dgm:cxn modelId="{21FC2BBA-AB02-49D8-9B06-2177105CC5C7}" srcId="{40A8C9D8-FA90-4F06-8F58-9B352E373434}" destId="{D2AEECA2-4B3A-4350-A1D3-C490DD89D94B}" srcOrd="0" destOrd="0" parTransId="{3EDB4642-E006-4A79-855E-B79D4899515D}" sibTransId="{A0886F26-D749-4910-A306-15CC189C32BF}"/>
    <dgm:cxn modelId="{E654B7E5-986C-4FC9-B9F3-15B733F209E9}" type="presOf" srcId="{06ED4FDF-C937-4427-9B45-63923B50C56F}" destId="{168FC2E3-33D6-4D45-AE36-8D52B0E55FE0}" srcOrd="0" destOrd="0" presId="urn:microsoft.com/office/officeart/2005/8/layout/pyramid2"/>
    <dgm:cxn modelId="{0EE38C40-3B6B-47ED-AF77-EFD44FDC4781}" type="presParOf" srcId="{50DF5EE6-E33C-4532-B062-CBFC4DDAC446}" destId="{7F281354-19A9-4C0F-9B8E-0C1250C0036C}" srcOrd="0" destOrd="0" presId="urn:microsoft.com/office/officeart/2005/8/layout/pyramid2"/>
    <dgm:cxn modelId="{70C08884-CCE7-4E98-A747-77C29CAC5BD5}" type="presParOf" srcId="{50DF5EE6-E33C-4532-B062-CBFC4DDAC446}" destId="{00A0FEAC-5EE5-426D-A22B-6B5EC4568C25}" srcOrd="1" destOrd="0" presId="urn:microsoft.com/office/officeart/2005/8/layout/pyramid2"/>
    <dgm:cxn modelId="{1FC8ED6E-4A25-43C2-B70D-AE1180F3EE8B}" type="presParOf" srcId="{00A0FEAC-5EE5-426D-A22B-6B5EC4568C25}" destId="{B53CF1E4-34D7-415C-AB96-11F0AAF483AA}" srcOrd="0" destOrd="0" presId="urn:microsoft.com/office/officeart/2005/8/layout/pyramid2"/>
    <dgm:cxn modelId="{9467E397-E0E4-40C1-80DC-472EFF76A51E}" type="presParOf" srcId="{00A0FEAC-5EE5-426D-A22B-6B5EC4568C25}" destId="{F7A3273A-59A4-4E8D-B087-C4C7733E7641}" srcOrd="1" destOrd="0" presId="urn:microsoft.com/office/officeart/2005/8/layout/pyramid2"/>
    <dgm:cxn modelId="{BFA643DD-CC98-4DAA-B8A4-7E117CB14DFD}" type="presParOf" srcId="{00A0FEAC-5EE5-426D-A22B-6B5EC4568C25}" destId="{168FC2E3-33D6-4D45-AE36-8D52B0E55FE0}" srcOrd="2" destOrd="0" presId="urn:microsoft.com/office/officeart/2005/8/layout/pyramid2"/>
    <dgm:cxn modelId="{3FE62C9B-0B79-4CCB-BE08-A6FC7D65A5B0}" type="presParOf" srcId="{00A0FEAC-5EE5-426D-A22B-6B5EC4568C25}" destId="{65B08330-B2D5-4DB9-AD9E-907484353033}" srcOrd="3" destOrd="0" presId="urn:microsoft.com/office/officeart/2005/8/layout/pyramid2"/>
    <dgm:cxn modelId="{D0A9A7B7-6151-4A7F-B71D-19248635D35A}" type="presParOf" srcId="{00A0FEAC-5EE5-426D-A22B-6B5EC4568C25}" destId="{3619598B-B185-4C5C-B22A-ED11DD53CA4C}" srcOrd="4" destOrd="0" presId="urn:microsoft.com/office/officeart/2005/8/layout/pyramid2"/>
    <dgm:cxn modelId="{B2B37ECC-1211-4BCA-A649-F06DDD872D16}" type="presParOf" srcId="{00A0FEAC-5EE5-426D-A22B-6B5EC4568C25}" destId="{8793CFEC-5203-402D-B8BE-73802792ED2E}"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46E87C-6DDF-4BE4-B7F0-61A418CF828C}" type="doc">
      <dgm:prSet loTypeId="urn:microsoft.com/office/officeart/2011/layout/CircleProcess" loCatId="process" qsTypeId="urn:microsoft.com/office/officeart/2005/8/quickstyle/3d1" qsCatId="3D" csTypeId="urn:microsoft.com/office/officeart/2005/8/colors/colorful3" csCatId="colorful"/>
      <dgm:spPr/>
      <dgm:t>
        <a:bodyPr/>
        <a:lstStyle/>
        <a:p>
          <a:endParaRPr lang="en-IN"/>
        </a:p>
      </dgm:t>
    </dgm:pt>
    <dgm:pt modelId="{1AC29F84-1EA2-4256-A095-1166C40B94ED}">
      <dgm:prSet/>
      <dgm:spPr/>
      <dgm:t>
        <a:bodyPr/>
        <a:lstStyle/>
        <a:p>
          <a:r>
            <a:rPr lang="en-US"/>
            <a:t>Human Resource Planning</a:t>
          </a:r>
          <a:endParaRPr lang="en-IN"/>
        </a:p>
      </dgm:t>
    </dgm:pt>
    <dgm:pt modelId="{73CD63E8-083F-4BB5-89FE-57838497069E}" type="parTrans" cxnId="{D4E6FEB2-A889-492E-9325-3790F62F5E83}">
      <dgm:prSet/>
      <dgm:spPr/>
      <dgm:t>
        <a:bodyPr/>
        <a:lstStyle/>
        <a:p>
          <a:endParaRPr lang="en-IN"/>
        </a:p>
      </dgm:t>
    </dgm:pt>
    <dgm:pt modelId="{291D8F8E-9039-4A60-BA05-DFB64A91375B}" type="sibTrans" cxnId="{D4E6FEB2-A889-492E-9325-3790F62F5E83}">
      <dgm:prSet/>
      <dgm:spPr/>
      <dgm:t>
        <a:bodyPr/>
        <a:lstStyle/>
        <a:p>
          <a:endParaRPr lang="en-IN"/>
        </a:p>
      </dgm:t>
    </dgm:pt>
    <dgm:pt modelId="{BC6FFB0A-60F2-4A6C-8DF3-1FCBCDC8C660}">
      <dgm:prSet/>
      <dgm:spPr/>
      <dgm:t>
        <a:bodyPr/>
        <a:lstStyle/>
        <a:p>
          <a:r>
            <a:rPr lang="en-US"/>
            <a:t>Recruitment and Selection</a:t>
          </a:r>
          <a:endParaRPr lang="en-IN"/>
        </a:p>
      </dgm:t>
    </dgm:pt>
    <dgm:pt modelId="{D299A488-CF67-4619-A2CD-D896C7690F4C}" type="parTrans" cxnId="{2F74982E-B9EA-4582-87BE-20F79908C176}">
      <dgm:prSet/>
      <dgm:spPr/>
      <dgm:t>
        <a:bodyPr/>
        <a:lstStyle/>
        <a:p>
          <a:endParaRPr lang="en-IN"/>
        </a:p>
      </dgm:t>
    </dgm:pt>
    <dgm:pt modelId="{A7EA1175-9DE3-48F5-9885-0A0225C138D6}" type="sibTrans" cxnId="{2F74982E-B9EA-4582-87BE-20F79908C176}">
      <dgm:prSet/>
      <dgm:spPr/>
      <dgm:t>
        <a:bodyPr/>
        <a:lstStyle/>
        <a:p>
          <a:endParaRPr lang="en-IN"/>
        </a:p>
      </dgm:t>
    </dgm:pt>
    <dgm:pt modelId="{3FED3E32-BA55-4196-8188-A984B31297C5}">
      <dgm:prSet/>
      <dgm:spPr/>
      <dgm:t>
        <a:bodyPr/>
        <a:lstStyle/>
        <a:p>
          <a:r>
            <a:rPr lang="en-US"/>
            <a:t>Training and Development</a:t>
          </a:r>
          <a:endParaRPr lang="en-IN"/>
        </a:p>
      </dgm:t>
    </dgm:pt>
    <dgm:pt modelId="{6A850710-CEFE-44D0-AB44-860CFD195BC1}" type="parTrans" cxnId="{2C97D529-1ED4-4817-B44F-A35CE091FBD1}">
      <dgm:prSet/>
      <dgm:spPr/>
      <dgm:t>
        <a:bodyPr/>
        <a:lstStyle/>
        <a:p>
          <a:endParaRPr lang="en-IN"/>
        </a:p>
      </dgm:t>
    </dgm:pt>
    <dgm:pt modelId="{EE390ED3-E969-4EF4-98AF-78BDFF8C45C4}" type="sibTrans" cxnId="{2C97D529-1ED4-4817-B44F-A35CE091FBD1}">
      <dgm:prSet/>
      <dgm:spPr/>
      <dgm:t>
        <a:bodyPr/>
        <a:lstStyle/>
        <a:p>
          <a:endParaRPr lang="en-IN"/>
        </a:p>
      </dgm:t>
    </dgm:pt>
    <dgm:pt modelId="{6285226E-13EA-4858-B900-4947B4CA3332}">
      <dgm:prSet/>
      <dgm:spPr/>
      <dgm:t>
        <a:bodyPr/>
        <a:lstStyle/>
        <a:p>
          <a:r>
            <a:rPr lang="en-US"/>
            <a:t>Remuneration</a:t>
          </a:r>
          <a:endParaRPr lang="en-IN"/>
        </a:p>
      </dgm:t>
    </dgm:pt>
    <dgm:pt modelId="{4B7D9245-E38A-4328-9F61-C23890F212F1}" type="parTrans" cxnId="{72B5133C-28B3-464C-9543-C65D928757FF}">
      <dgm:prSet/>
      <dgm:spPr/>
      <dgm:t>
        <a:bodyPr/>
        <a:lstStyle/>
        <a:p>
          <a:endParaRPr lang="en-IN"/>
        </a:p>
      </dgm:t>
    </dgm:pt>
    <dgm:pt modelId="{B80EFEC6-8887-42CF-A266-8F47152D4CDC}" type="sibTrans" cxnId="{72B5133C-28B3-464C-9543-C65D928757FF}">
      <dgm:prSet/>
      <dgm:spPr/>
      <dgm:t>
        <a:bodyPr/>
        <a:lstStyle/>
        <a:p>
          <a:endParaRPr lang="en-IN"/>
        </a:p>
      </dgm:t>
    </dgm:pt>
    <dgm:pt modelId="{678F8D7E-4405-414D-ACBD-91EFE01171F5}">
      <dgm:prSet/>
      <dgm:spPr/>
      <dgm:t>
        <a:bodyPr/>
        <a:lstStyle/>
        <a:p>
          <a:r>
            <a:rPr lang="en-US"/>
            <a:t>Performance Management</a:t>
          </a:r>
          <a:endParaRPr lang="en-IN"/>
        </a:p>
      </dgm:t>
    </dgm:pt>
    <dgm:pt modelId="{B9BB5589-8D53-40C2-AF09-6E4A6B0523E3}" type="parTrans" cxnId="{500CD14D-ED3A-4643-A2E3-AB2CFFF63250}">
      <dgm:prSet/>
      <dgm:spPr/>
      <dgm:t>
        <a:bodyPr/>
        <a:lstStyle/>
        <a:p>
          <a:endParaRPr lang="en-IN"/>
        </a:p>
      </dgm:t>
    </dgm:pt>
    <dgm:pt modelId="{2941E7AF-1312-4606-99F9-123877386B83}" type="sibTrans" cxnId="{500CD14D-ED3A-4643-A2E3-AB2CFFF63250}">
      <dgm:prSet/>
      <dgm:spPr/>
      <dgm:t>
        <a:bodyPr/>
        <a:lstStyle/>
        <a:p>
          <a:endParaRPr lang="en-IN"/>
        </a:p>
      </dgm:t>
    </dgm:pt>
    <dgm:pt modelId="{A40D3EEA-8D61-498A-8DB3-770766E086B0}">
      <dgm:prSet/>
      <dgm:spPr/>
      <dgm:t>
        <a:bodyPr/>
        <a:lstStyle/>
        <a:p>
          <a:r>
            <a:rPr lang="en-US"/>
            <a:t>Employee Relations</a:t>
          </a:r>
          <a:endParaRPr lang="en-IN"/>
        </a:p>
      </dgm:t>
    </dgm:pt>
    <dgm:pt modelId="{C660A717-D50E-4B31-AE9D-668A75813057}" type="parTrans" cxnId="{B7857A7B-67C9-4278-907F-C5AD6B5BA218}">
      <dgm:prSet/>
      <dgm:spPr/>
      <dgm:t>
        <a:bodyPr/>
        <a:lstStyle/>
        <a:p>
          <a:endParaRPr lang="en-IN"/>
        </a:p>
      </dgm:t>
    </dgm:pt>
    <dgm:pt modelId="{14D0B0B1-D74B-42B8-80A0-6331C2A25E49}" type="sibTrans" cxnId="{B7857A7B-67C9-4278-907F-C5AD6B5BA218}">
      <dgm:prSet/>
      <dgm:spPr/>
      <dgm:t>
        <a:bodyPr/>
        <a:lstStyle/>
        <a:p>
          <a:endParaRPr lang="en-IN"/>
        </a:p>
      </dgm:t>
    </dgm:pt>
    <dgm:pt modelId="{795472DF-D2A1-471B-8E89-5DA17B22FBA7}" type="pres">
      <dgm:prSet presAssocID="{F746E87C-6DDF-4BE4-B7F0-61A418CF828C}" presName="Name0" presStyleCnt="0">
        <dgm:presLayoutVars>
          <dgm:chMax val="11"/>
          <dgm:chPref val="11"/>
          <dgm:dir/>
          <dgm:resizeHandles/>
        </dgm:presLayoutVars>
      </dgm:prSet>
      <dgm:spPr/>
    </dgm:pt>
    <dgm:pt modelId="{1AB76F59-8730-489B-BF7B-90F69B77E3DE}" type="pres">
      <dgm:prSet presAssocID="{A40D3EEA-8D61-498A-8DB3-770766E086B0}" presName="Accent6" presStyleCnt="0"/>
      <dgm:spPr/>
    </dgm:pt>
    <dgm:pt modelId="{EC798865-1D44-4DD8-83E2-E78B5A865551}" type="pres">
      <dgm:prSet presAssocID="{A40D3EEA-8D61-498A-8DB3-770766E086B0}" presName="Accent" presStyleLbl="node1" presStyleIdx="0" presStyleCnt="6"/>
      <dgm:spPr/>
    </dgm:pt>
    <dgm:pt modelId="{F5959671-2EC5-4E5E-9E2D-7EE113AE4667}" type="pres">
      <dgm:prSet presAssocID="{A40D3EEA-8D61-498A-8DB3-770766E086B0}" presName="ParentBackground6" presStyleCnt="0"/>
      <dgm:spPr/>
    </dgm:pt>
    <dgm:pt modelId="{F5573278-107F-4AF5-909E-2B7B271EEA07}" type="pres">
      <dgm:prSet presAssocID="{A40D3EEA-8D61-498A-8DB3-770766E086B0}" presName="ParentBackground" presStyleLbl="fgAcc1" presStyleIdx="0" presStyleCnt="6"/>
      <dgm:spPr/>
    </dgm:pt>
    <dgm:pt modelId="{7F196C39-496C-4A4F-A001-AD1BF83151CF}" type="pres">
      <dgm:prSet presAssocID="{A40D3EEA-8D61-498A-8DB3-770766E086B0}" presName="Parent6" presStyleLbl="revTx" presStyleIdx="0" presStyleCnt="0">
        <dgm:presLayoutVars>
          <dgm:chMax val="1"/>
          <dgm:chPref val="1"/>
          <dgm:bulletEnabled val="1"/>
        </dgm:presLayoutVars>
      </dgm:prSet>
      <dgm:spPr/>
    </dgm:pt>
    <dgm:pt modelId="{4671C886-A279-42D6-AADD-025B8E1B8780}" type="pres">
      <dgm:prSet presAssocID="{678F8D7E-4405-414D-ACBD-91EFE01171F5}" presName="Accent5" presStyleCnt="0"/>
      <dgm:spPr/>
    </dgm:pt>
    <dgm:pt modelId="{F156CED5-F8F3-4E5B-A13B-8FF54DFA56F6}" type="pres">
      <dgm:prSet presAssocID="{678F8D7E-4405-414D-ACBD-91EFE01171F5}" presName="Accent" presStyleLbl="node1" presStyleIdx="1" presStyleCnt="6"/>
      <dgm:spPr/>
    </dgm:pt>
    <dgm:pt modelId="{B36CD04C-6AEF-4821-8517-FADCB80A068E}" type="pres">
      <dgm:prSet presAssocID="{678F8D7E-4405-414D-ACBD-91EFE01171F5}" presName="ParentBackground5" presStyleCnt="0"/>
      <dgm:spPr/>
    </dgm:pt>
    <dgm:pt modelId="{EC83D63D-9358-4954-A038-5355B8C49C0E}" type="pres">
      <dgm:prSet presAssocID="{678F8D7E-4405-414D-ACBD-91EFE01171F5}" presName="ParentBackground" presStyleLbl="fgAcc1" presStyleIdx="1" presStyleCnt="6"/>
      <dgm:spPr/>
    </dgm:pt>
    <dgm:pt modelId="{5487A76F-5872-4BC9-9650-B874D8EA4D55}" type="pres">
      <dgm:prSet presAssocID="{678F8D7E-4405-414D-ACBD-91EFE01171F5}" presName="Parent5" presStyleLbl="revTx" presStyleIdx="0" presStyleCnt="0">
        <dgm:presLayoutVars>
          <dgm:chMax val="1"/>
          <dgm:chPref val="1"/>
          <dgm:bulletEnabled val="1"/>
        </dgm:presLayoutVars>
      </dgm:prSet>
      <dgm:spPr/>
    </dgm:pt>
    <dgm:pt modelId="{411F4C54-04EA-40E2-A25D-9F1A07900FE8}" type="pres">
      <dgm:prSet presAssocID="{6285226E-13EA-4858-B900-4947B4CA3332}" presName="Accent4" presStyleCnt="0"/>
      <dgm:spPr/>
    </dgm:pt>
    <dgm:pt modelId="{B3F4B6C1-F832-478D-82F2-2F7450884FD8}" type="pres">
      <dgm:prSet presAssocID="{6285226E-13EA-4858-B900-4947B4CA3332}" presName="Accent" presStyleLbl="node1" presStyleIdx="2" presStyleCnt="6"/>
      <dgm:spPr/>
    </dgm:pt>
    <dgm:pt modelId="{B72701FF-C90B-485B-BE04-46FE77A9D7D2}" type="pres">
      <dgm:prSet presAssocID="{6285226E-13EA-4858-B900-4947B4CA3332}" presName="ParentBackground4" presStyleCnt="0"/>
      <dgm:spPr/>
    </dgm:pt>
    <dgm:pt modelId="{1E12A661-B3A0-4EAD-915C-4EFED0D0C137}" type="pres">
      <dgm:prSet presAssocID="{6285226E-13EA-4858-B900-4947B4CA3332}" presName="ParentBackground" presStyleLbl="fgAcc1" presStyleIdx="2" presStyleCnt="6"/>
      <dgm:spPr/>
    </dgm:pt>
    <dgm:pt modelId="{13F0ED8B-555B-45E8-B717-8E5B9B3FB9ED}" type="pres">
      <dgm:prSet presAssocID="{6285226E-13EA-4858-B900-4947B4CA3332}" presName="Parent4" presStyleLbl="revTx" presStyleIdx="0" presStyleCnt="0">
        <dgm:presLayoutVars>
          <dgm:chMax val="1"/>
          <dgm:chPref val="1"/>
          <dgm:bulletEnabled val="1"/>
        </dgm:presLayoutVars>
      </dgm:prSet>
      <dgm:spPr/>
    </dgm:pt>
    <dgm:pt modelId="{049F9961-CDB6-48C8-9C06-C4CECF41CD5B}" type="pres">
      <dgm:prSet presAssocID="{3FED3E32-BA55-4196-8188-A984B31297C5}" presName="Accent3" presStyleCnt="0"/>
      <dgm:spPr/>
    </dgm:pt>
    <dgm:pt modelId="{C837A302-B9BD-4FF4-8B4D-A474E9B5AE27}" type="pres">
      <dgm:prSet presAssocID="{3FED3E32-BA55-4196-8188-A984B31297C5}" presName="Accent" presStyleLbl="node1" presStyleIdx="3" presStyleCnt="6"/>
      <dgm:spPr/>
    </dgm:pt>
    <dgm:pt modelId="{C20D59FA-AFAF-4D53-BC25-F4A0D68752F8}" type="pres">
      <dgm:prSet presAssocID="{3FED3E32-BA55-4196-8188-A984B31297C5}" presName="ParentBackground3" presStyleCnt="0"/>
      <dgm:spPr/>
    </dgm:pt>
    <dgm:pt modelId="{E599F935-D60B-4432-8D98-172D85A63B62}" type="pres">
      <dgm:prSet presAssocID="{3FED3E32-BA55-4196-8188-A984B31297C5}" presName="ParentBackground" presStyleLbl="fgAcc1" presStyleIdx="3" presStyleCnt="6"/>
      <dgm:spPr/>
    </dgm:pt>
    <dgm:pt modelId="{49F32210-47E8-43AF-ACD2-D4F4BDA01663}" type="pres">
      <dgm:prSet presAssocID="{3FED3E32-BA55-4196-8188-A984B31297C5}" presName="Parent3" presStyleLbl="revTx" presStyleIdx="0" presStyleCnt="0">
        <dgm:presLayoutVars>
          <dgm:chMax val="1"/>
          <dgm:chPref val="1"/>
          <dgm:bulletEnabled val="1"/>
        </dgm:presLayoutVars>
      </dgm:prSet>
      <dgm:spPr/>
    </dgm:pt>
    <dgm:pt modelId="{5DAFAC5C-C147-4879-B501-56EADFA1949D}" type="pres">
      <dgm:prSet presAssocID="{BC6FFB0A-60F2-4A6C-8DF3-1FCBCDC8C660}" presName="Accent2" presStyleCnt="0"/>
      <dgm:spPr/>
    </dgm:pt>
    <dgm:pt modelId="{53D72947-870B-42DA-B1EF-FE4B59095D8D}" type="pres">
      <dgm:prSet presAssocID="{BC6FFB0A-60F2-4A6C-8DF3-1FCBCDC8C660}" presName="Accent" presStyleLbl="node1" presStyleIdx="4" presStyleCnt="6"/>
      <dgm:spPr/>
    </dgm:pt>
    <dgm:pt modelId="{83E20F00-B3C7-44E8-ABA7-376B95871E2F}" type="pres">
      <dgm:prSet presAssocID="{BC6FFB0A-60F2-4A6C-8DF3-1FCBCDC8C660}" presName="ParentBackground2" presStyleCnt="0"/>
      <dgm:spPr/>
    </dgm:pt>
    <dgm:pt modelId="{FEB0E501-3294-4855-8D81-FBBDD809FC27}" type="pres">
      <dgm:prSet presAssocID="{BC6FFB0A-60F2-4A6C-8DF3-1FCBCDC8C660}" presName="ParentBackground" presStyleLbl="fgAcc1" presStyleIdx="4" presStyleCnt="6"/>
      <dgm:spPr/>
    </dgm:pt>
    <dgm:pt modelId="{1F54D63A-E54F-4772-85D0-E51F9B92E8E6}" type="pres">
      <dgm:prSet presAssocID="{BC6FFB0A-60F2-4A6C-8DF3-1FCBCDC8C660}" presName="Parent2" presStyleLbl="revTx" presStyleIdx="0" presStyleCnt="0">
        <dgm:presLayoutVars>
          <dgm:chMax val="1"/>
          <dgm:chPref val="1"/>
          <dgm:bulletEnabled val="1"/>
        </dgm:presLayoutVars>
      </dgm:prSet>
      <dgm:spPr/>
    </dgm:pt>
    <dgm:pt modelId="{AEA4FAE9-6450-49D1-BCAD-4B822EF11768}" type="pres">
      <dgm:prSet presAssocID="{1AC29F84-1EA2-4256-A095-1166C40B94ED}" presName="Accent1" presStyleCnt="0"/>
      <dgm:spPr/>
    </dgm:pt>
    <dgm:pt modelId="{63E6A4DF-D612-4ACF-AE8D-5EA12FA4A20C}" type="pres">
      <dgm:prSet presAssocID="{1AC29F84-1EA2-4256-A095-1166C40B94ED}" presName="Accent" presStyleLbl="node1" presStyleIdx="5" presStyleCnt="6"/>
      <dgm:spPr/>
    </dgm:pt>
    <dgm:pt modelId="{94A016AB-5989-41D9-AD90-0C8B8D4B9304}" type="pres">
      <dgm:prSet presAssocID="{1AC29F84-1EA2-4256-A095-1166C40B94ED}" presName="ParentBackground1" presStyleCnt="0"/>
      <dgm:spPr/>
    </dgm:pt>
    <dgm:pt modelId="{45C4FC6F-1BF7-4954-AD33-C9A7B3473839}" type="pres">
      <dgm:prSet presAssocID="{1AC29F84-1EA2-4256-A095-1166C40B94ED}" presName="ParentBackground" presStyleLbl="fgAcc1" presStyleIdx="5" presStyleCnt="6"/>
      <dgm:spPr/>
    </dgm:pt>
    <dgm:pt modelId="{D681BF9E-0159-45E2-81E4-EEB9EF8B0C1D}" type="pres">
      <dgm:prSet presAssocID="{1AC29F84-1EA2-4256-A095-1166C40B94ED}" presName="Parent1" presStyleLbl="revTx" presStyleIdx="0" presStyleCnt="0">
        <dgm:presLayoutVars>
          <dgm:chMax val="1"/>
          <dgm:chPref val="1"/>
          <dgm:bulletEnabled val="1"/>
        </dgm:presLayoutVars>
      </dgm:prSet>
      <dgm:spPr/>
    </dgm:pt>
  </dgm:ptLst>
  <dgm:cxnLst>
    <dgm:cxn modelId="{B1A05F26-B278-4B0C-A091-690AF5255B56}" type="presOf" srcId="{3FED3E32-BA55-4196-8188-A984B31297C5}" destId="{E599F935-D60B-4432-8D98-172D85A63B62}" srcOrd="0" destOrd="0" presId="urn:microsoft.com/office/officeart/2011/layout/CircleProcess"/>
    <dgm:cxn modelId="{2C97D529-1ED4-4817-B44F-A35CE091FBD1}" srcId="{F746E87C-6DDF-4BE4-B7F0-61A418CF828C}" destId="{3FED3E32-BA55-4196-8188-A984B31297C5}" srcOrd="2" destOrd="0" parTransId="{6A850710-CEFE-44D0-AB44-860CFD195BC1}" sibTransId="{EE390ED3-E969-4EF4-98AF-78BDFF8C45C4}"/>
    <dgm:cxn modelId="{2F74982E-B9EA-4582-87BE-20F79908C176}" srcId="{F746E87C-6DDF-4BE4-B7F0-61A418CF828C}" destId="{BC6FFB0A-60F2-4A6C-8DF3-1FCBCDC8C660}" srcOrd="1" destOrd="0" parTransId="{D299A488-CF67-4619-A2CD-D896C7690F4C}" sibTransId="{A7EA1175-9DE3-48F5-9885-0A0225C138D6}"/>
    <dgm:cxn modelId="{FE0BC836-CF54-4915-A9DA-036EFD51D4F6}" type="presOf" srcId="{678F8D7E-4405-414D-ACBD-91EFE01171F5}" destId="{EC83D63D-9358-4954-A038-5355B8C49C0E}" srcOrd="0" destOrd="0" presId="urn:microsoft.com/office/officeart/2011/layout/CircleProcess"/>
    <dgm:cxn modelId="{7FB96B38-5FF9-49D9-B641-FC3A8DE5AB7C}" type="presOf" srcId="{678F8D7E-4405-414D-ACBD-91EFE01171F5}" destId="{5487A76F-5872-4BC9-9650-B874D8EA4D55}" srcOrd="1" destOrd="0" presId="urn:microsoft.com/office/officeart/2011/layout/CircleProcess"/>
    <dgm:cxn modelId="{72B5133C-28B3-464C-9543-C65D928757FF}" srcId="{F746E87C-6DDF-4BE4-B7F0-61A418CF828C}" destId="{6285226E-13EA-4858-B900-4947B4CA3332}" srcOrd="3" destOrd="0" parTransId="{4B7D9245-E38A-4328-9F61-C23890F212F1}" sibTransId="{B80EFEC6-8887-42CF-A266-8F47152D4CDC}"/>
    <dgm:cxn modelId="{CBFEB541-2980-4442-BDC7-615C07855056}" type="presOf" srcId="{BC6FFB0A-60F2-4A6C-8DF3-1FCBCDC8C660}" destId="{1F54D63A-E54F-4772-85D0-E51F9B92E8E6}" srcOrd="1" destOrd="0" presId="urn:microsoft.com/office/officeart/2011/layout/CircleProcess"/>
    <dgm:cxn modelId="{358DCB47-7CFD-4C43-8165-803771CD4BB0}" type="presOf" srcId="{F746E87C-6DDF-4BE4-B7F0-61A418CF828C}" destId="{795472DF-D2A1-471B-8E89-5DA17B22FBA7}" srcOrd="0" destOrd="0" presId="urn:microsoft.com/office/officeart/2011/layout/CircleProcess"/>
    <dgm:cxn modelId="{500CD14D-ED3A-4643-A2E3-AB2CFFF63250}" srcId="{F746E87C-6DDF-4BE4-B7F0-61A418CF828C}" destId="{678F8D7E-4405-414D-ACBD-91EFE01171F5}" srcOrd="4" destOrd="0" parTransId="{B9BB5589-8D53-40C2-AF09-6E4A6B0523E3}" sibTransId="{2941E7AF-1312-4606-99F9-123877386B83}"/>
    <dgm:cxn modelId="{3AA5F155-F252-444F-91D2-DDBCD031335D}" type="presOf" srcId="{1AC29F84-1EA2-4256-A095-1166C40B94ED}" destId="{45C4FC6F-1BF7-4954-AD33-C9A7B3473839}" srcOrd="0" destOrd="0" presId="urn:microsoft.com/office/officeart/2011/layout/CircleProcess"/>
    <dgm:cxn modelId="{2C86295A-2605-42AE-9225-69F1346C74EE}" type="presOf" srcId="{1AC29F84-1EA2-4256-A095-1166C40B94ED}" destId="{D681BF9E-0159-45E2-81E4-EEB9EF8B0C1D}" srcOrd="1" destOrd="0" presId="urn:microsoft.com/office/officeart/2011/layout/CircleProcess"/>
    <dgm:cxn modelId="{B7857A7B-67C9-4278-907F-C5AD6B5BA218}" srcId="{F746E87C-6DDF-4BE4-B7F0-61A418CF828C}" destId="{A40D3EEA-8D61-498A-8DB3-770766E086B0}" srcOrd="5" destOrd="0" parTransId="{C660A717-D50E-4B31-AE9D-668A75813057}" sibTransId="{14D0B0B1-D74B-42B8-80A0-6331C2A25E49}"/>
    <dgm:cxn modelId="{458F9890-922C-4E02-BD5D-E85B21216C96}" type="presOf" srcId="{BC6FFB0A-60F2-4A6C-8DF3-1FCBCDC8C660}" destId="{FEB0E501-3294-4855-8D81-FBBDD809FC27}" srcOrd="0" destOrd="0" presId="urn:microsoft.com/office/officeart/2011/layout/CircleProcess"/>
    <dgm:cxn modelId="{B7477DA7-E0C1-4FC7-B24B-C90B319E2E5F}" type="presOf" srcId="{6285226E-13EA-4858-B900-4947B4CA3332}" destId="{13F0ED8B-555B-45E8-B717-8E5B9B3FB9ED}" srcOrd="1" destOrd="0" presId="urn:microsoft.com/office/officeart/2011/layout/CircleProcess"/>
    <dgm:cxn modelId="{D4E6FEB2-A889-492E-9325-3790F62F5E83}" srcId="{F746E87C-6DDF-4BE4-B7F0-61A418CF828C}" destId="{1AC29F84-1EA2-4256-A095-1166C40B94ED}" srcOrd="0" destOrd="0" parTransId="{73CD63E8-083F-4BB5-89FE-57838497069E}" sibTransId="{291D8F8E-9039-4A60-BA05-DFB64A91375B}"/>
    <dgm:cxn modelId="{16CC0ABC-C68F-493C-852E-C8CFA62A71A2}" type="presOf" srcId="{6285226E-13EA-4858-B900-4947B4CA3332}" destId="{1E12A661-B3A0-4EAD-915C-4EFED0D0C137}" srcOrd="0" destOrd="0" presId="urn:microsoft.com/office/officeart/2011/layout/CircleProcess"/>
    <dgm:cxn modelId="{A45C94BC-A365-4A7E-889F-52EADE93A998}" type="presOf" srcId="{A40D3EEA-8D61-498A-8DB3-770766E086B0}" destId="{F5573278-107F-4AF5-909E-2B7B271EEA07}" srcOrd="0" destOrd="0" presId="urn:microsoft.com/office/officeart/2011/layout/CircleProcess"/>
    <dgm:cxn modelId="{06AD07CF-B7D5-4222-AC80-1A82DA5EEAAE}" type="presOf" srcId="{3FED3E32-BA55-4196-8188-A984B31297C5}" destId="{49F32210-47E8-43AF-ACD2-D4F4BDA01663}" srcOrd="1" destOrd="0" presId="urn:microsoft.com/office/officeart/2011/layout/CircleProcess"/>
    <dgm:cxn modelId="{80B0D5DC-6E4F-48C8-B34B-9E8CBDBD84BD}" type="presOf" srcId="{A40D3EEA-8D61-498A-8DB3-770766E086B0}" destId="{7F196C39-496C-4A4F-A001-AD1BF83151CF}" srcOrd="1" destOrd="0" presId="urn:microsoft.com/office/officeart/2011/layout/CircleProcess"/>
    <dgm:cxn modelId="{6D9EA062-8A29-4312-AEF5-1FD6292B7CFB}" type="presParOf" srcId="{795472DF-D2A1-471B-8E89-5DA17B22FBA7}" destId="{1AB76F59-8730-489B-BF7B-90F69B77E3DE}" srcOrd="0" destOrd="0" presId="urn:microsoft.com/office/officeart/2011/layout/CircleProcess"/>
    <dgm:cxn modelId="{A13D8F57-1555-4C49-A6B2-FD2CEC076CD2}" type="presParOf" srcId="{1AB76F59-8730-489B-BF7B-90F69B77E3DE}" destId="{EC798865-1D44-4DD8-83E2-E78B5A865551}" srcOrd="0" destOrd="0" presId="urn:microsoft.com/office/officeart/2011/layout/CircleProcess"/>
    <dgm:cxn modelId="{2AF67801-7B16-4B3B-9648-4328F76B36C8}" type="presParOf" srcId="{795472DF-D2A1-471B-8E89-5DA17B22FBA7}" destId="{F5959671-2EC5-4E5E-9E2D-7EE113AE4667}" srcOrd="1" destOrd="0" presId="urn:microsoft.com/office/officeart/2011/layout/CircleProcess"/>
    <dgm:cxn modelId="{E4EE11FF-5C5D-4646-82F3-D6AC5A84DB74}" type="presParOf" srcId="{F5959671-2EC5-4E5E-9E2D-7EE113AE4667}" destId="{F5573278-107F-4AF5-909E-2B7B271EEA07}" srcOrd="0" destOrd="0" presId="urn:microsoft.com/office/officeart/2011/layout/CircleProcess"/>
    <dgm:cxn modelId="{E62E17A8-1BF7-4991-A287-42E21644CF2E}" type="presParOf" srcId="{795472DF-D2A1-471B-8E89-5DA17B22FBA7}" destId="{7F196C39-496C-4A4F-A001-AD1BF83151CF}" srcOrd="2" destOrd="0" presId="urn:microsoft.com/office/officeart/2011/layout/CircleProcess"/>
    <dgm:cxn modelId="{8CB3160F-B86B-4775-9D86-30FFC5C28B14}" type="presParOf" srcId="{795472DF-D2A1-471B-8E89-5DA17B22FBA7}" destId="{4671C886-A279-42D6-AADD-025B8E1B8780}" srcOrd="3" destOrd="0" presId="urn:microsoft.com/office/officeart/2011/layout/CircleProcess"/>
    <dgm:cxn modelId="{382963B8-ECC8-4B07-9644-5CF5199BB975}" type="presParOf" srcId="{4671C886-A279-42D6-AADD-025B8E1B8780}" destId="{F156CED5-F8F3-4E5B-A13B-8FF54DFA56F6}" srcOrd="0" destOrd="0" presId="urn:microsoft.com/office/officeart/2011/layout/CircleProcess"/>
    <dgm:cxn modelId="{854EB87B-A8D2-4DB6-8CF7-36224317457F}" type="presParOf" srcId="{795472DF-D2A1-471B-8E89-5DA17B22FBA7}" destId="{B36CD04C-6AEF-4821-8517-FADCB80A068E}" srcOrd="4" destOrd="0" presId="urn:microsoft.com/office/officeart/2011/layout/CircleProcess"/>
    <dgm:cxn modelId="{847673AF-BB86-4213-B84F-5DFFA7DEFD31}" type="presParOf" srcId="{B36CD04C-6AEF-4821-8517-FADCB80A068E}" destId="{EC83D63D-9358-4954-A038-5355B8C49C0E}" srcOrd="0" destOrd="0" presId="urn:microsoft.com/office/officeart/2011/layout/CircleProcess"/>
    <dgm:cxn modelId="{FCAB4DE7-EC09-43A8-B1BC-2E8A2B8CD07E}" type="presParOf" srcId="{795472DF-D2A1-471B-8E89-5DA17B22FBA7}" destId="{5487A76F-5872-4BC9-9650-B874D8EA4D55}" srcOrd="5" destOrd="0" presId="urn:microsoft.com/office/officeart/2011/layout/CircleProcess"/>
    <dgm:cxn modelId="{C64D4AE4-258A-44CB-909B-77E6CA341510}" type="presParOf" srcId="{795472DF-D2A1-471B-8E89-5DA17B22FBA7}" destId="{411F4C54-04EA-40E2-A25D-9F1A07900FE8}" srcOrd="6" destOrd="0" presId="urn:microsoft.com/office/officeart/2011/layout/CircleProcess"/>
    <dgm:cxn modelId="{612B4AE6-7FFC-4AA9-B720-1A5266859CAB}" type="presParOf" srcId="{411F4C54-04EA-40E2-A25D-9F1A07900FE8}" destId="{B3F4B6C1-F832-478D-82F2-2F7450884FD8}" srcOrd="0" destOrd="0" presId="urn:microsoft.com/office/officeart/2011/layout/CircleProcess"/>
    <dgm:cxn modelId="{DE33AB04-8B82-4AEE-97EB-B565A0903C22}" type="presParOf" srcId="{795472DF-D2A1-471B-8E89-5DA17B22FBA7}" destId="{B72701FF-C90B-485B-BE04-46FE77A9D7D2}" srcOrd="7" destOrd="0" presId="urn:microsoft.com/office/officeart/2011/layout/CircleProcess"/>
    <dgm:cxn modelId="{E0484123-202E-4BC3-AF15-F1A419A74CC5}" type="presParOf" srcId="{B72701FF-C90B-485B-BE04-46FE77A9D7D2}" destId="{1E12A661-B3A0-4EAD-915C-4EFED0D0C137}" srcOrd="0" destOrd="0" presId="urn:microsoft.com/office/officeart/2011/layout/CircleProcess"/>
    <dgm:cxn modelId="{7B0793FA-6D29-431B-A6AA-E19AA61F7F31}" type="presParOf" srcId="{795472DF-D2A1-471B-8E89-5DA17B22FBA7}" destId="{13F0ED8B-555B-45E8-B717-8E5B9B3FB9ED}" srcOrd="8" destOrd="0" presId="urn:microsoft.com/office/officeart/2011/layout/CircleProcess"/>
    <dgm:cxn modelId="{AFDB1A45-C615-4B6A-BE57-E3E4E6223AC1}" type="presParOf" srcId="{795472DF-D2A1-471B-8E89-5DA17B22FBA7}" destId="{049F9961-CDB6-48C8-9C06-C4CECF41CD5B}" srcOrd="9" destOrd="0" presId="urn:microsoft.com/office/officeart/2011/layout/CircleProcess"/>
    <dgm:cxn modelId="{026EBE04-B439-405E-8DA9-44E25FBAF98B}" type="presParOf" srcId="{049F9961-CDB6-48C8-9C06-C4CECF41CD5B}" destId="{C837A302-B9BD-4FF4-8B4D-A474E9B5AE27}" srcOrd="0" destOrd="0" presId="urn:microsoft.com/office/officeart/2011/layout/CircleProcess"/>
    <dgm:cxn modelId="{C54FF24E-8ACB-4D6F-A35D-8FBD315366FD}" type="presParOf" srcId="{795472DF-D2A1-471B-8E89-5DA17B22FBA7}" destId="{C20D59FA-AFAF-4D53-BC25-F4A0D68752F8}" srcOrd="10" destOrd="0" presId="urn:microsoft.com/office/officeart/2011/layout/CircleProcess"/>
    <dgm:cxn modelId="{7ABF9801-C855-4637-A9C2-2A32F99349E9}" type="presParOf" srcId="{C20D59FA-AFAF-4D53-BC25-F4A0D68752F8}" destId="{E599F935-D60B-4432-8D98-172D85A63B62}" srcOrd="0" destOrd="0" presId="urn:microsoft.com/office/officeart/2011/layout/CircleProcess"/>
    <dgm:cxn modelId="{9DFCEBA9-320E-4490-9548-C3D898F8E29F}" type="presParOf" srcId="{795472DF-D2A1-471B-8E89-5DA17B22FBA7}" destId="{49F32210-47E8-43AF-ACD2-D4F4BDA01663}" srcOrd="11" destOrd="0" presId="urn:microsoft.com/office/officeart/2011/layout/CircleProcess"/>
    <dgm:cxn modelId="{07DA6573-1F80-4385-AF77-802CE1F614C5}" type="presParOf" srcId="{795472DF-D2A1-471B-8E89-5DA17B22FBA7}" destId="{5DAFAC5C-C147-4879-B501-56EADFA1949D}" srcOrd="12" destOrd="0" presId="urn:microsoft.com/office/officeart/2011/layout/CircleProcess"/>
    <dgm:cxn modelId="{B91AA4A1-1716-48CE-AD5F-8ACEF354A8D9}" type="presParOf" srcId="{5DAFAC5C-C147-4879-B501-56EADFA1949D}" destId="{53D72947-870B-42DA-B1EF-FE4B59095D8D}" srcOrd="0" destOrd="0" presId="urn:microsoft.com/office/officeart/2011/layout/CircleProcess"/>
    <dgm:cxn modelId="{5EB6A640-1F24-497F-93F9-74D93FABC6BD}" type="presParOf" srcId="{795472DF-D2A1-471B-8E89-5DA17B22FBA7}" destId="{83E20F00-B3C7-44E8-ABA7-376B95871E2F}" srcOrd="13" destOrd="0" presId="urn:microsoft.com/office/officeart/2011/layout/CircleProcess"/>
    <dgm:cxn modelId="{EE3B8784-CE8F-4AD9-9BB2-EDF83E9636B0}" type="presParOf" srcId="{83E20F00-B3C7-44E8-ABA7-376B95871E2F}" destId="{FEB0E501-3294-4855-8D81-FBBDD809FC27}" srcOrd="0" destOrd="0" presId="urn:microsoft.com/office/officeart/2011/layout/CircleProcess"/>
    <dgm:cxn modelId="{A57094D2-3B81-4D62-96F6-1ED11A8B4443}" type="presParOf" srcId="{795472DF-D2A1-471B-8E89-5DA17B22FBA7}" destId="{1F54D63A-E54F-4772-85D0-E51F9B92E8E6}" srcOrd="14" destOrd="0" presId="urn:microsoft.com/office/officeart/2011/layout/CircleProcess"/>
    <dgm:cxn modelId="{98F617FB-303E-49F7-8502-2CF62A328CAE}" type="presParOf" srcId="{795472DF-D2A1-471B-8E89-5DA17B22FBA7}" destId="{AEA4FAE9-6450-49D1-BCAD-4B822EF11768}" srcOrd="15" destOrd="0" presId="urn:microsoft.com/office/officeart/2011/layout/CircleProcess"/>
    <dgm:cxn modelId="{D1600398-10C9-4941-8D89-A0676EAD313B}" type="presParOf" srcId="{AEA4FAE9-6450-49D1-BCAD-4B822EF11768}" destId="{63E6A4DF-D612-4ACF-AE8D-5EA12FA4A20C}" srcOrd="0" destOrd="0" presId="urn:microsoft.com/office/officeart/2011/layout/CircleProcess"/>
    <dgm:cxn modelId="{9395ACEF-9FD6-42EE-B6FE-8327715D3EA7}" type="presParOf" srcId="{795472DF-D2A1-471B-8E89-5DA17B22FBA7}" destId="{94A016AB-5989-41D9-AD90-0C8B8D4B9304}" srcOrd="16" destOrd="0" presId="urn:microsoft.com/office/officeart/2011/layout/CircleProcess"/>
    <dgm:cxn modelId="{5AF3A521-3453-42AF-9FE0-00FBD3470ED5}" type="presParOf" srcId="{94A016AB-5989-41D9-AD90-0C8B8D4B9304}" destId="{45C4FC6F-1BF7-4954-AD33-C9A7B3473839}" srcOrd="0" destOrd="0" presId="urn:microsoft.com/office/officeart/2011/layout/CircleProcess"/>
    <dgm:cxn modelId="{5A79E2E1-A1E0-44F4-AD6D-7F4038DC6060}" type="presParOf" srcId="{795472DF-D2A1-471B-8E89-5DA17B22FBA7}" destId="{D681BF9E-0159-45E2-81E4-EEB9EF8B0C1D}"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D08A5-56C2-4F11-87E9-1DCC025A74F1}">
      <dsp:nvSpPr>
        <dsp:cNvPr id="0" name=""/>
        <dsp:cNvSpPr/>
      </dsp:nvSpPr>
      <dsp:spPr>
        <a:xfrm>
          <a:off x="3057611" y="1104479"/>
          <a:ext cx="1479675" cy="1479675"/>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613E3EE-A141-413A-B470-A050FA5EF14F}">
      <dsp:nvSpPr>
        <dsp:cNvPr id="0" name=""/>
        <dsp:cNvSpPr/>
      </dsp:nvSpPr>
      <dsp:spPr>
        <a:xfrm>
          <a:off x="2872652" y="0"/>
          <a:ext cx="1849594" cy="100756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Analytical Function</a:t>
          </a:r>
          <a:endParaRPr lang="en-IN" sz="2000" kern="1200"/>
        </a:p>
      </dsp:txBody>
      <dsp:txXfrm>
        <a:off x="2872652" y="0"/>
        <a:ext cx="1849594" cy="1007561"/>
      </dsp:txXfrm>
    </dsp:sp>
    <dsp:sp modelId="{8A83778F-747A-43E4-AFC3-64BA2AB2043B}">
      <dsp:nvSpPr>
        <dsp:cNvPr id="0" name=""/>
        <dsp:cNvSpPr/>
      </dsp:nvSpPr>
      <dsp:spPr>
        <a:xfrm>
          <a:off x="3537889" y="1381798"/>
          <a:ext cx="1479675" cy="1479675"/>
        </a:xfrm>
        <a:prstGeom prst="ellipse">
          <a:avLst/>
        </a:prstGeom>
        <a:solidFill>
          <a:schemeClr val="accent5">
            <a:alpha val="50000"/>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24B9DE9-F56E-4A7F-87B2-4807B9650CD1}">
      <dsp:nvSpPr>
        <dsp:cNvPr id="0" name=""/>
        <dsp:cNvSpPr/>
      </dsp:nvSpPr>
      <dsp:spPr>
        <a:xfrm>
          <a:off x="5127308" y="959582"/>
          <a:ext cx="1752799" cy="1103519"/>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Production Function</a:t>
          </a:r>
          <a:endParaRPr lang="en-IN" sz="2000" kern="1200"/>
        </a:p>
      </dsp:txBody>
      <dsp:txXfrm>
        <a:off x="5127308" y="959582"/>
        <a:ext cx="1752799" cy="1103519"/>
      </dsp:txXfrm>
    </dsp:sp>
    <dsp:sp modelId="{C0037B1F-AEAD-4D02-95DB-10CFCE3B4F86}">
      <dsp:nvSpPr>
        <dsp:cNvPr id="0" name=""/>
        <dsp:cNvSpPr/>
      </dsp:nvSpPr>
      <dsp:spPr>
        <a:xfrm>
          <a:off x="3537889" y="1936436"/>
          <a:ext cx="1479675" cy="1479675"/>
        </a:xfrm>
        <a:prstGeom prst="ellipse">
          <a:avLst/>
        </a:prstGeom>
        <a:solidFill>
          <a:schemeClr val="accent5">
            <a:alpha val="50000"/>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6019C4E-AFBF-4E18-90D5-1CFC404EC82D}">
      <dsp:nvSpPr>
        <dsp:cNvPr id="0" name=""/>
        <dsp:cNvSpPr/>
      </dsp:nvSpPr>
      <dsp:spPr>
        <a:xfrm>
          <a:off x="5127308" y="2605265"/>
          <a:ext cx="1752799" cy="12330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Control Function</a:t>
          </a:r>
          <a:endParaRPr lang="en-IN" sz="2000" kern="1200"/>
        </a:p>
      </dsp:txBody>
      <dsp:txXfrm>
        <a:off x="5127308" y="2605265"/>
        <a:ext cx="1752799" cy="1233063"/>
      </dsp:txXfrm>
    </dsp:sp>
    <dsp:sp modelId="{B0BD4460-F5D5-4E95-8CFE-B5BCB799FB9D}">
      <dsp:nvSpPr>
        <dsp:cNvPr id="0" name=""/>
        <dsp:cNvSpPr/>
      </dsp:nvSpPr>
      <dsp:spPr>
        <a:xfrm>
          <a:off x="3057611" y="2214235"/>
          <a:ext cx="1479675" cy="1479675"/>
        </a:xfrm>
        <a:prstGeom prst="ellipse">
          <a:avLst/>
        </a:prstGeom>
        <a:solidFill>
          <a:schemeClr val="accent5">
            <a:alpha val="50000"/>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32BD487-D42F-4543-9760-BC493A76B40E}">
      <dsp:nvSpPr>
        <dsp:cNvPr id="0" name=""/>
        <dsp:cNvSpPr/>
      </dsp:nvSpPr>
      <dsp:spPr>
        <a:xfrm>
          <a:off x="2872652" y="3790349"/>
          <a:ext cx="1849594" cy="100756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Research Function</a:t>
          </a:r>
          <a:endParaRPr lang="en-IN" sz="2000" kern="1200"/>
        </a:p>
      </dsp:txBody>
      <dsp:txXfrm>
        <a:off x="2872652" y="3790349"/>
        <a:ext cx="1849594" cy="1007561"/>
      </dsp:txXfrm>
    </dsp:sp>
    <dsp:sp modelId="{BC467AA0-C7A8-4224-87B2-7C57ADBF2D6F}">
      <dsp:nvSpPr>
        <dsp:cNvPr id="0" name=""/>
        <dsp:cNvSpPr/>
      </dsp:nvSpPr>
      <dsp:spPr>
        <a:xfrm>
          <a:off x="2577333" y="1936436"/>
          <a:ext cx="1479675" cy="1479675"/>
        </a:xfrm>
        <a:prstGeom prst="ellipse">
          <a:avLst/>
        </a:prstGeom>
        <a:solidFill>
          <a:schemeClr val="accent5">
            <a:alpha val="50000"/>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F702AB7-207E-4CEC-988A-EA1B30E633F0}">
      <dsp:nvSpPr>
        <dsp:cNvPr id="0" name=""/>
        <dsp:cNvSpPr/>
      </dsp:nvSpPr>
      <dsp:spPr>
        <a:xfrm>
          <a:off x="714791" y="2605265"/>
          <a:ext cx="1752799" cy="12330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Administrative Function</a:t>
          </a:r>
          <a:endParaRPr lang="en-IN" sz="2000" kern="1200"/>
        </a:p>
      </dsp:txBody>
      <dsp:txXfrm>
        <a:off x="714791" y="2605265"/>
        <a:ext cx="1752799" cy="1233063"/>
      </dsp:txXfrm>
    </dsp:sp>
    <dsp:sp modelId="{BE7DA923-7230-41EE-A127-043253C3A6A3}">
      <dsp:nvSpPr>
        <dsp:cNvPr id="0" name=""/>
        <dsp:cNvSpPr/>
      </dsp:nvSpPr>
      <dsp:spPr>
        <a:xfrm>
          <a:off x="2577333" y="1381798"/>
          <a:ext cx="1479675" cy="1479675"/>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6EF2873-E8E7-4DEF-8100-D66C3A40E59A}">
      <dsp:nvSpPr>
        <dsp:cNvPr id="0" name=""/>
        <dsp:cNvSpPr/>
      </dsp:nvSpPr>
      <dsp:spPr>
        <a:xfrm>
          <a:off x="714791" y="959582"/>
          <a:ext cx="1752799" cy="123306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a:t>Sales or Distribution Function</a:t>
          </a:r>
          <a:endParaRPr lang="en-IN" sz="2000" kern="1200"/>
        </a:p>
      </dsp:txBody>
      <dsp:txXfrm>
        <a:off x="714791" y="959582"/>
        <a:ext cx="1752799" cy="12330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17AEB-6040-4E8E-B047-3545F4BADEA4}">
      <dsp:nvSpPr>
        <dsp:cNvPr id="0" name=""/>
        <dsp:cNvSpPr/>
      </dsp:nvSpPr>
      <dsp:spPr>
        <a:xfrm>
          <a:off x="1098" y="1376796"/>
          <a:ext cx="2141136" cy="2141136"/>
        </a:xfrm>
        <a:prstGeom prst="ellipse">
          <a:avLst/>
        </a:prstGeom>
        <a:solidFill>
          <a:schemeClr val="accent6">
            <a:shade val="80000"/>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7834" tIns="24130" rIns="117834" bIns="24130" numCol="1" spcCol="1270" anchor="ctr" anchorCtr="0">
          <a:noAutofit/>
        </a:bodyPr>
        <a:lstStyle/>
        <a:p>
          <a:pPr marL="0" lvl="0" indent="0" algn="ctr" defTabSz="844550">
            <a:lnSpc>
              <a:spcPct val="90000"/>
            </a:lnSpc>
            <a:spcBef>
              <a:spcPct val="0"/>
            </a:spcBef>
            <a:spcAft>
              <a:spcPct val="35000"/>
            </a:spcAft>
            <a:buNone/>
          </a:pPr>
          <a:r>
            <a:rPr lang="en-US" sz="1900" kern="1200"/>
            <a:t>Targeting and segmenting markets</a:t>
          </a:r>
          <a:endParaRPr lang="en-IN" sz="1900" kern="1200"/>
        </a:p>
      </dsp:txBody>
      <dsp:txXfrm>
        <a:off x="314660" y="1690358"/>
        <a:ext cx="1514012" cy="1514012"/>
      </dsp:txXfrm>
    </dsp:sp>
    <dsp:sp modelId="{9098C48F-7C13-494B-8918-178420C4E0D0}">
      <dsp:nvSpPr>
        <dsp:cNvPr id="0" name=""/>
        <dsp:cNvSpPr/>
      </dsp:nvSpPr>
      <dsp:spPr>
        <a:xfrm>
          <a:off x="1714007" y="1376796"/>
          <a:ext cx="2141136" cy="2141136"/>
        </a:xfrm>
        <a:prstGeom prst="ellipse">
          <a:avLst/>
        </a:prstGeom>
        <a:solidFill>
          <a:schemeClr val="accent6">
            <a:shade val="80000"/>
            <a:alpha val="50000"/>
            <a:hueOff val="3"/>
            <a:satOff val="4898"/>
            <a:lumOff val="1502"/>
            <a:alphaOff val="75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7834" tIns="24130" rIns="117834" bIns="24130" numCol="1" spcCol="1270" anchor="ctr" anchorCtr="0">
          <a:noAutofit/>
        </a:bodyPr>
        <a:lstStyle/>
        <a:p>
          <a:pPr marL="0" lvl="0" indent="0" algn="ctr" defTabSz="844550">
            <a:lnSpc>
              <a:spcPct val="90000"/>
            </a:lnSpc>
            <a:spcBef>
              <a:spcPct val="0"/>
            </a:spcBef>
            <a:spcAft>
              <a:spcPct val="35000"/>
            </a:spcAft>
            <a:buNone/>
          </a:pPr>
          <a:r>
            <a:rPr lang="en-US" sz="1900" kern="1200"/>
            <a:t>Product Strategy</a:t>
          </a:r>
          <a:endParaRPr lang="en-IN" sz="1900" kern="1200"/>
        </a:p>
      </dsp:txBody>
      <dsp:txXfrm>
        <a:off x="2027569" y="1690358"/>
        <a:ext cx="1514012" cy="1514012"/>
      </dsp:txXfrm>
    </dsp:sp>
    <dsp:sp modelId="{343F065C-ACBA-4CC2-A1B2-DC7E3F5B0483}">
      <dsp:nvSpPr>
        <dsp:cNvPr id="0" name=""/>
        <dsp:cNvSpPr/>
      </dsp:nvSpPr>
      <dsp:spPr>
        <a:xfrm>
          <a:off x="3426917" y="1376796"/>
          <a:ext cx="2141136" cy="2141136"/>
        </a:xfrm>
        <a:prstGeom prst="ellipse">
          <a:avLst/>
        </a:prstGeom>
        <a:solidFill>
          <a:schemeClr val="accent6">
            <a:shade val="80000"/>
            <a:alpha val="50000"/>
            <a:hueOff val="7"/>
            <a:satOff val="9795"/>
            <a:lumOff val="3003"/>
            <a:alphaOff val="1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7834" tIns="24130" rIns="117834" bIns="24130" numCol="1" spcCol="1270" anchor="ctr" anchorCtr="0">
          <a:noAutofit/>
        </a:bodyPr>
        <a:lstStyle/>
        <a:p>
          <a:pPr marL="0" lvl="0" indent="0" algn="ctr" defTabSz="844550">
            <a:lnSpc>
              <a:spcPct val="90000"/>
            </a:lnSpc>
            <a:spcBef>
              <a:spcPct val="0"/>
            </a:spcBef>
            <a:spcAft>
              <a:spcPct val="35000"/>
            </a:spcAft>
            <a:buNone/>
          </a:pPr>
          <a:r>
            <a:rPr lang="en-US" sz="1900" kern="1200"/>
            <a:t>Price Strategy</a:t>
          </a:r>
          <a:endParaRPr lang="en-IN" sz="1900" kern="1200"/>
        </a:p>
      </dsp:txBody>
      <dsp:txXfrm>
        <a:off x="3740479" y="1690358"/>
        <a:ext cx="1514012" cy="1514012"/>
      </dsp:txXfrm>
    </dsp:sp>
    <dsp:sp modelId="{A8E91D15-14DC-4F45-BD79-F7A9917FFD80}">
      <dsp:nvSpPr>
        <dsp:cNvPr id="0" name=""/>
        <dsp:cNvSpPr/>
      </dsp:nvSpPr>
      <dsp:spPr>
        <a:xfrm>
          <a:off x="5139826" y="1376796"/>
          <a:ext cx="2141136" cy="2141136"/>
        </a:xfrm>
        <a:prstGeom prst="ellipse">
          <a:avLst/>
        </a:prstGeom>
        <a:solidFill>
          <a:schemeClr val="accent6">
            <a:shade val="80000"/>
            <a:alpha val="50000"/>
            <a:hueOff val="10"/>
            <a:satOff val="14693"/>
            <a:lumOff val="4505"/>
            <a:alphaOff val="225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7834" tIns="24130" rIns="117834" bIns="24130" numCol="1" spcCol="1270" anchor="ctr" anchorCtr="0">
          <a:noAutofit/>
        </a:bodyPr>
        <a:lstStyle/>
        <a:p>
          <a:pPr marL="0" lvl="0" indent="0" algn="ctr" defTabSz="844550">
            <a:lnSpc>
              <a:spcPct val="90000"/>
            </a:lnSpc>
            <a:spcBef>
              <a:spcPct val="0"/>
            </a:spcBef>
            <a:spcAft>
              <a:spcPct val="35000"/>
            </a:spcAft>
            <a:buNone/>
          </a:pPr>
          <a:r>
            <a:rPr lang="en-US" sz="1900" kern="1200"/>
            <a:t>Place strategy</a:t>
          </a:r>
          <a:endParaRPr lang="en-IN" sz="1900" kern="1200"/>
        </a:p>
      </dsp:txBody>
      <dsp:txXfrm>
        <a:off x="5453388" y="1690358"/>
        <a:ext cx="1514012" cy="1514012"/>
      </dsp:txXfrm>
    </dsp:sp>
    <dsp:sp modelId="{8BB8E105-85E3-4AC3-ADA1-CF91E0DA8561}">
      <dsp:nvSpPr>
        <dsp:cNvPr id="0" name=""/>
        <dsp:cNvSpPr/>
      </dsp:nvSpPr>
      <dsp:spPr>
        <a:xfrm>
          <a:off x="6852736" y="1376796"/>
          <a:ext cx="2141136" cy="2141136"/>
        </a:xfrm>
        <a:prstGeom prst="ellipse">
          <a:avLst/>
        </a:prstGeom>
        <a:solidFill>
          <a:schemeClr val="accent6">
            <a:shade val="80000"/>
            <a:alpha val="50000"/>
            <a:hueOff val="14"/>
            <a:satOff val="19590"/>
            <a:lumOff val="6007"/>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7834" tIns="24130" rIns="117834" bIns="24130" numCol="1" spcCol="1270" anchor="ctr" anchorCtr="0">
          <a:noAutofit/>
        </a:bodyPr>
        <a:lstStyle/>
        <a:p>
          <a:pPr marL="0" lvl="0" indent="0" algn="ctr" defTabSz="844550">
            <a:lnSpc>
              <a:spcPct val="90000"/>
            </a:lnSpc>
            <a:spcBef>
              <a:spcPct val="0"/>
            </a:spcBef>
            <a:spcAft>
              <a:spcPct val="35000"/>
            </a:spcAft>
            <a:buNone/>
          </a:pPr>
          <a:r>
            <a:rPr lang="en-US" sz="1900" kern="1200"/>
            <a:t>Promotion strategy</a:t>
          </a:r>
          <a:endParaRPr lang="en-IN" sz="1900" kern="1200"/>
        </a:p>
      </dsp:txBody>
      <dsp:txXfrm>
        <a:off x="7166298" y="1690358"/>
        <a:ext cx="1514012" cy="15140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81354-19A9-4C0F-9B8E-0C1250C0036C}">
      <dsp:nvSpPr>
        <dsp:cNvPr id="0" name=""/>
        <dsp:cNvSpPr/>
      </dsp:nvSpPr>
      <dsp:spPr>
        <a:xfrm>
          <a:off x="1175542" y="0"/>
          <a:ext cx="4765638" cy="4765638"/>
        </a:xfrm>
        <a:prstGeom prst="triangle">
          <a:avLst/>
        </a:prstGeom>
        <a:solidFill>
          <a:schemeClr val="accent3">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3CF1E4-34D7-415C-AB96-11F0AAF483AA}">
      <dsp:nvSpPr>
        <dsp:cNvPr id="0" name=""/>
        <dsp:cNvSpPr/>
      </dsp:nvSpPr>
      <dsp:spPr>
        <a:xfrm>
          <a:off x="3558361" y="479123"/>
          <a:ext cx="3097664" cy="1128115"/>
        </a:xfrm>
        <a:prstGeom prst="roundRect">
          <a:avLst/>
        </a:prstGeom>
        <a:solidFill>
          <a:schemeClr val="lt1">
            <a:alpha val="90000"/>
            <a:hueOff val="0"/>
            <a:satOff val="0"/>
            <a:lumOff val="0"/>
            <a:alphaOff val="0"/>
          </a:schemeClr>
        </a:solidFill>
        <a:ln w="25400" cap="flat" cmpd="sng" algn="ctr">
          <a:solidFill>
            <a:schemeClr val="accent3">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Cultural Factors</a:t>
          </a:r>
          <a:endParaRPr lang="en-IN" sz="2800" kern="1200"/>
        </a:p>
      </dsp:txBody>
      <dsp:txXfrm>
        <a:off x="3613431" y="534193"/>
        <a:ext cx="2987524" cy="1017975"/>
      </dsp:txXfrm>
    </dsp:sp>
    <dsp:sp modelId="{168FC2E3-33D6-4D45-AE36-8D52B0E55FE0}">
      <dsp:nvSpPr>
        <dsp:cNvPr id="0" name=""/>
        <dsp:cNvSpPr/>
      </dsp:nvSpPr>
      <dsp:spPr>
        <a:xfrm>
          <a:off x="3558361" y="1748253"/>
          <a:ext cx="3097664" cy="1128115"/>
        </a:xfrm>
        <a:prstGeom prst="roundRect">
          <a:avLst/>
        </a:prstGeom>
        <a:solidFill>
          <a:schemeClr val="lt1">
            <a:alpha val="90000"/>
            <a:hueOff val="0"/>
            <a:satOff val="0"/>
            <a:lumOff val="0"/>
            <a:alphaOff val="0"/>
          </a:schemeClr>
        </a:solidFill>
        <a:ln w="25400" cap="flat" cmpd="sng" algn="ctr">
          <a:solidFill>
            <a:schemeClr val="accent3">
              <a:shade val="50000"/>
              <a:hueOff val="178371"/>
              <a:satOff val="-2846"/>
              <a:lumOff val="2740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Economic Factors</a:t>
          </a:r>
          <a:endParaRPr lang="en-IN" sz="2800" kern="1200"/>
        </a:p>
      </dsp:txBody>
      <dsp:txXfrm>
        <a:off x="3613431" y="1803323"/>
        <a:ext cx="2987524" cy="1017975"/>
      </dsp:txXfrm>
    </dsp:sp>
    <dsp:sp modelId="{3619598B-B185-4C5C-B22A-ED11DD53CA4C}">
      <dsp:nvSpPr>
        <dsp:cNvPr id="0" name=""/>
        <dsp:cNvSpPr/>
      </dsp:nvSpPr>
      <dsp:spPr>
        <a:xfrm>
          <a:off x="3558361" y="3017384"/>
          <a:ext cx="3097664" cy="1128115"/>
        </a:xfrm>
        <a:prstGeom prst="roundRect">
          <a:avLst/>
        </a:prstGeom>
        <a:solidFill>
          <a:schemeClr val="lt1">
            <a:alpha val="90000"/>
            <a:hueOff val="0"/>
            <a:satOff val="0"/>
            <a:lumOff val="0"/>
            <a:alphaOff val="0"/>
          </a:schemeClr>
        </a:solidFill>
        <a:ln w="25400" cap="flat" cmpd="sng" algn="ctr">
          <a:solidFill>
            <a:schemeClr val="accent3">
              <a:shade val="50000"/>
              <a:hueOff val="178371"/>
              <a:satOff val="-2846"/>
              <a:lumOff val="2740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Legal Political Factors</a:t>
          </a:r>
          <a:endParaRPr lang="en-IN" sz="2800" kern="1200"/>
        </a:p>
      </dsp:txBody>
      <dsp:txXfrm>
        <a:off x="3613431" y="3072454"/>
        <a:ext cx="2987524" cy="1017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98865-1D44-4DD8-83E2-E78B5A865551}">
      <dsp:nvSpPr>
        <dsp:cNvPr id="0" name=""/>
        <dsp:cNvSpPr/>
      </dsp:nvSpPr>
      <dsp:spPr>
        <a:xfrm>
          <a:off x="7534002" y="1801620"/>
          <a:ext cx="1388816" cy="138855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5573278-107F-4AF5-909E-2B7B271EEA07}">
      <dsp:nvSpPr>
        <dsp:cNvPr id="0" name=""/>
        <dsp:cNvSpPr/>
      </dsp:nvSpPr>
      <dsp:spPr>
        <a:xfrm>
          <a:off x="7580767" y="1847913"/>
          <a:ext cx="1296170" cy="1295966"/>
        </a:xfrm>
        <a:prstGeom prst="ellipse">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Employee Relations</a:t>
          </a:r>
          <a:endParaRPr lang="en-IN" sz="1100" kern="1200"/>
        </a:p>
      </dsp:txBody>
      <dsp:txXfrm>
        <a:off x="7766060" y="2033086"/>
        <a:ext cx="925583" cy="925620"/>
      </dsp:txXfrm>
    </dsp:sp>
    <dsp:sp modelId="{F156CED5-F8F3-4E5B-A13B-8FF54DFA56F6}">
      <dsp:nvSpPr>
        <dsp:cNvPr id="0" name=""/>
        <dsp:cNvSpPr/>
      </dsp:nvSpPr>
      <dsp:spPr>
        <a:xfrm rot="2700000">
          <a:off x="6099401" y="1801464"/>
          <a:ext cx="1388621" cy="1388621"/>
        </a:xfrm>
        <a:prstGeom prst="teardrop">
          <a:avLst>
            <a:gd name="adj" fmla="val 100000"/>
          </a:avLst>
        </a:prstGeom>
        <a:gradFill rotWithShape="0">
          <a:gsLst>
            <a:gs pos="0">
              <a:schemeClr val="accent3">
                <a:hueOff val="2250053"/>
                <a:satOff val="-3376"/>
                <a:lumOff val="-549"/>
                <a:alphaOff val="0"/>
                <a:shade val="51000"/>
                <a:satMod val="130000"/>
              </a:schemeClr>
            </a:gs>
            <a:gs pos="80000">
              <a:schemeClr val="accent3">
                <a:hueOff val="2250053"/>
                <a:satOff val="-3376"/>
                <a:lumOff val="-549"/>
                <a:alphaOff val="0"/>
                <a:shade val="93000"/>
                <a:satMod val="130000"/>
              </a:schemeClr>
            </a:gs>
            <a:gs pos="100000">
              <a:schemeClr val="accent3">
                <a:hueOff val="2250053"/>
                <a:satOff val="-3376"/>
                <a:lumOff val="-5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EC83D63D-9358-4954-A038-5355B8C49C0E}">
      <dsp:nvSpPr>
        <dsp:cNvPr id="0" name=""/>
        <dsp:cNvSpPr/>
      </dsp:nvSpPr>
      <dsp:spPr>
        <a:xfrm>
          <a:off x="6146068" y="1847913"/>
          <a:ext cx="1296170" cy="1295966"/>
        </a:xfrm>
        <a:prstGeom prst="ellipse">
          <a:avLst/>
        </a:prstGeom>
        <a:solidFill>
          <a:schemeClr val="lt1">
            <a:alpha val="90000"/>
            <a:hueOff val="0"/>
            <a:satOff val="0"/>
            <a:lumOff val="0"/>
            <a:alphaOff val="0"/>
          </a:schemeClr>
        </a:solidFill>
        <a:ln w="9525" cap="flat" cmpd="sng" algn="ctr">
          <a:solidFill>
            <a:schemeClr val="accent3">
              <a:hueOff val="2250053"/>
              <a:satOff val="-3376"/>
              <a:lumOff val="-549"/>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Performance Management</a:t>
          </a:r>
          <a:endParaRPr lang="en-IN" sz="1100" kern="1200"/>
        </a:p>
      </dsp:txBody>
      <dsp:txXfrm>
        <a:off x="6331361" y="2033086"/>
        <a:ext cx="925583" cy="925620"/>
      </dsp:txXfrm>
    </dsp:sp>
    <dsp:sp modelId="{B3F4B6C1-F832-478D-82F2-2F7450884FD8}">
      <dsp:nvSpPr>
        <dsp:cNvPr id="0" name=""/>
        <dsp:cNvSpPr/>
      </dsp:nvSpPr>
      <dsp:spPr>
        <a:xfrm rot="2700000">
          <a:off x="4664702" y="1801464"/>
          <a:ext cx="1388621" cy="1388621"/>
        </a:xfrm>
        <a:prstGeom prst="teardrop">
          <a:avLst>
            <a:gd name="adj" fmla="val 100000"/>
          </a:avLst>
        </a:prstGeom>
        <a:gradFill rotWithShape="0">
          <a:gsLst>
            <a:gs pos="0">
              <a:schemeClr val="accent3">
                <a:hueOff val="4500106"/>
                <a:satOff val="-6752"/>
                <a:lumOff val="-1098"/>
                <a:alphaOff val="0"/>
                <a:shade val="51000"/>
                <a:satMod val="130000"/>
              </a:schemeClr>
            </a:gs>
            <a:gs pos="80000">
              <a:schemeClr val="accent3">
                <a:hueOff val="4500106"/>
                <a:satOff val="-6752"/>
                <a:lumOff val="-1098"/>
                <a:alphaOff val="0"/>
                <a:shade val="93000"/>
                <a:satMod val="130000"/>
              </a:schemeClr>
            </a:gs>
            <a:gs pos="100000">
              <a:schemeClr val="accent3">
                <a:hueOff val="4500106"/>
                <a:satOff val="-6752"/>
                <a:lumOff val="-109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E12A661-B3A0-4EAD-915C-4EFED0D0C137}">
      <dsp:nvSpPr>
        <dsp:cNvPr id="0" name=""/>
        <dsp:cNvSpPr/>
      </dsp:nvSpPr>
      <dsp:spPr>
        <a:xfrm>
          <a:off x="4711369" y="1847913"/>
          <a:ext cx="1296170" cy="1295966"/>
        </a:xfrm>
        <a:prstGeom prst="ellipse">
          <a:avLst/>
        </a:prstGeom>
        <a:solidFill>
          <a:schemeClr val="lt1">
            <a:alpha val="90000"/>
            <a:hueOff val="0"/>
            <a:satOff val="0"/>
            <a:lumOff val="0"/>
            <a:alphaOff val="0"/>
          </a:schemeClr>
        </a:solidFill>
        <a:ln w="9525" cap="flat" cmpd="sng" algn="ctr">
          <a:solidFill>
            <a:schemeClr val="accent3">
              <a:hueOff val="4500106"/>
              <a:satOff val="-6752"/>
              <a:lumOff val="-1098"/>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Remuneration</a:t>
          </a:r>
          <a:endParaRPr lang="en-IN" sz="1100" kern="1200"/>
        </a:p>
      </dsp:txBody>
      <dsp:txXfrm>
        <a:off x="4896662" y="2033086"/>
        <a:ext cx="925583" cy="925620"/>
      </dsp:txXfrm>
    </dsp:sp>
    <dsp:sp modelId="{C837A302-B9BD-4FF4-8B4D-A474E9B5AE27}">
      <dsp:nvSpPr>
        <dsp:cNvPr id="0" name=""/>
        <dsp:cNvSpPr/>
      </dsp:nvSpPr>
      <dsp:spPr>
        <a:xfrm rot="2700000">
          <a:off x="3230003" y="1801464"/>
          <a:ext cx="1388621" cy="1388621"/>
        </a:xfrm>
        <a:prstGeom prst="teardrop">
          <a:avLst>
            <a:gd name="adj" fmla="val 100000"/>
          </a:avLst>
        </a:prstGeom>
        <a:gradFill rotWithShape="0">
          <a:gsLst>
            <a:gs pos="0">
              <a:schemeClr val="accent3">
                <a:hueOff val="6750158"/>
                <a:satOff val="-10128"/>
                <a:lumOff val="-1647"/>
                <a:alphaOff val="0"/>
                <a:shade val="51000"/>
                <a:satMod val="130000"/>
              </a:schemeClr>
            </a:gs>
            <a:gs pos="80000">
              <a:schemeClr val="accent3">
                <a:hueOff val="6750158"/>
                <a:satOff val="-10128"/>
                <a:lumOff val="-1647"/>
                <a:alphaOff val="0"/>
                <a:shade val="93000"/>
                <a:satMod val="130000"/>
              </a:schemeClr>
            </a:gs>
            <a:gs pos="100000">
              <a:schemeClr val="accent3">
                <a:hueOff val="6750158"/>
                <a:satOff val="-10128"/>
                <a:lumOff val="-16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E599F935-D60B-4432-8D98-172D85A63B62}">
      <dsp:nvSpPr>
        <dsp:cNvPr id="0" name=""/>
        <dsp:cNvSpPr/>
      </dsp:nvSpPr>
      <dsp:spPr>
        <a:xfrm>
          <a:off x="3276670" y="1847913"/>
          <a:ext cx="1296170" cy="1295966"/>
        </a:xfrm>
        <a:prstGeom prst="ellipse">
          <a:avLst/>
        </a:prstGeom>
        <a:solidFill>
          <a:schemeClr val="lt1">
            <a:alpha val="90000"/>
            <a:hueOff val="0"/>
            <a:satOff val="0"/>
            <a:lumOff val="0"/>
            <a:alphaOff val="0"/>
          </a:schemeClr>
        </a:solidFill>
        <a:ln w="9525" cap="flat" cmpd="sng" algn="ctr">
          <a:solidFill>
            <a:schemeClr val="accent3">
              <a:hueOff val="6750158"/>
              <a:satOff val="-10128"/>
              <a:lumOff val="-1647"/>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Training and Development</a:t>
          </a:r>
          <a:endParaRPr lang="en-IN" sz="1100" kern="1200"/>
        </a:p>
      </dsp:txBody>
      <dsp:txXfrm>
        <a:off x="3461081" y="2033086"/>
        <a:ext cx="925583" cy="925620"/>
      </dsp:txXfrm>
    </dsp:sp>
    <dsp:sp modelId="{53D72947-870B-42DA-B1EF-FE4B59095D8D}">
      <dsp:nvSpPr>
        <dsp:cNvPr id="0" name=""/>
        <dsp:cNvSpPr/>
      </dsp:nvSpPr>
      <dsp:spPr>
        <a:xfrm rot="2700000">
          <a:off x="1795305" y="1801464"/>
          <a:ext cx="1388621" cy="1388621"/>
        </a:xfrm>
        <a:prstGeom prst="teardrop">
          <a:avLst>
            <a:gd name="adj" fmla="val 100000"/>
          </a:avLst>
        </a:prstGeom>
        <a:gradFill rotWithShape="0">
          <a:gsLst>
            <a:gs pos="0">
              <a:schemeClr val="accent3">
                <a:hueOff val="9000211"/>
                <a:satOff val="-13504"/>
                <a:lumOff val="-2196"/>
                <a:alphaOff val="0"/>
                <a:shade val="51000"/>
                <a:satMod val="130000"/>
              </a:schemeClr>
            </a:gs>
            <a:gs pos="80000">
              <a:schemeClr val="accent3">
                <a:hueOff val="9000211"/>
                <a:satOff val="-13504"/>
                <a:lumOff val="-2196"/>
                <a:alphaOff val="0"/>
                <a:shade val="93000"/>
                <a:satMod val="130000"/>
              </a:schemeClr>
            </a:gs>
            <a:gs pos="100000">
              <a:schemeClr val="accent3">
                <a:hueOff val="9000211"/>
                <a:satOff val="-13504"/>
                <a:lumOff val="-219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EB0E501-3294-4855-8D81-FBBDD809FC27}">
      <dsp:nvSpPr>
        <dsp:cNvPr id="0" name=""/>
        <dsp:cNvSpPr/>
      </dsp:nvSpPr>
      <dsp:spPr>
        <a:xfrm>
          <a:off x="1841971" y="1847913"/>
          <a:ext cx="1296170" cy="1295966"/>
        </a:xfrm>
        <a:prstGeom prst="ellipse">
          <a:avLst/>
        </a:prstGeom>
        <a:solidFill>
          <a:schemeClr val="lt1">
            <a:alpha val="90000"/>
            <a:hueOff val="0"/>
            <a:satOff val="0"/>
            <a:lumOff val="0"/>
            <a:alphaOff val="0"/>
          </a:schemeClr>
        </a:solidFill>
        <a:ln w="9525" cap="flat" cmpd="sng" algn="ctr">
          <a:solidFill>
            <a:schemeClr val="accent3">
              <a:hueOff val="9000211"/>
              <a:satOff val="-13504"/>
              <a:lumOff val="-2196"/>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Recruitment and Selection</a:t>
          </a:r>
          <a:endParaRPr lang="en-IN" sz="1100" kern="1200"/>
        </a:p>
      </dsp:txBody>
      <dsp:txXfrm>
        <a:off x="2026382" y="2033086"/>
        <a:ext cx="925583" cy="925620"/>
      </dsp:txXfrm>
    </dsp:sp>
    <dsp:sp modelId="{63E6A4DF-D612-4ACF-AE8D-5EA12FA4A20C}">
      <dsp:nvSpPr>
        <dsp:cNvPr id="0" name=""/>
        <dsp:cNvSpPr/>
      </dsp:nvSpPr>
      <dsp:spPr>
        <a:xfrm rot="2700000">
          <a:off x="360606" y="1801464"/>
          <a:ext cx="1388621" cy="1388621"/>
        </a:xfrm>
        <a:prstGeom prst="teardrop">
          <a:avLst>
            <a:gd name="adj" fmla="val 100000"/>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45C4FC6F-1BF7-4954-AD33-C9A7B3473839}">
      <dsp:nvSpPr>
        <dsp:cNvPr id="0" name=""/>
        <dsp:cNvSpPr/>
      </dsp:nvSpPr>
      <dsp:spPr>
        <a:xfrm>
          <a:off x="406390" y="1847913"/>
          <a:ext cx="1296170" cy="1295966"/>
        </a:xfrm>
        <a:prstGeom prst="ellipse">
          <a:avLst/>
        </a:prstGeom>
        <a:solidFill>
          <a:schemeClr val="lt1">
            <a:alpha val="90000"/>
            <a:hueOff val="0"/>
            <a:satOff val="0"/>
            <a:lumOff val="0"/>
            <a:alphaOff val="0"/>
          </a:schemeClr>
        </a:solidFill>
        <a:ln w="9525" cap="flat" cmpd="sng" algn="ctr">
          <a:solidFill>
            <a:schemeClr val="accent3">
              <a:hueOff val="11250264"/>
              <a:satOff val="-16880"/>
              <a:lumOff val="-2745"/>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Human Resource Planning</a:t>
          </a:r>
          <a:endParaRPr lang="en-IN" sz="1100" kern="1200"/>
        </a:p>
      </dsp:txBody>
      <dsp:txXfrm>
        <a:off x="591683" y="2033086"/>
        <a:ext cx="925583" cy="92562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F9A3035-2B5C-4D33-89FD-1EEE4C5C3F52}" type="datetimeFigureOut">
              <a:rPr lang="en-IN" smtClean="0"/>
              <a:pPr/>
              <a:t>23-09-2025</a:t>
            </a:fld>
            <a:endParaRPr lang="en-IN"/>
          </a:p>
        </p:txBody>
      </p:sp>
      <p:sp>
        <p:nvSpPr>
          <p:cNvPr id="4" name="Slide Image Placeholder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ECBC7D61-77AE-402C-8842-740617525158}" type="slidenum">
              <a:rPr lang="en-IN" smtClean="0"/>
              <a:pPr/>
              <a:t>‹#›</a:t>
            </a:fld>
            <a:endParaRPr lang="en-IN"/>
          </a:p>
        </p:txBody>
      </p:sp>
    </p:spTree>
    <p:extLst>
      <p:ext uri="{BB962C8B-B14F-4D97-AF65-F5344CB8AC3E}">
        <p14:creationId xmlns:p14="http://schemas.microsoft.com/office/powerpoint/2010/main" val="365646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244" y="2348401"/>
            <a:ext cx="8568137" cy="162043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488" y="4283816"/>
            <a:ext cx="7055650" cy="1931917"/>
          </a:xfrm>
          <a:prstGeom prst="rect">
            <a:avLst/>
          </a:prstGeom>
        </p:spPr>
        <p:txBody>
          <a:bodyPr/>
          <a:lstStyle>
            <a:lvl1pPr marL="0" indent="0" algn="ctr">
              <a:buNone/>
              <a:defRPr>
                <a:solidFill>
                  <a:schemeClr val="tx1">
                    <a:tint val="75000"/>
                  </a:schemeClr>
                </a:solidFill>
              </a:defRPr>
            </a:lvl1pPr>
            <a:lvl2pPr marL="378104" indent="0" algn="ctr">
              <a:buNone/>
              <a:defRPr>
                <a:solidFill>
                  <a:schemeClr val="tx1">
                    <a:tint val="75000"/>
                  </a:schemeClr>
                </a:solidFill>
              </a:defRPr>
            </a:lvl2pPr>
            <a:lvl3pPr marL="756209" indent="0" algn="ctr">
              <a:buNone/>
              <a:defRPr>
                <a:solidFill>
                  <a:schemeClr val="tx1">
                    <a:tint val="75000"/>
                  </a:schemeClr>
                </a:solidFill>
              </a:defRPr>
            </a:lvl3pPr>
            <a:lvl4pPr marL="1134313" indent="0" algn="ctr">
              <a:buNone/>
              <a:defRPr>
                <a:solidFill>
                  <a:schemeClr val="tx1">
                    <a:tint val="75000"/>
                  </a:schemeClr>
                </a:solidFill>
              </a:defRPr>
            </a:lvl4pPr>
            <a:lvl5pPr marL="1512418" indent="0" algn="ctr">
              <a:buNone/>
              <a:defRPr>
                <a:solidFill>
                  <a:schemeClr val="tx1">
                    <a:tint val="75000"/>
                  </a:schemeClr>
                </a:solidFill>
              </a:defRPr>
            </a:lvl5pPr>
            <a:lvl6pPr marL="1890522" indent="0" algn="ctr">
              <a:buNone/>
              <a:defRPr>
                <a:solidFill>
                  <a:schemeClr val="tx1">
                    <a:tint val="75000"/>
                  </a:schemeClr>
                </a:solidFill>
              </a:defRPr>
            </a:lvl6pPr>
            <a:lvl7pPr marL="2268626" indent="0" algn="ctr">
              <a:buNone/>
              <a:defRPr>
                <a:solidFill>
                  <a:schemeClr val="tx1">
                    <a:tint val="75000"/>
                  </a:schemeClr>
                </a:solidFill>
              </a:defRPr>
            </a:lvl7pPr>
            <a:lvl8pPr marL="2646731" indent="0" algn="ctr">
              <a:buNone/>
              <a:defRPr>
                <a:solidFill>
                  <a:schemeClr val="tx1">
                    <a:tint val="75000"/>
                  </a:schemeClr>
                </a:solidFill>
              </a:defRPr>
            </a:lvl8pPr>
            <a:lvl9pPr marL="302483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756209"/>
            <a:fld id="{585B8C8C-3877-4992-85E3-14BF5F90157E}" type="datetime3">
              <a:rPr lang="en-US" smtClean="0"/>
              <a:t>23 September 2025</a:t>
            </a:fld>
            <a:endParaRPr lang="en-US"/>
          </a:p>
        </p:txBody>
      </p:sp>
      <p:sp>
        <p:nvSpPr>
          <p:cNvPr id="5" name="Footer Placeholder 4"/>
          <p:cNvSpPr>
            <a:spLocks noGrp="1"/>
          </p:cNvSpPr>
          <p:nvPr>
            <p:ph type="ftr" sz="quarter" idx="11"/>
          </p:nvPr>
        </p:nvSpPr>
        <p:spPr/>
        <p:txBody>
          <a:bodyPr/>
          <a:lstStyle/>
          <a:p>
            <a:pPr defTabSz="756209"/>
            <a:r>
              <a:rPr lang="en-US"/>
              <a:t>Dr. Vasanthi  Reena Williams  Prof. Department of MBA, VVIET, Mysuru</a:t>
            </a:r>
          </a:p>
        </p:txBody>
      </p:sp>
      <p:sp>
        <p:nvSpPr>
          <p:cNvPr id="6" name="Slide Number Placeholder 5"/>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Tree>
    <p:extLst>
      <p:ext uri="{BB962C8B-B14F-4D97-AF65-F5344CB8AC3E}">
        <p14:creationId xmlns:p14="http://schemas.microsoft.com/office/powerpoint/2010/main" val="273277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itle 9"/>
          <p:cNvSpPr>
            <a:spLocks noGrp="1"/>
          </p:cNvSpPr>
          <p:nvPr>
            <p:ph type="title"/>
          </p:nvPr>
        </p:nvSpPr>
        <p:spPr>
          <a:xfrm>
            <a:off x="504163" y="302737"/>
            <a:ext cx="9072300" cy="1259946"/>
          </a:xfrm>
          <a:prstGeom prst="rect">
            <a:avLst/>
          </a:prstGeom>
        </p:spPr>
        <p:txBody>
          <a:bodyPr/>
          <a:lstStyle/>
          <a:p>
            <a:r>
              <a:rPr lang="en-US"/>
              <a:t>Click to edit Master title style</a:t>
            </a:r>
          </a:p>
        </p:txBody>
      </p:sp>
      <p:sp>
        <p:nvSpPr>
          <p:cNvPr id="11" name="Date Placeholder 10"/>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12" name="Slide Number Placeholder 11"/>
          <p:cNvSpPr>
            <a:spLocks noGrp="1"/>
          </p:cNvSpPr>
          <p:nvPr>
            <p:ph type="sldNum" sz="quarter" idx="11"/>
          </p:nvPr>
        </p:nvSpPr>
        <p:spPr/>
        <p:txBody>
          <a:bodyPr/>
          <a:lstStyle/>
          <a:p>
            <a:pPr defTabSz="756209"/>
            <a:fld id="{B6F15528-21DE-4FAA-801E-634DDDAF4B2B}" type="slidenum">
              <a:rPr lang="en-US" smtClean="0"/>
              <a:pPr defTabSz="756209"/>
              <a:t>‹#›</a:t>
            </a:fld>
            <a:endParaRPr lang="en-US"/>
          </a:p>
        </p:txBody>
      </p:sp>
      <p:sp>
        <p:nvSpPr>
          <p:cNvPr id="13" name="Footer Placeholder 12"/>
          <p:cNvSpPr>
            <a:spLocks noGrp="1"/>
          </p:cNvSpPr>
          <p:nvPr>
            <p:ph type="ftr" sz="quarter" idx="12"/>
          </p:nvPr>
        </p:nvSpPr>
        <p:spPr/>
        <p:txBody>
          <a:bodyPr/>
          <a:lstStyle/>
          <a:p>
            <a:pPr defTabSz="756209"/>
            <a:r>
              <a:rPr lang="en-US"/>
              <a:t>Dr. Vasanthi  Reena Williams  Prof. Department of MBA, VVIET, Mysuru</a:t>
            </a:r>
          </a:p>
        </p:txBody>
      </p:sp>
    </p:spTree>
    <p:extLst>
      <p:ext uri="{BB962C8B-B14F-4D97-AF65-F5344CB8AC3E}">
        <p14:creationId xmlns:p14="http://schemas.microsoft.com/office/powerpoint/2010/main" val="399521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870" y="1427939"/>
            <a:ext cx="9072300" cy="125994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756209"/>
            <a:fld id="{0420B8FD-D4AD-4A41-95EA-81787BFACB69}" type="datetime3">
              <a:rPr lang="en-US" smtClean="0"/>
              <a:t>23 September 2025</a:t>
            </a:fld>
            <a:endParaRPr lang="en-US"/>
          </a:p>
        </p:txBody>
      </p:sp>
      <p:sp>
        <p:nvSpPr>
          <p:cNvPr id="4" name="Footer Placeholder 3"/>
          <p:cNvSpPr>
            <a:spLocks noGrp="1"/>
          </p:cNvSpPr>
          <p:nvPr>
            <p:ph type="ftr" sz="quarter" idx="11"/>
          </p:nvPr>
        </p:nvSpPr>
        <p:spPr/>
        <p:txBody>
          <a:bodyPr/>
          <a:lstStyle/>
          <a:p>
            <a:pPr defTabSz="756209"/>
            <a:r>
              <a:rPr lang="en-US"/>
              <a:t>Dr. Vasanthi  Reena Williams  Prof. Department of MBA, VVIET, Mysuru</a:t>
            </a:r>
          </a:p>
        </p:txBody>
      </p:sp>
      <p:sp>
        <p:nvSpPr>
          <p:cNvPr id="5" name="Slide Number Placeholder 4"/>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
        <p:nvSpPr>
          <p:cNvPr id="7" name="Text Placeholder 6"/>
          <p:cNvSpPr>
            <a:spLocks noGrp="1"/>
          </p:cNvSpPr>
          <p:nvPr>
            <p:ph type="body" sz="quarter" idx="13"/>
          </p:nvPr>
        </p:nvSpPr>
        <p:spPr>
          <a:xfrm>
            <a:off x="9073613" y="1091953"/>
            <a:ext cx="756244" cy="1007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4251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04031" y="7006701"/>
            <a:ext cx="2352146" cy="402483"/>
          </a:xfrm>
          <a:prstGeom prst="rect">
            <a:avLst/>
          </a:prstGeom>
        </p:spPr>
        <p:txBody>
          <a:bodyPr vert="horz" lIns="91440" tIns="45720" rIns="91440" bIns="45720" rtlCol="0" anchor="ctr"/>
          <a:lstStyle>
            <a:lvl1pPr algn="l">
              <a:defRPr sz="992">
                <a:solidFill>
                  <a:srgbClr val="002060"/>
                </a:solidFill>
                <a:latin typeface="Cambria" pitchFamily="18" charset="0"/>
              </a:defRPr>
            </a:lvl1pPr>
          </a:lstStyle>
          <a:p>
            <a:pPr defTabSz="756209"/>
            <a:fld id="{6D9E5F16-11D2-4834-8A13-8E53B6D35C7D}" type="datetime3">
              <a:rPr lang="en-US" smtClean="0"/>
              <a:t>23 September 2025</a:t>
            </a:fld>
            <a:endParaRPr lang="en-US"/>
          </a:p>
        </p:txBody>
      </p:sp>
      <p:sp>
        <p:nvSpPr>
          <p:cNvPr id="5" name="Footer Placeholder 4"/>
          <p:cNvSpPr>
            <a:spLocks noGrp="1"/>
          </p:cNvSpPr>
          <p:nvPr>
            <p:ph type="ftr" sz="quarter" idx="3"/>
          </p:nvPr>
        </p:nvSpPr>
        <p:spPr>
          <a:xfrm>
            <a:off x="3444214" y="7006701"/>
            <a:ext cx="3192198" cy="402483"/>
          </a:xfrm>
          <a:prstGeom prst="rect">
            <a:avLst/>
          </a:prstGeom>
        </p:spPr>
        <p:txBody>
          <a:bodyPr vert="horz" lIns="91440" tIns="45720" rIns="91440" bIns="45720" rtlCol="0" anchor="ctr"/>
          <a:lstStyle>
            <a:lvl1pPr algn="ctr">
              <a:defRPr sz="992">
                <a:solidFill>
                  <a:srgbClr val="002060"/>
                </a:solidFill>
                <a:latin typeface="Cambria" pitchFamily="18" charset="0"/>
              </a:defRPr>
            </a:lvl1pPr>
          </a:lstStyle>
          <a:p>
            <a:pPr defTabSz="756209"/>
            <a:r>
              <a:rPr lang="en-US"/>
              <a:t>Dr. Vasanthi  Reena Williams  Prof. Department of MBA, VVIET, Mysuru</a:t>
            </a:r>
          </a:p>
        </p:txBody>
      </p:sp>
      <p:sp>
        <p:nvSpPr>
          <p:cNvPr id="6" name="Slide Number Placeholder 5"/>
          <p:cNvSpPr>
            <a:spLocks noGrp="1"/>
          </p:cNvSpPr>
          <p:nvPr>
            <p:ph type="sldNum" sz="quarter" idx="4"/>
          </p:nvPr>
        </p:nvSpPr>
        <p:spPr>
          <a:xfrm>
            <a:off x="7224449" y="7006701"/>
            <a:ext cx="2352146" cy="402483"/>
          </a:xfrm>
          <a:prstGeom prst="rect">
            <a:avLst/>
          </a:prstGeom>
        </p:spPr>
        <p:txBody>
          <a:bodyPr vert="horz" lIns="91440" tIns="45720" rIns="91440" bIns="45720" rtlCol="0" anchor="ctr"/>
          <a:lstStyle>
            <a:lvl1pPr algn="r">
              <a:defRPr sz="992">
                <a:solidFill>
                  <a:srgbClr val="002060"/>
                </a:solidFill>
                <a:latin typeface="Cambria" pitchFamily="18" charset="0"/>
              </a:defRPr>
            </a:lvl1pPr>
          </a:lstStyle>
          <a:p>
            <a:pPr defTabSz="756209"/>
            <a:fld id="{B6F15528-21DE-4FAA-801E-634DDDAF4B2B}" type="slidenum">
              <a:rPr lang="en-US" smtClean="0"/>
              <a:pPr defTabSz="756209"/>
              <a:t>‹#›</a:t>
            </a:fld>
            <a:endParaRPr lang="en-US"/>
          </a:p>
        </p:txBody>
      </p:sp>
      <p:sp>
        <p:nvSpPr>
          <p:cNvPr id="7" name="Rectangle 6"/>
          <p:cNvSpPr/>
          <p:nvPr/>
        </p:nvSpPr>
        <p:spPr>
          <a:xfrm>
            <a:off x="1070033" y="0"/>
            <a:ext cx="6942318" cy="10281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US" sz="1489" b="0" i="0" u="none" strike="noStrike" kern="1200" cap="none" spc="0" normalizeH="0" baseline="0" noProof="0">
              <a:ln>
                <a:noFill/>
              </a:ln>
              <a:solidFill>
                <a:prstClr val="white"/>
              </a:solidFill>
              <a:effectLst/>
              <a:uLnTx/>
              <a:uFillTx/>
              <a:latin typeface="Book Antiqua"/>
              <a:ea typeface="+mn-ea"/>
              <a:cs typeface="+mn-cs"/>
            </a:endParaRPr>
          </a:p>
        </p:txBody>
      </p:sp>
      <p:pic>
        <p:nvPicPr>
          <p:cNvPr id="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22" y="2"/>
            <a:ext cx="943991" cy="98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450" y="1095752"/>
            <a:ext cx="10083250" cy="503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white"/>
              </a:solidFill>
              <a:effectLst/>
              <a:uLnTx/>
              <a:uFillTx/>
              <a:latin typeface="Book Antiqua"/>
              <a:ea typeface="+mn-ea"/>
              <a:cs typeface="+mn-cs"/>
            </a:endParaRPr>
          </a:p>
        </p:txBody>
      </p:sp>
      <p:sp>
        <p:nvSpPr>
          <p:cNvPr id="10" name="TextBox 9"/>
          <p:cNvSpPr txBox="1"/>
          <p:nvPr/>
        </p:nvSpPr>
        <p:spPr>
          <a:xfrm>
            <a:off x="7995552" y="1"/>
            <a:ext cx="2085073" cy="703078"/>
          </a:xfrm>
          <a:prstGeom prst="rect">
            <a:avLst/>
          </a:prstGeom>
          <a:noFill/>
        </p:spPr>
        <p:txBody>
          <a:bodyPr wrap="square" rtlCol="0">
            <a:spAutoFit/>
          </a:bodyPr>
          <a:lstStyle/>
          <a:p>
            <a:pPr marL="0" marR="0" lvl="0" indent="0" algn="l" defTabSz="756209" rtl="0" eaLnBrk="1" fontAlgn="auto" latinLnBrk="0" hangingPunct="1">
              <a:lnSpc>
                <a:spcPct val="100000"/>
              </a:lnSpc>
              <a:spcBef>
                <a:spcPts val="0"/>
              </a:spcBef>
              <a:spcAft>
                <a:spcPts val="0"/>
              </a:spcAft>
              <a:buClrTx/>
              <a:buSzTx/>
              <a:buFontTx/>
              <a:buNone/>
              <a:tabLst/>
              <a:defRPr/>
            </a:pPr>
            <a:r>
              <a:rPr kumimoji="0" lang="en-IN" sz="1323" b="0" i="0" u="none" strike="noStrike" kern="1200" cap="none" spc="0" normalizeH="0" baseline="0" noProof="0" dirty="0">
                <a:ln>
                  <a:noFill/>
                </a:ln>
                <a:solidFill>
                  <a:srgbClr val="002060"/>
                </a:solidFill>
                <a:effectLst/>
                <a:uLnTx/>
                <a:uFillTx/>
                <a:latin typeface="Cambria" pitchFamily="18" charset="0"/>
                <a:ea typeface="Cambria" pitchFamily="18" charset="0"/>
                <a:cs typeface="Arial" panose="020B0604020202020204" pitchFamily="34" charset="0"/>
              </a:rPr>
              <a:t>VIDYA VIKAS INSTITUTE OF ENGINEERING &amp; TECHNOLOGY</a:t>
            </a:r>
          </a:p>
        </p:txBody>
      </p:sp>
      <p:sp>
        <p:nvSpPr>
          <p:cNvPr id="11" name="Rectangle 10"/>
          <p:cNvSpPr/>
          <p:nvPr/>
        </p:nvSpPr>
        <p:spPr>
          <a:xfrm>
            <a:off x="-3114" y="1199330"/>
            <a:ext cx="10083250" cy="131415"/>
          </a:xfrm>
          <a:prstGeom prst="rect">
            <a:avLst/>
          </a:prstGeom>
          <a:solidFill>
            <a:srgbClr val="D60093"/>
          </a:solidFill>
        </p:spPr>
        <p:txBody>
          <a:bodyPr wrap="square" lIns="0" tIns="0" rIns="0" bIns="0" rtlCol="0"/>
          <a:lstStyle/>
          <a:p>
            <a:pPr marL="0" marR="0" lvl="0" indent="0" algn="l"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black"/>
              </a:solidFill>
              <a:effectLst/>
              <a:uLnTx/>
              <a:uFillTx/>
              <a:latin typeface="Book Antiqua"/>
              <a:ea typeface="+mn-ea"/>
              <a:cs typeface="+mn-cs"/>
            </a:endParaRPr>
          </a:p>
        </p:txBody>
      </p:sp>
    </p:spTree>
    <p:extLst>
      <p:ext uri="{BB962C8B-B14F-4D97-AF65-F5344CB8AC3E}">
        <p14:creationId xmlns:p14="http://schemas.microsoft.com/office/powerpoint/2010/main" val="65978148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p:txStyles>
    <p:titleStyle>
      <a:lvl1pPr algn="ctr" defTabSz="756209" rtl="0" eaLnBrk="1" latinLnBrk="0" hangingPunct="1">
        <a:spcBef>
          <a:spcPct val="0"/>
        </a:spcBef>
        <a:buNone/>
        <a:defRPr sz="3639" kern="1200">
          <a:solidFill>
            <a:schemeClr val="tx1"/>
          </a:solidFill>
          <a:latin typeface="+mj-lt"/>
          <a:ea typeface="+mj-ea"/>
          <a:cs typeface="+mj-cs"/>
        </a:defRPr>
      </a:lvl1pPr>
    </p:titleStyle>
    <p:bodyStyle>
      <a:lvl1pPr marL="283578" indent="-283578" algn="l" defTabSz="756209" rtl="0" eaLnBrk="1" latinLnBrk="0" hangingPunct="1">
        <a:spcBef>
          <a:spcPct val="20000"/>
        </a:spcBef>
        <a:buFont typeface="Arial" pitchFamily="34" charset="0"/>
        <a:buChar char="•"/>
        <a:defRPr sz="2646" kern="1200">
          <a:solidFill>
            <a:schemeClr val="tx1"/>
          </a:solidFill>
          <a:latin typeface="+mn-lt"/>
          <a:ea typeface="+mn-ea"/>
          <a:cs typeface="+mn-cs"/>
        </a:defRPr>
      </a:lvl1pPr>
      <a:lvl2pPr marL="614420" indent="-236315" algn="l" defTabSz="756209" rtl="0" eaLnBrk="1" latinLnBrk="0" hangingPunct="1">
        <a:spcBef>
          <a:spcPct val="20000"/>
        </a:spcBef>
        <a:buFont typeface="Arial" pitchFamily="34" charset="0"/>
        <a:buChar char="–"/>
        <a:defRPr sz="2316" kern="1200">
          <a:solidFill>
            <a:schemeClr val="tx1"/>
          </a:solidFill>
          <a:latin typeface="+mn-lt"/>
          <a:ea typeface="+mn-ea"/>
          <a:cs typeface="+mn-cs"/>
        </a:defRPr>
      </a:lvl2pPr>
      <a:lvl3pPr marL="945261" indent="-189052" algn="l" defTabSz="756209" rtl="0" eaLnBrk="1" latinLnBrk="0" hangingPunct="1">
        <a:spcBef>
          <a:spcPct val="20000"/>
        </a:spcBef>
        <a:buFont typeface="Arial" pitchFamily="34" charset="0"/>
        <a:buChar char="•"/>
        <a:defRPr sz="1985" kern="1200">
          <a:solidFill>
            <a:schemeClr val="tx1"/>
          </a:solidFill>
          <a:latin typeface="+mn-lt"/>
          <a:ea typeface="+mn-ea"/>
          <a:cs typeface="+mn-cs"/>
        </a:defRPr>
      </a:lvl3pPr>
      <a:lvl4pPr marL="1323365"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4pPr>
      <a:lvl5pPr marL="1701470"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5pPr>
      <a:lvl6pPr marL="2079574"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6pPr>
      <a:lvl7pPr marL="2457679"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7pPr>
      <a:lvl8pPr marL="2835783"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8pPr>
      <a:lvl9pPr marL="3213887"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9pPr>
    </p:bodyStyle>
    <p:otherStyle>
      <a:defPPr>
        <a:defRPr lang="en-US"/>
      </a:defPPr>
      <a:lvl1pPr marL="0" algn="l" defTabSz="756209" rtl="0" eaLnBrk="1" latinLnBrk="0" hangingPunct="1">
        <a:defRPr sz="1489" kern="1200">
          <a:solidFill>
            <a:schemeClr val="tx1"/>
          </a:solidFill>
          <a:latin typeface="+mn-lt"/>
          <a:ea typeface="+mn-ea"/>
          <a:cs typeface="+mn-cs"/>
        </a:defRPr>
      </a:lvl1pPr>
      <a:lvl2pPr marL="378104" algn="l" defTabSz="756209" rtl="0" eaLnBrk="1" latinLnBrk="0" hangingPunct="1">
        <a:defRPr sz="1489" kern="1200">
          <a:solidFill>
            <a:schemeClr val="tx1"/>
          </a:solidFill>
          <a:latin typeface="+mn-lt"/>
          <a:ea typeface="+mn-ea"/>
          <a:cs typeface="+mn-cs"/>
        </a:defRPr>
      </a:lvl2pPr>
      <a:lvl3pPr marL="756209" algn="l" defTabSz="756209" rtl="0" eaLnBrk="1" latinLnBrk="0" hangingPunct="1">
        <a:defRPr sz="1489" kern="1200">
          <a:solidFill>
            <a:schemeClr val="tx1"/>
          </a:solidFill>
          <a:latin typeface="+mn-lt"/>
          <a:ea typeface="+mn-ea"/>
          <a:cs typeface="+mn-cs"/>
        </a:defRPr>
      </a:lvl3pPr>
      <a:lvl4pPr marL="1134313" algn="l" defTabSz="756209" rtl="0" eaLnBrk="1" latinLnBrk="0" hangingPunct="1">
        <a:defRPr sz="1489" kern="1200">
          <a:solidFill>
            <a:schemeClr val="tx1"/>
          </a:solidFill>
          <a:latin typeface="+mn-lt"/>
          <a:ea typeface="+mn-ea"/>
          <a:cs typeface="+mn-cs"/>
        </a:defRPr>
      </a:lvl4pPr>
      <a:lvl5pPr marL="1512418" algn="l" defTabSz="756209" rtl="0" eaLnBrk="1" latinLnBrk="0" hangingPunct="1">
        <a:defRPr sz="1489" kern="1200">
          <a:solidFill>
            <a:schemeClr val="tx1"/>
          </a:solidFill>
          <a:latin typeface="+mn-lt"/>
          <a:ea typeface="+mn-ea"/>
          <a:cs typeface="+mn-cs"/>
        </a:defRPr>
      </a:lvl5pPr>
      <a:lvl6pPr marL="1890522" algn="l" defTabSz="756209" rtl="0" eaLnBrk="1" latinLnBrk="0" hangingPunct="1">
        <a:defRPr sz="1489" kern="1200">
          <a:solidFill>
            <a:schemeClr val="tx1"/>
          </a:solidFill>
          <a:latin typeface="+mn-lt"/>
          <a:ea typeface="+mn-ea"/>
          <a:cs typeface="+mn-cs"/>
        </a:defRPr>
      </a:lvl6pPr>
      <a:lvl7pPr marL="2268626" algn="l" defTabSz="756209" rtl="0" eaLnBrk="1" latinLnBrk="0" hangingPunct="1">
        <a:defRPr sz="1489" kern="1200">
          <a:solidFill>
            <a:schemeClr val="tx1"/>
          </a:solidFill>
          <a:latin typeface="+mn-lt"/>
          <a:ea typeface="+mn-ea"/>
          <a:cs typeface="+mn-cs"/>
        </a:defRPr>
      </a:lvl7pPr>
      <a:lvl8pPr marL="2646731" algn="l" defTabSz="756209" rtl="0" eaLnBrk="1" latinLnBrk="0" hangingPunct="1">
        <a:defRPr sz="1489" kern="1200">
          <a:solidFill>
            <a:schemeClr val="tx1"/>
          </a:solidFill>
          <a:latin typeface="+mn-lt"/>
          <a:ea typeface="+mn-ea"/>
          <a:cs typeface="+mn-cs"/>
        </a:defRPr>
      </a:lvl8pPr>
      <a:lvl9pPr marL="3024835" algn="l" defTabSz="756209"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4031" y="2708491"/>
            <a:ext cx="9072299" cy="1285993"/>
          </a:xfrm>
          <a:prstGeom prst="rect">
            <a:avLst/>
          </a:prstGeom>
        </p:spPr>
        <p:txBody>
          <a:bodyPr/>
          <a:lstStyle/>
          <a:p>
            <a:r>
              <a:rPr lang="en-IN" sz="4000" b="1" dirty="0">
                <a:latin typeface="Times new roman"/>
              </a:rPr>
              <a:t>International Business</a:t>
            </a:r>
            <a:br>
              <a:rPr lang="en-IN" dirty="0"/>
            </a:br>
            <a:r>
              <a:rPr lang="en-GB" b="1" dirty="0">
                <a:solidFill>
                  <a:srgbClr val="002060"/>
                </a:solidFill>
                <a:latin typeface="Cambria" pitchFamily="18" charset="0"/>
              </a:rPr>
              <a:t>22MBA401</a:t>
            </a:r>
            <a:endParaRPr lang="en-US" dirty="0"/>
          </a:p>
        </p:txBody>
      </p:sp>
      <p:sp>
        <p:nvSpPr>
          <p:cNvPr id="3" name="Date Placeholder 2"/>
          <p:cNvSpPr>
            <a:spLocks noGrp="1"/>
          </p:cNvSpPr>
          <p:nvPr>
            <p:ph type="dt" sz="half" idx="10"/>
          </p:nvPr>
        </p:nvSpPr>
        <p:spPr/>
        <p:txBody>
          <a:bodyPr/>
          <a:lstStyle/>
          <a:p>
            <a:pPr defTabSz="756209"/>
            <a:fld id="{2B21D306-1AEB-47FB-8750-303610154917}" type="datetime3">
              <a:rPr lang="en-US" smtClean="0"/>
              <a:t>23 September 2025</a:t>
            </a:fld>
            <a:endParaRPr lang="en-US" dirty="0"/>
          </a:p>
        </p:txBody>
      </p:sp>
      <p:sp>
        <p:nvSpPr>
          <p:cNvPr id="4" name="Slide Number Placeholder 3"/>
          <p:cNvSpPr>
            <a:spLocks noGrp="1"/>
          </p:cNvSpPr>
          <p:nvPr>
            <p:ph type="sldNum" sz="quarter" idx="11"/>
          </p:nvPr>
        </p:nvSpPr>
        <p:spPr/>
        <p:txBody>
          <a:bodyPr/>
          <a:lstStyle/>
          <a:p>
            <a:pPr defTabSz="756209"/>
            <a:fld id="{B6F15528-21DE-4FAA-801E-634DDDAF4B2B}" type="slidenum">
              <a:rPr lang="en-US"/>
              <a:pPr defTabSz="756209"/>
              <a:t>1</a:t>
            </a:fld>
            <a:endParaRPr lang="en-US"/>
          </a:p>
        </p:txBody>
      </p:sp>
      <p:sp>
        <p:nvSpPr>
          <p:cNvPr id="5" name="Footer Placeholder 4"/>
          <p:cNvSpPr>
            <a:spLocks noGrp="1"/>
          </p:cNvSpPr>
          <p:nvPr>
            <p:ph type="ftr" sz="quarter" idx="12"/>
          </p:nvPr>
        </p:nvSpPr>
        <p:spPr>
          <a:xfrm>
            <a:off x="1484555" y="7006701"/>
            <a:ext cx="6970955" cy="402483"/>
          </a:xfrm>
        </p:spPr>
        <p:txBody>
          <a:bodyPr/>
          <a:lstStyle/>
          <a:p>
            <a:pPr defTabSz="756209"/>
            <a:r>
              <a:rPr lang="en-US" dirty="0"/>
              <a:t>Mr. </a:t>
            </a:r>
            <a:r>
              <a:rPr lang="en-US" dirty="0" err="1"/>
              <a:t>Madhunayaka</a:t>
            </a:r>
            <a:r>
              <a:rPr lang="en-US" dirty="0"/>
              <a:t>, Assistant Professor. Department of MBA, VVIET, Mysuru</a:t>
            </a:r>
          </a:p>
        </p:txBody>
      </p:sp>
      <p:sp>
        <p:nvSpPr>
          <p:cNvPr id="7" name="Rectangle 6"/>
          <p:cNvSpPr/>
          <p:nvPr/>
        </p:nvSpPr>
        <p:spPr>
          <a:xfrm>
            <a:off x="1141581" y="4369737"/>
            <a:ext cx="6639340" cy="1868204"/>
          </a:xfrm>
          <a:prstGeom prst="rect">
            <a:avLst/>
          </a:prstGeom>
        </p:spPr>
        <p:txBody>
          <a:bodyPr wrap="square">
            <a:spAutoFit/>
          </a:bodyPr>
          <a:lstStyle/>
          <a:p>
            <a:pPr marL="951826" lvl="8" algn="ctr" defTabSz="756209">
              <a:lnSpc>
                <a:spcPct val="150000"/>
              </a:lnSpc>
            </a:pPr>
            <a:r>
              <a:rPr lang="en-US" sz="1985" b="1" dirty="0">
                <a:solidFill>
                  <a:srgbClr val="002060"/>
                </a:solidFill>
                <a:latin typeface="Cambria" pitchFamily="18" charset="0"/>
              </a:rPr>
              <a:t>Course Coordinator:</a:t>
            </a:r>
          </a:p>
          <a:p>
            <a:pPr marL="951826" lvl="8" algn="ctr" defTabSz="756209">
              <a:lnSpc>
                <a:spcPct val="150000"/>
              </a:lnSpc>
            </a:pPr>
            <a:r>
              <a:rPr lang="en-US" sz="1985" b="1" dirty="0">
                <a:solidFill>
                  <a:srgbClr val="002060"/>
                </a:solidFill>
                <a:latin typeface="Cambria" pitchFamily="18" charset="0"/>
              </a:rPr>
              <a:t>Prof. </a:t>
            </a:r>
            <a:r>
              <a:rPr lang="en-US" sz="1985" b="1" dirty="0" err="1">
                <a:solidFill>
                  <a:srgbClr val="002060"/>
                </a:solidFill>
                <a:latin typeface="Cambria" pitchFamily="18" charset="0"/>
              </a:rPr>
              <a:t>Madhunayaka</a:t>
            </a:r>
            <a:endParaRPr lang="en-US" sz="1985" b="1" dirty="0">
              <a:solidFill>
                <a:srgbClr val="002060"/>
              </a:solidFill>
              <a:latin typeface="Cambria" pitchFamily="18" charset="0"/>
            </a:endParaRPr>
          </a:p>
          <a:p>
            <a:pPr marL="951826" lvl="8" algn="ctr" defTabSz="756209"/>
            <a:r>
              <a:rPr lang="en-US" b="1" dirty="0">
                <a:solidFill>
                  <a:srgbClr val="D60093"/>
                </a:solidFill>
                <a:latin typeface="Cambria" pitchFamily="18" charset="0"/>
              </a:rPr>
              <a:t>Assistant Professor,</a:t>
            </a:r>
          </a:p>
          <a:p>
            <a:pPr marL="951826" lvl="8" algn="ctr" defTabSz="756209"/>
            <a:r>
              <a:rPr lang="en-US" dirty="0">
                <a:solidFill>
                  <a:srgbClr val="D60093"/>
                </a:solidFill>
                <a:latin typeface="Cambria" pitchFamily="18" charset="0"/>
              </a:rPr>
              <a:t>Department of MBA,</a:t>
            </a:r>
          </a:p>
          <a:p>
            <a:pPr marL="951826" lvl="8" algn="ctr" defTabSz="756209"/>
            <a:r>
              <a:rPr lang="en-US" dirty="0">
                <a:solidFill>
                  <a:srgbClr val="D60093"/>
                </a:solidFill>
                <a:latin typeface="Cambria" pitchFamily="18" charset="0"/>
              </a:rPr>
              <a:t>VVIET , </a:t>
            </a:r>
            <a:r>
              <a:rPr lang="en-US" dirty="0" err="1">
                <a:solidFill>
                  <a:srgbClr val="D60093"/>
                </a:solidFill>
                <a:latin typeface="Cambria" pitchFamily="18" charset="0"/>
              </a:rPr>
              <a:t>Mysuru</a:t>
            </a:r>
            <a:r>
              <a:rPr lang="en-US" dirty="0">
                <a:solidFill>
                  <a:srgbClr val="D60093"/>
                </a:solidFill>
                <a:latin typeface="Cambria" pitchFamily="18" charset="0"/>
              </a:rPr>
              <a:t>  </a:t>
            </a:r>
            <a:r>
              <a:rPr lang="en-US" sz="1737" dirty="0">
                <a:solidFill>
                  <a:srgbClr val="D60093"/>
                </a:solidFill>
                <a:latin typeface="Cambria" pitchFamily="18" charset="0"/>
              </a:rPr>
              <a:t>                   </a:t>
            </a:r>
            <a:endParaRPr lang="en-US" sz="1737" b="1" dirty="0">
              <a:solidFill>
                <a:srgbClr val="D60093"/>
              </a:solidFill>
              <a:latin typeface="Book Antiqua"/>
            </a:endParaRPr>
          </a:p>
        </p:txBody>
      </p:sp>
      <p:sp>
        <p:nvSpPr>
          <p:cNvPr id="8" name="CustomShape 1"/>
          <p:cNvSpPr/>
          <p:nvPr/>
        </p:nvSpPr>
        <p:spPr>
          <a:xfrm>
            <a:off x="584667" y="318253"/>
            <a:ext cx="8560440" cy="590362"/>
          </a:xfrm>
          <a:prstGeom prst="rect">
            <a:avLst/>
          </a:prstGeom>
          <a:noFill/>
          <a:ln>
            <a:noFill/>
          </a:ln>
        </p:spPr>
        <p:txBody>
          <a:bodyPr lIns="0" tIns="0" rIns="0" bIns="0" anchor="ctr"/>
          <a:lstStyle/>
          <a:p>
            <a:pPr algn="ctr">
              <a:lnSpc>
                <a:spcPct val="100000"/>
              </a:lnSpc>
            </a:pPr>
            <a:r>
              <a:rPr lang="en-US" sz="3600" b="1" dirty="0">
                <a:solidFill>
                  <a:schemeClr val="bg1"/>
                </a:solidFill>
                <a:latin typeface="Arial"/>
              </a:rPr>
              <a:t>CORE SUBJECT</a:t>
            </a:r>
            <a:endParaRPr sz="1400" b="1" dirty="0">
              <a:solidFill>
                <a:schemeClr val="bg1"/>
              </a:solidFill>
            </a:endParaRPr>
          </a:p>
        </p:txBody>
      </p:sp>
    </p:spTree>
    <p:extLst>
      <p:ext uri="{BB962C8B-B14F-4D97-AF65-F5344CB8AC3E}">
        <p14:creationId xmlns:p14="http://schemas.microsoft.com/office/powerpoint/2010/main" val="15309560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970" y="1459747"/>
            <a:ext cx="9250624" cy="4640179"/>
          </a:xfrm>
          <a:prstGeom prst="rect">
            <a:avLst/>
          </a:prstGeom>
        </p:spPr>
        <p:style>
          <a:lnRef idx="2">
            <a:schemeClr val="dk1"/>
          </a:lnRef>
          <a:fillRef idx="1">
            <a:schemeClr val="lt1"/>
          </a:fillRef>
          <a:effectRef idx="0">
            <a:schemeClr val="dk1"/>
          </a:effectRef>
          <a:fontRef idx="minor">
            <a:schemeClr val="dk1"/>
          </a:fontRef>
        </p:style>
        <p:txBody>
          <a:bodyPr/>
          <a:lstStyle/>
          <a:p>
            <a:pPr algn="just">
              <a:lnSpc>
                <a:spcPct val="107000"/>
              </a:lnSpc>
              <a:spcAft>
                <a:spcPts val="800"/>
              </a:spcAft>
            </a:pPr>
            <a:r>
              <a:rPr lang="en-IN" sz="2400" dirty="0">
                <a:effectLst/>
              </a:rPr>
              <a:t>Module-6 (7Hours)</a:t>
            </a:r>
            <a:br>
              <a:rPr lang="en-IN" sz="2400" dirty="0">
                <a:effectLst/>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rPr>
              <a:t> </a:t>
            </a:r>
            <a:r>
              <a:rPr lang="en-US" sz="2000" dirty="0">
                <a:effectLst/>
              </a:rPr>
              <a:t>Basics of International Marketing- Environment and cultural dynamics of global markets, functions of International Marketing, determining International Marketing strategies, Major actors in International Marketing, Competitive Global Marketing Strategies. Global HRM- Characteristics, Nature and factors of IHRM, Functions of IHRM, Global Finance-Features of Global Capital Market, Growth of Global Capital Market, Global equity market. International Production Management-Coordinating Global Manufacturing System</a:t>
            </a:r>
            <a:r>
              <a:rPr lang="en-US" sz="2400" dirty="0">
                <a:effectLst/>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504031" y="6200870"/>
            <a:ext cx="2352146" cy="301972"/>
          </a:xfrm>
        </p:spPr>
        <p:txBody>
          <a:bodyPr/>
          <a:lstStyle/>
          <a:p>
            <a:fld id="{09B8F1D0-15F3-4E99-BB47-BEF58934FAA1}" type="datetime3">
              <a:rPr lang="en-US" smtClean="0"/>
              <a:t>23 September 2025</a:t>
            </a:fld>
            <a:endParaRPr lang="en-US"/>
          </a:p>
        </p:txBody>
      </p:sp>
      <p:sp>
        <p:nvSpPr>
          <p:cNvPr id="4" name="Footer Placeholder 3"/>
          <p:cNvSpPr>
            <a:spLocks noGrp="1"/>
          </p:cNvSpPr>
          <p:nvPr>
            <p:ph type="ftr" sz="quarter" idx="12"/>
          </p:nvPr>
        </p:nvSpPr>
        <p:spPr>
          <a:xfrm>
            <a:off x="3444214" y="6200870"/>
            <a:ext cx="3192198" cy="301972"/>
          </a:xfrm>
        </p:spPr>
        <p:txBody>
          <a:bodyPr/>
          <a:lstStyle/>
          <a:p>
            <a:r>
              <a:rPr lang="en-US" dirty="0"/>
              <a:t>Prof. </a:t>
            </a:r>
            <a:r>
              <a:rPr lang="en-US" dirty="0" err="1"/>
              <a:t>Madhynayaka</a:t>
            </a:r>
            <a:r>
              <a:rPr lang="en-US" dirty="0"/>
              <a:t>,  Department of MBA, VVIET, Mysuru</a:t>
            </a:r>
          </a:p>
        </p:txBody>
      </p:sp>
      <p:sp>
        <p:nvSpPr>
          <p:cNvPr id="5" name="Slide Number Placeholder 4"/>
          <p:cNvSpPr>
            <a:spLocks noGrp="1"/>
          </p:cNvSpPr>
          <p:nvPr>
            <p:ph type="sldNum" sz="quarter" idx="11"/>
          </p:nvPr>
        </p:nvSpPr>
        <p:spPr>
          <a:xfrm>
            <a:off x="7224448" y="6200870"/>
            <a:ext cx="2352146" cy="301972"/>
          </a:xfrm>
        </p:spPr>
        <p:txBody>
          <a:bodyPr anchor="t"/>
          <a:lstStyle/>
          <a:p>
            <a:fld id="{B6F15528-21DE-4FAA-801E-634DDDAF4B2B}" type="slidenum">
              <a:rPr lang="en-US" smtClean="0"/>
              <a:pPr/>
              <a:t>2</a:t>
            </a:fld>
            <a:endParaRPr lang="en-US"/>
          </a:p>
        </p:txBody>
      </p:sp>
      <p:sp>
        <p:nvSpPr>
          <p:cNvPr id="7" name="Rectangle 6"/>
          <p:cNvSpPr/>
          <p:nvPr/>
        </p:nvSpPr>
        <p:spPr>
          <a:xfrm>
            <a:off x="1259638" y="360571"/>
            <a:ext cx="5419747" cy="461665"/>
          </a:xfrm>
          <a:prstGeom prst="rect">
            <a:avLst/>
          </a:prstGeom>
        </p:spPr>
        <p:txBody>
          <a:bodyPr wrap="square">
            <a:spAutoFit/>
          </a:bodyPr>
          <a:lstStyle/>
          <a:p>
            <a:r>
              <a:rPr lang="en-IN" sz="2400" b="1" dirty="0">
                <a:solidFill>
                  <a:schemeClr val="bg1"/>
                </a:solidFill>
                <a:latin typeface="Arial"/>
              </a:rPr>
              <a:t>Contents of  MODULE - 5</a:t>
            </a:r>
            <a:endParaRPr lang="en-IN" sz="2400" b="1" dirty="0">
              <a:solidFill>
                <a:schemeClr val="bg1"/>
              </a:solidFill>
            </a:endParaRPr>
          </a:p>
        </p:txBody>
      </p:sp>
    </p:spTree>
    <p:extLst>
      <p:ext uri="{BB962C8B-B14F-4D97-AF65-F5344CB8AC3E}">
        <p14:creationId xmlns:p14="http://schemas.microsoft.com/office/powerpoint/2010/main" val="789510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3DAC7C-1C1A-4E5C-B881-3C58E7B212A1}"/>
              </a:ext>
            </a:extLst>
          </p:cNvPr>
          <p:cNvSpPr>
            <a:spLocks noGrp="1"/>
          </p:cNvSpPr>
          <p:nvPr>
            <p:ph type="title"/>
          </p:nvPr>
        </p:nvSpPr>
        <p:spPr>
          <a:xfrm>
            <a:off x="1278308" y="150491"/>
            <a:ext cx="6654730" cy="820991"/>
          </a:xfrm>
        </p:spPr>
        <p:txBody>
          <a:bodyPr/>
          <a:lstStyle/>
          <a:p>
            <a:r>
              <a:rPr lang="en-US" sz="2800" b="1" dirty="0">
                <a:solidFill>
                  <a:schemeClr val="bg1"/>
                </a:solidFill>
              </a:rPr>
              <a:t>International/ Global Marketing</a:t>
            </a:r>
            <a:endParaRPr lang="en-IN" sz="2800" b="1" dirty="0">
              <a:solidFill>
                <a:schemeClr val="bg1"/>
              </a:solidFill>
            </a:endParaRPr>
          </a:p>
        </p:txBody>
      </p:sp>
      <p:sp>
        <p:nvSpPr>
          <p:cNvPr id="3" name="Date Placeholder 2">
            <a:extLst>
              <a:ext uri="{FF2B5EF4-FFF2-40B4-BE49-F238E27FC236}">
                <a16:creationId xmlns:a16="http://schemas.microsoft.com/office/drawing/2014/main" id="{DCC72FF9-BEE2-439B-93E0-F557A9315952}"/>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81EAE869-30C0-4857-9671-B8C1BAD98D3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D5FDF5C-900B-42E3-AD77-8A3CD29328C3}"/>
              </a:ext>
            </a:extLst>
          </p:cNvPr>
          <p:cNvSpPr>
            <a:spLocks noGrp="1"/>
          </p:cNvSpPr>
          <p:nvPr>
            <p:ph type="sldNum" sz="quarter" idx="12"/>
          </p:nvPr>
        </p:nvSpPr>
        <p:spPr/>
        <p:txBody>
          <a:bodyPr/>
          <a:lstStyle/>
          <a:p>
            <a:pPr defTabSz="756209"/>
            <a:fld id="{B6F15528-21DE-4FAA-801E-634DDDAF4B2B}" type="slidenum">
              <a:rPr lang="en-US" smtClean="0"/>
              <a:pPr defTabSz="756209"/>
              <a:t>3</a:t>
            </a:fld>
            <a:endParaRPr lang="en-US"/>
          </a:p>
        </p:txBody>
      </p:sp>
      <p:sp>
        <p:nvSpPr>
          <p:cNvPr id="2" name="TextBox 1">
            <a:extLst>
              <a:ext uri="{FF2B5EF4-FFF2-40B4-BE49-F238E27FC236}">
                <a16:creationId xmlns:a16="http://schemas.microsoft.com/office/drawing/2014/main" id="{9069EDCE-2C7D-1D76-B772-7D93A65DDEFC}"/>
              </a:ext>
            </a:extLst>
          </p:cNvPr>
          <p:cNvSpPr txBox="1"/>
          <p:nvPr/>
        </p:nvSpPr>
        <p:spPr>
          <a:xfrm>
            <a:off x="215153" y="1516828"/>
            <a:ext cx="9617336"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According to AMA, “ International marketing is the multinational process of planning and executing the conception, pricing, promotion, and distribution of ideas, goods, and services to create exchanges that satisfy individual and organizational objectives</a:t>
            </a:r>
            <a:r>
              <a:rPr lang="en-I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CCC0818-0C6C-6A79-DD1B-2849788A5035}"/>
              </a:ext>
            </a:extLst>
          </p:cNvPr>
          <p:cNvSpPr txBox="1"/>
          <p:nvPr/>
        </p:nvSpPr>
        <p:spPr>
          <a:xfrm>
            <a:off x="333487" y="2710927"/>
            <a:ext cx="9111727" cy="3139321"/>
          </a:xfrm>
          <a:prstGeom prst="rect">
            <a:avLst/>
          </a:prstGeom>
          <a:noFill/>
        </p:spPr>
        <p:txBody>
          <a:bodyPr wrap="square" rtlCol="0">
            <a:spAutoFit/>
          </a:bodyPr>
          <a:lstStyle/>
          <a:p>
            <a:r>
              <a:rPr lang="en-US" b="1" u="sng" dirty="0"/>
              <a:t>Nature of Global Marketing</a:t>
            </a:r>
          </a:p>
          <a:p>
            <a:pPr marL="342900" indent="-342900">
              <a:buAutoNum type="arabicPeriod"/>
            </a:pPr>
            <a:r>
              <a:rPr lang="en-US" dirty="0"/>
              <a:t>Large Scale Operations</a:t>
            </a:r>
          </a:p>
          <a:p>
            <a:pPr marL="342900" indent="-342900">
              <a:buAutoNum type="arabicPeriod"/>
            </a:pPr>
            <a:r>
              <a:rPr lang="en-US" dirty="0"/>
              <a:t>Dominance of Multinationals</a:t>
            </a:r>
          </a:p>
          <a:p>
            <a:pPr marL="342900" indent="-342900">
              <a:buAutoNum type="arabicPeriod"/>
            </a:pPr>
            <a:r>
              <a:rPr lang="en-US" dirty="0"/>
              <a:t>International Barriers and Trading Blocks</a:t>
            </a:r>
          </a:p>
          <a:p>
            <a:pPr marL="342900" indent="-342900">
              <a:buAutoNum type="arabicPeriod"/>
            </a:pPr>
            <a:r>
              <a:rPr lang="en-US" dirty="0"/>
              <a:t>Sensitive Character</a:t>
            </a:r>
          </a:p>
          <a:p>
            <a:pPr marL="342900" indent="-342900">
              <a:buAutoNum type="arabicPeriod"/>
            </a:pPr>
            <a:r>
              <a:rPr lang="en-US" dirty="0"/>
              <a:t>Need of Marketing Research</a:t>
            </a:r>
          </a:p>
          <a:p>
            <a:pPr marL="342900" indent="-342900">
              <a:buAutoNum type="arabicPeriod"/>
            </a:pPr>
            <a:r>
              <a:rPr lang="en-US" dirty="0"/>
              <a:t>Use of Advances Technology</a:t>
            </a:r>
          </a:p>
          <a:p>
            <a:pPr marL="342900" indent="-342900">
              <a:buAutoNum type="arabicPeriod"/>
            </a:pPr>
            <a:r>
              <a:rPr lang="en-US" dirty="0"/>
              <a:t>Acute Competition</a:t>
            </a:r>
          </a:p>
          <a:p>
            <a:pPr marL="342900" indent="-342900">
              <a:buAutoNum type="arabicPeriod"/>
            </a:pPr>
            <a:r>
              <a:rPr lang="en-US" dirty="0"/>
              <a:t>Need for Specialized Institutions</a:t>
            </a:r>
          </a:p>
          <a:p>
            <a:pPr marL="342900" indent="-342900">
              <a:buAutoNum type="arabicPeriod"/>
            </a:pPr>
            <a:r>
              <a:rPr lang="en-US" dirty="0"/>
              <a:t>Need for Long Term Planning</a:t>
            </a:r>
          </a:p>
          <a:p>
            <a:pPr marL="342900" indent="-342900">
              <a:buAutoNum type="arabicPeriod"/>
            </a:pPr>
            <a:r>
              <a:rPr lang="en-US" dirty="0"/>
              <a:t>Develops Cultural Relations and Maintains World Peace</a:t>
            </a:r>
            <a:endParaRPr lang="en-IN" dirty="0"/>
          </a:p>
        </p:txBody>
      </p:sp>
    </p:spTree>
    <p:extLst>
      <p:ext uri="{BB962C8B-B14F-4D97-AF65-F5344CB8AC3E}">
        <p14:creationId xmlns:p14="http://schemas.microsoft.com/office/powerpoint/2010/main" val="129003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05555-4E77-572B-2E13-FE677AE837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CC2B3EB-9031-2265-A3E5-55437316EA81}"/>
              </a:ext>
            </a:extLst>
          </p:cNvPr>
          <p:cNvSpPr>
            <a:spLocks noGrp="1"/>
          </p:cNvSpPr>
          <p:nvPr>
            <p:ph type="title"/>
          </p:nvPr>
        </p:nvSpPr>
        <p:spPr>
          <a:xfrm>
            <a:off x="1278308" y="150491"/>
            <a:ext cx="6654730" cy="820991"/>
          </a:xfrm>
        </p:spPr>
        <p:txBody>
          <a:bodyPr/>
          <a:lstStyle/>
          <a:p>
            <a:r>
              <a:rPr lang="en-IN" sz="2800" b="1" dirty="0">
                <a:solidFill>
                  <a:schemeClr val="bg1"/>
                </a:solidFill>
              </a:rPr>
              <a:t>Functions of</a:t>
            </a:r>
            <a:br>
              <a:rPr lang="en-IN" sz="2800" b="1" dirty="0">
                <a:solidFill>
                  <a:schemeClr val="bg1"/>
                </a:solidFill>
              </a:rPr>
            </a:br>
            <a:r>
              <a:rPr lang="en-IN" sz="2800" b="1" dirty="0">
                <a:solidFill>
                  <a:schemeClr val="bg1"/>
                </a:solidFill>
              </a:rPr>
              <a:t>International Marketing</a:t>
            </a:r>
          </a:p>
        </p:txBody>
      </p:sp>
      <p:sp>
        <p:nvSpPr>
          <p:cNvPr id="3" name="Date Placeholder 2">
            <a:extLst>
              <a:ext uri="{FF2B5EF4-FFF2-40B4-BE49-F238E27FC236}">
                <a16:creationId xmlns:a16="http://schemas.microsoft.com/office/drawing/2014/main" id="{1FA52816-BC35-7275-DB8E-987F14BD87C8}"/>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A9C94281-9357-55B4-BD07-F0DAC5B10BC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DAECBE9C-6F56-4B65-1A2E-FF0A3BCD9A5A}"/>
              </a:ext>
            </a:extLst>
          </p:cNvPr>
          <p:cNvSpPr>
            <a:spLocks noGrp="1"/>
          </p:cNvSpPr>
          <p:nvPr>
            <p:ph type="sldNum" sz="quarter" idx="12"/>
          </p:nvPr>
        </p:nvSpPr>
        <p:spPr/>
        <p:txBody>
          <a:bodyPr/>
          <a:lstStyle/>
          <a:p>
            <a:pPr defTabSz="756209"/>
            <a:fld id="{B6F15528-21DE-4FAA-801E-634DDDAF4B2B}" type="slidenum">
              <a:rPr lang="en-US" smtClean="0"/>
              <a:pPr defTabSz="756209"/>
              <a:t>4</a:t>
            </a:fld>
            <a:endParaRPr lang="en-US"/>
          </a:p>
        </p:txBody>
      </p:sp>
      <p:graphicFrame>
        <p:nvGraphicFramePr>
          <p:cNvPr id="8" name="Diagram 7">
            <a:extLst>
              <a:ext uri="{FF2B5EF4-FFF2-40B4-BE49-F238E27FC236}">
                <a16:creationId xmlns:a16="http://schemas.microsoft.com/office/drawing/2014/main" id="{8268C2A7-341D-D54F-E295-8D9B48810219}"/>
              </a:ext>
            </a:extLst>
          </p:cNvPr>
          <p:cNvGraphicFramePr/>
          <p:nvPr>
            <p:extLst>
              <p:ext uri="{D42A27DB-BD31-4B8C-83A1-F6EECF244321}">
                <p14:modId xmlns:p14="http://schemas.microsoft.com/office/powerpoint/2010/main" val="2247259159"/>
              </p:ext>
            </p:extLst>
          </p:nvPr>
        </p:nvGraphicFramePr>
        <p:xfrm>
          <a:off x="1075765" y="1581373"/>
          <a:ext cx="7594899" cy="4797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0913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491F-B9E0-E709-E052-FC4391AAE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A3ECC8D-8E5D-5CE9-FD31-2C9E790F9AAD}"/>
              </a:ext>
            </a:extLst>
          </p:cNvPr>
          <p:cNvSpPr>
            <a:spLocks noGrp="1"/>
          </p:cNvSpPr>
          <p:nvPr>
            <p:ph type="title"/>
          </p:nvPr>
        </p:nvSpPr>
        <p:spPr>
          <a:xfrm>
            <a:off x="1278308" y="150491"/>
            <a:ext cx="6654730" cy="820991"/>
          </a:xfrm>
        </p:spPr>
        <p:txBody>
          <a:bodyPr/>
          <a:lstStyle/>
          <a:p>
            <a:r>
              <a:rPr lang="en-IN" sz="2800" b="1" dirty="0">
                <a:solidFill>
                  <a:schemeClr val="bg1"/>
                </a:solidFill>
              </a:rPr>
              <a:t>Determining International Marketing strategies</a:t>
            </a:r>
          </a:p>
        </p:txBody>
      </p:sp>
      <p:sp>
        <p:nvSpPr>
          <p:cNvPr id="3" name="Date Placeholder 2">
            <a:extLst>
              <a:ext uri="{FF2B5EF4-FFF2-40B4-BE49-F238E27FC236}">
                <a16:creationId xmlns:a16="http://schemas.microsoft.com/office/drawing/2014/main" id="{87DA0E24-3382-5746-C17F-834071C684E0}"/>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BF2E3141-B410-CC65-FB4F-BAF6058F6881}"/>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1B3BAE5A-3D93-E0EC-0988-1E6CDC1EBB5F}"/>
              </a:ext>
            </a:extLst>
          </p:cNvPr>
          <p:cNvSpPr>
            <a:spLocks noGrp="1"/>
          </p:cNvSpPr>
          <p:nvPr>
            <p:ph type="sldNum" sz="quarter" idx="12"/>
          </p:nvPr>
        </p:nvSpPr>
        <p:spPr/>
        <p:txBody>
          <a:bodyPr/>
          <a:lstStyle/>
          <a:p>
            <a:pPr defTabSz="756209"/>
            <a:fld id="{B6F15528-21DE-4FAA-801E-634DDDAF4B2B}" type="slidenum">
              <a:rPr lang="en-US" smtClean="0"/>
              <a:pPr defTabSz="756209"/>
              <a:t>5</a:t>
            </a:fld>
            <a:endParaRPr lang="en-US"/>
          </a:p>
        </p:txBody>
      </p:sp>
      <p:graphicFrame>
        <p:nvGraphicFramePr>
          <p:cNvPr id="7" name="Diagram 6">
            <a:extLst>
              <a:ext uri="{FF2B5EF4-FFF2-40B4-BE49-F238E27FC236}">
                <a16:creationId xmlns:a16="http://schemas.microsoft.com/office/drawing/2014/main" id="{B1EC9D17-88AF-2A5B-3619-F3FCEFF50E1E}"/>
              </a:ext>
            </a:extLst>
          </p:cNvPr>
          <p:cNvGraphicFramePr/>
          <p:nvPr>
            <p:extLst>
              <p:ext uri="{D42A27DB-BD31-4B8C-83A1-F6EECF244321}">
                <p14:modId xmlns:p14="http://schemas.microsoft.com/office/powerpoint/2010/main" val="746431023"/>
              </p:ext>
            </p:extLst>
          </p:nvPr>
        </p:nvGraphicFramePr>
        <p:xfrm>
          <a:off x="504030" y="1678192"/>
          <a:ext cx="8994971" cy="48947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407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300-EF50-32CE-2707-A3BE39EF6AC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D93EF2-8F6D-C0CE-7E15-F6372A2AA180}"/>
              </a:ext>
            </a:extLst>
          </p:cNvPr>
          <p:cNvSpPr>
            <a:spLocks noGrp="1"/>
          </p:cNvSpPr>
          <p:nvPr>
            <p:ph type="title"/>
          </p:nvPr>
        </p:nvSpPr>
        <p:spPr>
          <a:xfrm>
            <a:off x="1278308" y="150491"/>
            <a:ext cx="6654730" cy="820991"/>
          </a:xfrm>
        </p:spPr>
        <p:txBody>
          <a:bodyPr/>
          <a:lstStyle/>
          <a:p>
            <a:r>
              <a:rPr lang="en-US" sz="2800" b="1" dirty="0">
                <a:solidFill>
                  <a:schemeClr val="bg1"/>
                </a:solidFill>
              </a:rPr>
              <a:t>Major actors in International</a:t>
            </a:r>
            <a:br>
              <a:rPr lang="en-US" sz="2800" b="1" dirty="0">
                <a:solidFill>
                  <a:schemeClr val="bg1"/>
                </a:solidFill>
              </a:rPr>
            </a:br>
            <a:r>
              <a:rPr lang="en-US" sz="2800" b="1" dirty="0">
                <a:solidFill>
                  <a:schemeClr val="bg1"/>
                </a:solidFill>
              </a:rPr>
              <a:t>Marketing</a:t>
            </a:r>
            <a:endParaRPr lang="en-IN" sz="2800" b="1" dirty="0">
              <a:solidFill>
                <a:schemeClr val="bg1"/>
              </a:solidFill>
            </a:endParaRPr>
          </a:p>
        </p:txBody>
      </p:sp>
      <p:sp>
        <p:nvSpPr>
          <p:cNvPr id="3" name="Date Placeholder 2">
            <a:extLst>
              <a:ext uri="{FF2B5EF4-FFF2-40B4-BE49-F238E27FC236}">
                <a16:creationId xmlns:a16="http://schemas.microsoft.com/office/drawing/2014/main" id="{3DE34040-2B3B-3B03-362F-CFA8637996B0}"/>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A8B61077-AFF7-A955-98C4-8622B6B76AA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6797A265-52FB-08D1-A25A-50975B508805}"/>
              </a:ext>
            </a:extLst>
          </p:cNvPr>
          <p:cNvSpPr>
            <a:spLocks noGrp="1"/>
          </p:cNvSpPr>
          <p:nvPr>
            <p:ph type="sldNum" sz="quarter" idx="12"/>
          </p:nvPr>
        </p:nvSpPr>
        <p:spPr/>
        <p:txBody>
          <a:bodyPr/>
          <a:lstStyle/>
          <a:p>
            <a:pPr defTabSz="756209"/>
            <a:fld id="{B6F15528-21DE-4FAA-801E-634DDDAF4B2B}" type="slidenum">
              <a:rPr lang="en-US" smtClean="0"/>
              <a:pPr defTabSz="756209"/>
              <a:t>6</a:t>
            </a:fld>
            <a:endParaRPr lang="en-US"/>
          </a:p>
        </p:txBody>
      </p:sp>
      <p:sp>
        <p:nvSpPr>
          <p:cNvPr id="2" name="TextBox 1">
            <a:extLst>
              <a:ext uri="{FF2B5EF4-FFF2-40B4-BE49-F238E27FC236}">
                <a16:creationId xmlns:a16="http://schemas.microsoft.com/office/drawing/2014/main" id="{B6481B03-A1FC-614B-D5BC-6F4420A723E7}"/>
              </a:ext>
            </a:extLst>
          </p:cNvPr>
          <p:cNvSpPr txBox="1"/>
          <p:nvPr/>
        </p:nvSpPr>
        <p:spPr>
          <a:xfrm>
            <a:off x="504031" y="1559859"/>
            <a:ext cx="8758303" cy="3939540"/>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Multinational Corporations</a:t>
            </a:r>
          </a:p>
          <a:p>
            <a:pPr marL="342900" indent="-342900">
              <a:buAutoNum type="arabicPeriod"/>
            </a:pPr>
            <a:r>
              <a:rPr lang="en-US" sz="2500" dirty="0">
                <a:latin typeface="Times New Roman" panose="02020603050405020304" pitchFamily="18" charset="0"/>
                <a:cs typeface="Times New Roman" panose="02020603050405020304" pitchFamily="18" charset="0"/>
              </a:rPr>
              <a:t>Governments and Regulatory Bodies</a:t>
            </a:r>
          </a:p>
          <a:p>
            <a:pPr marL="342900" indent="-342900">
              <a:buAutoNum type="arabicPeriod"/>
            </a:pPr>
            <a:r>
              <a:rPr lang="en-US" sz="2500" dirty="0">
                <a:latin typeface="Times New Roman" panose="02020603050405020304" pitchFamily="18" charset="0"/>
                <a:cs typeface="Times New Roman" panose="02020603050405020304" pitchFamily="18" charset="0"/>
              </a:rPr>
              <a:t>International Organizations</a:t>
            </a:r>
          </a:p>
          <a:p>
            <a:pPr marL="342900" indent="-342900">
              <a:buAutoNum type="arabicPeriod"/>
            </a:pPr>
            <a:r>
              <a:rPr lang="en-US" sz="2500" dirty="0">
                <a:latin typeface="Times New Roman" panose="02020603050405020304" pitchFamily="18" charset="0"/>
                <a:cs typeface="Times New Roman" panose="02020603050405020304" pitchFamily="18" charset="0"/>
              </a:rPr>
              <a:t>Exporters and Importers</a:t>
            </a:r>
          </a:p>
          <a:p>
            <a:pPr marL="342900" indent="-342900">
              <a:buAutoNum type="arabicPeriod"/>
            </a:pPr>
            <a:r>
              <a:rPr lang="en-US" sz="2500" dirty="0">
                <a:latin typeface="Times New Roman" panose="02020603050405020304" pitchFamily="18" charset="0"/>
                <a:cs typeface="Times New Roman" panose="02020603050405020304" pitchFamily="18" charset="0"/>
              </a:rPr>
              <a:t>Supply Chain Partners</a:t>
            </a:r>
          </a:p>
          <a:p>
            <a:pPr marL="342900" indent="-342900">
              <a:buAutoNum type="arabicPeriod"/>
            </a:pPr>
            <a:r>
              <a:rPr lang="en-US" sz="2500" dirty="0">
                <a:latin typeface="Times New Roman" panose="02020603050405020304" pitchFamily="18" charset="0"/>
                <a:cs typeface="Times New Roman" panose="02020603050405020304" pitchFamily="18" charset="0"/>
              </a:rPr>
              <a:t>Advertising and Marketing Agencies</a:t>
            </a:r>
          </a:p>
          <a:p>
            <a:pPr marL="342900" indent="-342900">
              <a:buAutoNum type="arabicPeriod"/>
            </a:pPr>
            <a:r>
              <a:rPr lang="en-US" sz="2500" dirty="0">
                <a:latin typeface="Times New Roman" panose="02020603050405020304" pitchFamily="18" charset="0"/>
                <a:cs typeface="Times New Roman" panose="02020603050405020304" pitchFamily="18" charset="0"/>
              </a:rPr>
              <a:t>Market Intermediaries</a:t>
            </a:r>
          </a:p>
          <a:p>
            <a:pPr marL="342900" indent="-342900">
              <a:buAutoNum type="arabicPeriod"/>
            </a:pPr>
            <a:r>
              <a:rPr lang="en-US" sz="2500" dirty="0">
                <a:latin typeface="Times New Roman" panose="02020603050405020304" pitchFamily="18" charset="0"/>
                <a:cs typeface="Times New Roman" panose="02020603050405020304" pitchFamily="18" charset="0"/>
              </a:rPr>
              <a:t>Financial Institutions</a:t>
            </a:r>
          </a:p>
          <a:p>
            <a:pPr marL="342900" indent="-342900">
              <a:buAutoNum type="arabicPeriod"/>
            </a:pPr>
            <a:r>
              <a:rPr lang="en-US" sz="2500" dirty="0">
                <a:latin typeface="Times New Roman" panose="02020603050405020304" pitchFamily="18" charset="0"/>
                <a:cs typeface="Times New Roman" panose="02020603050405020304" pitchFamily="18" charset="0"/>
              </a:rPr>
              <a:t>Cultural Experts and Linguists</a:t>
            </a:r>
          </a:p>
          <a:p>
            <a:pPr marL="342900" indent="-342900">
              <a:buAutoNum type="arabicPeriod"/>
            </a:pPr>
            <a:r>
              <a:rPr lang="en-US" sz="2500" dirty="0">
                <a:latin typeface="Times New Roman" panose="02020603050405020304" pitchFamily="18" charset="0"/>
                <a:cs typeface="Times New Roman" panose="02020603050405020304" pitchFamily="18" charset="0"/>
              </a:rPr>
              <a:t>Technology Providers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15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1A01-74DC-E9F1-DF65-028DEE55DDB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47F169-228E-B225-822A-E86ABA45E9D3}"/>
              </a:ext>
            </a:extLst>
          </p:cNvPr>
          <p:cNvSpPr>
            <a:spLocks noGrp="1"/>
          </p:cNvSpPr>
          <p:nvPr>
            <p:ph type="title"/>
          </p:nvPr>
        </p:nvSpPr>
        <p:spPr>
          <a:xfrm>
            <a:off x="1278308" y="150491"/>
            <a:ext cx="6654730" cy="820991"/>
          </a:xfrm>
        </p:spPr>
        <p:txBody>
          <a:bodyPr/>
          <a:lstStyle/>
          <a:p>
            <a:r>
              <a:rPr lang="en-IN" sz="2800" b="1" dirty="0">
                <a:solidFill>
                  <a:schemeClr val="bg1"/>
                </a:solidFill>
              </a:rPr>
              <a:t>Competitive Global Marketing Strategies</a:t>
            </a:r>
          </a:p>
        </p:txBody>
      </p:sp>
      <p:sp>
        <p:nvSpPr>
          <p:cNvPr id="3" name="Date Placeholder 2">
            <a:extLst>
              <a:ext uri="{FF2B5EF4-FFF2-40B4-BE49-F238E27FC236}">
                <a16:creationId xmlns:a16="http://schemas.microsoft.com/office/drawing/2014/main" id="{F58AF60B-C7CC-6519-5D60-71A604DEFF89}"/>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141878B0-E489-1384-BB8A-957D554EB46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91126A1-08C3-DD14-CE57-FCD60E25DAAC}"/>
              </a:ext>
            </a:extLst>
          </p:cNvPr>
          <p:cNvSpPr>
            <a:spLocks noGrp="1"/>
          </p:cNvSpPr>
          <p:nvPr>
            <p:ph type="sldNum" sz="quarter" idx="12"/>
          </p:nvPr>
        </p:nvSpPr>
        <p:spPr/>
        <p:txBody>
          <a:bodyPr/>
          <a:lstStyle/>
          <a:p>
            <a:pPr defTabSz="756209"/>
            <a:fld id="{B6F15528-21DE-4FAA-801E-634DDDAF4B2B}" type="slidenum">
              <a:rPr lang="en-US" smtClean="0"/>
              <a:pPr defTabSz="756209"/>
              <a:t>7</a:t>
            </a:fld>
            <a:endParaRPr lang="en-US"/>
          </a:p>
        </p:txBody>
      </p:sp>
      <p:sp>
        <p:nvSpPr>
          <p:cNvPr id="2" name="TextBox 1">
            <a:extLst>
              <a:ext uri="{FF2B5EF4-FFF2-40B4-BE49-F238E27FC236}">
                <a16:creationId xmlns:a16="http://schemas.microsoft.com/office/drawing/2014/main" id="{F3D6D134-0F07-8157-82C9-6EE5CEBBDBF0}"/>
              </a:ext>
            </a:extLst>
          </p:cNvPr>
          <p:cNvSpPr txBox="1"/>
          <p:nvPr/>
        </p:nvSpPr>
        <p:spPr>
          <a:xfrm>
            <a:off x="333487" y="1602889"/>
            <a:ext cx="8541572" cy="3939540"/>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Standardization vs. Adaptation</a:t>
            </a:r>
          </a:p>
          <a:p>
            <a:pPr marL="342900" indent="-342900">
              <a:buAutoNum type="arabicPeriod"/>
            </a:pPr>
            <a:r>
              <a:rPr lang="en-US" sz="2500" dirty="0">
                <a:latin typeface="Times New Roman" panose="02020603050405020304" pitchFamily="18" charset="0"/>
                <a:cs typeface="Times New Roman" panose="02020603050405020304" pitchFamily="18" charset="0"/>
              </a:rPr>
              <a:t>Market Segmentation</a:t>
            </a:r>
          </a:p>
          <a:p>
            <a:pPr marL="342900" indent="-342900">
              <a:buAutoNum type="arabicPeriod"/>
            </a:pPr>
            <a:r>
              <a:rPr lang="en-US" sz="2500" dirty="0">
                <a:latin typeface="Times New Roman" panose="02020603050405020304" pitchFamily="18" charset="0"/>
                <a:cs typeface="Times New Roman" panose="02020603050405020304" pitchFamily="18" charset="0"/>
              </a:rPr>
              <a:t>Differentiation</a:t>
            </a:r>
          </a:p>
          <a:p>
            <a:pPr marL="342900" indent="-342900">
              <a:buAutoNum type="arabicPeriod"/>
            </a:pPr>
            <a:r>
              <a:rPr lang="en-US" sz="2500" dirty="0">
                <a:latin typeface="Times New Roman" panose="02020603050405020304" pitchFamily="18" charset="0"/>
                <a:cs typeface="Times New Roman" panose="02020603050405020304" pitchFamily="18" charset="0"/>
              </a:rPr>
              <a:t>Localization</a:t>
            </a:r>
          </a:p>
          <a:p>
            <a:pPr marL="342900" indent="-342900">
              <a:buAutoNum type="arabicPeriod"/>
            </a:pPr>
            <a:r>
              <a:rPr lang="en-US" sz="2500" dirty="0">
                <a:latin typeface="Times New Roman" panose="02020603050405020304" pitchFamily="18" charset="0"/>
                <a:cs typeface="Times New Roman" panose="02020603050405020304" pitchFamily="18" charset="0"/>
              </a:rPr>
              <a:t>Global Branding</a:t>
            </a:r>
          </a:p>
          <a:p>
            <a:pPr marL="342900" indent="-342900">
              <a:buAutoNum type="arabicPeriod"/>
            </a:pPr>
            <a:r>
              <a:rPr lang="en-US" sz="2500" dirty="0">
                <a:latin typeface="Times New Roman" panose="02020603050405020304" pitchFamily="18" charset="0"/>
                <a:cs typeface="Times New Roman" panose="02020603050405020304" pitchFamily="18" charset="0"/>
              </a:rPr>
              <a:t>Strategic Alliances and Partnerships</a:t>
            </a:r>
          </a:p>
          <a:p>
            <a:pPr marL="342900" indent="-342900">
              <a:buAutoNum type="arabicPeriod"/>
            </a:pPr>
            <a:r>
              <a:rPr lang="en-US" sz="2500" dirty="0">
                <a:latin typeface="Times New Roman" panose="02020603050405020304" pitchFamily="18" charset="0"/>
                <a:cs typeface="Times New Roman" panose="02020603050405020304" pitchFamily="18" charset="0"/>
              </a:rPr>
              <a:t>Digital Marketing and E-Commerce</a:t>
            </a:r>
          </a:p>
          <a:p>
            <a:pPr marL="342900" indent="-342900">
              <a:buAutoNum type="arabicPeriod"/>
            </a:pPr>
            <a:r>
              <a:rPr lang="en-US" sz="2500" dirty="0">
                <a:latin typeface="Times New Roman" panose="02020603050405020304" pitchFamily="18" charset="0"/>
                <a:cs typeface="Times New Roman" panose="02020603050405020304" pitchFamily="18" charset="0"/>
              </a:rPr>
              <a:t>Customer Relationship Management</a:t>
            </a:r>
          </a:p>
          <a:p>
            <a:pPr marL="342900" indent="-342900">
              <a:buAutoNum type="arabicPeriod"/>
            </a:pPr>
            <a:r>
              <a:rPr lang="en-US" sz="2500" dirty="0">
                <a:latin typeface="Times New Roman" panose="02020603050405020304" pitchFamily="18" charset="0"/>
                <a:cs typeface="Times New Roman" panose="02020603050405020304" pitchFamily="18" charset="0"/>
              </a:rPr>
              <a:t>Competitive Pricing Strategies</a:t>
            </a:r>
          </a:p>
          <a:p>
            <a:pPr marL="342900" indent="-342900">
              <a:buAutoNum type="arabicPeriod"/>
            </a:pPr>
            <a:r>
              <a:rPr lang="en-US" sz="2500" dirty="0">
                <a:latin typeface="Times New Roman" panose="02020603050405020304" pitchFamily="18" charset="0"/>
                <a:cs typeface="Times New Roman" panose="02020603050405020304" pitchFamily="18" charset="0"/>
              </a:rPr>
              <a:t>Continuous Market Monitoring and Adaptation</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2610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D520-FAFA-D9E0-23E4-8819F83997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AD4D0A-21C2-668A-4CCB-B880B7DC030D}"/>
              </a:ext>
            </a:extLst>
          </p:cNvPr>
          <p:cNvSpPr>
            <a:spLocks noGrp="1"/>
          </p:cNvSpPr>
          <p:nvPr>
            <p:ph type="title"/>
          </p:nvPr>
        </p:nvSpPr>
        <p:spPr>
          <a:xfrm>
            <a:off x="1278308" y="150491"/>
            <a:ext cx="6654730" cy="820991"/>
          </a:xfrm>
        </p:spPr>
        <p:txBody>
          <a:bodyPr/>
          <a:lstStyle/>
          <a:p>
            <a:r>
              <a:rPr lang="en-IN" sz="2800" b="1" dirty="0">
                <a:solidFill>
                  <a:schemeClr val="bg1"/>
                </a:solidFill>
              </a:rPr>
              <a:t>Global HRM</a:t>
            </a:r>
          </a:p>
        </p:txBody>
      </p:sp>
      <p:sp>
        <p:nvSpPr>
          <p:cNvPr id="3" name="Date Placeholder 2">
            <a:extLst>
              <a:ext uri="{FF2B5EF4-FFF2-40B4-BE49-F238E27FC236}">
                <a16:creationId xmlns:a16="http://schemas.microsoft.com/office/drawing/2014/main" id="{54D70048-3E56-0CAB-4C5C-F140AC68EE35}"/>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C6422B54-F756-9926-613B-2AB09700DCA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69C849D0-4ADF-5C0F-90EA-0CFF04AD3AF8}"/>
              </a:ext>
            </a:extLst>
          </p:cNvPr>
          <p:cNvSpPr>
            <a:spLocks noGrp="1"/>
          </p:cNvSpPr>
          <p:nvPr>
            <p:ph type="sldNum" sz="quarter" idx="12"/>
          </p:nvPr>
        </p:nvSpPr>
        <p:spPr/>
        <p:txBody>
          <a:bodyPr/>
          <a:lstStyle/>
          <a:p>
            <a:pPr defTabSz="756209"/>
            <a:fld id="{B6F15528-21DE-4FAA-801E-634DDDAF4B2B}" type="slidenum">
              <a:rPr lang="en-US" smtClean="0"/>
              <a:pPr defTabSz="756209"/>
              <a:t>8</a:t>
            </a:fld>
            <a:endParaRPr lang="en-US"/>
          </a:p>
        </p:txBody>
      </p:sp>
      <p:pic>
        <p:nvPicPr>
          <p:cNvPr id="2" name="Picture 1">
            <a:extLst>
              <a:ext uri="{FF2B5EF4-FFF2-40B4-BE49-F238E27FC236}">
                <a16:creationId xmlns:a16="http://schemas.microsoft.com/office/drawing/2014/main" id="{D6C35184-7782-EC93-0DBA-C7C69CA6C8A5}"/>
              </a:ext>
            </a:extLst>
          </p:cNvPr>
          <p:cNvPicPr>
            <a:picLocks noChangeAspect="1"/>
          </p:cNvPicPr>
          <p:nvPr/>
        </p:nvPicPr>
        <p:blipFill>
          <a:blip r:embed="rId2"/>
          <a:stretch>
            <a:fillRect/>
          </a:stretch>
        </p:blipFill>
        <p:spPr>
          <a:xfrm>
            <a:off x="6109860" y="1488178"/>
            <a:ext cx="3646356" cy="2922257"/>
          </a:xfrm>
          <a:prstGeom prst="rect">
            <a:avLst/>
          </a:prstGeom>
        </p:spPr>
      </p:pic>
      <p:sp>
        <p:nvSpPr>
          <p:cNvPr id="8" name="TextBox 7">
            <a:extLst>
              <a:ext uri="{FF2B5EF4-FFF2-40B4-BE49-F238E27FC236}">
                <a16:creationId xmlns:a16="http://schemas.microsoft.com/office/drawing/2014/main" id="{A997683F-49F1-F464-9CA3-83A021E386A9}"/>
              </a:ext>
            </a:extLst>
          </p:cNvPr>
          <p:cNvSpPr txBox="1"/>
          <p:nvPr/>
        </p:nvSpPr>
        <p:spPr>
          <a:xfrm>
            <a:off x="180191" y="1488178"/>
            <a:ext cx="5050714"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Global HRM is the process of managing an organization's human resources across multiple countries and cultures to support international operations. It involves tasks like recruiting, staffing, training, compensation, and performance management, all adapted to meet diverse local labor laws, cultural norms, and economic conditions while maintaining a cohesive global identity and strategy.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52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EE2EA-6ACC-8F61-5330-D28E9D57225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4FB0CC-24F5-FD13-F71F-8E3719CF4439}"/>
              </a:ext>
            </a:extLst>
          </p:cNvPr>
          <p:cNvSpPr>
            <a:spLocks noGrp="1"/>
          </p:cNvSpPr>
          <p:nvPr>
            <p:ph type="title"/>
          </p:nvPr>
        </p:nvSpPr>
        <p:spPr>
          <a:xfrm>
            <a:off x="1278308" y="150491"/>
            <a:ext cx="6654730" cy="820991"/>
          </a:xfrm>
        </p:spPr>
        <p:txBody>
          <a:bodyPr/>
          <a:lstStyle/>
          <a:p>
            <a:r>
              <a:rPr lang="en-IN" sz="2800" b="1" dirty="0">
                <a:solidFill>
                  <a:schemeClr val="bg1"/>
                </a:solidFill>
              </a:rPr>
              <a:t>Global HRM</a:t>
            </a:r>
          </a:p>
        </p:txBody>
      </p:sp>
      <p:sp>
        <p:nvSpPr>
          <p:cNvPr id="3" name="Date Placeholder 2">
            <a:extLst>
              <a:ext uri="{FF2B5EF4-FFF2-40B4-BE49-F238E27FC236}">
                <a16:creationId xmlns:a16="http://schemas.microsoft.com/office/drawing/2014/main" id="{36818AF5-7CC6-D65E-33D8-B79C0FECE9E6}"/>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28B2E16A-719B-64EF-FA8F-46EA270194E0}"/>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8F629D80-5905-9201-4AB7-01A38B7B09F4}"/>
              </a:ext>
            </a:extLst>
          </p:cNvPr>
          <p:cNvSpPr>
            <a:spLocks noGrp="1"/>
          </p:cNvSpPr>
          <p:nvPr>
            <p:ph type="sldNum" sz="quarter" idx="12"/>
          </p:nvPr>
        </p:nvSpPr>
        <p:spPr/>
        <p:txBody>
          <a:bodyPr/>
          <a:lstStyle/>
          <a:p>
            <a:pPr defTabSz="756209"/>
            <a:fld id="{B6F15528-21DE-4FAA-801E-634DDDAF4B2B}" type="slidenum">
              <a:rPr lang="en-US" smtClean="0"/>
              <a:pPr defTabSz="756209"/>
              <a:t>9</a:t>
            </a:fld>
            <a:endParaRPr lang="en-US"/>
          </a:p>
        </p:txBody>
      </p:sp>
      <p:sp>
        <p:nvSpPr>
          <p:cNvPr id="9" name="TextBox 8">
            <a:extLst>
              <a:ext uri="{FF2B5EF4-FFF2-40B4-BE49-F238E27FC236}">
                <a16:creationId xmlns:a16="http://schemas.microsoft.com/office/drawing/2014/main" id="{65960BB2-CC83-BFEF-931C-37431BB02E8E}"/>
              </a:ext>
            </a:extLst>
          </p:cNvPr>
          <p:cNvSpPr txBox="1"/>
          <p:nvPr/>
        </p:nvSpPr>
        <p:spPr>
          <a:xfrm>
            <a:off x="323084" y="1385950"/>
            <a:ext cx="9434456" cy="5447645"/>
          </a:xfrm>
          <a:prstGeom prst="rect">
            <a:avLst/>
          </a:prstGeom>
          <a:noFill/>
        </p:spPr>
        <p:txBody>
          <a:bodyPr wrap="square">
            <a:spAutoFit/>
          </a:bodyPr>
          <a:lstStyle/>
          <a:p>
            <a:pPr algn="just"/>
            <a:r>
              <a:rPr lang="en-IN" sz="1600" b="1" u="sng" dirty="0">
                <a:latin typeface="Times New Roman" panose="02020603050405020304" pitchFamily="18" charset="0"/>
                <a:cs typeface="Times New Roman" panose="02020603050405020304" pitchFamily="18" charset="0"/>
              </a:rPr>
              <a:t>Characteristics /Nature of International HRM</a:t>
            </a:r>
          </a:p>
          <a:p>
            <a:pPr algn="just"/>
            <a:r>
              <a:rPr lang="en-US" sz="1600" dirty="0">
                <a:latin typeface="Times New Roman" panose="02020603050405020304" pitchFamily="18" charset="0"/>
                <a:cs typeface="Times New Roman" panose="02020603050405020304" pitchFamily="18" charset="0"/>
              </a:rPr>
              <a:t>Global Workforce Management: IHRM focuses on recruiting, developing, and retaining talent from various countries to fill positions worldwide, emphasizing competence over geographical location. </a:t>
            </a:r>
          </a:p>
          <a:p>
            <a:pPr algn="just"/>
            <a:r>
              <a:rPr lang="en-US" sz="1600" dirty="0">
                <a:latin typeface="Times New Roman" panose="02020603050405020304" pitchFamily="18" charset="0"/>
                <a:cs typeface="Times New Roman" panose="02020603050405020304" pitchFamily="18" charset="0"/>
              </a:rPr>
              <a:t>Cultural Sensitivity: A crucial aspect is understanding and adapting to different cultural norms, management styles, and work ethics in various host countries to ensure effective operations and employee integration. </a:t>
            </a:r>
          </a:p>
          <a:p>
            <a:pPr algn="just"/>
            <a:r>
              <a:rPr lang="en-US" sz="1600" dirty="0">
                <a:latin typeface="Times New Roman" panose="02020603050405020304" pitchFamily="18" charset="0"/>
                <a:cs typeface="Times New Roman" panose="02020603050405020304" pitchFamily="18" charset="0"/>
              </a:rPr>
              <a:t>Complex Compensation: Compensation strategies for home-, host-, and third-country nationals must consider country-specific factors such as cost of living, taxes, and local market rates. </a:t>
            </a:r>
          </a:p>
          <a:p>
            <a:pPr algn="just"/>
            <a:r>
              <a:rPr lang="en-US" sz="1600" dirty="0">
                <a:latin typeface="Times New Roman" panose="02020603050405020304" pitchFamily="18" charset="0"/>
                <a:cs typeface="Times New Roman" panose="02020603050405020304" pitchFamily="18" charset="0"/>
              </a:rPr>
              <a:t>Strategic Long-Term Planning: IHRM requires long-term strategic planning to align global human resource strategies with the multinational corporation's overall business objectives. </a:t>
            </a:r>
          </a:p>
          <a:p>
            <a:pPr algn="just"/>
            <a:r>
              <a:rPr lang="en-US" sz="1600" dirty="0">
                <a:latin typeface="Times New Roman" panose="02020603050405020304" pitchFamily="18" charset="0"/>
                <a:cs typeface="Times New Roman" panose="02020603050405020304" pitchFamily="18" charset="0"/>
              </a:rPr>
              <a:t>Global Skill Development: It necessitates training and developing a diverse range of skills among employees, especially expatriates, to prepare them for international work assignments and foster a more adaptable workforce. </a:t>
            </a:r>
          </a:p>
          <a:p>
            <a:pPr algn="just"/>
            <a:r>
              <a:rPr lang="en-US" sz="1600" dirty="0">
                <a:latin typeface="Times New Roman" panose="02020603050405020304" pitchFamily="18" charset="0"/>
                <a:cs typeface="Times New Roman" panose="02020603050405020304" pitchFamily="18" charset="0"/>
              </a:rPr>
              <a:t>Balancing Global &amp; Local Needs: A core function is to effectively balance global standardization with local adaptation, integrating different parts of the global business while also responding to specific local conditions and requirements. </a:t>
            </a:r>
          </a:p>
          <a:p>
            <a:pPr algn="just"/>
            <a:r>
              <a:rPr lang="en-US" sz="1600" dirty="0">
                <a:latin typeface="Times New Roman" panose="02020603050405020304" pitchFamily="18" charset="0"/>
                <a:cs typeface="Times New Roman" panose="02020603050405020304" pitchFamily="18" charset="0"/>
              </a:rPr>
              <a:t>Broader Scope and Complexity: Unlike domestic HRM, IHRM is more complex due to numerous external influences, including diverse legal, economic, and political environments, as well as managing relationships with various stakeholders. </a:t>
            </a:r>
          </a:p>
          <a:p>
            <a:pPr algn="just"/>
            <a:r>
              <a:rPr lang="en-US" sz="1600" dirty="0">
                <a:latin typeface="Times New Roman" panose="02020603050405020304" pitchFamily="18" charset="0"/>
                <a:cs typeface="Times New Roman" panose="02020603050405020304" pitchFamily="18" charset="0"/>
              </a:rPr>
              <a:t>Managing Diverse Employee Types: IHRM deals with different categories of employees—Parent Country Nationals (PCNs), Host Country Nationals (HCNs), and Third Country Nationals (TCNs)—each requiring different HR policies and approaches.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566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0F7E-C057-C486-6016-ED847A434E0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1496773-5547-7C8D-FF35-95E09D194376}"/>
              </a:ext>
            </a:extLst>
          </p:cNvPr>
          <p:cNvSpPr>
            <a:spLocks noGrp="1"/>
          </p:cNvSpPr>
          <p:nvPr>
            <p:ph type="title"/>
          </p:nvPr>
        </p:nvSpPr>
        <p:spPr>
          <a:xfrm>
            <a:off x="1278308" y="150491"/>
            <a:ext cx="6654730" cy="820991"/>
          </a:xfrm>
        </p:spPr>
        <p:txBody>
          <a:bodyPr/>
          <a:lstStyle/>
          <a:p>
            <a:r>
              <a:rPr lang="en-IN" sz="2800" b="1" dirty="0">
                <a:solidFill>
                  <a:schemeClr val="bg1"/>
                </a:solidFill>
              </a:rPr>
              <a:t>Factors of IHRM</a:t>
            </a:r>
          </a:p>
        </p:txBody>
      </p:sp>
      <p:sp>
        <p:nvSpPr>
          <p:cNvPr id="3" name="Date Placeholder 2">
            <a:extLst>
              <a:ext uri="{FF2B5EF4-FFF2-40B4-BE49-F238E27FC236}">
                <a16:creationId xmlns:a16="http://schemas.microsoft.com/office/drawing/2014/main" id="{0BEC724D-939F-1AF4-E1B9-9E9569B3121C}"/>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89A51D5B-DDC0-F554-172D-BFF870382F4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DFB9988B-9545-8B4B-54EE-7DD5A5F21614}"/>
              </a:ext>
            </a:extLst>
          </p:cNvPr>
          <p:cNvSpPr>
            <a:spLocks noGrp="1"/>
          </p:cNvSpPr>
          <p:nvPr>
            <p:ph type="sldNum" sz="quarter" idx="12"/>
          </p:nvPr>
        </p:nvSpPr>
        <p:spPr/>
        <p:txBody>
          <a:bodyPr/>
          <a:lstStyle/>
          <a:p>
            <a:pPr defTabSz="756209"/>
            <a:fld id="{B6F15528-21DE-4FAA-801E-634DDDAF4B2B}" type="slidenum">
              <a:rPr lang="en-US" smtClean="0"/>
              <a:pPr defTabSz="756209"/>
              <a:t>10</a:t>
            </a:fld>
            <a:endParaRPr lang="en-US"/>
          </a:p>
        </p:txBody>
      </p:sp>
      <p:graphicFrame>
        <p:nvGraphicFramePr>
          <p:cNvPr id="7" name="Diagram 6">
            <a:extLst>
              <a:ext uri="{FF2B5EF4-FFF2-40B4-BE49-F238E27FC236}">
                <a16:creationId xmlns:a16="http://schemas.microsoft.com/office/drawing/2014/main" id="{8C074FE8-1D3F-56E5-4E67-42DDA60ADD10}"/>
              </a:ext>
            </a:extLst>
          </p:cNvPr>
          <p:cNvGraphicFramePr/>
          <p:nvPr>
            <p:extLst>
              <p:ext uri="{D42A27DB-BD31-4B8C-83A1-F6EECF244321}">
                <p14:modId xmlns:p14="http://schemas.microsoft.com/office/powerpoint/2010/main" val="3813669677"/>
              </p:ext>
            </p:extLst>
          </p:nvPr>
        </p:nvGraphicFramePr>
        <p:xfrm>
          <a:off x="742277" y="1839557"/>
          <a:ext cx="7831568" cy="4765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945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5FA4-640C-BFB8-0132-5C749C6FE8D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135D511-BD02-6E42-1352-813598C294F1}"/>
              </a:ext>
            </a:extLst>
          </p:cNvPr>
          <p:cNvSpPr>
            <a:spLocks noGrp="1"/>
          </p:cNvSpPr>
          <p:nvPr>
            <p:ph type="title"/>
          </p:nvPr>
        </p:nvSpPr>
        <p:spPr>
          <a:xfrm>
            <a:off x="1278308" y="150491"/>
            <a:ext cx="6654730" cy="820991"/>
          </a:xfrm>
        </p:spPr>
        <p:txBody>
          <a:bodyPr/>
          <a:lstStyle/>
          <a:p>
            <a:r>
              <a:rPr lang="en-IN" sz="2800" b="1" dirty="0">
                <a:solidFill>
                  <a:schemeClr val="bg1"/>
                </a:solidFill>
              </a:rPr>
              <a:t>Functions of IHRM</a:t>
            </a:r>
          </a:p>
        </p:txBody>
      </p:sp>
      <p:sp>
        <p:nvSpPr>
          <p:cNvPr id="3" name="Date Placeholder 2">
            <a:extLst>
              <a:ext uri="{FF2B5EF4-FFF2-40B4-BE49-F238E27FC236}">
                <a16:creationId xmlns:a16="http://schemas.microsoft.com/office/drawing/2014/main" id="{2BCF5E77-D2DB-FC7C-1002-132ED4C39828}"/>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BFB06C02-6106-6878-7A82-D79F39F8FFC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CD27EA00-615E-33A5-1936-063FC370C608}"/>
              </a:ext>
            </a:extLst>
          </p:cNvPr>
          <p:cNvSpPr>
            <a:spLocks noGrp="1"/>
          </p:cNvSpPr>
          <p:nvPr>
            <p:ph type="sldNum" sz="quarter" idx="12"/>
          </p:nvPr>
        </p:nvSpPr>
        <p:spPr/>
        <p:txBody>
          <a:bodyPr/>
          <a:lstStyle/>
          <a:p>
            <a:pPr defTabSz="756209"/>
            <a:fld id="{B6F15528-21DE-4FAA-801E-634DDDAF4B2B}" type="slidenum">
              <a:rPr lang="en-US" smtClean="0"/>
              <a:pPr defTabSz="756209"/>
              <a:t>11</a:t>
            </a:fld>
            <a:endParaRPr lang="en-US"/>
          </a:p>
        </p:txBody>
      </p:sp>
      <p:graphicFrame>
        <p:nvGraphicFramePr>
          <p:cNvPr id="8" name="Diagram 7">
            <a:extLst>
              <a:ext uri="{FF2B5EF4-FFF2-40B4-BE49-F238E27FC236}">
                <a16:creationId xmlns:a16="http://schemas.microsoft.com/office/drawing/2014/main" id="{B521C34B-8903-D577-4FA0-BAA7F3ECEA86}"/>
              </a:ext>
            </a:extLst>
          </p:cNvPr>
          <p:cNvGraphicFramePr/>
          <p:nvPr>
            <p:extLst>
              <p:ext uri="{D42A27DB-BD31-4B8C-83A1-F6EECF244321}">
                <p14:modId xmlns:p14="http://schemas.microsoft.com/office/powerpoint/2010/main" val="183700050"/>
              </p:ext>
            </p:extLst>
          </p:nvPr>
        </p:nvGraphicFramePr>
        <p:xfrm>
          <a:off x="580913" y="1452281"/>
          <a:ext cx="8995682" cy="4991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690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313A9-EB55-232D-0AA0-2C9EB4F673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B0A3076-4B97-41E3-A3B1-D1F874179691}"/>
              </a:ext>
            </a:extLst>
          </p:cNvPr>
          <p:cNvSpPr>
            <a:spLocks noGrp="1"/>
          </p:cNvSpPr>
          <p:nvPr>
            <p:ph type="title"/>
          </p:nvPr>
        </p:nvSpPr>
        <p:spPr>
          <a:xfrm>
            <a:off x="1278308" y="150491"/>
            <a:ext cx="6654730" cy="820991"/>
          </a:xfrm>
        </p:spPr>
        <p:txBody>
          <a:bodyPr/>
          <a:lstStyle/>
          <a:p>
            <a:r>
              <a:rPr lang="en-IN" sz="2800" b="1" dirty="0">
                <a:solidFill>
                  <a:schemeClr val="bg1"/>
                </a:solidFill>
              </a:rPr>
              <a:t>Global/ International Finance</a:t>
            </a:r>
          </a:p>
        </p:txBody>
      </p:sp>
      <p:sp>
        <p:nvSpPr>
          <p:cNvPr id="3" name="Date Placeholder 2">
            <a:extLst>
              <a:ext uri="{FF2B5EF4-FFF2-40B4-BE49-F238E27FC236}">
                <a16:creationId xmlns:a16="http://schemas.microsoft.com/office/drawing/2014/main" id="{7BDEC6B3-4349-BAFE-CCB9-483705CF33CF}"/>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F9A73A9B-C972-3817-21A1-6AE4F49A9295}"/>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A4A354C-BCA4-7825-5CA5-1FB3FD6F94A5}"/>
              </a:ext>
            </a:extLst>
          </p:cNvPr>
          <p:cNvSpPr>
            <a:spLocks noGrp="1"/>
          </p:cNvSpPr>
          <p:nvPr>
            <p:ph type="sldNum" sz="quarter" idx="12"/>
          </p:nvPr>
        </p:nvSpPr>
        <p:spPr/>
        <p:txBody>
          <a:bodyPr/>
          <a:lstStyle/>
          <a:p>
            <a:pPr defTabSz="756209"/>
            <a:fld id="{B6F15528-21DE-4FAA-801E-634DDDAF4B2B}" type="slidenum">
              <a:rPr lang="en-US" smtClean="0"/>
              <a:pPr defTabSz="756209"/>
              <a:t>12</a:t>
            </a:fld>
            <a:endParaRPr lang="en-US"/>
          </a:p>
        </p:txBody>
      </p:sp>
      <p:pic>
        <p:nvPicPr>
          <p:cNvPr id="2" name="Picture 1">
            <a:extLst>
              <a:ext uri="{FF2B5EF4-FFF2-40B4-BE49-F238E27FC236}">
                <a16:creationId xmlns:a16="http://schemas.microsoft.com/office/drawing/2014/main" id="{AED913ED-18C0-B8D1-7227-ED9754117BEB}"/>
              </a:ext>
            </a:extLst>
          </p:cNvPr>
          <p:cNvPicPr>
            <a:picLocks noChangeAspect="1"/>
          </p:cNvPicPr>
          <p:nvPr/>
        </p:nvPicPr>
        <p:blipFill>
          <a:blip r:embed="rId2"/>
          <a:stretch>
            <a:fillRect/>
          </a:stretch>
        </p:blipFill>
        <p:spPr>
          <a:xfrm>
            <a:off x="5115739" y="1333947"/>
            <a:ext cx="4964886" cy="3349643"/>
          </a:xfrm>
          <a:prstGeom prst="rect">
            <a:avLst/>
          </a:prstGeom>
        </p:spPr>
      </p:pic>
      <p:sp>
        <p:nvSpPr>
          <p:cNvPr id="8" name="TextBox 7">
            <a:extLst>
              <a:ext uri="{FF2B5EF4-FFF2-40B4-BE49-F238E27FC236}">
                <a16:creationId xmlns:a16="http://schemas.microsoft.com/office/drawing/2014/main" id="{CD5E8ABD-680F-F142-DB9B-4E4A0F2CBAFD}"/>
              </a:ext>
            </a:extLst>
          </p:cNvPr>
          <p:cNvSpPr txBox="1"/>
          <p:nvPr/>
        </p:nvSpPr>
        <p:spPr>
          <a:xfrm>
            <a:off x="147918" y="1540267"/>
            <a:ext cx="4892394" cy="3170099"/>
          </a:xfrm>
          <a:prstGeom prst="rect">
            <a:avLst/>
          </a:prstGeom>
          <a:noFill/>
        </p:spPr>
        <p:txBody>
          <a:bodyPr wrap="square">
            <a:spAutoFit/>
          </a:bodyPr>
          <a:lstStyle/>
          <a:p>
            <a:pPr algn="just"/>
            <a:r>
              <a:rPr lang="en-US" sz="2500" dirty="0">
                <a:latin typeface="Times New Roman" panose="02020603050405020304" pitchFamily="18" charset="0"/>
                <a:cs typeface="Times New Roman" panose="02020603050405020304" pitchFamily="18" charset="0"/>
              </a:rPr>
              <a:t>What Is International Finance?</a:t>
            </a:r>
          </a:p>
          <a:p>
            <a:pPr algn="just"/>
            <a:r>
              <a:rPr lang="en-US" sz="2500" dirty="0">
                <a:latin typeface="Times New Roman" panose="02020603050405020304" pitchFamily="18" charset="0"/>
                <a:cs typeface="Times New Roman" panose="02020603050405020304" pitchFamily="18" charset="0"/>
              </a:rPr>
              <a:t>International finance, sometimes known as international macroeconomics, is the study of monetary interactions between two or more countries, focusing on areas such as foreign direct investment and currency exchange rates.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907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721B-8082-75B4-2E21-2B70FE5D917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95C134-2195-22F8-AF2A-B9327AAE8DA0}"/>
              </a:ext>
            </a:extLst>
          </p:cNvPr>
          <p:cNvSpPr>
            <a:spLocks noGrp="1"/>
          </p:cNvSpPr>
          <p:nvPr>
            <p:ph type="title"/>
          </p:nvPr>
        </p:nvSpPr>
        <p:spPr>
          <a:xfrm>
            <a:off x="1278308" y="150491"/>
            <a:ext cx="6654730" cy="820991"/>
          </a:xfrm>
        </p:spPr>
        <p:txBody>
          <a:bodyPr/>
          <a:lstStyle/>
          <a:p>
            <a:r>
              <a:rPr lang="en-US" sz="2800" b="1" dirty="0">
                <a:solidFill>
                  <a:schemeClr val="bg1"/>
                </a:solidFill>
              </a:rPr>
              <a:t>Features of Global Capital Market</a:t>
            </a:r>
            <a:endParaRPr lang="en-IN" sz="2800" b="1" dirty="0">
              <a:solidFill>
                <a:schemeClr val="bg1"/>
              </a:solidFill>
            </a:endParaRPr>
          </a:p>
        </p:txBody>
      </p:sp>
      <p:sp>
        <p:nvSpPr>
          <p:cNvPr id="3" name="Date Placeholder 2">
            <a:extLst>
              <a:ext uri="{FF2B5EF4-FFF2-40B4-BE49-F238E27FC236}">
                <a16:creationId xmlns:a16="http://schemas.microsoft.com/office/drawing/2014/main" id="{94B27DB6-3BB4-F353-F337-41B82D5A713F}"/>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D6C06BAA-15F7-4FBA-6849-95C0DE030A6E}"/>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FADB722F-E776-C06F-1FEB-466E9597DD7E}"/>
              </a:ext>
            </a:extLst>
          </p:cNvPr>
          <p:cNvSpPr>
            <a:spLocks noGrp="1"/>
          </p:cNvSpPr>
          <p:nvPr>
            <p:ph type="sldNum" sz="quarter" idx="12"/>
          </p:nvPr>
        </p:nvSpPr>
        <p:spPr/>
        <p:txBody>
          <a:bodyPr/>
          <a:lstStyle/>
          <a:p>
            <a:pPr defTabSz="756209"/>
            <a:fld id="{B6F15528-21DE-4FAA-801E-634DDDAF4B2B}" type="slidenum">
              <a:rPr lang="en-US" smtClean="0"/>
              <a:pPr defTabSz="756209"/>
              <a:t>13</a:t>
            </a:fld>
            <a:endParaRPr lang="en-US"/>
          </a:p>
        </p:txBody>
      </p:sp>
      <p:sp>
        <p:nvSpPr>
          <p:cNvPr id="2" name="TextBox 1">
            <a:extLst>
              <a:ext uri="{FF2B5EF4-FFF2-40B4-BE49-F238E27FC236}">
                <a16:creationId xmlns:a16="http://schemas.microsoft.com/office/drawing/2014/main" id="{B2FB4F6B-17FD-21DC-3E3A-DAF9D44A63E4}"/>
              </a:ext>
            </a:extLst>
          </p:cNvPr>
          <p:cNvSpPr txBox="1"/>
          <p:nvPr/>
        </p:nvSpPr>
        <p:spPr>
          <a:xfrm>
            <a:off x="419548" y="1559859"/>
            <a:ext cx="8498541" cy="3939540"/>
          </a:xfrm>
          <a:prstGeom prst="rect">
            <a:avLst/>
          </a:prstGeom>
          <a:noFill/>
        </p:spPr>
        <p:txBody>
          <a:bodyPr wrap="square" rtlCol="0">
            <a:spAutoFit/>
          </a:bodyPr>
          <a:lstStyle/>
          <a:p>
            <a:pPr marL="342900" indent="-342900">
              <a:buAutoNum type="arabicPeriod"/>
            </a:pPr>
            <a:r>
              <a:rPr lang="en-US" sz="2500" dirty="0">
                <a:latin typeface="Times New Roman" panose="02020603050405020304" pitchFamily="18" charset="0"/>
                <a:cs typeface="Times New Roman" panose="02020603050405020304" pitchFamily="18" charset="0"/>
              </a:rPr>
              <a:t>Link between Savers and Investment Opportunities</a:t>
            </a:r>
          </a:p>
          <a:p>
            <a:pPr marL="342900" indent="-342900">
              <a:buAutoNum type="arabicPeriod"/>
            </a:pPr>
            <a:r>
              <a:rPr lang="en-US" sz="2500" dirty="0">
                <a:latin typeface="Times New Roman" panose="02020603050405020304" pitchFamily="18" charset="0"/>
                <a:cs typeface="Times New Roman" panose="02020603050405020304" pitchFamily="18" charset="0"/>
              </a:rPr>
              <a:t>Provides Long Term Investment</a:t>
            </a:r>
          </a:p>
          <a:p>
            <a:pPr marL="342900" indent="-342900">
              <a:buAutoNum type="arabicPeriod"/>
            </a:pPr>
            <a:r>
              <a:rPr lang="en-US" sz="2500" dirty="0">
                <a:latin typeface="Times New Roman" panose="02020603050405020304" pitchFamily="18" charset="0"/>
                <a:cs typeface="Times New Roman" panose="02020603050405020304" pitchFamily="18" charset="0"/>
              </a:rPr>
              <a:t>Utilizes Intermediaries</a:t>
            </a:r>
          </a:p>
          <a:p>
            <a:pPr marL="342900" indent="-342900">
              <a:buAutoNum type="arabicPeriod"/>
            </a:pPr>
            <a:r>
              <a:rPr lang="en-US" sz="2500" dirty="0">
                <a:latin typeface="Times New Roman" panose="02020603050405020304" pitchFamily="18" charset="0"/>
                <a:cs typeface="Times New Roman" panose="02020603050405020304" pitchFamily="18" charset="0"/>
              </a:rPr>
              <a:t>Determinate of Capital Formation</a:t>
            </a:r>
          </a:p>
          <a:p>
            <a:pPr marL="342900" indent="-342900">
              <a:buAutoNum type="arabicPeriod"/>
            </a:pPr>
            <a:r>
              <a:rPr lang="en-US" sz="2500" dirty="0">
                <a:latin typeface="Times New Roman" panose="02020603050405020304" pitchFamily="18" charset="0"/>
                <a:cs typeface="Times New Roman" panose="02020603050405020304" pitchFamily="18" charset="0"/>
              </a:rPr>
              <a:t>Government Rules and Regulations</a:t>
            </a:r>
          </a:p>
          <a:p>
            <a:pPr marL="342900" indent="-342900">
              <a:buAutoNum type="arabicPeriod"/>
            </a:pPr>
            <a:r>
              <a:rPr lang="en-US" sz="2500" dirty="0">
                <a:latin typeface="Times New Roman" panose="02020603050405020304" pitchFamily="18" charset="0"/>
                <a:cs typeface="Times New Roman" panose="02020603050405020304" pitchFamily="18" charset="0"/>
              </a:rPr>
              <a:t>No Entry Barriers</a:t>
            </a:r>
          </a:p>
          <a:p>
            <a:pPr marL="342900" indent="-342900">
              <a:buAutoNum type="arabicPeriod"/>
            </a:pPr>
            <a:r>
              <a:rPr lang="en-US" sz="2500" dirty="0">
                <a:latin typeface="Times New Roman" panose="02020603050405020304" pitchFamily="18" charset="0"/>
                <a:cs typeface="Times New Roman" panose="02020603050405020304" pitchFamily="18" charset="0"/>
              </a:rPr>
              <a:t>Absence of Transaction Cost</a:t>
            </a:r>
          </a:p>
          <a:p>
            <a:pPr marL="342900" indent="-342900">
              <a:buAutoNum type="arabicPeriod"/>
            </a:pPr>
            <a:r>
              <a:rPr lang="en-US" sz="2500" dirty="0">
                <a:latin typeface="Times New Roman" panose="02020603050405020304" pitchFamily="18" charset="0"/>
                <a:cs typeface="Times New Roman" panose="02020603050405020304" pitchFamily="18" charset="0"/>
              </a:rPr>
              <a:t>No Tax Differences</a:t>
            </a:r>
          </a:p>
          <a:p>
            <a:pPr marL="342900" indent="-342900">
              <a:buAutoNum type="arabicPeriod"/>
            </a:pPr>
            <a:r>
              <a:rPr lang="en-US" sz="2500" dirty="0">
                <a:latin typeface="Times New Roman" panose="02020603050405020304" pitchFamily="18" charset="0"/>
                <a:cs typeface="Times New Roman" panose="02020603050405020304" pitchFamily="18" charset="0"/>
              </a:rPr>
              <a:t>Liquidity</a:t>
            </a:r>
          </a:p>
          <a:p>
            <a:pPr marL="342900" indent="-342900">
              <a:buAutoNum type="arabicPeriod"/>
            </a:pPr>
            <a:r>
              <a:rPr lang="en-US" sz="2500" dirty="0">
                <a:latin typeface="Times New Roman" panose="02020603050405020304" pitchFamily="18" charset="0"/>
                <a:cs typeface="Times New Roman" panose="02020603050405020304" pitchFamily="18" charset="0"/>
              </a:rPr>
              <a:t>Variety of Instruments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651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6FB6-6695-2527-801E-C19C3CDB28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94181C-AED6-9CA2-64E1-C272E3C57677}"/>
              </a:ext>
            </a:extLst>
          </p:cNvPr>
          <p:cNvSpPr>
            <a:spLocks noGrp="1"/>
          </p:cNvSpPr>
          <p:nvPr>
            <p:ph type="title"/>
          </p:nvPr>
        </p:nvSpPr>
        <p:spPr>
          <a:xfrm>
            <a:off x="1278308" y="150491"/>
            <a:ext cx="6654730" cy="820991"/>
          </a:xfrm>
        </p:spPr>
        <p:txBody>
          <a:bodyPr/>
          <a:lstStyle/>
          <a:p>
            <a:r>
              <a:rPr lang="en-US" sz="2800" b="1" dirty="0">
                <a:solidFill>
                  <a:schemeClr val="bg1"/>
                </a:solidFill>
              </a:rPr>
              <a:t>Growth of Global Capital Market</a:t>
            </a:r>
            <a:endParaRPr lang="en-IN" sz="2800" b="1" dirty="0">
              <a:solidFill>
                <a:schemeClr val="bg1"/>
              </a:solidFill>
            </a:endParaRPr>
          </a:p>
        </p:txBody>
      </p:sp>
      <p:sp>
        <p:nvSpPr>
          <p:cNvPr id="3" name="Date Placeholder 2">
            <a:extLst>
              <a:ext uri="{FF2B5EF4-FFF2-40B4-BE49-F238E27FC236}">
                <a16:creationId xmlns:a16="http://schemas.microsoft.com/office/drawing/2014/main" id="{AC477C7E-9867-498B-7930-C982AAD9FE05}"/>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9AE09685-3DDA-A48F-7012-80EFEF334817}"/>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1292FB5-4A5C-2839-50E1-8F50B5EE508F}"/>
              </a:ext>
            </a:extLst>
          </p:cNvPr>
          <p:cNvSpPr>
            <a:spLocks noGrp="1"/>
          </p:cNvSpPr>
          <p:nvPr>
            <p:ph type="sldNum" sz="quarter" idx="12"/>
          </p:nvPr>
        </p:nvSpPr>
        <p:spPr/>
        <p:txBody>
          <a:bodyPr/>
          <a:lstStyle/>
          <a:p>
            <a:pPr defTabSz="756209"/>
            <a:fld id="{B6F15528-21DE-4FAA-801E-634DDDAF4B2B}" type="slidenum">
              <a:rPr lang="en-US" smtClean="0"/>
              <a:pPr defTabSz="756209"/>
              <a:t>14</a:t>
            </a:fld>
            <a:endParaRPr lang="en-US"/>
          </a:p>
        </p:txBody>
      </p:sp>
      <p:sp>
        <p:nvSpPr>
          <p:cNvPr id="7" name="TextBox 6">
            <a:extLst>
              <a:ext uri="{FF2B5EF4-FFF2-40B4-BE49-F238E27FC236}">
                <a16:creationId xmlns:a16="http://schemas.microsoft.com/office/drawing/2014/main" id="{D86C558F-4933-DC23-9C5C-84A919AF7863}"/>
              </a:ext>
            </a:extLst>
          </p:cNvPr>
          <p:cNvSpPr txBox="1"/>
          <p:nvPr/>
        </p:nvSpPr>
        <p:spPr>
          <a:xfrm>
            <a:off x="201706" y="1373884"/>
            <a:ext cx="9501692"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growth of the global capital market shows strong performance in equity markets and a mixed picture in fixed income and private markets, with a shift in growth towards Asian economies. In 2024, global equity market capitalization increased significantly, while global long-term fixed income issuance saw a slight decrease.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6169325-C2FE-16D0-BAD2-03D6EF5A5374}"/>
              </a:ext>
            </a:extLst>
          </p:cNvPr>
          <p:cNvSpPr txBox="1"/>
          <p:nvPr/>
        </p:nvSpPr>
        <p:spPr>
          <a:xfrm>
            <a:off x="153297" y="2792629"/>
            <a:ext cx="9598510" cy="4093428"/>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Key Trends in the Global Capital Market</a:t>
            </a:r>
          </a:p>
          <a:p>
            <a:pPr algn="just"/>
            <a:r>
              <a:rPr lang="en-US" sz="2000" dirty="0">
                <a:latin typeface="Times New Roman" panose="02020603050405020304" pitchFamily="18" charset="0"/>
                <a:cs typeface="Times New Roman" panose="02020603050405020304" pitchFamily="18" charset="0"/>
              </a:rPr>
              <a:t>Equity Market Strength: Global equity market capitalization grew substantially in 2024, driven by strong performance in equity issuances. </a:t>
            </a:r>
          </a:p>
          <a:p>
            <a:pPr algn="just"/>
            <a:r>
              <a:rPr lang="en-US" sz="2000" dirty="0">
                <a:latin typeface="Times New Roman" panose="02020603050405020304" pitchFamily="18" charset="0"/>
                <a:cs typeface="Times New Roman" panose="02020603050405020304" pitchFamily="18" charset="0"/>
              </a:rPr>
              <a:t>Fixed Income Performance: While the outstanding global fixed income market grew, long-term fixed income issuance experienced a decrease in the same period. </a:t>
            </a:r>
          </a:p>
          <a:p>
            <a:pPr algn="just"/>
            <a:r>
              <a:rPr lang="en-US" sz="2000" dirty="0">
                <a:latin typeface="Times New Roman" panose="02020603050405020304" pitchFamily="18" charset="0"/>
                <a:cs typeface="Times New Roman" panose="02020603050405020304" pitchFamily="18" charset="0"/>
              </a:rPr>
              <a:t>Rise of Asian Markets: Asian capital markets have been a significant engine of global growth since the early 2000s, with the region accounting for a large portion of the world's listed companies. </a:t>
            </a:r>
          </a:p>
          <a:p>
            <a:pPr algn="just"/>
            <a:r>
              <a:rPr lang="en-US" sz="2000" dirty="0">
                <a:latin typeface="Times New Roman" panose="02020603050405020304" pitchFamily="18" charset="0"/>
                <a:cs typeface="Times New Roman" panose="02020603050405020304" pitchFamily="18" charset="0"/>
              </a:rPr>
              <a:t>Private Markets Adaptation: Global private markets are adjusting to a landscape of structurally higher interest rates. This led to double-digit increases in capital deployment in 2024, even as fundraising reached a multi-year low. </a:t>
            </a:r>
          </a:p>
          <a:p>
            <a:pPr algn="just"/>
            <a:r>
              <a:rPr lang="en-US" sz="2000" dirty="0">
                <a:latin typeface="Times New Roman" panose="02020603050405020304" pitchFamily="18" charset="0"/>
                <a:cs typeface="Times New Roman" panose="02020603050405020304" pitchFamily="18" charset="0"/>
              </a:rPr>
              <a:t>Focus on Innovation: The market is seeing a renewed emphasis on technological investment, client-centric innovations, and integrated solutions to adapt to a changing landscape.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63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CEC9-2D44-D32D-3847-190E512C3B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747964C-717D-8CBB-6D06-6709551FF93F}"/>
              </a:ext>
            </a:extLst>
          </p:cNvPr>
          <p:cNvSpPr>
            <a:spLocks noGrp="1"/>
          </p:cNvSpPr>
          <p:nvPr>
            <p:ph type="title"/>
          </p:nvPr>
        </p:nvSpPr>
        <p:spPr>
          <a:xfrm>
            <a:off x="1278308" y="150491"/>
            <a:ext cx="6654730" cy="820991"/>
          </a:xfrm>
        </p:spPr>
        <p:txBody>
          <a:bodyPr/>
          <a:lstStyle/>
          <a:p>
            <a:r>
              <a:rPr lang="en-IN" sz="2800" b="1" dirty="0">
                <a:solidFill>
                  <a:schemeClr val="bg1"/>
                </a:solidFill>
              </a:rPr>
              <a:t>Global equity market</a:t>
            </a:r>
          </a:p>
        </p:txBody>
      </p:sp>
      <p:sp>
        <p:nvSpPr>
          <p:cNvPr id="3" name="Date Placeholder 2">
            <a:extLst>
              <a:ext uri="{FF2B5EF4-FFF2-40B4-BE49-F238E27FC236}">
                <a16:creationId xmlns:a16="http://schemas.microsoft.com/office/drawing/2014/main" id="{0FB257B6-CB99-452E-82AB-73AD54888B5C}"/>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DE90446C-EAAD-459A-2B5F-5BA9C98B880D}"/>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83FF0442-F37F-668D-493A-01A4EB362BCC}"/>
              </a:ext>
            </a:extLst>
          </p:cNvPr>
          <p:cNvSpPr>
            <a:spLocks noGrp="1"/>
          </p:cNvSpPr>
          <p:nvPr>
            <p:ph type="sldNum" sz="quarter" idx="12"/>
          </p:nvPr>
        </p:nvSpPr>
        <p:spPr/>
        <p:txBody>
          <a:bodyPr/>
          <a:lstStyle/>
          <a:p>
            <a:pPr defTabSz="756209"/>
            <a:fld id="{B6F15528-21DE-4FAA-801E-634DDDAF4B2B}" type="slidenum">
              <a:rPr lang="en-US" smtClean="0"/>
              <a:pPr defTabSz="756209"/>
              <a:t>15</a:t>
            </a:fld>
            <a:endParaRPr lang="en-US"/>
          </a:p>
        </p:txBody>
      </p:sp>
      <p:sp>
        <p:nvSpPr>
          <p:cNvPr id="7" name="TextBox 6">
            <a:extLst>
              <a:ext uri="{FF2B5EF4-FFF2-40B4-BE49-F238E27FC236}">
                <a16:creationId xmlns:a16="http://schemas.microsoft.com/office/drawing/2014/main" id="{DC39E445-C362-4E9E-7F9F-A715DBF11180}"/>
              </a:ext>
            </a:extLst>
          </p:cNvPr>
          <p:cNvSpPr txBox="1"/>
          <p:nvPr/>
        </p:nvSpPr>
        <p:spPr>
          <a:xfrm>
            <a:off x="190947" y="1403768"/>
            <a:ext cx="9641541" cy="163121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global equity market refers to the collective trading of stocks (equities) by investors worldwide, with examples including major stock exchanges like the New York Stock Exchange (NYSE) and Nasdaq in the US, the London Stock Exchange (LSE) in the UK, and the Tokyo Stock Exchange in Japan, where companies from different countries are listed and traded by investors globally.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CAAF6B3-C758-4A78-08A3-A73E1459CAAF}"/>
              </a:ext>
            </a:extLst>
          </p:cNvPr>
          <p:cNvSpPr txBox="1"/>
          <p:nvPr/>
        </p:nvSpPr>
        <p:spPr>
          <a:xfrm>
            <a:off x="190947" y="3133131"/>
            <a:ext cx="9792859" cy="3139321"/>
          </a:xfrm>
          <a:prstGeom prst="rect">
            <a:avLst/>
          </a:prstGeom>
          <a:noFill/>
        </p:spPr>
        <p:txBody>
          <a:bodyPr wrap="square">
            <a:spAutoFit/>
          </a:bodyPr>
          <a:lstStyle/>
          <a:p>
            <a:pPr algn="just"/>
            <a:r>
              <a:rPr lang="en-US" b="1" u="sng" dirty="0">
                <a:latin typeface="Times New Roman" panose="02020603050405020304" pitchFamily="18" charset="0"/>
                <a:cs typeface="Times New Roman" panose="02020603050405020304" pitchFamily="18" charset="0"/>
              </a:rPr>
              <a:t>Examples of Major Global Equity Markets:</a:t>
            </a:r>
          </a:p>
          <a:p>
            <a:pPr algn="just"/>
            <a:r>
              <a:rPr lang="en-US" dirty="0">
                <a:latin typeface="Times New Roman" panose="02020603050405020304" pitchFamily="18" charset="0"/>
                <a:cs typeface="Times New Roman" panose="02020603050405020304" pitchFamily="18" charset="0"/>
              </a:rPr>
              <a:t>New York Stock Exchange (NYSE): (United States): One of the largest and most well-known stock exchanges globally, home to many famous companies like IBM and Coca-Cola. </a:t>
            </a:r>
          </a:p>
          <a:p>
            <a:pPr algn="just"/>
            <a:r>
              <a:rPr lang="en-US" dirty="0">
                <a:latin typeface="Times New Roman" panose="02020603050405020304" pitchFamily="18" charset="0"/>
                <a:cs typeface="Times New Roman" panose="02020603050405020304" pitchFamily="18" charset="0"/>
              </a:rPr>
              <a:t>Nasdaq (United States): Another significant US stock exchange known for its technology-focused listings. </a:t>
            </a:r>
          </a:p>
          <a:p>
            <a:pPr algn="just"/>
            <a:r>
              <a:rPr lang="en-US" dirty="0">
                <a:latin typeface="Times New Roman" panose="02020603050405020304" pitchFamily="18" charset="0"/>
                <a:cs typeface="Times New Roman" panose="02020603050405020304" pitchFamily="18" charset="0"/>
              </a:rPr>
              <a:t>London Stock Exchange (LSE): A key exchange in the UK and a major global trading hub. </a:t>
            </a:r>
          </a:p>
          <a:p>
            <a:pPr algn="just"/>
            <a:r>
              <a:rPr lang="en-US" dirty="0">
                <a:latin typeface="Times New Roman" panose="02020603050405020304" pitchFamily="18" charset="0"/>
                <a:cs typeface="Times New Roman" panose="02020603050405020304" pitchFamily="18" charset="0"/>
              </a:rPr>
              <a:t>Tokyo Stock Exchange (JPX): Japan's primary stock exchange and a significant hub for technology and trading in Asia. </a:t>
            </a:r>
          </a:p>
          <a:p>
            <a:pPr algn="just"/>
            <a:r>
              <a:rPr lang="en-US" dirty="0">
                <a:latin typeface="Times New Roman" panose="02020603050405020304" pitchFamily="18" charset="0"/>
                <a:cs typeface="Times New Roman" panose="02020603050405020304" pitchFamily="18" charset="0"/>
              </a:rPr>
              <a:t>Euronext (European Union): A major exchange across several European countries. </a:t>
            </a:r>
          </a:p>
          <a:p>
            <a:pPr algn="just"/>
            <a:r>
              <a:rPr lang="en-US" dirty="0">
                <a:latin typeface="Times New Roman" panose="02020603050405020304" pitchFamily="18" charset="0"/>
                <a:cs typeface="Times New Roman" panose="02020603050405020304" pitchFamily="18" charset="0"/>
              </a:rPr>
              <a:t>Shanghai Stock Exchange (SSE): China's stock exchange and one of the largest in the world. </a:t>
            </a:r>
          </a:p>
          <a:p>
            <a:pPr algn="just"/>
            <a:r>
              <a:rPr lang="en-US" dirty="0">
                <a:latin typeface="Times New Roman" panose="02020603050405020304" pitchFamily="18" charset="0"/>
                <a:cs typeface="Times New Roman" panose="02020603050405020304" pitchFamily="18" charset="0"/>
              </a:rPr>
              <a:t>Hong Kong Stock Exchange (HKEX): An important financial center in Asia for trading global equities.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9658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66F25-87BC-B38C-3C88-618FEF7E5A1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C29CEC-33E0-FB94-8AA3-D2EC15300001}"/>
              </a:ext>
            </a:extLst>
          </p:cNvPr>
          <p:cNvSpPr>
            <a:spLocks noGrp="1"/>
          </p:cNvSpPr>
          <p:nvPr>
            <p:ph type="title"/>
          </p:nvPr>
        </p:nvSpPr>
        <p:spPr>
          <a:xfrm>
            <a:off x="1278308" y="150491"/>
            <a:ext cx="6654730" cy="820991"/>
          </a:xfrm>
        </p:spPr>
        <p:txBody>
          <a:bodyPr/>
          <a:lstStyle/>
          <a:p>
            <a:r>
              <a:rPr lang="en-IN" sz="2400" b="1" dirty="0">
                <a:solidFill>
                  <a:schemeClr val="bg1"/>
                </a:solidFill>
              </a:rPr>
              <a:t>International Production Management/Global Manufacturing/Production</a:t>
            </a:r>
          </a:p>
        </p:txBody>
      </p:sp>
      <p:sp>
        <p:nvSpPr>
          <p:cNvPr id="3" name="Date Placeholder 2">
            <a:extLst>
              <a:ext uri="{FF2B5EF4-FFF2-40B4-BE49-F238E27FC236}">
                <a16:creationId xmlns:a16="http://schemas.microsoft.com/office/drawing/2014/main" id="{0E96F758-7E2A-3BDF-8BB2-9E3B36075AA0}"/>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D1F1200D-0F62-1A2A-8F18-EA3D55748C86}"/>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1538AB9-D547-7C1C-B758-AB03FEF8628C}"/>
              </a:ext>
            </a:extLst>
          </p:cNvPr>
          <p:cNvSpPr>
            <a:spLocks noGrp="1"/>
          </p:cNvSpPr>
          <p:nvPr>
            <p:ph type="sldNum" sz="quarter" idx="12"/>
          </p:nvPr>
        </p:nvSpPr>
        <p:spPr/>
        <p:txBody>
          <a:bodyPr/>
          <a:lstStyle/>
          <a:p>
            <a:pPr defTabSz="756209"/>
            <a:fld id="{B6F15528-21DE-4FAA-801E-634DDDAF4B2B}" type="slidenum">
              <a:rPr lang="en-US" smtClean="0"/>
              <a:pPr defTabSz="756209"/>
              <a:t>16</a:t>
            </a:fld>
            <a:endParaRPr lang="en-US"/>
          </a:p>
        </p:txBody>
      </p:sp>
      <p:sp>
        <p:nvSpPr>
          <p:cNvPr id="7" name="TextBox 6">
            <a:extLst>
              <a:ext uri="{FF2B5EF4-FFF2-40B4-BE49-F238E27FC236}">
                <a16:creationId xmlns:a16="http://schemas.microsoft.com/office/drawing/2014/main" id="{EE21CFCD-E8E6-D7AD-5B0D-F6F8776B4BF4}"/>
              </a:ext>
            </a:extLst>
          </p:cNvPr>
          <p:cNvSpPr txBox="1"/>
          <p:nvPr/>
        </p:nvSpPr>
        <p:spPr>
          <a:xfrm>
            <a:off x="158675" y="1446489"/>
            <a:ext cx="9695329" cy="1015663"/>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production management, also known as global manufacturing, is the strategic and operational management of production and operations across multiple countries to optimize efficiency, cost, and market responsiveness.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198C634-32EA-2567-F19E-5C0CD513DBD8}"/>
              </a:ext>
            </a:extLst>
          </p:cNvPr>
          <p:cNvSpPr txBox="1"/>
          <p:nvPr/>
        </p:nvSpPr>
        <p:spPr>
          <a:xfrm>
            <a:off x="192647" y="2557310"/>
            <a:ext cx="9695329" cy="3693319"/>
          </a:xfrm>
          <a:prstGeom prst="rect">
            <a:avLst/>
          </a:prstGeom>
          <a:noFill/>
        </p:spPr>
        <p:txBody>
          <a:bodyPr wrap="square">
            <a:spAutoFit/>
          </a:bodyPr>
          <a:lstStyle/>
          <a:p>
            <a:pPr algn="just"/>
            <a:r>
              <a:rPr lang="en-US" b="1" u="sng" dirty="0">
                <a:latin typeface="Times New Roman" panose="02020603050405020304" pitchFamily="18" charset="0"/>
                <a:cs typeface="Times New Roman" panose="02020603050405020304" pitchFamily="18" charset="0"/>
              </a:rPr>
              <a:t>Key Considerations:</a:t>
            </a:r>
          </a:p>
          <a:p>
            <a:pPr algn="just"/>
            <a:r>
              <a:rPr lang="en-US" dirty="0">
                <a:latin typeface="Times New Roman" panose="02020603050405020304" pitchFamily="18" charset="0"/>
                <a:cs typeface="Times New Roman" panose="02020603050405020304" pitchFamily="18" charset="0"/>
              </a:rPr>
              <a:t>Local Adaptation: Adapting production technology, internal logistics, and even product designs to suit local market conditions is crucial for fully exploiting global production potential. </a:t>
            </a:r>
          </a:p>
          <a:p>
            <a:pPr algn="just"/>
            <a:r>
              <a:rPr lang="en-US" dirty="0">
                <a:latin typeface="Times New Roman" panose="02020603050405020304" pitchFamily="18" charset="0"/>
                <a:cs typeface="Times New Roman" panose="02020603050405020304" pitchFamily="18" charset="0"/>
              </a:rPr>
              <a:t>Strategic Objectives: Organizations need to design strategic objectives that account for the international business environment, which differs from domestic markets in terms of economic factors and international quality standards. </a:t>
            </a:r>
          </a:p>
          <a:p>
            <a:pPr algn="just"/>
            <a:r>
              <a:rPr lang="en-US" dirty="0">
                <a:latin typeface="Times New Roman" panose="02020603050405020304" pitchFamily="18" charset="0"/>
                <a:cs typeface="Times New Roman" panose="02020603050405020304" pitchFamily="18" charset="0"/>
              </a:rPr>
              <a:t>Location Decisions: Determining the optimal location for production facilities involves considering comparative advantages and other locational determinants, such as labor costs, market demand, and regulatory frameworks. </a:t>
            </a:r>
          </a:p>
          <a:p>
            <a:pPr algn="just"/>
            <a:r>
              <a:rPr lang="en-US" dirty="0">
                <a:latin typeface="Times New Roman" panose="02020603050405020304" pitchFamily="18" charset="0"/>
                <a:cs typeface="Times New Roman" panose="02020603050405020304" pitchFamily="18" charset="0"/>
              </a:rPr>
              <a:t>Technological Trends: New technologies significantly impact international production, influencing supply chain configuration and raising concerns for policymakers. </a:t>
            </a:r>
          </a:p>
          <a:p>
            <a:pPr algn="just"/>
            <a:r>
              <a:rPr lang="en-US" dirty="0">
                <a:latin typeface="Times New Roman" panose="02020603050405020304" pitchFamily="18" charset="0"/>
                <a:cs typeface="Times New Roman" panose="02020603050405020304" pitchFamily="18" charset="0"/>
              </a:rPr>
              <a:t>Cost and Efficiency: Companies aim to achieve higher efficiency and lower costs by strategically allocating production activities across different global locations.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217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D46B-FC17-C885-D009-1777C8CD295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D29AF31-7071-8554-0263-951C1F6E0477}"/>
              </a:ext>
            </a:extLst>
          </p:cNvPr>
          <p:cNvSpPr>
            <a:spLocks noGrp="1"/>
          </p:cNvSpPr>
          <p:nvPr>
            <p:ph type="title"/>
          </p:nvPr>
        </p:nvSpPr>
        <p:spPr>
          <a:xfrm>
            <a:off x="1278308" y="150491"/>
            <a:ext cx="6654730" cy="820991"/>
          </a:xfrm>
        </p:spPr>
        <p:txBody>
          <a:bodyPr/>
          <a:lstStyle/>
          <a:p>
            <a:r>
              <a:rPr lang="en-IN" sz="2800" b="1" dirty="0">
                <a:solidFill>
                  <a:schemeClr val="bg1"/>
                </a:solidFill>
              </a:rPr>
              <a:t>Coordinating Global Manufacturing System</a:t>
            </a:r>
          </a:p>
        </p:txBody>
      </p:sp>
      <p:sp>
        <p:nvSpPr>
          <p:cNvPr id="3" name="Date Placeholder 2">
            <a:extLst>
              <a:ext uri="{FF2B5EF4-FFF2-40B4-BE49-F238E27FC236}">
                <a16:creationId xmlns:a16="http://schemas.microsoft.com/office/drawing/2014/main" id="{CE78967B-A318-B9B1-7C12-14A3005BA42D}"/>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B9A65B27-9D5F-46DA-2E16-577188A052D9}"/>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D2A5AF6C-D73E-5D3B-A144-ED2FE8590A11}"/>
              </a:ext>
            </a:extLst>
          </p:cNvPr>
          <p:cNvSpPr>
            <a:spLocks noGrp="1"/>
          </p:cNvSpPr>
          <p:nvPr>
            <p:ph type="sldNum" sz="quarter" idx="12"/>
          </p:nvPr>
        </p:nvSpPr>
        <p:spPr/>
        <p:txBody>
          <a:bodyPr/>
          <a:lstStyle/>
          <a:p>
            <a:pPr defTabSz="756209"/>
            <a:fld id="{B6F15528-21DE-4FAA-801E-634DDDAF4B2B}" type="slidenum">
              <a:rPr lang="en-US" smtClean="0"/>
              <a:pPr defTabSz="756209"/>
              <a:t>17</a:t>
            </a:fld>
            <a:endParaRPr lang="en-US"/>
          </a:p>
        </p:txBody>
      </p:sp>
      <p:sp>
        <p:nvSpPr>
          <p:cNvPr id="7" name="TextBox 6">
            <a:extLst>
              <a:ext uri="{FF2B5EF4-FFF2-40B4-BE49-F238E27FC236}">
                <a16:creationId xmlns:a16="http://schemas.microsoft.com/office/drawing/2014/main" id="{5651857A-3FDB-D9A7-4684-34F62B7D96DA}"/>
              </a:ext>
            </a:extLst>
          </p:cNvPr>
          <p:cNvSpPr txBox="1"/>
          <p:nvPr/>
        </p:nvSpPr>
        <p:spPr>
          <a:xfrm>
            <a:off x="180191" y="1498927"/>
            <a:ext cx="9652298" cy="1015663"/>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Coordinating a global manufacturing system involves integrating geographically dispersed production facilities, suppliers, and distribution networks worldwide to optimize efficiency, cost, and access to markets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86D58D4-545F-DBE6-7F30-783992867E2E}"/>
              </a:ext>
            </a:extLst>
          </p:cNvPr>
          <p:cNvSpPr txBox="1"/>
          <p:nvPr/>
        </p:nvSpPr>
        <p:spPr>
          <a:xfrm>
            <a:off x="248136" y="2483099"/>
            <a:ext cx="9501669" cy="2246769"/>
          </a:xfrm>
          <a:prstGeom prst="rect">
            <a:avLst/>
          </a:prstGeom>
          <a:noFill/>
        </p:spPr>
        <p:txBody>
          <a:bodyPr wrap="square">
            <a:spAutoFit/>
          </a:bodyPr>
          <a:lstStyle/>
          <a:p>
            <a:pPr algn="just"/>
            <a:r>
              <a:rPr lang="en-US" sz="2000" b="1" u="sng" dirty="0">
                <a:latin typeface="Times New Roman" panose="02020603050405020304" pitchFamily="18" charset="0"/>
                <a:cs typeface="Times New Roman" panose="02020603050405020304" pitchFamily="18" charset="0"/>
              </a:rPr>
              <a:t>Benefits of Global Manufacturing Coordination</a:t>
            </a:r>
          </a:p>
          <a:p>
            <a:pPr algn="just"/>
            <a:r>
              <a:rPr lang="en-US" sz="2000" dirty="0">
                <a:latin typeface="Times New Roman" panose="02020603050405020304" pitchFamily="18" charset="0"/>
                <a:cs typeface="Times New Roman" panose="02020603050405020304" pitchFamily="18" charset="0"/>
              </a:rPr>
              <a:t>Cost Reduction: Accessing lower labor costs, raw materials, and optimizing overall production costs. </a:t>
            </a:r>
          </a:p>
          <a:p>
            <a:pPr algn="just"/>
            <a:r>
              <a:rPr lang="en-US" sz="2000" dirty="0">
                <a:latin typeface="Times New Roman" panose="02020603050405020304" pitchFamily="18" charset="0"/>
                <a:cs typeface="Times New Roman" panose="02020603050405020304" pitchFamily="18" charset="0"/>
              </a:rPr>
              <a:t>Market Access: Entering new global markets to serve a wider customer base. </a:t>
            </a:r>
          </a:p>
          <a:p>
            <a:pPr algn="just"/>
            <a:r>
              <a:rPr lang="en-US" sz="2000" dirty="0">
                <a:latin typeface="Times New Roman" panose="02020603050405020304" pitchFamily="18" charset="0"/>
                <a:cs typeface="Times New Roman" panose="02020603050405020304" pitchFamily="18" charset="0"/>
              </a:rPr>
              <a:t>Resource Access: Sourcing raw materials and accessing specialized capabilities globally. </a:t>
            </a:r>
          </a:p>
          <a:p>
            <a:pPr algn="just"/>
            <a:r>
              <a:rPr lang="en-US" sz="2000" dirty="0">
                <a:latin typeface="Times New Roman" panose="02020603050405020304" pitchFamily="18" charset="0"/>
                <a:cs typeface="Times New Roman" panose="02020603050405020304" pitchFamily="18" charset="0"/>
              </a:rPr>
              <a:t>Risk Diversification: Spreading manufacturing operations across different regions to mitigate geopolitical or logistical risks. </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8E5C25C-8D91-48AB-7452-04F3FE678176}"/>
              </a:ext>
            </a:extLst>
          </p:cNvPr>
          <p:cNvSpPr txBox="1"/>
          <p:nvPr/>
        </p:nvSpPr>
        <p:spPr>
          <a:xfrm>
            <a:off x="180191" y="4698377"/>
            <a:ext cx="9802905" cy="203132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Challenges in Coordination</a:t>
            </a:r>
          </a:p>
          <a:p>
            <a:pPr algn="just"/>
            <a:r>
              <a:rPr lang="en-US" dirty="0">
                <a:latin typeface="Times New Roman" panose="02020603050405020304" pitchFamily="18" charset="0"/>
                <a:cs typeface="Times New Roman" panose="02020603050405020304" pitchFamily="18" charset="0"/>
              </a:rPr>
              <a:t>Complexity: Managing diverse, dispersed facilities and integrating different systems and processes. </a:t>
            </a:r>
          </a:p>
          <a:p>
            <a:pPr algn="just"/>
            <a:r>
              <a:rPr lang="en-US" dirty="0">
                <a:latin typeface="Times New Roman" panose="02020603050405020304" pitchFamily="18" charset="0"/>
                <a:cs typeface="Times New Roman" panose="02020603050405020304" pitchFamily="18" charset="0"/>
              </a:rPr>
              <a:t>Cultural &amp; Regulatory Differences: Adapting to varied business practices, legal frameworks, and cultural norms across countries. </a:t>
            </a:r>
          </a:p>
          <a:p>
            <a:pPr algn="just"/>
            <a:r>
              <a:rPr lang="en-US" dirty="0">
                <a:latin typeface="Times New Roman" panose="02020603050405020304" pitchFamily="18" charset="0"/>
                <a:cs typeface="Times New Roman" panose="02020603050405020304" pitchFamily="18" charset="0"/>
              </a:rPr>
              <a:t>Quality Management: Maintaining consistent product quality across a global network. </a:t>
            </a:r>
          </a:p>
          <a:p>
            <a:pPr algn="just"/>
            <a:r>
              <a:rPr lang="en-US" dirty="0">
                <a:latin typeface="Times New Roman" panose="02020603050405020304" pitchFamily="18" charset="0"/>
                <a:cs typeface="Times New Roman" panose="02020603050405020304" pitchFamily="18" charset="0"/>
              </a:rPr>
              <a:t>Logistics &amp; Supply Chain Disruptions: Navigating challenges like trade barriers, transportation issues, and global events (e.g., the COVID-19 pandemic).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24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4252-E7A8-315A-AB1A-3D351DF1F9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5092DD-0140-5371-F090-EDD3D0CEA256}"/>
              </a:ext>
            </a:extLst>
          </p:cNvPr>
          <p:cNvSpPr>
            <a:spLocks noGrp="1"/>
          </p:cNvSpPr>
          <p:nvPr>
            <p:ph type="title"/>
          </p:nvPr>
        </p:nvSpPr>
        <p:spPr>
          <a:xfrm>
            <a:off x="1278308" y="150491"/>
            <a:ext cx="6654730" cy="820991"/>
          </a:xfrm>
        </p:spPr>
        <p:txBody>
          <a:bodyPr/>
          <a:lstStyle/>
          <a:p>
            <a:endParaRPr lang="en-IN" sz="2800" b="1" dirty="0">
              <a:solidFill>
                <a:schemeClr val="bg1"/>
              </a:solidFill>
            </a:endParaRPr>
          </a:p>
        </p:txBody>
      </p:sp>
      <p:sp>
        <p:nvSpPr>
          <p:cNvPr id="3" name="Date Placeholder 2">
            <a:extLst>
              <a:ext uri="{FF2B5EF4-FFF2-40B4-BE49-F238E27FC236}">
                <a16:creationId xmlns:a16="http://schemas.microsoft.com/office/drawing/2014/main" id="{A56C0AC6-371C-BF62-E6CB-B9C192AF7B68}"/>
              </a:ext>
            </a:extLst>
          </p:cNvPr>
          <p:cNvSpPr>
            <a:spLocks noGrp="1"/>
          </p:cNvSpPr>
          <p:nvPr>
            <p:ph type="dt" sz="half" idx="10"/>
          </p:nvPr>
        </p:nvSpPr>
        <p:spPr/>
        <p:txBody>
          <a:bodyPr/>
          <a:lstStyle/>
          <a:p>
            <a:pPr defTabSz="756209"/>
            <a:fld id="{59C3BFA6-9BB1-4BCB-AB07-9D84C6CDAA70}" type="datetime3">
              <a:rPr lang="en-US" smtClean="0"/>
              <a:t>23 September 2025</a:t>
            </a:fld>
            <a:endParaRPr lang="en-US"/>
          </a:p>
        </p:txBody>
      </p:sp>
      <p:sp>
        <p:nvSpPr>
          <p:cNvPr id="5" name="Footer Placeholder 4">
            <a:extLst>
              <a:ext uri="{FF2B5EF4-FFF2-40B4-BE49-F238E27FC236}">
                <a16:creationId xmlns:a16="http://schemas.microsoft.com/office/drawing/2014/main" id="{39563C0B-2A2A-D45A-F5EE-64DF80FAF44F}"/>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78FA57D7-6923-395E-CE93-929C3B8BE330}"/>
              </a:ext>
            </a:extLst>
          </p:cNvPr>
          <p:cNvSpPr>
            <a:spLocks noGrp="1"/>
          </p:cNvSpPr>
          <p:nvPr>
            <p:ph type="sldNum" sz="quarter" idx="12"/>
          </p:nvPr>
        </p:nvSpPr>
        <p:spPr/>
        <p:txBody>
          <a:bodyPr/>
          <a:lstStyle/>
          <a:p>
            <a:pPr defTabSz="756209"/>
            <a:fld id="{B6F15528-21DE-4FAA-801E-634DDDAF4B2B}" type="slidenum">
              <a:rPr lang="en-US" smtClean="0"/>
              <a:pPr defTabSz="756209"/>
              <a:t>18</a:t>
            </a:fld>
            <a:endParaRPr lang="en-US"/>
          </a:p>
        </p:txBody>
      </p:sp>
      <p:sp>
        <p:nvSpPr>
          <p:cNvPr id="2" name="TextBox 1">
            <a:extLst>
              <a:ext uri="{FF2B5EF4-FFF2-40B4-BE49-F238E27FC236}">
                <a16:creationId xmlns:a16="http://schemas.microsoft.com/office/drawing/2014/main" id="{F0C31A3F-A23A-8E41-BA58-6CFDEF5CC465}"/>
              </a:ext>
            </a:extLst>
          </p:cNvPr>
          <p:cNvSpPr txBox="1"/>
          <p:nvPr/>
        </p:nvSpPr>
        <p:spPr>
          <a:xfrm>
            <a:off x="1278308" y="1968649"/>
            <a:ext cx="6951292" cy="369332"/>
          </a:xfrm>
          <a:prstGeom prst="rect">
            <a:avLst/>
          </a:prstGeom>
          <a:noFill/>
        </p:spPr>
        <p:txBody>
          <a:bodyPr wrap="square" rtlCol="0">
            <a:spAutoFit/>
          </a:bodyPr>
          <a:lstStyle/>
          <a:p>
            <a:pPr algn="ctr"/>
            <a:r>
              <a:rPr lang="en-US" dirty="0"/>
              <a:t>Thank You</a:t>
            </a:r>
            <a:endParaRPr lang="en-IN" dirty="0"/>
          </a:p>
        </p:txBody>
      </p:sp>
    </p:spTree>
    <p:extLst>
      <p:ext uri="{BB962C8B-B14F-4D97-AF65-F5344CB8AC3E}">
        <p14:creationId xmlns:p14="http://schemas.microsoft.com/office/powerpoint/2010/main" val="2476350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3062</TotalTime>
  <Words>1756</Words>
  <Application>Microsoft Office PowerPoint</Application>
  <PresentationFormat>Custom</PresentationFormat>
  <Paragraphs>187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 Antiqua</vt:lpstr>
      <vt:lpstr>Calibri</vt:lpstr>
      <vt:lpstr>Cambria</vt:lpstr>
      <vt:lpstr>Times new roman</vt:lpstr>
      <vt:lpstr>Times new roman</vt:lpstr>
      <vt:lpstr>1_Office Theme</vt:lpstr>
      <vt:lpstr>International Business 22MBA401</vt:lpstr>
      <vt:lpstr>Module-6 (7Hours)   Basics of International Marketing- Environment and cultural dynamics of global markets, functions of International Marketing, determining International Marketing strategies, Major actors in International Marketing, Competitive Global Marketing Strategies. Global HRM- Characteristics, Nature and factors of IHRM, Functions of IHRM, Global Finance-Features of Global Capital Market, Growth of Global Capital Market, Global equity market. International Production Management-Coordinating Global Manufacturing System.</vt:lpstr>
      <vt:lpstr>International/ Global Marketing</vt:lpstr>
      <vt:lpstr>Functions of International Marketing</vt:lpstr>
      <vt:lpstr>Determining International Marketing strategies</vt:lpstr>
      <vt:lpstr>Major actors in International Marketing</vt:lpstr>
      <vt:lpstr>Competitive Global Marketing Strategies</vt:lpstr>
      <vt:lpstr>Global HRM</vt:lpstr>
      <vt:lpstr>Global HRM</vt:lpstr>
      <vt:lpstr>Factors of IHRM</vt:lpstr>
      <vt:lpstr>Functions of IHRM</vt:lpstr>
      <vt:lpstr>Global/ International Finance</vt:lpstr>
      <vt:lpstr>Features of Global Capital Market</vt:lpstr>
      <vt:lpstr>Growth of Global Capital Market</vt:lpstr>
      <vt:lpstr>Global equity market</vt:lpstr>
      <vt:lpstr>International Production Management/Global Manufacturing/Production</vt:lpstr>
      <vt:lpstr>Coordinating Global Manufacturing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Benefits  18MBAHR303</dc:title>
  <dc:creator>Reena</dc:creator>
  <cp:lastModifiedBy>Dell</cp:lastModifiedBy>
  <cp:revision>472</cp:revision>
  <dcterms:modified xsi:type="dcterms:W3CDTF">2025-09-23T05:22:45Z</dcterms:modified>
</cp:coreProperties>
</file>