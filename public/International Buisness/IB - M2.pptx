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9" r:id="rId1"/>
  </p:sldMasterIdLst>
  <p:notesMasterIdLst>
    <p:notesMasterId r:id="rId23"/>
  </p:notesMasterIdLst>
  <p:sldIdLst>
    <p:sldId id="283" r:id="rId2"/>
    <p:sldId id="285" r:id="rId3"/>
    <p:sldId id="286" r:id="rId4"/>
    <p:sldId id="305" r:id="rId5"/>
    <p:sldId id="304" r:id="rId6"/>
    <p:sldId id="303" r:id="rId7"/>
    <p:sldId id="306" r:id="rId8"/>
    <p:sldId id="287" r:id="rId9"/>
    <p:sldId id="307" r:id="rId10"/>
    <p:sldId id="288" r:id="rId11"/>
    <p:sldId id="308" r:id="rId12"/>
    <p:sldId id="309" r:id="rId13"/>
    <p:sldId id="310" r:id="rId14"/>
    <p:sldId id="321" r:id="rId15"/>
    <p:sldId id="322" r:id="rId16"/>
    <p:sldId id="311" r:id="rId17"/>
    <p:sldId id="323" r:id="rId18"/>
    <p:sldId id="312" r:id="rId19"/>
    <p:sldId id="324" r:id="rId20"/>
    <p:sldId id="325" r:id="rId21"/>
    <p:sldId id="302" r:id="rId22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0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92" autoAdjust="0"/>
    <p:restoredTop sz="94660"/>
  </p:normalViewPr>
  <p:slideViewPr>
    <p:cSldViewPr snapToGrid="0">
      <p:cViewPr varScale="1">
        <p:scale>
          <a:sx n="71" d="100"/>
          <a:sy n="71" d="100"/>
        </p:scale>
        <p:origin x="1397" y="53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V Reena Williams" userId="bee68a21f81384c9" providerId="LiveId" clId="{5A7C177A-5150-4342-8510-C0E7CC4F9630}"/>
    <pc:docChg chg="undo custSel addSld delSld modSld">
      <pc:chgData name="Dr. V Reena Williams" userId="bee68a21f81384c9" providerId="LiveId" clId="{5A7C177A-5150-4342-8510-C0E7CC4F9630}" dt="2021-09-06T08:56:15.979" v="117" actId="1076"/>
      <pc:docMkLst>
        <pc:docMk/>
      </pc:docMkLst>
      <pc:sldChg chg="modSp mod">
        <pc:chgData name="Dr. V Reena Williams" userId="bee68a21f81384c9" providerId="LiveId" clId="{5A7C177A-5150-4342-8510-C0E7CC4F9630}" dt="2021-09-06T08:50:06.960" v="2" actId="120"/>
        <pc:sldMkLst>
          <pc:docMk/>
          <pc:sldMk cId="789510717" sldId="285"/>
        </pc:sldMkLst>
        <pc:spChg chg="mod">
          <ac:chgData name="Dr. V Reena Williams" userId="bee68a21f81384c9" providerId="LiveId" clId="{5A7C177A-5150-4342-8510-C0E7CC4F9630}" dt="2021-09-06T08:50:06.960" v="2" actId="120"/>
          <ac:spMkLst>
            <pc:docMk/>
            <pc:sldMk cId="789510717" sldId="285"/>
            <ac:spMk id="2" creationId="{00000000-0000-0000-0000-000000000000}"/>
          </ac:spMkLst>
        </pc:spChg>
      </pc:sldChg>
      <pc:sldChg chg="modSp mod">
        <pc:chgData name="Dr. V Reena Williams" userId="bee68a21f81384c9" providerId="LiveId" clId="{5A7C177A-5150-4342-8510-C0E7CC4F9630}" dt="2021-09-06T08:50:17.060" v="4" actId="120"/>
        <pc:sldMkLst>
          <pc:docMk/>
          <pc:sldMk cId="3519521770" sldId="326"/>
        </pc:sldMkLst>
        <pc:spChg chg="mod">
          <ac:chgData name="Dr. V Reena Williams" userId="bee68a21f81384c9" providerId="LiveId" clId="{5A7C177A-5150-4342-8510-C0E7CC4F9630}" dt="2021-09-06T08:50:17.060" v="4" actId="120"/>
          <ac:spMkLst>
            <pc:docMk/>
            <pc:sldMk cId="3519521770" sldId="326"/>
            <ac:spMk id="2" creationId="{00000000-0000-0000-0000-000000000000}"/>
          </ac:spMkLst>
        </pc:spChg>
      </pc:sldChg>
      <pc:sldChg chg="modSp mod">
        <pc:chgData name="Dr. V Reena Williams" userId="bee68a21f81384c9" providerId="LiveId" clId="{5A7C177A-5150-4342-8510-C0E7CC4F9630}" dt="2021-09-06T08:50:27.517" v="7" actId="20577"/>
        <pc:sldMkLst>
          <pc:docMk/>
          <pc:sldMk cId="1470130169" sldId="327"/>
        </pc:sldMkLst>
        <pc:spChg chg="mod">
          <ac:chgData name="Dr. V Reena Williams" userId="bee68a21f81384c9" providerId="LiveId" clId="{5A7C177A-5150-4342-8510-C0E7CC4F9630}" dt="2021-09-06T08:50:27.517" v="7" actId="20577"/>
          <ac:spMkLst>
            <pc:docMk/>
            <pc:sldMk cId="1470130169" sldId="327"/>
            <ac:spMk id="2" creationId="{00000000-0000-0000-0000-000000000000}"/>
          </ac:spMkLst>
        </pc:spChg>
      </pc:sldChg>
      <pc:sldChg chg="modSp mod">
        <pc:chgData name="Dr. V Reena Williams" userId="bee68a21f81384c9" providerId="LiveId" clId="{5A7C177A-5150-4342-8510-C0E7CC4F9630}" dt="2021-09-06T08:50:39.872" v="12" actId="20577"/>
        <pc:sldMkLst>
          <pc:docMk/>
          <pc:sldMk cId="2501665032" sldId="328"/>
        </pc:sldMkLst>
        <pc:spChg chg="mod">
          <ac:chgData name="Dr. V Reena Williams" userId="bee68a21f81384c9" providerId="LiveId" clId="{5A7C177A-5150-4342-8510-C0E7CC4F9630}" dt="2021-09-06T08:50:39.872" v="12" actId="20577"/>
          <ac:spMkLst>
            <pc:docMk/>
            <pc:sldMk cId="2501665032" sldId="328"/>
            <ac:spMk id="2" creationId="{00000000-0000-0000-0000-000000000000}"/>
          </ac:spMkLst>
        </pc:spChg>
      </pc:sldChg>
      <pc:sldChg chg="modSp mod">
        <pc:chgData name="Dr. V Reena Williams" userId="bee68a21f81384c9" providerId="LiveId" clId="{5A7C177A-5150-4342-8510-C0E7CC4F9630}" dt="2021-09-06T08:50:51.224" v="15" actId="20577"/>
        <pc:sldMkLst>
          <pc:docMk/>
          <pc:sldMk cId="490069653" sldId="329"/>
        </pc:sldMkLst>
        <pc:spChg chg="mod">
          <ac:chgData name="Dr. V Reena Williams" userId="bee68a21f81384c9" providerId="LiveId" clId="{5A7C177A-5150-4342-8510-C0E7CC4F9630}" dt="2021-09-06T08:50:51.224" v="15" actId="20577"/>
          <ac:spMkLst>
            <pc:docMk/>
            <pc:sldMk cId="490069653" sldId="329"/>
            <ac:spMk id="2" creationId="{00000000-0000-0000-0000-000000000000}"/>
          </ac:spMkLst>
        </pc:spChg>
      </pc:sldChg>
      <pc:sldChg chg="modSp mod">
        <pc:chgData name="Dr. V Reena Williams" userId="bee68a21f81384c9" providerId="LiveId" clId="{5A7C177A-5150-4342-8510-C0E7CC4F9630}" dt="2021-09-06T08:51:00.726" v="18" actId="20577"/>
        <pc:sldMkLst>
          <pc:docMk/>
          <pc:sldMk cId="1122302786" sldId="330"/>
        </pc:sldMkLst>
        <pc:spChg chg="mod">
          <ac:chgData name="Dr. V Reena Williams" userId="bee68a21f81384c9" providerId="LiveId" clId="{5A7C177A-5150-4342-8510-C0E7CC4F9630}" dt="2021-09-06T08:51:00.726" v="18" actId="20577"/>
          <ac:spMkLst>
            <pc:docMk/>
            <pc:sldMk cId="1122302786" sldId="330"/>
            <ac:spMk id="2" creationId="{00000000-0000-0000-0000-000000000000}"/>
          </ac:spMkLst>
        </pc:spChg>
      </pc:sldChg>
      <pc:sldChg chg="addSp modSp new mod chgLayout">
        <pc:chgData name="Dr. V Reena Williams" userId="bee68a21f81384c9" providerId="LiveId" clId="{5A7C177A-5150-4342-8510-C0E7CC4F9630}" dt="2021-09-06T08:56:15.979" v="117" actId="1076"/>
        <pc:sldMkLst>
          <pc:docMk/>
          <pc:sldMk cId="3729964599" sldId="331"/>
        </pc:sldMkLst>
        <pc:spChg chg="mod ord">
          <ac:chgData name="Dr. V Reena Williams" userId="bee68a21f81384c9" providerId="LiveId" clId="{5A7C177A-5150-4342-8510-C0E7CC4F9630}" dt="2021-09-06T08:56:15.979" v="117" actId="1076"/>
          <ac:spMkLst>
            <pc:docMk/>
            <pc:sldMk cId="3729964599" sldId="331"/>
            <ac:spMk id="2" creationId="{021B484D-DF85-4A81-AC62-2227D1C91310}"/>
          </ac:spMkLst>
        </pc:spChg>
        <pc:spChg chg="mod ord">
          <ac:chgData name="Dr. V Reena Williams" userId="bee68a21f81384c9" providerId="LiveId" clId="{5A7C177A-5150-4342-8510-C0E7CC4F9630}" dt="2021-09-06T08:52:05.623" v="35" actId="700"/>
          <ac:spMkLst>
            <pc:docMk/>
            <pc:sldMk cId="3729964599" sldId="331"/>
            <ac:spMk id="3" creationId="{93FE3E18-4DB2-4A88-A31B-084338076549}"/>
          </ac:spMkLst>
        </pc:spChg>
        <pc:spChg chg="mod ord">
          <ac:chgData name="Dr. V Reena Williams" userId="bee68a21f81384c9" providerId="LiveId" clId="{5A7C177A-5150-4342-8510-C0E7CC4F9630}" dt="2021-09-06T08:52:05.623" v="35" actId="700"/>
          <ac:spMkLst>
            <pc:docMk/>
            <pc:sldMk cId="3729964599" sldId="331"/>
            <ac:spMk id="4" creationId="{56330826-16A6-404A-AB4F-BA73D0D91BC6}"/>
          </ac:spMkLst>
        </pc:spChg>
        <pc:spChg chg="mod ord">
          <ac:chgData name="Dr. V Reena Williams" userId="bee68a21f81384c9" providerId="LiveId" clId="{5A7C177A-5150-4342-8510-C0E7CC4F9630}" dt="2021-09-06T08:52:05.623" v="35" actId="700"/>
          <ac:spMkLst>
            <pc:docMk/>
            <pc:sldMk cId="3729964599" sldId="331"/>
            <ac:spMk id="5" creationId="{38C0206A-9FB2-4677-8B17-F163FD15D65E}"/>
          </ac:spMkLst>
        </pc:spChg>
        <pc:spChg chg="add mod">
          <ac:chgData name="Dr. V Reena Williams" userId="bee68a21f81384c9" providerId="LiveId" clId="{5A7C177A-5150-4342-8510-C0E7CC4F9630}" dt="2021-09-06T08:55:55.716" v="101" actId="113"/>
          <ac:spMkLst>
            <pc:docMk/>
            <pc:sldMk cId="3729964599" sldId="331"/>
            <ac:spMk id="6" creationId="{C9DAD70E-71E0-45F2-8997-5F9577497395}"/>
          </ac:spMkLst>
        </pc:spChg>
      </pc:sldChg>
      <pc:sldChg chg="new del">
        <pc:chgData name="Dr. V Reena Williams" userId="bee68a21f81384c9" providerId="LiveId" clId="{5A7C177A-5150-4342-8510-C0E7CC4F9630}" dt="2021-09-06T08:55:13.118" v="86" actId="680"/>
        <pc:sldMkLst>
          <pc:docMk/>
          <pc:sldMk cId="313788060" sldId="33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D5A6B4-92C2-4DB1-BDA2-47A84C887976}" type="doc">
      <dgm:prSet loTypeId="urn:microsoft.com/office/officeart/2005/8/layout/pyramid2" loCatId="pyramid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7F2578AB-EDE6-46DD-BE70-65D901C622B1}">
      <dgm:prSet/>
      <dgm:spPr/>
      <dgm:t>
        <a:bodyPr/>
        <a:lstStyle/>
        <a:p>
          <a:r>
            <a:rPr lang="en-US"/>
            <a:t>Dependency of Industry on Import and Export</a:t>
          </a:r>
          <a:endParaRPr lang="en-IN"/>
        </a:p>
      </dgm:t>
    </dgm:pt>
    <dgm:pt modelId="{7531416C-AEB7-4B0D-8FC6-07EADDD6FE1C}" type="parTrans" cxnId="{E99C4D52-3819-4A49-867A-4DF0E31A097C}">
      <dgm:prSet/>
      <dgm:spPr/>
      <dgm:t>
        <a:bodyPr/>
        <a:lstStyle/>
        <a:p>
          <a:endParaRPr lang="en-IN"/>
        </a:p>
      </dgm:t>
    </dgm:pt>
    <dgm:pt modelId="{DD4965F1-ED11-422B-9EB9-EE058DE5A5CA}" type="sibTrans" cxnId="{E99C4D52-3819-4A49-867A-4DF0E31A097C}">
      <dgm:prSet/>
      <dgm:spPr/>
      <dgm:t>
        <a:bodyPr/>
        <a:lstStyle/>
        <a:p>
          <a:endParaRPr lang="en-IN"/>
        </a:p>
      </dgm:t>
    </dgm:pt>
    <dgm:pt modelId="{9D2D5CDA-F3CA-45BB-B723-D951E8870F6C}">
      <dgm:prSet/>
      <dgm:spPr/>
      <dgm:t>
        <a:bodyPr/>
        <a:lstStyle/>
        <a:p>
          <a:r>
            <a:rPr lang="en-US"/>
            <a:t>Spread Effects of the International Development</a:t>
          </a:r>
          <a:endParaRPr lang="en-IN"/>
        </a:p>
      </dgm:t>
    </dgm:pt>
    <dgm:pt modelId="{E38C7401-0D61-41BD-B345-CB5E7CF192C4}" type="parTrans" cxnId="{7754D917-7513-4460-AA89-0F0A6691B22F}">
      <dgm:prSet/>
      <dgm:spPr/>
      <dgm:t>
        <a:bodyPr/>
        <a:lstStyle/>
        <a:p>
          <a:endParaRPr lang="en-IN"/>
        </a:p>
      </dgm:t>
    </dgm:pt>
    <dgm:pt modelId="{B2908B9B-4FFD-42B6-9556-7190943A16CB}" type="sibTrans" cxnId="{7754D917-7513-4460-AA89-0F0A6691B22F}">
      <dgm:prSet/>
      <dgm:spPr/>
      <dgm:t>
        <a:bodyPr/>
        <a:lstStyle/>
        <a:p>
          <a:endParaRPr lang="en-IN"/>
        </a:p>
      </dgm:t>
    </dgm:pt>
    <dgm:pt modelId="{34AFC420-45B4-4386-A1AE-E0EABF4DFFD5}">
      <dgm:prSet/>
      <dgm:spPr/>
      <dgm:t>
        <a:bodyPr/>
        <a:lstStyle/>
        <a:p>
          <a:r>
            <a:rPr lang="en-US"/>
            <a:t>Increasing Complexities of Business Environment</a:t>
          </a:r>
          <a:endParaRPr lang="en-IN"/>
        </a:p>
      </dgm:t>
    </dgm:pt>
    <dgm:pt modelId="{CEF46D64-D7EA-4C47-A2D4-CD9416E84231}" type="parTrans" cxnId="{ADA0675D-5035-4C3B-9636-12211B90066E}">
      <dgm:prSet/>
      <dgm:spPr/>
      <dgm:t>
        <a:bodyPr/>
        <a:lstStyle/>
        <a:p>
          <a:endParaRPr lang="en-IN"/>
        </a:p>
      </dgm:t>
    </dgm:pt>
    <dgm:pt modelId="{D6C6612F-B5DE-4DB4-9744-FCB3424BD65C}" type="sibTrans" cxnId="{ADA0675D-5035-4C3B-9636-12211B90066E}">
      <dgm:prSet/>
      <dgm:spPr/>
      <dgm:t>
        <a:bodyPr/>
        <a:lstStyle/>
        <a:p>
          <a:endParaRPr lang="en-IN"/>
        </a:p>
      </dgm:t>
    </dgm:pt>
    <dgm:pt modelId="{E5375F4D-46FA-4CE8-B2EA-A6C3E163F852}">
      <dgm:prSet/>
      <dgm:spPr/>
      <dgm:t>
        <a:bodyPr/>
        <a:lstStyle/>
        <a:p>
          <a:r>
            <a:rPr lang="en-US"/>
            <a:t>To Anticipate and Withstand Changes of the Business World</a:t>
          </a:r>
          <a:endParaRPr lang="en-IN"/>
        </a:p>
      </dgm:t>
    </dgm:pt>
    <dgm:pt modelId="{ABDEF3F0-4FC8-4958-98ED-D541885FF9E6}" type="parTrans" cxnId="{9A3A02D1-AC20-4ABA-9615-A0E25B005F5E}">
      <dgm:prSet/>
      <dgm:spPr/>
      <dgm:t>
        <a:bodyPr/>
        <a:lstStyle/>
        <a:p>
          <a:endParaRPr lang="en-IN"/>
        </a:p>
      </dgm:t>
    </dgm:pt>
    <dgm:pt modelId="{46F86218-D23D-4BFA-850A-BAA0ABB3AFCD}" type="sibTrans" cxnId="{9A3A02D1-AC20-4ABA-9615-A0E25B005F5E}">
      <dgm:prSet/>
      <dgm:spPr/>
      <dgm:t>
        <a:bodyPr/>
        <a:lstStyle/>
        <a:p>
          <a:endParaRPr lang="en-IN"/>
        </a:p>
      </dgm:t>
    </dgm:pt>
    <dgm:pt modelId="{3E334A04-8AB7-4E62-AB0E-05F8FA4F9F7A}" type="pres">
      <dgm:prSet presAssocID="{27D5A6B4-92C2-4DB1-BDA2-47A84C887976}" presName="compositeShape" presStyleCnt="0">
        <dgm:presLayoutVars>
          <dgm:dir/>
          <dgm:resizeHandles/>
        </dgm:presLayoutVars>
      </dgm:prSet>
      <dgm:spPr/>
    </dgm:pt>
    <dgm:pt modelId="{B1E97E59-E8E6-4C86-851F-819CD7BD1207}" type="pres">
      <dgm:prSet presAssocID="{27D5A6B4-92C2-4DB1-BDA2-47A84C887976}" presName="pyramid" presStyleLbl="node1" presStyleIdx="0" presStyleCnt="1"/>
      <dgm:spPr/>
    </dgm:pt>
    <dgm:pt modelId="{8D74546E-B62B-409B-AD28-EB8E256C5296}" type="pres">
      <dgm:prSet presAssocID="{27D5A6B4-92C2-4DB1-BDA2-47A84C887976}" presName="theList" presStyleCnt="0"/>
      <dgm:spPr/>
    </dgm:pt>
    <dgm:pt modelId="{A4752169-2C20-444B-AF21-C500A73EC738}" type="pres">
      <dgm:prSet presAssocID="{7F2578AB-EDE6-46DD-BE70-65D901C622B1}" presName="aNode" presStyleLbl="fgAcc1" presStyleIdx="0" presStyleCnt="4">
        <dgm:presLayoutVars>
          <dgm:bulletEnabled val="1"/>
        </dgm:presLayoutVars>
      </dgm:prSet>
      <dgm:spPr/>
    </dgm:pt>
    <dgm:pt modelId="{BDB80BC9-9536-481D-A952-F60A76B9BD20}" type="pres">
      <dgm:prSet presAssocID="{7F2578AB-EDE6-46DD-BE70-65D901C622B1}" presName="aSpace" presStyleCnt="0"/>
      <dgm:spPr/>
    </dgm:pt>
    <dgm:pt modelId="{6BA40CF6-BCA5-45D9-9E1E-1C8268E0855B}" type="pres">
      <dgm:prSet presAssocID="{9D2D5CDA-F3CA-45BB-B723-D951E8870F6C}" presName="aNode" presStyleLbl="fgAcc1" presStyleIdx="1" presStyleCnt="4">
        <dgm:presLayoutVars>
          <dgm:bulletEnabled val="1"/>
        </dgm:presLayoutVars>
      </dgm:prSet>
      <dgm:spPr/>
    </dgm:pt>
    <dgm:pt modelId="{2521C838-1BD6-4EEE-81AA-E5C0D3C25B47}" type="pres">
      <dgm:prSet presAssocID="{9D2D5CDA-F3CA-45BB-B723-D951E8870F6C}" presName="aSpace" presStyleCnt="0"/>
      <dgm:spPr/>
    </dgm:pt>
    <dgm:pt modelId="{C22C708B-6F46-4A5F-BA64-83C7AA9E6A32}" type="pres">
      <dgm:prSet presAssocID="{34AFC420-45B4-4386-A1AE-E0EABF4DFFD5}" presName="aNode" presStyleLbl="fgAcc1" presStyleIdx="2" presStyleCnt="4">
        <dgm:presLayoutVars>
          <dgm:bulletEnabled val="1"/>
        </dgm:presLayoutVars>
      </dgm:prSet>
      <dgm:spPr/>
    </dgm:pt>
    <dgm:pt modelId="{1331F4D0-DF7E-4E96-A6E4-7D4E08A3A872}" type="pres">
      <dgm:prSet presAssocID="{34AFC420-45B4-4386-A1AE-E0EABF4DFFD5}" presName="aSpace" presStyleCnt="0"/>
      <dgm:spPr/>
    </dgm:pt>
    <dgm:pt modelId="{CDBF7C5C-D55C-4653-B2CB-F20C7B4E826F}" type="pres">
      <dgm:prSet presAssocID="{E5375F4D-46FA-4CE8-B2EA-A6C3E163F852}" presName="aNode" presStyleLbl="fgAcc1" presStyleIdx="3" presStyleCnt="4">
        <dgm:presLayoutVars>
          <dgm:bulletEnabled val="1"/>
        </dgm:presLayoutVars>
      </dgm:prSet>
      <dgm:spPr/>
    </dgm:pt>
    <dgm:pt modelId="{6BF7072A-B38A-47C8-9C4E-1BA5CF17796C}" type="pres">
      <dgm:prSet presAssocID="{E5375F4D-46FA-4CE8-B2EA-A6C3E163F852}" presName="aSpace" presStyleCnt="0"/>
      <dgm:spPr/>
    </dgm:pt>
  </dgm:ptLst>
  <dgm:cxnLst>
    <dgm:cxn modelId="{7754D917-7513-4460-AA89-0F0A6691B22F}" srcId="{27D5A6B4-92C2-4DB1-BDA2-47A84C887976}" destId="{9D2D5CDA-F3CA-45BB-B723-D951E8870F6C}" srcOrd="1" destOrd="0" parTransId="{E38C7401-0D61-41BD-B345-CB5E7CF192C4}" sibTransId="{B2908B9B-4FFD-42B6-9556-7190943A16CB}"/>
    <dgm:cxn modelId="{43907B3E-B534-44C5-B467-3FB95131A2E7}" type="presOf" srcId="{9D2D5CDA-F3CA-45BB-B723-D951E8870F6C}" destId="{6BA40CF6-BCA5-45D9-9E1E-1C8268E0855B}" srcOrd="0" destOrd="0" presId="urn:microsoft.com/office/officeart/2005/8/layout/pyramid2"/>
    <dgm:cxn modelId="{ADA0675D-5035-4C3B-9636-12211B90066E}" srcId="{27D5A6B4-92C2-4DB1-BDA2-47A84C887976}" destId="{34AFC420-45B4-4386-A1AE-E0EABF4DFFD5}" srcOrd="2" destOrd="0" parTransId="{CEF46D64-D7EA-4C47-A2D4-CD9416E84231}" sibTransId="{D6C6612F-B5DE-4DB4-9744-FCB3424BD65C}"/>
    <dgm:cxn modelId="{E99C4D52-3819-4A49-867A-4DF0E31A097C}" srcId="{27D5A6B4-92C2-4DB1-BDA2-47A84C887976}" destId="{7F2578AB-EDE6-46DD-BE70-65D901C622B1}" srcOrd="0" destOrd="0" parTransId="{7531416C-AEB7-4B0D-8FC6-07EADDD6FE1C}" sibTransId="{DD4965F1-ED11-422B-9EB9-EE058DE5A5CA}"/>
    <dgm:cxn modelId="{3A407B82-2EB1-43CF-9321-47AAC3597BB3}" type="presOf" srcId="{7F2578AB-EDE6-46DD-BE70-65D901C622B1}" destId="{A4752169-2C20-444B-AF21-C500A73EC738}" srcOrd="0" destOrd="0" presId="urn:microsoft.com/office/officeart/2005/8/layout/pyramid2"/>
    <dgm:cxn modelId="{E9956589-0209-45A3-BEB2-360B38BE23D2}" type="presOf" srcId="{E5375F4D-46FA-4CE8-B2EA-A6C3E163F852}" destId="{CDBF7C5C-D55C-4653-B2CB-F20C7B4E826F}" srcOrd="0" destOrd="0" presId="urn:microsoft.com/office/officeart/2005/8/layout/pyramid2"/>
    <dgm:cxn modelId="{246D00A5-F7EC-4C6A-BABF-4025692318F3}" type="presOf" srcId="{34AFC420-45B4-4386-A1AE-E0EABF4DFFD5}" destId="{C22C708B-6F46-4A5F-BA64-83C7AA9E6A32}" srcOrd="0" destOrd="0" presId="urn:microsoft.com/office/officeart/2005/8/layout/pyramid2"/>
    <dgm:cxn modelId="{1ED467B8-473C-469B-B8A3-78424D18559C}" type="presOf" srcId="{27D5A6B4-92C2-4DB1-BDA2-47A84C887976}" destId="{3E334A04-8AB7-4E62-AB0E-05F8FA4F9F7A}" srcOrd="0" destOrd="0" presId="urn:microsoft.com/office/officeart/2005/8/layout/pyramid2"/>
    <dgm:cxn modelId="{9A3A02D1-AC20-4ABA-9615-A0E25B005F5E}" srcId="{27D5A6B4-92C2-4DB1-BDA2-47A84C887976}" destId="{E5375F4D-46FA-4CE8-B2EA-A6C3E163F852}" srcOrd="3" destOrd="0" parTransId="{ABDEF3F0-4FC8-4958-98ED-D541885FF9E6}" sibTransId="{46F86218-D23D-4BFA-850A-BAA0ABB3AFCD}"/>
    <dgm:cxn modelId="{376570E6-D229-42C8-8BFA-52A220DA23C1}" type="presParOf" srcId="{3E334A04-8AB7-4E62-AB0E-05F8FA4F9F7A}" destId="{B1E97E59-E8E6-4C86-851F-819CD7BD1207}" srcOrd="0" destOrd="0" presId="urn:microsoft.com/office/officeart/2005/8/layout/pyramid2"/>
    <dgm:cxn modelId="{C81E27ED-5B13-4D20-8DD1-2D18964FA99D}" type="presParOf" srcId="{3E334A04-8AB7-4E62-AB0E-05F8FA4F9F7A}" destId="{8D74546E-B62B-409B-AD28-EB8E256C5296}" srcOrd="1" destOrd="0" presId="urn:microsoft.com/office/officeart/2005/8/layout/pyramid2"/>
    <dgm:cxn modelId="{48ED7F63-CC48-494E-954C-312AF463C7E3}" type="presParOf" srcId="{8D74546E-B62B-409B-AD28-EB8E256C5296}" destId="{A4752169-2C20-444B-AF21-C500A73EC738}" srcOrd="0" destOrd="0" presId="urn:microsoft.com/office/officeart/2005/8/layout/pyramid2"/>
    <dgm:cxn modelId="{7F9FDF7E-D9FF-4C0F-85FE-D9AF0A85ADF6}" type="presParOf" srcId="{8D74546E-B62B-409B-AD28-EB8E256C5296}" destId="{BDB80BC9-9536-481D-A952-F60A76B9BD20}" srcOrd="1" destOrd="0" presId="urn:microsoft.com/office/officeart/2005/8/layout/pyramid2"/>
    <dgm:cxn modelId="{2B031A55-4CEE-4F49-8D67-51DB78F4BBCB}" type="presParOf" srcId="{8D74546E-B62B-409B-AD28-EB8E256C5296}" destId="{6BA40CF6-BCA5-45D9-9E1E-1C8268E0855B}" srcOrd="2" destOrd="0" presId="urn:microsoft.com/office/officeart/2005/8/layout/pyramid2"/>
    <dgm:cxn modelId="{46BAC9BA-2FD0-47EE-A282-C6A9B491AAEF}" type="presParOf" srcId="{8D74546E-B62B-409B-AD28-EB8E256C5296}" destId="{2521C838-1BD6-4EEE-81AA-E5C0D3C25B47}" srcOrd="3" destOrd="0" presId="urn:microsoft.com/office/officeart/2005/8/layout/pyramid2"/>
    <dgm:cxn modelId="{014345EA-F7D3-4E11-84A2-D25A6CE194F3}" type="presParOf" srcId="{8D74546E-B62B-409B-AD28-EB8E256C5296}" destId="{C22C708B-6F46-4A5F-BA64-83C7AA9E6A32}" srcOrd="4" destOrd="0" presId="urn:microsoft.com/office/officeart/2005/8/layout/pyramid2"/>
    <dgm:cxn modelId="{E31898EB-CA07-4D91-ADB6-B96EA52EF445}" type="presParOf" srcId="{8D74546E-B62B-409B-AD28-EB8E256C5296}" destId="{1331F4D0-DF7E-4E96-A6E4-7D4E08A3A872}" srcOrd="5" destOrd="0" presId="urn:microsoft.com/office/officeart/2005/8/layout/pyramid2"/>
    <dgm:cxn modelId="{DE583093-40A0-445D-A2FB-DB2414846532}" type="presParOf" srcId="{8D74546E-B62B-409B-AD28-EB8E256C5296}" destId="{CDBF7C5C-D55C-4653-B2CB-F20C7B4E826F}" srcOrd="6" destOrd="0" presId="urn:microsoft.com/office/officeart/2005/8/layout/pyramid2"/>
    <dgm:cxn modelId="{66961658-9767-4A23-B55F-9639CA014F31}" type="presParOf" srcId="{8D74546E-B62B-409B-AD28-EB8E256C5296}" destId="{6BF7072A-B38A-47C8-9C4E-1BA5CF17796C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F964F1-5AB3-462A-9371-425D44E008A5}" type="doc">
      <dgm:prSet loTypeId="urn:microsoft.com/office/officeart/2005/8/layout/target3" loCatId="relationship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11CE52B-ADFD-4D63-AE6B-1ADB7EA8C938}">
      <dgm:prSet/>
      <dgm:spPr/>
      <dgm:t>
        <a:bodyPr/>
        <a:lstStyle/>
        <a:p>
          <a:r>
            <a:rPr lang="en-US" b="1" u="sng" dirty="0"/>
            <a:t>Influence of Political Environment on International Business</a:t>
          </a:r>
          <a:endParaRPr lang="en-IN" dirty="0"/>
        </a:p>
      </dgm:t>
    </dgm:pt>
    <dgm:pt modelId="{68FF59C8-24A6-4112-ADCC-8316E03E779A}" type="parTrans" cxnId="{1DB624B8-1B0A-43F0-A078-8FA7B6880893}">
      <dgm:prSet/>
      <dgm:spPr/>
      <dgm:t>
        <a:bodyPr/>
        <a:lstStyle/>
        <a:p>
          <a:endParaRPr lang="en-IN"/>
        </a:p>
      </dgm:t>
    </dgm:pt>
    <dgm:pt modelId="{F3C48A04-49C0-403E-9CFB-731783C74F6E}" type="sibTrans" cxnId="{1DB624B8-1B0A-43F0-A078-8FA7B6880893}">
      <dgm:prSet/>
      <dgm:spPr/>
      <dgm:t>
        <a:bodyPr/>
        <a:lstStyle/>
        <a:p>
          <a:endParaRPr lang="en-IN"/>
        </a:p>
      </dgm:t>
    </dgm:pt>
    <dgm:pt modelId="{50A115E0-FEF2-44CA-ACF6-C58E365E4F42}">
      <dgm:prSet/>
      <dgm:spPr/>
      <dgm:t>
        <a:bodyPr/>
        <a:lstStyle/>
        <a:p>
          <a:r>
            <a:rPr lang="en-US"/>
            <a:t>Political Ideology of the Government</a:t>
          </a:r>
          <a:endParaRPr lang="en-IN"/>
        </a:p>
      </dgm:t>
    </dgm:pt>
    <dgm:pt modelId="{AC991D4A-9164-4A88-B5D5-82739CFDC682}" type="parTrans" cxnId="{00C2952D-F260-4018-9FF4-79DB0A28927D}">
      <dgm:prSet/>
      <dgm:spPr/>
      <dgm:t>
        <a:bodyPr/>
        <a:lstStyle/>
        <a:p>
          <a:endParaRPr lang="en-IN"/>
        </a:p>
      </dgm:t>
    </dgm:pt>
    <dgm:pt modelId="{FE5CD2FA-5DF8-4FEE-B2C8-D613C25D4709}" type="sibTrans" cxnId="{00C2952D-F260-4018-9FF4-79DB0A28927D}">
      <dgm:prSet/>
      <dgm:spPr/>
      <dgm:t>
        <a:bodyPr/>
        <a:lstStyle/>
        <a:p>
          <a:endParaRPr lang="en-IN"/>
        </a:p>
      </dgm:t>
    </dgm:pt>
    <dgm:pt modelId="{B1983E0D-13EE-415A-879C-97347C98EDB4}">
      <dgm:prSet/>
      <dgm:spPr/>
      <dgm:t>
        <a:bodyPr/>
        <a:lstStyle/>
        <a:p>
          <a:r>
            <a:rPr lang="en-US"/>
            <a:t>Political Stability in the Country</a:t>
          </a:r>
          <a:endParaRPr lang="en-IN"/>
        </a:p>
      </dgm:t>
    </dgm:pt>
    <dgm:pt modelId="{16AC6BE8-8094-470D-8CCD-DF141AC16530}" type="parTrans" cxnId="{16AD50CF-B0D9-4C32-841E-F11F2A236229}">
      <dgm:prSet/>
      <dgm:spPr/>
      <dgm:t>
        <a:bodyPr/>
        <a:lstStyle/>
        <a:p>
          <a:endParaRPr lang="en-IN"/>
        </a:p>
      </dgm:t>
    </dgm:pt>
    <dgm:pt modelId="{B0F34457-3D3B-4A3C-92B5-DFA94BB5CB43}" type="sibTrans" cxnId="{16AD50CF-B0D9-4C32-841E-F11F2A236229}">
      <dgm:prSet/>
      <dgm:spPr/>
      <dgm:t>
        <a:bodyPr/>
        <a:lstStyle/>
        <a:p>
          <a:endParaRPr lang="en-IN"/>
        </a:p>
      </dgm:t>
    </dgm:pt>
    <dgm:pt modelId="{8B54B98A-AC6E-4032-80D6-67AEC8203466}">
      <dgm:prSet/>
      <dgm:spPr/>
      <dgm:t>
        <a:bodyPr/>
        <a:lstStyle/>
        <a:p>
          <a:r>
            <a:rPr lang="en-US"/>
            <a:t>Government Relations with other Countries</a:t>
          </a:r>
          <a:endParaRPr lang="en-IN"/>
        </a:p>
      </dgm:t>
    </dgm:pt>
    <dgm:pt modelId="{A06B1C4A-0371-49C7-BCE6-F1693110545C}" type="parTrans" cxnId="{C2E85E22-1AEB-43AE-B7D5-FC1BE288DB17}">
      <dgm:prSet/>
      <dgm:spPr/>
      <dgm:t>
        <a:bodyPr/>
        <a:lstStyle/>
        <a:p>
          <a:endParaRPr lang="en-IN"/>
        </a:p>
      </dgm:t>
    </dgm:pt>
    <dgm:pt modelId="{217803EC-CF87-4042-92E4-4193ADB05D3C}" type="sibTrans" cxnId="{C2E85E22-1AEB-43AE-B7D5-FC1BE288DB17}">
      <dgm:prSet/>
      <dgm:spPr/>
      <dgm:t>
        <a:bodyPr/>
        <a:lstStyle/>
        <a:p>
          <a:endParaRPr lang="en-IN"/>
        </a:p>
      </dgm:t>
    </dgm:pt>
    <dgm:pt modelId="{FBE3D75D-E7C7-4D6E-A149-1589DF674027}">
      <dgm:prSet/>
      <dgm:spPr/>
      <dgm:t>
        <a:bodyPr/>
        <a:lstStyle/>
        <a:p>
          <a:r>
            <a:rPr lang="en-US"/>
            <a:t>Defense and Military Policy</a:t>
          </a:r>
          <a:endParaRPr lang="en-IN"/>
        </a:p>
      </dgm:t>
    </dgm:pt>
    <dgm:pt modelId="{63C9361D-26C8-494D-8497-D537DEC84785}" type="parTrans" cxnId="{2416191E-D302-4B32-B3F2-FD8F66F993CC}">
      <dgm:prSet/>
      <dgm:spPr/>
      <dgm:t>
        <a:bodyPr/>
        <a:lstStyle/>
        <a:p>
          <a:endParaRPr lang="en-IN"/>
        </a:p>
      </dgm:t>
    </dgm:pt>
    <dgm:pt modelId="{31610EBE-A3AA-4C52-A217-67D470F0046C}" type="sibTrans" cxnId="{2416191E-D302-4B32-B3F2-FD8F66F993CC}">
      <dgm:prSet/>
      <dgm:spPr/>
      <dgm:t>
        <a:bodyPr/>
        <a:lstStyle/>
        <a:p>
          <a:endParaRPr lang="en-IN"/>
        </a:p>
      </dgm:t>
    </dgm:pt>
    <dgm:pt modelId="{4554D7D8-9878-4982-873A-E2DC16B07342}">
      <dgm:prSet/>
      <dgm:spPr/>
      <dgm:t>
        <a:bodyPr/>
        <a:lstStyle/>
        <a:p>
          <a:r>
            <a:rPr lang="en-US"/>
            <a:t>Thinking of Opposition Parties towards Business</a:t>
          </a:r>
          <a:endParaRPr lang="en-IN"/>
        </a:p>
      </dgm:t>
    </dgm:pt>
    <dgm:pt modelId="{498E94E1-4AD1-459E-95D4-3172153DDB67}" type="parTrans" cxnId="{153E900D-0B5F-4CFD-B3EF-6CC9B15E9540}">
      <dgm:prSet/>
      <dgm:spPr/>
      <dgm:t>
        <a:bodyPr/>
        <a:lstStyle/>
        <a:p>
          <a:endParaRPr lang="en-IN"/>
        </a:p>
      </dgm:t>
    </dgm:pt>
    <dgm:pt modelId="{90C4E13C-6DDC-42FF-9850-53CA34B8441F}" type="sibTrans" cxnId="{153E900D-0B5F-4CFD-B3EF-6CC9B15E9540}">
      <dgm:prSet/>
      <dgm:spPr/>
      <dgm:t>
        <a:bodyPr/>
        <a:lstStyle/>
        <a:p>
          <a:endParaRPr lang="en-IN"/>
        </a:p>
      </dgm:t>
    </dgm:pt>
    <dgm:pt modelId="{67FF2FA5-B17C-4B3A-A827-DBAF1B863FC8}">
      <dgm:prSet/>
      <dgm:spPr/>
      <dgm:t>
        <a:bodyPr/>
        <a:lstStyle/>
        <a:p>
          <a:r>
            <a:rPr lang="en-US"/>
            <a:t>Policies towards International Marketing</a:t>
          </a:r>
          <a:endParaRPr lang="en-IN"/>
        </a:p>
      </dgm:t>
    </dgm:pt>
    <dgm:pt modelId="{C57C687E-E37A-48AD-8F26-0502F95BF26A}" type="parTrans" cxnId="{406B370E-9C40-4619-AD15-684DEE0638C7}">
      <dgm:prSet/>
      <dgm:spPr/>
      <dgm:t>
        <a:bodyPr/>
        <a:lstStyle/>
        <a:p>
          <a:endParaRPr lang="en-IN"/>
        </a:p>
      </dgm:t>
    </dgm:pt>
    <dgm:pt modelId="{7A29F8AE-62B9-49E8-B934-DFE80C4C5BC9}" type="sibTrans" cxnId="{406B370E-9C40-4619-AD15-684DEE0638C7}">
      <dgm:prSet/>
      <dgm:spPr/>
      <dgm:t>
        <a:bodyPr/>
        <a:lstStyle/>
        <a:p>
          <a:endParaRPr lang="en-IN"/>
        </a:p>
      </dgm:t>
    </dgm:pt>
    <dgm:pt modelId="{2CD7AB3F-7B67-4F7E-9C50-88FD5036DE54}">
      <dgm:prSet/>
      <dgm:spPr/>
      <dgm:t>
        <a:bodyPr/>
        <a:lstStyle/>
        <a:p>
          <a:r>
            <a:rPr lang="en-US"/>
            <a:t>Government Control and Restrictions</a:t>
          </a:r>
          <a:endParaRPr lang="en-IN"/>
        </a:p>
      </dgm:t>
    </dgm:pt>
    <dgm:pt modelId="{0E5A435E-237E-426E-BD9C-39E5B4CF0E4D}" type="parTrans" cxnId="{35819B14-14B5-45A9-8F9E-355914DBA7B9}">
      <dgm:prSet/>
      <dgm:spPr/>
      <dgm:t>
        <a:bodyPr/>
        <a:lstStyle/>
        <a:p>
          <a:endParaRPr lang="en-IN"/>
        </a:p>
      </dgm:t>
    </dgm:pt>
    <dgm:pt modelId="{761574DC-A048-4403-B2A0-5A9303245B3E}" type="sibTrans" cxnId="{35819B14-14B5-45A9-8F9E-355914DBA7B9}">
      <dgm:prSet/>
      <dgm:spPr/>
      <dgm:t>
        <a:bodyPr/>
        <a:lstStyle/>
        <a:p>
          <a:endParaRPr lang="en-IN"/>
        </a:p>
      </dgm:t>
    </dgm:pt>
    <dgm:pt modelId="{4991DDF7-1354-4915-8865-3F312F1FB043}" type="pres">
      <dgm:prSet presAssocID="{51F964F1-5AB3-462A-9371-425D44E008A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4A29E8C-920A-47B3-A4C7-A2FE0B2C9ADF}" type="pres">
      <dgm:prSet presAssocID="{E11CE52B-ADFD-4D63-AE6B-1ADB7EA8C938}" presName="circle1" presStyleLbl="node1" presStyleIdx="0" presStyleCnt="1"/>
      <dgm:spPr/>
    </dgm:pt>
    <dgm:pt modelId="{D5F9E23B-4357-4BCE-A924-666A41A56BBD}" type="pres">
      <dgm:prSet presAssocID="{E11CE52B-ADFD-4D63-AE6B-1ADB7EA8C938}" presName="space" presStyleCnt="0"/>
      <dgm:spPr/>
    </dgm:pt>
    <dgm:pt modelId="{BD09E6D3-CD0F-4D9A-9FC4-F3D99D798637}" type="pres">
      <dgm:prSet presAssocID="{E11CE52B-ADFD-4D63-AE6B-1ADB7EA8C938}" presName="rect1" presStyleLbl="alignAcc1" presStyleIdx="0" presStyleCnt="1" custScaleX="114513"/>
      <dgm:spPr/>
    </dgm:pt>
    <dgm:pt modelId="{D8530F46-B34C-43F7-827F-86B3355AD1F5}" type="pres">
      <dgm:prSet presAssocID="{E11CE52B-ADFD-4D63-AE6B-1ADB7EA8C938}" presName="rect1ParTx" presStyleLbl="alignAcc1" presStyleIdx="0" presStyleCnt="1">
        <dgm:presLayoutVars>
          <dgm:chMax val="1"/>
          <dgm:bulletEnabled val="1"/>
        </dgm:presLayoutVars>
      </dgm:prSet>
      <dgm:spPr/>
    </dgm:pt>
    <dgm:pt modelId="{C05E1083-0D39-48E7-804F-FFB9C2C7FD96}" type="pres">
      <dgm:prSet presAssocID="{E11CE52B-ADFD-4D63-AE6B-1ADB7EA8C938}" presName="rect1ChTx" presStyleLbl="alignAcc1" presStyleIdx="0" presStyleCnt="1">
        <dgm:presLayoutVars>
          <dgm:bulletEnabled val="1"/>
        </dgm:presLayoutVars>
      </dgm:prSet>
      <dgm:spPr/>
    </dgm:pt>
  </dgm:ptLst>
  <dgm:cxnLst>
    <dgm:cxn modelId="{43E03F01-37FE-4608-9CCD-CEBCBF4C62A9}" type="presOf" srcId="{4554D7D8-9878-4982-873A-E2DC16B07342}" destId="{C05E1083-0D39-48E7-804F-FFB9C2C7FD96}" srcOrd="0" destOrd="4" presId="urn:microsoft.com/office/officeart/2005/8/layout/target3"/>
    <dgm:cxn modelId="{36D24D08-62F0-42BD-8F46-C702F08E6A97}" type="presOf" srcId="{2CD7AB3F-7B67-4F7E-9C50-88FD5036DE54}" destId="{C05E1083-0D39-48E7-804F-FFB9C2C7FD96}" srcOrd="0" destOrd="6" presId="urn:microsoft.com/office/officeart/2005/8/layout/target3"/>
    <dgm:cxn modelId="{153E900D-0B5F-4CFD-B3EF-6CC9B15E9540}" srcId="{E11CE52B-ADFD-4D63-AE6B-1ADB7EA8C938}" destId="{4554D7D8-9878-4982-873A-E2DC16B07342}" srcOrd="4" destOrd="0" parTransId="{498E94E1-4AD1-459E-95D4-3172153DDB67}" sibTransId="{90C4E13C-6DDC-42FF-9850-53CA34B8441F}"/>
    <dgm:cxn modelId="{406B370E-9C40-4619-AD15-684DEE0638C7}" srcId="{E11CE52B-ADFD-4D63-AE6B-1ADB7EA8C938}" destId="{67FF2FA5-B17C-4B3A-A827-DBAF1B863FC8}" srcOrd="5" destOrd="0" parTransId="{C57C687E-E37A-48AD-8F26-0502F95BF26A}" sibTransId="{7A29F8AE-62B9-49E8-B934-DFE80C4C5BC9}"/>
    <dgm:cxn modelId="{373DEF12-C157-42CB-99F9-9EF536796337}" type="presOf" srcId="{51F964F1-5AB3-462A-9371-425D44E008A5}" destId="{4991DDF7-1354-4915-8865-3F312F1FB043}" srcOrd="0" destOrd="0" presId="urn:microsoft.com/office/officeart/2005/8/layout/target3"/>
    <dgm:cxn modelId="{35819B14-14B5-45A9-8F9E-355914DBA7B9}" srcId="{E11CE52B-ADFD-4D63-AE6B-1ADB7EA8C938}" destId="{2CD7AB3F-7B67-4F7E-9C50-88FD5036DE54}" srcOrd="6" destOrd="0" parTransId="{0E5A435E-237E-426E-BD9C-39E5B4CF0E4D}" sibTransId="{761574DC-A048-4403-B2A0-5A9303245B3E}"/>
    <dgm:cxn modelId="{2416191E-D302-4B32-B3F2-FD8F66F993CC}" srcId="{E11CE52B-ADFD-4D63-AE6B-1ADB7EA8C938}" destId="{FBE3D75D-E7C7-4D6E-A149-1589DF674027}" srcOrd="3" destOrd="0" parTransId="{63C9361D-26C8-494D-8497-D537DEC84785}" sibTransId="{31610EBE-A3AA-4C52-A217-67D470F0046C}"/>
    <dgm:cxn modelId="{C2E85E22-1AEB-43AE-B7D5-FC1BE288DB17}" srcId="{E11CE52B-ADFD-4D63-AE6B-1ADB7EA8C938}" destId="{8B54B98A-AC6E-4032-80D6-67AEC8203466}" srcOrd="2" destOrd="0" parTransId="{A06B1C4A-0371-49C7-BCE6-F1693110545C}" sibTransId="{217803EC-CF87-4042-92E4-4193ADB05D3C}"/>
    <dgm:cxn modelId="{00C2952D-F260-4018-9FF4-79DB0A28927D}" srcId="{E11CE52B-ADFD-4D63-AE6B-1ADB7EA8C938}" destId="{50A115E0-FEF2-44CA-ACF6-C58E365E4F42}" srcOrd="0" destOrd="0" parTransId="{AC991D4A-9164-4A88-B5D5-82739CFDC682}" sibTransId="{FE5CD2FA-5DF8-4FEE-B2C8-D613C25D4709}"/>
    <dgm:cxn modelId="{A792A75C-9D8D-47B7-A9EF-E25C99B1F7F5}" type="presOf" srcId="{FBE3D75D-E7C7-4D6E-A149-1589DF674027}" destId="{C05E1083-0D39-48E7-804F-FFB9C2C7FD96}" srcOrd="0" destOrd="3" presId="urn:microsoft.com/office/officeart/2005/8/layout/target3"/>
    <dgm:cxn modelId="{D2D7D963-56A3-4BF6-821C-DB57D717F003}" type="presOf" srcId="{E11CE52B-ADFD-4D63-AE6B-1ADB7EA8C938}" destId="{D8530F46-B34C-43F7-827F-86B3355AD1F5}" srcOrd="1" destOrd="0" presId="urn:microsoft.com/office/officeart/2005/8/layout/target3"/>
    <dgm:cxn modelId="{6DA3244A-AB0C-4E25-87C3-D3377CAB61EF}" type="presOf" srcId="{8B54B98A-AC6E-4032-80D6-67AEC8203466}" destId="{C05E1083-0D39-48E7-804F-FFB9C2C7FD96}" srcOrd="0" destOrd="2" presId="urn:microsoft.com/office/officeart/2005/8/layout/target3"/>
    <dgm:cxn modelId="{3659F57F-3AED-48C0-9A2E-93B7E18F0BEE}" type="presOf" srcId="{B1983E0D-13EE-415A-879C-97347C98EDB4}" destId="{C05E1083-0D39-48E7-804F-FFB9C2C7FD96}" srcOrd="0" destOrd="1" presId="urn:microsoft.com/office/officeart/2005/8/layout/target3"/>
    <dgm:cxn modelId="{BB5257A7-8570-42BF-B748-26106AE38DC1}" type="presOf" srcId="{50A115E0-FEF2-44CA-ACF6-C58E365E4F42}" destId="{C05E1083-0D39-48E7-804F-FFB9C2C7FD96}" srcOrd="0" destOrd="0" presId="urn:microsoft.com/office/officeart/2005/8/layout/target3"/>
    <dgm:cxn modelId="{AC1C2AB6-144A-422C-8E5F-EEB3A7A2731C}" type="presOf" srcId="{67FF2FA5-B17C-4B3A-A827-DBAF1B863FC8}" destId="{C05E1083-0D39-48E7-804F-FFB9C2C7FD96}" srcOrd="0" destOrd="5" presId="urn:microsoft.com/office/officeart/2005/8/layout/target3"/>
    <dgm:cxn modelId="{1DB624B8-1B0A-43F0-A078-8FA7B6880893}" srcId="{51F964F1-5AB3-462A-9371-425D44E008A5}" destId="{E11CE52B-ADFD-4D63-AE6B-1ADB7EA8C938}" srcOrd="0" destOrd="0" parTransId="{68FF59C8-24A6-4112-ADCC-8316E03E779A}" sibTransId="{F3C48A04-49C0-403E-9CFB-731783C74F6E}"/>
    <dgm:cxn modelId="{16AD50CF-B0D9-4C32-841E-F11F2A236229}" srcId="{E11CE52B-ADFD-4D63-AE6B-1ADB7EA8C938}" destId="{B1983E0D-13EE-415A-879C-97347C98EDB4}" srcOrd="1" destOrd="0" parTransId="{16AC6BE8-8094-470D-8CCD-DF141AC16530}" sibTransId="{B0F34457-3D3B-4A3C-92B5-DFA94BB5CB43}"/>
    <dgm:cxn modelId="{975824DD-3F7B-4186-B1B4-B869C7D81156}" type="presOf" srcId="{E11CE52B-ADFD-4D63-AE6B-1ADB7EA8C938}" destId="{BD09E6D3-CD0F-4D9A-9FC4-F3D99D798637}" srcOrd="0" destOrd="0" presId="urn:microsoft.com/office/officeart/2005/8/layout/target3"/>
    <dgm:cxn modelId="{BB8F2B71-C0FA-4D50-9568-FC4EF9180D59}" type="presParOf" srcId="{4991DDF7-1354-4915-8865-3F312F1FB043}" destId="{04A29E8C-920A-47B3-A4C7-A2FE0B2C9ADF}" srcOrd="0" destOrd="0" presId="urn:microsoft.com/office/officeart/2005/8/layout/target3"/>
    <dgm:cxn modelId="{34C31738-8662-434B-B5CF-7750A39FA3D6}" type="presParOf" srcId="{4991DDF7-1354-4915-8865-3F312F1FB043}" destId="{D5F9E23B-4357-4BCE-A924-666A41A56BBD}" srcOrd="1" destOrd="0" presId="urn:microsoft.com/office/officeart/2005/8/layout/target3"/>
    <dgm:cxn modelId="{309ED5F5-86DD-41F5-AA3F-D3DFDFE58307}" type="presParOf" srcId="{4991DDF7-1354-4915-8865-3F312F1FB043}" destId="{BD09E6D3-CD0F-4D9A-9FC4-F3D99D798637}" srcOrd="2" destOrd="0" presId="urn:microsoft.com/office/officeart/2005/8/layout/target3"/>
    <dgm:cxn modelId="{A0B3E548-15CA-4DB6-A58E-2BE3776070FA}" type="presParOf" srcId="{4991DDF7-1354-4915-8865-3F312F1FB043}" destId="{D8530F46-B34C-43F7-827F-86B3355AD1F5}" srcOrd="3" destOrd="0" presId="urn:microsoft.com/office/officeart/2005/8/layout/target3"/>
    <dgm:cxn modelId="{FEFFAA46-E486-41C2-916A-E2CD0178694B}" type="presParOf" srcId="{4991DDF7-1354-4915-8865-3F312F1FB043}" destId="{C05E1083-0D39-48E7-804F-FFB9C2C7FD96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AB8B1B-9D92-4AE0-9C92-CF8DDADFFC8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D305E9E-F348-4103-A352-1CE2754EC30A}">
      <dgm:prSet/>
      <dgm:spPr/>
      <dgm:t>
        <a:bodyPr/>
        <a:lstStyle/>
        <a:p>
          <a:r>
            <a:rPr lang="en-US"/>
            <a:t>Influence of Economic Environment on International Business</a:t>
          </a:r>
          <a:endParaRPr lang="en-IN"/>
        </a:p>
      </dgm:t>
    </dgm:pt>
    <dgm:pt modelId="{767D15A2-1BDB-43B0-BA5F-7D9BB4F31B3E}" type="parTrans" cxnId="{49CE94A4-AE2C-4941-BDB7-68D92A07B452}">
      <dgm:prSet/>
      <dgm:spPr/>
      <dgm:t>
        <a:bodyPr/>
        <a:lstStyle/>
        <a:p>
          <a:endParaRPr lang="en-IN"/>
        </a:p>
      </dgm:t>
    </dgm:pt>
    <dgm:pt modelId="{12080140-57C0-47C6-8892-A6A704A6D12D}" type="sibTrans" cxnId="{49CE94A4-AE2C-4941-BDB7-68D92A07B452}">
      <dgm:prSet/>
      <dgm:spPr/>
      <dgm:t>
        <a:bodyPr/>
        <a:lstStyle/>
        <a:p>
          <a:endParaRPr lang="en-IN"/>
        </a:p>
      </dgm:t>
    </dgm:pt>
    <dgm:pt modelId="{E74F4420-F691-4E8F-98DD-074F5A6EB1B8}">
      <dgm:prSet/>
      <dgm:spPr/>
      <dgm:t>
        <a:bodyPr/>
        <a:lstStyle/>
        <a:p>
          <a:r>
            <a:rPr lang="en-US"/>
            <a:t>Changing Income</a:t>
          </a:r>
          <a:endParaRPr lang="en-IN"/>
        </a:p>
      </dgm:t>
    </dgm:pt>
    <dgm:pt modelId="{8104EAAD-A458-4788-BE15-75BB5C5A97AD}" type="parTrans" cxnId="{F9EA8270-C004-4A31-8EC0-06F86AF7D4EC}">
      <dgm:prSet/>
      <dgm:spPr/>
      <dgm:t>
        <a:bodyPr/>
        <a:lstStyle/>
        <a:p>
          <a:endParaRPr lang="en-IN"/>
        </a:p>
      </dgm:t>
    </dgm:pt>
    <dgm:pt modelId="{CCEAAFFA-CB42-410B-B67D-0D8325F08621}" type="sibTrans" cxnId="{F9EA8270-C004-4A31-8EC0-06F86AF7D4EC}">
      <dgm:prSet/>
      <dgm:spPr/>
      <dgm:t>
        <a:bodyPr/>
        <a:lstStyle/>
        <a:p>
          <a:endParaRPr lang="en-IN"/>
        </a:p>
      </dgm:t>
    </dgm:pt>
    <dgm:pt modelId="{461B55BE-F9F6-4F21-BC52-7F78ED8CF70E}">
      <dgm:prSet/>
      <dgm:spPr/>
      <dgm:t>
        <a:bodyPr/>
        <a:lstStyle/>
        <a:p>
          <a:r>
            <a:rPr lang="en-US"/>
            <a:t>Changing Consumer Spending Patterns</a:t>
          </a:r>
          <a:endParaRPr lang="en-IN"/>
        </a:p>
      </dgm:t>
    </dgm:pt>
    <dgm:pt modelId="{12541CCA-DD8B-4C89-B0DB-F4A331BC27E1}" type="parTrans" cxnId="{E6B303B0-7621-4461-B594-B37CF32D16E0}">
      <dgm:prSet/>
      <dgm:spPr/>
      <dgm:t>
        <a:bodyPr/>
        <a:lstStyle/>
        <a:p>
          <a:endParaRPr lang="en-IN"/>
        </a:p>
      </dgm:t>
    </dgm:pt>
    <dgm:pt modelId="{02E996DE-1962-44B2-895C-1DA6C6EBB238}" type="sibTrans" cxnId="{E6B303B0-7621-4461-B594-B37CF32D16E0}">
      <dgm:prSet/>
      <dgm:spPr/>
      <dgm:t>
        <a:bodyPr/>
        <a:lstStyle/>
        <a:p>
          <a:endParaRPr lang="en-IN"/>
        </a:p>
      </dgm:t>
    </dgm:pt>
    <dgm:pt modelId="{AD3DC3ED-75D8-4F4D-80CD-18BAA47528FC}">
      <dgm:prSet/>
      <dgm:spPr/>
      <dgm:t>
        <a:bodyPr/>
        <a:lstStyle/>
        <a:p>
          <a:r>
            <a:rPr lang="en-US"/>
            <a:t>Changing Economic Conditions</a:t>
          </a:r>
          <a:endParaRPr lang="en-IN"/>
        </a:p>
      </dgm:t>
    </dgm:pt>
    <dgm:pt modelId="{81127F4B-3FAA-49C6-9BBA-210F620E7ED3}" type="parTrans" cxnId="{B2B86EA8-50F8-43ED-A514-4CC5540A8E55}">
      <dgm:prSet/>
      <dgm:spPr/>
      <dgm:t>
        <a:bodyPr/>
        <a:lstStyle/>
        <a:p>
          <a:endParaRPr lang="en-IN"/>
        </a:p>
      </dgm:t>
    </dgm:pt>
    <dgm:pt modelId="{EE8EFE9A-EA57-4180-89EA-EACFC1499FBE}" type="sibTrans" cxnId="{B2B86EA8-50F8-43ED-A514-4CC5540A8E55}">
      <dgm:prSet/>
      <dgm:spPr/>
      <dgm:t>
        <a:bodyPr/>
        <a:lstStyle/>
        <a:p>
          <a:endParaRPr lang="en-IN"/>
        </a:p>
      </dgm:t>
    </dgm:pt>
    <dgm:pt modelId="{276090B9-CF07-43EC-857D-B23C610CA434}" type="pres">
      <dgm:prSet presAssocID="{2DAB8B1B-9D92-4AE0-9C92-CF8DDADFFC86}" presName="Name0" presStyleCnt="0">
        <dgm:presLayoutVars>
          <dgm:dir/>
          <dgm:animLvl val="lvl"/>
          <dgm:resizeHandles val="exact"/>
        </dgm:presLayoutVars>
      </dgm:prSet>
      <dgm:spPr/>
    </dgm:pt>
    <dgm:pt modelId="{05B2E0E2-0DDF-41C8-9663-9442255D5A4B}" type="pres">
      <dgm:prSet presAssocID="{2D305E9E-F348-4103-A352-1CE2754EC30A}" presName="composite" presStyleCnt="0"/>
      <dgm:spPr/>
    </dgm:pt>
    <dgm:pt modelId="{6A1133A1-C2AF-436A-80FC-A94385502984}" type="pres">
      <dgm:prSet presAssocID="{2D305E9E-F348-4103-A352-1CE2754EC30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AD299618-72EF-4246-B213-39602FF35F62}" type="pres">
      <dgm:prSet presAssocID="{2D305E9E-F348-4103-A352-1CE2754EC30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8C9CA223-F76F-4FD4-A6FB-788C16FFD2CC}" type="presOf" srcId="{E74F4420-F691-4E8F-98DD-074F5A6EB1B8}" destId="{AD299618-72EF-4246-B213-39602FF35F62}" srcOrd="0" destOrd="0" presId="urn:microsoft.com/office/officeart/2005/8/layout/hList1"/>
    <dgm:cxn modelId="{0FBAF125-DE81-47C7-8D81-5DA115B83D35}" type="presOf" srcId="{AD3DC3ED-75D8-4F4D-80CD-18BAA47528FC}" destId="{AD299618-72EF-4246-B213-39602FF35F62}" srcOrd="0" destOrd="2" presId="urn:microsoft.com/office/officeart/2005/8/layout/hList1"/>
    <dgm:cxn modelId="{F9EA8270-C004-4A31-8EC0-06F86AF7D4EC}" srcId="{2D305E9E-F348-4103-A352-1CE2754EC30A}" destId="{E74F4420-F691-4E8F-98DD-074F5A6EB1B8}" srcOrd="0" destOrd="0" parTransId="{8104EAAD-A458-4788-BE15-75BB5C5A97AD}" sibTransId="{CCEAAFFA-CB42-410B-B67D-0D8325F08621}"/>
    <dgm:cxn modelId="{E8E18F53-BC7A-4E79-AF1C-06196933AE17}" type="presOf" srcId="{461B55BE-F9F6-4F21-BC52-7F78ED8CF70E}" destId="{AD299618-72EF-4246-B213-39602FF35F62}" srcOrd="0" destOrd="1" presId="urn:microsoft.com/office/officeart/2005/8/layout/hList1"/>
    <dgm:cxn modelId="{83959473-9A17-483C-B284-8C592CF76150}" type="presOf" srcId="{2D305E9E-F348-4103-A352-1CE2754EC30A}" destId="{6A1133A1-C2AF-436A-80FC-A94385502984}" srcOrd="0" destOrd="0" presId="urn:microsoft.com/office/officeart/2005/8/layout/hList1"/>
    <dgm:cxn modelId="{49CE94A4-AE2C-4941-BDB7-68D92A07B452}" srcId="{2DAB8B1B-9D92-4AE0-9C92-CF8DDADFFC86}" destId="{2D305E9E-F348-4103-A352-1CE2754EC30A}" srcOrd="0" destOrd="0" parTransId="{767D15A2-1BDB-43B0-BA5F-7D9BB4F31B3E}" sibTransId="{12080140-57C0-47C6-8892-A6A704A6D12D}"/>
    <dgm:cxn modelId="{B2B86EA8-50F8-43ED-A514-4CC5540A8E55}" srcId="{2D305E9E-F348-4103-A352-1CE2754EC30A}" destId="{AD3DC3ED-75D8-4F4D-80CD-18BAA47528FC}" srcOrd="2" destOrd="0" parTransId="{81127F4B-3FAA-49C6-9BBA-210F620E7ED3}" sibTransId="{EE8EFE9A-EA57-4180-89EA-EACFC1499FBE}"/>
    <dgm:cxn modelId="{569E74A9-D957-4184-9B8D-6B1518766D1F}" type="presOf" srcId="{2DAB8B1B-9D92-4AE0-9C92-CF8DDADFFC86}" destId="{276090B9-CF07-43EC-857D-B23C610CA434}" srcOrd="0" destOrd="0" presId="urn:microsoft.com/office/officeart/2005/8/layout/hList1"/>
    <dgm:cxn modelId="{E6B303B0-7621-4461-B594-B37CF32D16E0}" srcId="{2D305E9E-F348-4103-A352-1CE2754EC30A}" destId="{461B55BE-F9F6-4F21-BC52-7F78ED8CF70E}" srcOrd="1" destOrd="0" parTransId="{12541CCA-DD8B-4C89-B0DB-F4A331BC27E1}" sibTransId="{02E996DE-1962-44B2-895C-1DA6C6EBB238}"/>
    <dgm:cxn modelId="{D7F7F76B-3602-44E7-9303-F795F1EECDDD}" type="presParOf" srcId="{276090B9-CF07-43EC-857D-B23C610CA434}" destId="{05B2E0E2-0DDF-41C8-9663-9442255D5A4B}" srcOrd="0" destOrd="0" presId="urn:microsoft.com/office/officeart/2005/8/layout/hList1"/>
    <dgm:cxn modelId="{887AE8FC-F993-4B50-A264-33BD8456B314}" type="presParOf" srcId="{05B2E0E2-0DDF-41C8-9663-9442255D5A4B}" destId="{6A1133A1-C2AF-436A-80FC-A94385502984}" srcOrd="0" destOrd="0" presId="urn:microsoft.com/office/officeart/2005/8/layout/hList1"/>
    <dgm:cxn modelId="{A02930F5-D92E-42D3-B11B-257C717A66B0}" type="presParOf" srcId="{05B2E0E2-0DDF-41C8-9663-9442255D5A4B}" destId="{AD299618-72EF-4246-B213-39602FF35F6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B84321-C4E0-43CF-94F5-179532EEA12C}" type="doc">
      <dgm:prSet loTypeId="urn:microsoft.com/office/officeart/2005/8/layout/lProcess1" loCatId="process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BC52685-1183-452E-8D23-27BF51D7A000}">
      <dgm:prSet/>
      <dgm:spPr/>
      <dgm:t>
        <a:bodyPr/>
        <a:lstStyle/>
        <a:p>
          <a:r>
            <a:rPr lang="en-US" dirty="0"/>
            <a:t>Features of Technological Environment</a:t>
          </a:r>
          <a:endParaRPr lang="en-IN" dirty="0"/>
        </a:p>
      </dgm:t>
    </dgm:pt>
    <dgm:pt modelId="{3894ACE5-7DC3-4D4B-BF1E-AFEFB6E748DA}" type="parTrans" cxnId="{B3D30FF7-9B97-4BE1-9564-4D93CCDA4148}">
      <dgm:prSet/>
      <dgm:spPr/>
      <dgm:t>
        <a:bodyPr/>
        <a:lstStyle/>
        <a:p>
          <a:endParaRPr lang="en-IN"/>
        </a:p>
      </dgm:t>
    </dgm:pt>
    <dgm:pt modelId="{948F5501-4349-48D7-A5C9-52D111E18DBE}" type="sibTrans" cxnId="{B3D30FF7-9B97-4BE1-9564-4D93CCDA4148}">
      <dgm:prSet/>
      <dgm:spPr/>
      <dgm:t>
        <a:bodyPr/>
        <a:lstStyle/>
        <a:p>
          <a:endParaRPr lang="en-IN"/>
        </a:p>
      </dgm:t>
    </dgm:pt>
    <dgm:pt modelId="{2BD6CD5D-2C3C-4F5F-8C56-F8E0CAA4317A}">
      <dgm:prSet/>
      <dgm:spPr/>
      <dgm:t>
        <a:bodyPr/>
        <a:lstStyle/>
        <a:p>
          <a:r>
            <a:rPr lang="en-US"/>
            <a:t>Constituent of Macro Environment</a:t>
          </a:r>
          <a:endParaRPr lang="en-IN"/>
        </a:p>
      </dgm:t>
    </dgm:pt>
    <dgm:pt modelId="{7AB1068B-23E6-4E32-86F6-AE5029C51ACD}" type="parTrans" cxnId="{C2760A3E-5BC4-4D4B-BC6E-921D6C22D6BE}">
      <dgm:prSet/>
      <dgm:spPr/>
      <dgm:t>
        <a:bodyPr/>
        <a:lstStyle/>
        <a:p>
          <a:endParaRPr lang="en-IN"/>
        </a:p>
      </dgm:t>
    </dgm:pt>
    <dgm:pt modelId="{B21F85A1-5A9C-41AE-A74E-20C0CA5FA3D6}" type="sibTrans" cxnId="{C2760A3E-5BC4-4D4B-BC6E-921D6C22D6BE}">
      <dgm:prSet/>
      <dgm:spPr/>
      <dgm:t>
        <a:bodyPr/>
        <a:lstStyle/>
        <a:p>
          <a:endParaRPr lang="en-IN"/>
        </a:p>
      </dgm:t>
    </dgm:pt>
    <dgm:pt modelId="{C3735300-536F-4827-88C5-DDDC852456B4}">
      <dgm:prSet/>
      <dgm:spPr/>
      <dgm:t>
        <a:bodyPr/>
        <a:lstStyle/>
        <a:p>
          <a:r>
            <a:rPr lang="en-US"/>
            <a:t>Far Reaching Effects</a:t>
          </a:r>
          <a:endParaRPr lang="en-IN"/>
        </a:p>
      </dgm:t>
    </dgm:pt>
    <dgm:pt modelId="{2C8DAEBD-4B1E-4DA0-96DF-1362E7879B08}" type="parTrans" cxnId="{D63B23E2-CE8F-4A89-ACB5-2EAB2A6D9CF3}">
      <dgm:prSet/>
      <dgm:spPr/>
      <dgm:t>
        <a:bodyPr/>
        <a:lstStyle/>
        <a:p>
          <a:endParaRPr lang="en-IN"/>
        </a:p>
      </dgm:t>
    </dgm:pt>
    <dgm:pt modelId="{4A0C79C3-DE58-4149-867C-DF54710980C7}" type="sibTrans" cxnId="{D63B23E2-CE8F-4A89-ACB5-2EAB2A6D9CF3}">
      <dgm:prSet/>
      <dgm:spPr/>
      <dgm:t>
        <a:bodyPr/>
        <a:lstStyle/>
        <a:p>
          <a:endParaRPr lang="en-IN"/>
        </a:p>
      </dgm:t>
    </dgm:pt>
    <dgm:pt modelId="{5DD12C89-EDDD-4B06-9F23-5657ECC26ED3}">
      <dgm:prSet/>
      <dgm:spPr/>
      <dgm:t>
        <a:bodyPr/>
        <a:lstStyle/>
        <a:p>
          <a:r>
            <a:rPr lang="en-US"/>
            <a:t>Different from Science</a:t>
          </a:r>
          <a:endParaRPr lang="en-IN"/>
        </a:p>
      </dgm:t>
    </dgm:pt>
    <dgm:pt modelId="{9F33E34B-EDBE-430C-A409-15B7607BCE75}" type="parTrans" cxnId="{C564E8A0-A494-4E76-B16E-E782E9E592CA}">
      <dgm:prSet/>
      <dgm:spPr/>
      <dgm:t>
        <a:bodyPr/>
        <a:lstStyle/>
        <a:p>
          <a:endParaRPr lang="en-IN"/>
        </a:p>
      </dgm:t>
    </dgm:pt>
    <dgm:pt modelId="{292CF165-5546-4D70-9143-5187135EE364}" type="sibTrans" cxnId="{C564E8A0-A494-4E76-B16E-E782E9E592CA}">
      <dgm:prSet/>
      <dgm:spPr/>
      <dgm:t>
        <a:bodyPr/>
        <a:lstStyle/>
        <a:p>
          <a:endParaRPr lang="en-IN"/>
        </a:p>
      </dgm:t>
    </dgm:pt>
    <dgm:pt modelId="{6A00DDBC-4C56-47B8-8CAB-0DF543E71CD7}">
      <dgm:prSet/>
      <dgm:spPr/>
      <dgm:t>
        <a:bodyPr/>
        <a:lstStyle/>
        <a:p>
          <a:r>
            <a:rPr lang="en-US"/>
            <a:t>Change</a:t>
          </a:r>
          <a:endParaRPr lang="en-IN"/>
        </a:p>
      </dgm:t>
    </dgm:pt>
    <dgm:pt modelId="{11DAED19-6FF5-4645-A802-C6735718A12C}" type="parTrans" cxnId="{2C6531FE-AF5F-4E06-8547-5BDCFCA2145F}">
      <dgm:prSet/>
      <dgm:spPr/>
      <dgm:t>
        <a:bodyPr/>
        <a:lstStyle/>
        <a:p>
          <a:endParaRPr lang="en-IN"/>
        </a:p>
      </dgm:t>
    </dgm:pt>
    <dgm:pt modelId="{68F84367-FC92-441A-A2BA-D3754467E09A}" type="sibTrans" cxnId="{2C6531FE-AF5F-4E06-8547-5BDCFCA2145F}">
      <dgm:prSet/>
      <dgm:spPr/>
      <dgm:t>
        <a:bodyPr/>
        <a:lstStyle/>
        <a:p>
          <a:endParaRPr lang="en-IN"/>
        </a:p>
      </dgm:t>
    </dgm:pt>
    <dgm:pt modelId="{8529219F-56FB-47CB-AA2D-14387B5908B8}">
      <dgm:prSet/>
      <dgm:spPr/>
      <dgm:t>
        <a:bodyPr/>
        <a:lstStyle/>
        <a:p>
          <a:r>
            <a:rPr lang="en-US"/>
            <a:t>Prevalent</a:t>
          </a:r>
          <a:endParaRPr lang="en-IN"/>
        </a:p>
      </dgm:t>
    </dgm:pt>
    <dgm:pt modelId="{884B4319-265F-4B08-849A-1D6C857157E1}" type="parTrans" cxnId="{6CA51F8B-771E-4607-809C-8270C244127E}">
      <dgm:prSet/>
      <dgm:spPr/>
      <dgm:t>
        <a:bodyPr/>
        <a:lstStyle/>
        <a:p>
          <a:endParaRPr lang="en-IN"/>
        </a:p>
      </dgm:t>
    </dgm:pt>
    <dgm:pt modelId="{F970654B-D381-458B-9B23-02DA8ECF4AFD}" type="sibTrans" cxnId="{6CA51F8B-771E-4607-809C-8270C244127E}">
      <dgm:prSet/>
      <dgm:spPr/>
      <dgm:t>
        <a:bodyPr/>
        <a:lstStyle/>
        <a:p>
          <a:endParaRPr lang="en-IN"/>
        </a:p>
      </dgm:t>
    </dgm:pt>
    <dgm:pt modelId="{A8B15115-8738-4A3A-9578-0CC9A6CD0747}">
      <dgm:prSet/>
      <dgm:spPr/>
      <dgm:t>
        <a:bodyPr/>
        <a:lstStyle/>
        <a:p>
          <a:r>
            <a:rPr lang="en-US"/>
            <a:t>Self-Reinforcing</a:t>
          </a:r>
          <a:endParaRPr lang="en-IN"/>
        </a:p>
      </dgm:t>
    </dgm:pt>
    <dgm:pt modelId="{77AD9F29-E25A-48F8-9031-1E2B49A1F4BA}" type="parTrans" cxnId="{DBD40857-6771-43C3-9CBA-F1F2361465D2}">
      <dgm:prSet/>
      <dgm:spPr/>
      <dgm:t>
        <a:bodyPr/>
        <a:lstStyle/>
        <a:p>
          <a:endParaRPr lang="en-IN"/>
        </a:p>
      </dgm:t>
    </dgm:pt>
    <dgm:pt modelId="{B725CBAF-1DB5-4778-BDC2-CD26B710F005}" type="sibTrans" cxnId="{DBD40857-6771-43C3-9CBA-F1F2361465D2}">
      <dgm:prSet/>
      <dgm:spPr/>
      <dgm:t>
        <a:bodyPr/>
        <a:lstStyle/>
        <a:p>
          <a:endParaRPr lang="en-IN"/>
        </a:p>
      </dgm:t>
    </dgm:pt>
    <dgm:pt modelId="{77948937-7A93-499F-8C18-0D54C78B8DF7}" type="pres">
      <dgm:prSet presAssocID="{04B84321-C4E0-43CF-94F5-179532EEA12C}" presName="Name0" presStyleCnt="0">
        <dgm:presLayoutVars>
          <dgm:dir/>
          <dgm:animLvl val="lvl"/>
          <dgm:resizeHandles val="exact"/>
        </dgm:presLayoutVars>
      </dgm:prSet>
      <dgm:spPr/>
    </dgm:pt>
    <dgm:pt modelId="{4C20A132-72F4-4273-B5D2-1931CD2F7BB5}" type="pres">
      <dgm:prSet presAssocID="{BBC52685-1183-452E-8D23-27BF51D7A000}" presName="vertFlow" presStyleCnt="0"/>
      <dgm:spPr/>
    </dgm:pt>
    <dgm:pt modelId="{7BDF2D4F-B742-4AC3-88BF-82DF74781ED3}" type="pres">
      <dgm:prSet presAssocID="{BBC52685-1183-452E-8D23-27BF51D7A000}" presName="header" presStyleLbl="node1" presStyleIdx="0" presStyleCnt="1"/>
      <dgm:spPr/>
    </dgm:pt>
    <dgm:pt modelId="{9D70164C-8796-474C-8656-56C3238DA4AC}" type="pres">
      <dgm:prSet presAssocID="{7AB1068B-23E6-4E32-86F6-AE5029C51ACD}" presName="parTrans" presStyleLbl="sibTrans2D1" presStyleIdx="0" presStyleCnt="6"/>
      <dgm:spPr/>
    </dgm:pt>
    <dgm:pt modelId="{7E9FC082-A979-40B5-8759-1283781144CD}" type="pres">
      <dgm:prSet presAssocID="{2BD6CD5D-2C3C-4F5F-8C56-F8E0CAA4317A}" presName="child" presStyleLbl="alignAccFollowNode1" presStyleIdx="0" presStyleCnt="6">
        <dgm:presLayoutVars>
          <dgm:chMax val="0"/>
          <dgm:bulletEnabled val="1"/>
        </dgm:presLayoutVars>
      </dgm:prSet>
      <dgm:spPr/>
    </dgm:pt>
    <dgm:pt modelId="{1B50AC34-A5C9-4354-AE0A-E45D757682C6}" type="pres">
      <dgm:prSet presAssocID="{B21F85A1-5A9C-41AE-A74E-20C0CA5FA3D6}" presName="sibTrans" presStyleLbl="sibTrans2D1" presStyleIdx="1" presStyleCnt="6"/>
      <dgm:spPr/>
    </dgm:pt>
    <dgm:pt modelId="{0AA28C63-17AA-4FCC-B40E-3C789B1FC6FB}" type="pres">
      <dgm:prSet presAssocID="{C3735300-536F-4827-88C5-DDDC852456B4}" presName="child" presStyleLbl="alignAccFollowNode1" presStyleIdx="1" presStyleCnt="6">
        <dgm:presLayoutVars>
          <dgm:chMax val="0"/>
          <dgm:bulletEnabled val="1"/>
        </dgm:presLayoutVars>
      </dgm:prSet>
      <dgm:spPr/>
    </dgm:pt>
    <dgm:pt modelId="{DC11D2CA-1CF5-4C9E-8594-DC670E8870B9}" type="pres">
      <dgm:prSet presAssocID="{4A0C79C3-DE58-4149-867C-DF54710980C7}" presName="sibTrans" presStyleLbl="sibTrans2D1" presStyleIdx="2" presStyleCnt="6"/>
      <dgm:spPr/>
    </dgm:pt>
    <dgm:pt modelId="{D5883D1F-A62A-4803-A03A-02833FA3FEB7}" type="pres">
      <dgm:prSet presAssocID="{5DD12C89-EDDD-4B06-9F23-5657ECC26ED3}" presName="child" presStyleLbl="alignAccFollowNode1" presStyleIdx="2" presStyleCnt="6">
        <dgm:presLayoutVars>
          <dgm:chMax val="0"/>
          <dgm:bulletEnabled val="1"/>
        </dgm:presLayoutVars>
      </dgm:prSet>
      <dgm:spPr/>
    </dgm:pt>
    <dgm:pt modelId="{F3097629-BD54-45B5-9FAA-FE49C34650D4}" type="pres">
      <dgm:prSet presAssocID="{292CF165-5546-4D70-9143-5187135EE364}" presName="sibTrans" presStyleLbl="sibTrans2D1" presStyleIdx="3" presStyleCnt="6"/>
      <dgm:spPr/>
    </dgm:pt>
    <dgm:pt modelId="{181D0C5C-48D2-495C-A34D-18E6A3800F6C}" type="pres">
      <dgm:prSet presAssocID="{6A00DDBC-4C56-47B8-8CAB-0DF543E71CD7}" presName="child" presStyleLbl="alignAccFollowNode1" presStyleIdx="3" presStyleCnt="6">
        <dgm:presLayoutVars>
          <dgm:chMax val="0"/>
          <dgm:bulletEnabled val="1"/>
        </dgm:presLayoutVars>
      </dgm:prSet>
      <dgm:spPr/>
    </dgm:pt>
    <dgm:pt modelId="{41704689-3501-48AD-8713-97F6E0883A3C}" type="pres">
      <dgm:prSet presAssocID="{68F84367-FC92-441A-A2BA-D3754467E09A}" presName="sibTrans" presStyleLbl="sibTrans2D1" presStyleIdx="4" presStyleCnt="6"/>
      <dgm:spPr/>
    </dgm:pt>
    <dgm:pt modelId="{58502B7D-EBC5-4AB8-B298-AC9768ED56BC}" type="pres">
      <dgm:prSet presAssocID="{8529219F-56FB-47CB-AA2D-14387B5908B8}" presName="child" presStyleLbl="alignAccFollowNode1" presStyleIdx="4" presStyleCnt="6">
        <dgm:presLayoutVars>
          <dgm:chMax val="0"/>
          <dgm:bulletEnabled val="1"/>
        </dgm:presLayoutVars>
      </dgm:prSet>
      <dgm:spPr/>
    </dgm:pt>
    <dgm:pt modelId="{01CFF85B-DD16-415B-80AF-E4774186B39F}" type="pres">
      <dgm:prSet presAssocID="{F970654B-D381-458B-9B23-02DA8ECF4AFD}" presName="sibTrans" presStyleLbl="sibTrans2D1" presStyleIdx="5" presStyleCnt="6"/>
      <dgm:spPr/>
    </dgm:pt>
    <dgm:pt modelId="{5A178818-341C-4083-995B-E09DC5BC2F8F}" type="pres">
      <dgm:prSet presAssocID="{A8B15115-8738-4A3A-9578-0CC9A6CD0747}" presName="child" presStyleLbl="alignAccFollowNode1" presStyleIdx="5" presStyleCnt="6">
        <dgm:presLayoutVars>
          <dgm:chMax val="0"/>
          <dgm:bulletEnabled val="1"/>
        </dgm:presLayoutVars>
      </dgm:prSet>
      <dgm:spPr/>
    </dgm:pt>
  </dgm:ptLst>
  <dgm:cxnLst>
    <dgm:cxn modelId="{E0359B18-9546-4A82-98D7-DE47BED48FCC}" type="presOf" srcId="{4A0C79C3-DE58-4149-867C-DF54710980C7}" destId="{DC11D2CA-1CF5-4C9E-8594-DC670E8870B9}" srcOrd="0" destOrd="0" presId="urn:microsoft.com/office/officeart/2005/8/layout/lProcess1"/>
    <dgm:cxn modelId="{F9426C26-6C3F-493A-BF4F-F0BC7B873531}" type="presOf" srcId="{A8B15115-8738-4A3A-9578-0CC9A6CD0747}" destId="{5A178818-341C-4083-995B-E09DC5BC2F8F}" srcOrd="0" destOrd="0" presId="urn:microsoft.com/office/officeart/2005/8/layout/lProcess1"/>
    <dgm:cxn modelId="{FCC12239-C190-4881-9FF2-D74DF26BEE26}" type="presOf" srcId="{B21F85A1-5A9C-41AE-A74E-20C0CA5FA3D6}" destId="{1B50AC34-A5C9-4354-AE0A-E45D757682C6}" srcOrd="0" destOrd="0" presId="urn:microsoft.com/office/officeart/2005/8/layout/lProcess1"/>
    <dgm:cxn modelId="{C2760A3E-5BC4-4D4B-BC6E-921D6C22D6BE}" srcId="{BBC52685-1183-452E-8D23-27BF51D7A000}" destId="{2BD6CD5D-2C3C-4F5F-8C56-F8E0CAA4317A}" srcOrd="0" destOrd="0" parTransId="{7AB1068B-23E6-4E32-86F6-AE5029C51ACD}" sibTransId="{B21F85A1-5A9C-41AE-A74E-20C0CA5FA3D6}"/>
    <dgm:cxn modelId="{33F86E63-98A7-43C9-A813-36FC5858559F}" type="presOf" srcId="{8529219F-56FB-47CB-AA2D-14387B5908B8}" destId="{58502B7D-EBC5-4AB8-B298-AC9768ED56BC}" srcOrd="0" destOrd="0" presId="urn:microsoft.com/office/officeart/2005/8/layout/lProcess1"/>
    <dgm:cxn modelId="{22A98D44-F4D1-45C0-BB79-55E79FB02403}" type="presOf" srcId="{04B84321-C4E0-43CF-94F5-179532EEA12C}" destId="{77948937-7A93-499F-8C18-0D54C78B8DF7}" srcOrd="0" destOrd="0" presId="urn:microsoft.com/office/officeart/2005/8/layout/lProcess1"/>
    <dgm:cxn modelId="{DBD40857-6771-43C3-9CBA-F1F2361465D2}" srcId="{BBC52685-1183-452E-8D23-27BF51D7A000}" destId="{A8B15115-8738-4A3A-9578-0CC9A6CD0747}" srcOrd="5" destOrd="0" parTransId="{77AD9F29-E25A-48F8-9031-1E2B49A1F4BA}" sibTransId="{B725CBAF-1DB5-4778-BDC2-CD26B710F005}"/>
    <dgm:cxn modelId="{6CA51F8B-771E-4607-809C-8270C244127E}" srcId="{BBC52685-1183-452E-8D23-27BF51D7A000}" destId="{8529219F-56FB-47CB-AA2D-14387B5908B8}" srcOrd="4" destOrd="0" parTransId="{884B4319-265F-4B08-849A-1D6C857157E1}" sibTransId="{F970654B-D381-458B-9B23-02DA8ECF4AFD}"/>
    <dgm:cxn modelId="{C2A3849F-DBE4-4273-8208-A4C3DD45639D}" type="presOf" srcId="{292CF165-5546-4D70-9143-5187135EE364}" destId="{F3097629-BD54-45B5-9FAA-FE49C34650D4}" srcOrd="0" destOrd="0" presId="urn:microsoft.com/office/officeart/2005/8/layout/lProcess1"/>
    <dgm:cxn modelId="{C564E8A0-A494-4E76-B16E-E782E9E592CA}" srcId="{BBC52685-1183-452E-8D23-27BF51D7A000}" destId="{5DD12C89-EDDD-4B06-9F23-5657ECC26ED3}" srcOrd="2" destOrd="0" parTransId="{9F33E34B-EDBE-430C-A409-15B7607BCE75}" sibTransId="{292CF165-5546-4D70-9143-5187135EE364}"/>
    <dgm:cxn modelId="{3BB555A1-BF04-411C-BFA5-FBE47F78A08B}" type="presOf" srcId="{C3735300-536F-4827-88C5-DDDC852456B4}" destId="{0AA28C63-17AA-4FCC-B40E-3C789B1FC6FB}" srcOrd="0" destOrd="0" presId="urn:microsoft.com/office/officeart/2005/8/layout/lProcess1"/>
    <dgm:cxn modelId="{9EAB1BB4-368E-49C3-B722-30693B545BBD}" type="presOf" srcId="{7AB1068B-23E6-4E32-86F6-AE5029C51ACD}" destId="{9D70164C-8796-474C-8656-56C3238DA4AC}" srcOrd="0" destOrd="0" presId="urn:microsoft.com/office/officeart/2005/8/layout/lProcess1"/>
    <dgm:cxn modelId="{1D618BB4-2053-44D6-9721-168C4CBCEEB0}" type="presOf" srcId="{5DD12C89-EDDD-4B06-9F23-5657ECC26ED3}" destId="{D5883D1F-A62A-4803-A03A-02833FA3FEB7}" srcOrd="0" destOrd="0" presId="urn:microsoft.com/office/officeart/2005/8/layout/lProcess1"/>
    <dgm:cxn modelId="{B4896AB6-A3CD-4E42-B05C-4D8EBD5C1D47}" type="presOf" srcId="{6A00DDBC-4C56-47B8-8CAB-0DF543E71CD7}" destId="{181D0C5C-48D2-495C-A34D-18E6A3800F6C}" srcOrd="0" destOrd="0" presId="urn:microsoft.com/office/officeart/2005/8/layout/lProcess1"/>
    <dgm:cxn modelId="{E078ADC6-2EF0-4040-B5DC-8BDFB0EE8646}" type="presOf" srcId="{F970654B-D381-458B-9B23-02DA8ECF4AFD}" destId="{01CFF85B-DD16-415B-80AF-E4774186B39F}" srcOrd="0" destOrd="0" presId="urn:microsoft.com/office/officeart/2005/8/layout/lProcess1"/>
    <dgm:cxn modelId="{D63B23E2-CE8F-4A89-ACB5-2EAB2A6D9CF3}" srcId="{BBC52685-1183-452E-8D23-27BF51D7A000}" destId="{C3735300-536F-4827-88C5-DDDC852456B4}" srcOrd="1" destOrd="0" parTransId="{2C8DAEBD-4B1E-4DA0-96DF-1362E7879B08}" sibTransId="{4A0C79C3-DE58-4149-867C-DF54710980C7}"/>
    <dgm:cxn modelId="{98D941E4-86E5-4D1F-B678-06140A2E41CB}" type="presOf" srcId="{2BD6CD5D-2C3C-4F5F-8C56-F8E0CAA4317A}" destId="{7E9FC082-A979-40B5-8759-1283781144CD}" srcOrd="0" destOrd="0" presId="urn:microsoft.com/office/officeart/2005/8/layout/lProcess1"/>
    <dgm:cxn modelId="{4F5811EC-9337-48CB-9E7A-2B6A693660A1}" type="presOf" srcId="{BBC52685-1183-452E-8D23-27BF51D7A000}" destId="{7BDF2D4F-B742-4AC3-88BF-82DF74781ED3}" srcOrd="0" destOrd="0" presId="urn:microsoft.com/office/officeart/2005/8/layout/lProcess1"/>
    <dgm:cxn modelId="{3B6C5BF5-5DAC-4BED-B246-B7AE7C0F9471}" type="presOf" srcId="{68F84367-FC92-441A-A2BA-D3754467E09A}" destId="{41704689-3501-48AD-8713-97F6E0883A3C}" srcOrd="0" destOrd="0" presId="urn:microsoft.com/office/officeart/2005/8/layout/lProcess1"/>
    <dgm:cxn modelId="{B3D30FF7-9B97-4BE1-9564-4D93CCDA4148}" srcId="{04B84321-C4E0-43CF-94F5-179532EEA12C}" destId="{BBC52685-1183-452E-8D23-27BF51D7A000}" srcOrd="0" destOrd="0" parTransId="{3894ACE5-7DC3-4D4B-BF1E-AFEFB6E748DA}" sibTransId="{948F5501-4349-48D7-A5C9-52D111E18DBE}"/>
    <dgm:cxn modelId="{2C6531FE-AF5F-4E06-8547-5BDCFCA2145F}" srcId="{BBC52685-1183-452E-8D23-27BF51D7A000}" destId="{6A00DDBC-4C56-47B8-8CAB-0DF543E71CD7}" srcOrd="3" destOrd="0" parTransId="{11DAED19-6FF5-4645-A802-C6735718A12C}" sibTransId="{68F84367-FC92-441A-A2BA-D3754467E09A}"/>
    <dgm:cxn modelId="{EB853420-0129-43E7-8152-E2B1D3029A43}" type="presParOf" srcId="{77948937-7A93-499F-8C18-0D54C78B8DF7}" destId="{4C20A132-72F4-4273-B5D2-1931CD2F7BB5}" srcOrd="0" destOrd="0" presId="urn:microsoft.com/office/officeart/2005/8/layout/lProcess1"/>
    <dgm:cxn modelId="{48BEEC21-FFB8-4616-B55B-DF10AE2AB785}" type="presParOf" srcId="{4C20A132-72F4-4273-B5D2-1931CD2F7BB5}" destId="{7BDF2D4F-B742-4AC3-88BF-82DF74781ED3}" srcOrd="0" destOrd="0" presId="urn:microsoft.com/office/officeart/2005/8/layout/lProcess1"/>
    <dgm:cxn modelId="{644DB993-7C30-43B0-BB27-84860FA3A1A5}" type="presParOf" srcId="{4C20A132-72F4-4273-B5D2-1931CD2F7BB5}" destId="{9D70164C-8796-474C-8656-56C3238DA4AC}" srcOrd="1" destOrd="0" presId="urn:microsoft.com/office/officeart/2005/8/layout/lProcess1"/>
    <dgm:cxn modelId="{B50D3FCC-DA82-4643-9EFB-03143EF913CC}" type="presParOf" srcId="{4C20A132-72F4-4273-B5D2-1931CD2F7BB5}" destId="{7E9FC082-A979-40B5-8759-1283781144CD}" srcOrd="2" destOrd="0" presId="urn:microsoft.com/office/officeart/2005/8/layout/lProcess1"/>
    <dgm:cxn modelId="{774AF004-D33F-46EC-87F3-2D9DB1B48B97}" type="presParOf" srcId="{4C20A132-72F4-4273-B5D2-1931CD2F7BB5}" destId="{1B50AC34-A5C9-4354-AE0A-E45D757682C6}" srcOrd="3" destOrd="0" presId="urn:microsoft.com/office/officeart/2005/8/layout/lProcess1"/>
    <dgm:cxn modelId="{4D270140-2421-4956-9B3F-80BA7D354351}" type="presParOf" srcId="{4C20A132-72F4-4273-B5D2-1931CD2F7BB5}" destId="{0AA28C63-17AA-4FCC-B40E-3C789B1FC6FB}" srcOrd="4" destOrd="0" presId="urn:microsoft.com/office/officeart/2005/8/layout/lProcess1"/>
    <dgm:cxn modelId="{143E84CC-3497-4F87-B773-4A1B1280805D}" type="presParOf" srcId="{4C20A132-72F4-4273-B5D2-1931CD2F7BB5}" destId="{DC11D2CA-1CF5-4C9E-8594-DC670E8870B9}" srcOrd="5" destOrd="0" presId="urn:microsoft.com/office/officeart/2005/8/layout/lProcess1"/>
    <dgm:cxn modelId="{D0A9E6CC-CBD3-4EAA-B479-213B058887D2}" type="presParOf" srcId="{4C20A132-72F4-4273-B5D2-1931CD2F7BB5}" destId="{D5883D1F-A62A-4803-A03A-02833FA3FEB7}" srcOrd="6" destOrd="0" presId="urn:microsoft.com/office/officeart/2005/8/layout/lProcess1"/>
    <dgm:cxn modelId="{7D490FDE-D18B-48DB-B919-F702B9B1C4E4}" type="presParOf" srcId="{4C20A132-72F4-4273-B5D2-1931CD2F7BB5}" destId="{F3097629-BD54-45B5-9FAA-FE49C34650D4}" srcOrd="7" destOrd="0" presId="urn:microsoft.com/office/officeart/2005/8/layout/lProcess1"/>
    <dgm:cxn modelId="{691EF0B2-B205-4EB2-9960-31FD1504F602}" type="presParOf" srcId="{4C20A132-72F4-4273-B5D2-1931CD2F7BB5}" destId="{181D0C5C-48D2-495C-A34D-18E6A3800F6C}" srcOrd="8" destOrd="0" presId="urn:microsoft.com/office/officeart/2005/8/layout/lProcess1"/>
    <dgm:cxn modelId="{50D4A3D5-6C99-45B3-8D32-CCB364FE1064}" type="presParOf" srcId="{4C20A132-72F4-4273-B5D2-1931CD2F7BB5}" destId="{41704689-3501-48AD-8713-97F6E0883A3C}" srcOrd="9" destOrd="0" presId="urn:microsoft.com/office/officeart/2005/8/layout/lProcess1"/>
    <dgm:cxn modelId="{7CA0CAE7-FC29-4C32-B85D-2643EA61DC0E}" type="presParOf" srcId="{4C20A132-72F4-4273-B5D2-1931CD2F7BB5}" destId="{58502B7D-EBC5-4AB8-B298-AC9768ED56BC}" srcOrd="10" destOrd="0" presId="urn:microsoft.com/office/officeart/2005/8/layout/lProcess1"/>
    <dgm:cxn modelId="{E36441C5-E049-4A9C-A2C2-1CAD0CB9EE30}" type="presParOf" srcId="{4C20A132-72F4-4273-B5D2-1931CD2F7BB5}" destId="{01CFF85B-DD16-415B-80AF-E4774186B39F}" srcOrd="11" destOrd="0" presId="urn:microsoft.com/office/officeart/2005/8/layout/lProcess1"/>
    <dgm:cxn modelId="{FE10B612-1C36-4B2C-97D9-D1B971073242}" type="presParOf" srcId="{4C20A132-72F4-4273-B5D2-1931CD2F7BB5}" destId="{5A178818-341C-4083-995B-E09DC5BC2F8F}" srcOrd="1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BB80479-1659-4619-9192-2B33E6F569C4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FD86806-5B37-422F-8828-A0C4FD5DC651}">
      <dgm:prSet/>
      <dgm:spPr/>
      <dgm:t>
        <a:bodyPr/>
        <a:lstStyle/>
        <a:p>
          <a:r>
            <a:rPr lang="en-US" dirty="0"/>
            <a:t>Influence of Technological Environment on International Business</a:t>
          </a:r>
          <a:endParaRPr lang="en-IN" dirty="0"/>
        </a:p>
      </dgm:t>
    </dgm:pt>
    <dgm:pt modelId="{7A16CF1A-9470-461B-9D66-2262A71C2B0C}" type="parTrans" cxnId="{AC7BA671-17FB-4F6E-BF44-7B3E2CDA453A}">
      <dgm:prSet/>
      <dgm:spPr/>
      <dgm:t>
        <a:bodyPr/>
        <a:lstStyle/>
        <a:p>
          <a:endParaRPr lang="en-IN"/>
        </a:p>
      </dgm:t>
    </dgm:pt>
    <dgm:pt modelId="{8246F2D9-0A72-4BA1-8007-D789D81517CF}" type="sibTrans" cxnId="{AC7BA671-17FB-4F6E-BF44-7B3E2CDA453A}">
      <dgm:prSet/>
      <dgm:spPr/>
      <dgm:t>
        <a:bodyPr/>
        <a:lstStyle/>
        <a:p>
          <a:endParaRPr lang="en-IN"/>
        </a:p>
      </dgm:t>
    </dgm:pt>
    <dgm:pt modelId="{943AACB2-6514-46CB-87E5-287C5195CD23}">
      <dgm:prSet/>
      <dgm:spPr/>
      <dgm:t>
        <a:bodyPr/>
        <a:lstStyle/>
        <a:p>
          <a:r>
            <a:rPr lang="en-US"/>
            <a:t>Influence of Technology on Society</a:t>
          </a:r>
          <a:endParaRPr lang="en-IN"/>
        </a:p>
      </dgm:t>
    </dgm:pt>
    <dgm:pt modelId="{9AE56E4E-62A1-450B-8D55-8BDCBCFC488C}" type="parTrans" cxnId="{D09022C2-611D-4023-8EBB-6B10581C590A}">
      <dgm:prSet/>
      <dgm:spPr/>
      <dgm:t>
        <a:bodyPr/>
        <a:lstStyle/>
        <a:p>
          <a:endParaRPr lang="en-IN"/>
        </a:p>
      </dgm:t>
    </dgm:pt>
    <dgm:pt modelId="{F1622CE0-D239-4481-967F-CEE5905B0ED5}" type="sibTrans" cxnId="{D09022C2-611D-4023-8EBB-6B10581C590A}">
      <dgm:prSet/>
      <dgm:spPr/>
      <dgm:t>
        <a:bodyPr/>
        <a:lstStyle/>
        <a:p>
          <a:endParaRPr lang="en-IN"/>
        </a:p>
      </dgm:t>
    </dgm:pt>
    <dgm:pt modelId="{D026B264-EDC0-4968-85A9-406547B5BCE7}">
      <dgm:prSet/>
      <dgm:spPr/>
      <dgm:t>
        <a:bodyPr/>
        <a:lstStyle/>
        <a:p>
          <a:r>
            <a:rPr lang="en-US" dirty="0"/>
            <a:t>Economic Effects of Technology</a:t>
          </a:r>
          <a:endParaRPr lang="en-IN" dirty="0"/>
        </a:p>
      </dgm:t>
    </dgm:pt>
    <dgm:pt modelId="{1625C4B2-2057-4A20-A2A3-19DA9954CE33}" type="parTrans" cxnId="{EA47493A-11AB-4797-B114-C4991AF4F83D}">
      <dgm:prSet/>
      <dgm:spPr/>
      <dgm:t>
        <a:bodyPr/>
        <a:lstStyle/>
        <a:p>
          <a:endParaRPr lang="en-IN"/>
        </a:p>
      </dgm:t>
    </dgm:pt>
    <dgm:pt modelId="{C9860654-F6EB-4E20-AF8E-7A61199449F7}" type="sibTrans" cxnId="{EA47493A-11AB-4797-B114-C4991AF4F83D}">
      <dgm:prSet/>
      <dgm:spPr/>
      <dgm:t>
        <a:bodyPr/>
        <a:lstStyle/>
        <a:p>
          <a:endParaRPr lang="en-IN"/>
        </a:p>
      </dgm:t>
    </dgm:pt>
    <dgm:pt modelId="{C9B39CD8-3613-4A8F-9B12-2EC343F051B1}">
      <dgm:prSet/>
      <dgm:spPr/>
      <dgm:t>
        <a:bodyPr/>
        <a:lstStyle/>
        <a:p>
          <a:r>
            <a:rPr lang="en-US"/>
            <a:t>Technology and Root Level Alterations</a:t>
          </a:r>
          <a:endParaRPr lang="en-IN"/>
        </a:p>
      </dgm:t>
    </dgm:pt>
    <dgm:pt modelId="{F81C9BC2-BD10-475E-B9DF-D5E4435EB86B}" type="parTrans" cxnId="{CB990550-492F-4587-AEDC-8B27BF0E6567}">
      <dgm:prSet/>
      <dgm:spPr/>
      <dgm:t>
        <a:bodyPr/>
        <a:lstStyle/>
        <a:p>
          <a:endParaRPr lang="en-IN"/>
        </a:p>
      </dgm:t>
    </dgm:pt>
    <dgm:pt modelId="{84EF2940-026F-4E12-BEBB-6EFC45A3637F}" type="sibTrans" cxnId="{CB990550-492F-4587-AEDC-8B27BF0E6567}">
      <dgm:prSet/>
      <dgm:spPr/>
      <dgm:t>
        <a:bodyPr/>
        <a:lstStyle/>
        <a:p>
          <a:endParaRPr lang="en-IN"/>
        </a:p>
      </dgm:t>
    </dgm:pt>
    <dgm:pt modelId="{BC101374-B232-407F-85C3-8DBA81E34D0B}" type="pres">
      <dgm:prSet presAssocID="{3BB80479-1659-4619-9192-2B33E6F569C4}" presName="Name0" presStyleCnt="0">
        <dgm:presLayoutVars>
          <dgm:dir/>
          <dgm:animLvl val="lvl"/>
          <dgm:resizeHandles val="exact"/>
        </dgm:presLayoutVars>
      </dgm:prSet>
      <dgm:spPr/>
    </dgm:pt>
    <dgm:pt modelId="{C0F9CBE5-AA0C-4102-AAAD-36D62C16C61C}" type="pres">
      <dgm:prSet presAssocID="{EFD86806-5B37-422F-8828-A0C4FD5DC651}" presName="vertFlow" presStyleCnt="0"/>
      <dgm:spPr/>
    </dgm:pt>
    <dgm:pt modelId="{D0651D7D-62F3-4A78-89AC-028C5F89A953}" type="pres">
      <dgm:prSet presAssocID="{EFD86806-5B37-422F-8828-A0C4FD5DC651}" presName="header" presStyleLbl="node1" presStyleIdx="0" presStyleCnt="1"/>
      <dgm:spPr/>
    </dgm:pt>
    <dgm:pt modelId="{3C85EADD-1CC6-4632-94F6-9F607B9402E5}" type="pres">
      <dgm:prSet presAssocID="{9AE56E4E-62A1-450B-8D55-8BDCBCFC488C}" presName="parTrans" presStyleLbl="sibTrans2D1" presStyleIdx="0" presStyleCnt="3"/>
      <dgm:spPr/>
    </dgm:pt>
    <dgm:pt modelId="{08895FD3-0041-4D4F-A64A-DCE7FECDB757}" type="pres">
      <dgm:prSet presAssocID="{943AACB2-6514-46CB-87E5-287C5195CD23}" presName="child" presStyleLbl="alignAccFollowNode1" presStyleIdx="0" presStyleCnt="3">
        <dgm:presLayoutVars>
          <dgm:chMax val="0"/>
          <dgm:bulletEnabled val="1"/>
        </dgm:presLayoutVars>
      </dgm:prSet>
      <dgm:spPr/>
    </dgm:pt>
    <dgm:pt modelId="{C1E3F0A3-2DD9-4427-A845-A6FF5BB348D6}" type="pres">
      <dgm:prSet presAssocID="{F1622CE0-D239-4481-967F-CEE5905B0ED5}" presName="sibTrans" presStyleLbl="sibTrans2D1" presStyleIdx="1" presStyleCnt="3"/>
      <dgm:spPr/>
    </dgm:pt>
    <dgm:pt modelId="{505839FE-AE33-482B-A678-94E3FE9FA082}" type="pres">
      <dgm:prSet presAssocID="{D026B264-EDC0-4968-85A9-406547B5BCE7}" presName="child" presStyleLbl="alignAccFollowNode1" presStyleIdx="1" presStyleCnt="3">
        <dgm:presLayoutVars>
          <dgm:chMax val="0"/>
          <dgm:bulletEnabled val="1"/>
        </dgm:presLayoutVars>
      </dgm:prSet>
      <dgm:spPr/>
    </dgm:pt>
    <dgm:pt modelId="{A48C315F-E94B-48AF-A37C-58BA170A5FDB}" type="pres">
      <dgm:prSet presAssocID="{C9860654-F6EB-4E20-AF8E-7A61199449F7}" presName="sibTrans" presStyleLbl="sibTrans2D1" presStyleIdx="2" presStyleCnt="3"/>
      <dgm:spPr/>
    </dgm:pt>
    <dgm:pt modelId="{93A2A2BF-8BF5-48DD-8F0F-D9CD99E8F428}" type="pres">
      <dgm:prSet presAssocID="{C9B39CD8-3613-4A8F-9B12-2EC343F051B1}" presName="child" presStyleLbl="alignAccFollowNode1" presStyleIdx="2" presStyleCnt="3">
        <dgm:presLayoutVars>
          <dgm:chMax val="0"/>
          <dgm:bulletEnabled val="1"/>
        </dgm:presLayoutVars>
      </dgm:prSet>
      <dgm:spPr/>
    </dgm:pt>
  </dgm:ptLst>
  <dgm:cxnLst>
    <dgm:cxn modelId="{7F1A6C03-3DED-4C5C-A39E-E0A7AB9783B5}" type="presOf" srcId="{943AACB2-6514-46CB-87E5-287C5195CD23}" destId="{08895FD3-0041-4D4F-A64A-DCE7FECDB757}" srcOrd="0" destOrd="0" presId="urn:microsoft.com/office/officeart/2005/8/layout/lProcess1"/>
    <dgm:cxn modelId="{C54EA22A-9AB5-4F82-85F3-E9A2E7D3EFC3}" type="presOf" srcId="{C9860654-F6EB-4E20-AF8E-7A61199449F7}" destId="{A48C315F-E94B-48AF-A37C-58BA170A5FDB}" srcOrd="0" destOrd="0" presId="urn:microsoft.com/office/officeart/2005/8/layout/lProcess1"/>
    <dgm:cxn modelId="{06CEBE39-8D5E-447D-A321-0BFF35C90EFF}" type="presOf" srcId="{9AE56E4E-62A1-450B-8D55-8BDCBCFC488C}" destId="{3C85EADD-1CC6-4632-94F6-9F607B9402E5}" srcOrd="0" destOrd="0" presId="urn:microsoft.com/office/officeart/2005/8/layout/lProcess1"/>
    <dgm:cxn modelId="{EA47493A-11AB-4797-B114-C4991AF4F83D}" srcId="{EFD86806-5B37-422F-8828-A0C4FD5DC651}" destId="{D026B264-EDC0-4968-85A9-406547B5BCE7}" srcOrd="1" destOrd="0" parTransId="{1625C4B2-2057-4A20-A2A3-19DA9954CE33}" sibTransId="{C9860654-F6EB-4E20-AF8E-7A61199449F7}"/>
    <dgm:cxn modelId="{C1955461-721C-4CAC-8C82-F1EF776670B2}" type="presOf" srcId="{C9B39CD8-3613-4A8F-9B12-2EC343F051B1}" destId="{93A2A2BF-8BF5-48DD-8F0F-D9CD99E8F428}" srcOrd="0" destOrd="0" presId="urn:microsoft.com/office/officeart/2005/8/layout/lProcess1"/>
    <dgm:cxn modelId="{CB990550-492F-4587-AEDC-8B27BF0E6567}" srcId="{EFD86806-5B37-422F-8828-A0C4FD5DC651}" destId="{C9B39CD8-3613-4A8F-9B12-2EC343F051B1}" srcOrd="2" destOrd="0" parTransId="{F81C9BC2-BD10-475E-B9DF-D5E4435EB86B}" sibTransId="{84EF2940-026F-4E12-BEBB-6EFC45A3637F}"/>
    <dgm:cxn modelId="{AC7BA671-17FB-4F6E-BF44-7B3E2CDA453A}" srcId="{3BB80479-1659-4619-9192-2B33E6F569C4}" destId="{EFD86806-5B37-422F-8828-A0C4FD5DC651}" srcOrd="0" destOrd="0" parTransId="{7A16CF1A-9470-461B-9D66-2262A71C2B0C}" sibTransId="{8246F2D9-0A72-4BA1-8007-D789D81517CF}"/>
    <dgm:cxn modelId="{09D9BA83-BC06-4293-A2A8-28D86233FA6F}" type="presOf" srcId="{F1622CE0-D239-4481-967F-CEE5905B0ED5}" destId="{C1E3F0A3-2DD9-4427-A845-A6FF5BB348D6}" srcOrd="0" destOrd="0" presId="urn:microsoft.com/office/officeart/2005/8/layout/lProcess1"/>
    <dgm:cxn modelId="{52005D87-6CAF-4DC4-97B9-5A123A4D34A7}" type="presOf" srcId="{EFD86806-5B37-422F-8828-A0C4FD5DC651}" destId="{D0651D7D-62F3-4A78-89AC-028C5F89A953}" srcOrd="0" destOrd="0" presId="urn:microsoft.com/office/officeart/2005/8/layout/lProcess1"/>
    <dgm:cxn modelId="{D09022C2-611D-4023-8EBB-6B10581C590A}" srcId="{EFD86806-5B37-422F-8828-A0C4FD5DC651}" destId="{943AACB2-6514-46CB-87E5-287C5195CD23}" srcOrd="0" destOrd="0" parTransId="{9AE56E4E-62A1-450B-8D55-8BDCBCFC488C}" sibTransId="{F1622CE0-D239-4481-967F-CEE5905B0ED5}"/>
    <dgm:cxn modelId="{F4CD46E4-80B2-4010-8D10-E61DDBA9C824}" type="presOf" srcId="{D026B264-EDC0-4968-85A9-406547B5BCE7}" destId="{505839FE-AE33-482B-A678-94E3FE9FA082}" srcOrd="0" destOrd="0" presId="urn:microsoft.com/office/officeart/2005/8/layout/lProcess1"/>
    <dgm:cxn modelId="{3CD1CEE4-7CE6-45F3-92D8-CDD3D5E3D042}" type="presOf" srcId="{3BB80479-1659-4619-9192-2B33E6F569C4}" destId="{BC101374-B232-407F-85C3-8DBA81E34D0B}" srcOrd="0" destOrd="0" presId="urn:microsoft.com/office/officeart/2005/8/layout/lProcess1"/>
    <dgm:cxn modelId="{B7323333-23E3-4E45-9672-CBD0493BB5A0}" type="presParOf" srcId="{BC101374-B232-407F-85C3-8DBA81E34D0B}" destId="{C0F9CBE5-AA0C-4102-AAAD-36D62C16C61C}" srcOrd="0" destOrd="0" presId="urn:microsoft.com/office/officeart/2005/8/layout/lProcess1"/>
    <dgm:cxn modelId="{0B19D819-96E4-4739-B139-A81EC09A143C}" type="presParOf" srcId="{C0F9CBE5-AA0C-4102-AAAD-36D62C16C61C}" destId="{D0651D7D-62F3-4A78-89AC-028C5F89A953}" srcOrd="0" destOrd="0" presId="urn:microsoft.com/office/officeart/2005/8/layout/lProcess1"/>
    <dgm:cxn modelId="{CA2CDC06-D072-47A5-ABAA-5A7DF5D2D614}" type="presParOf" srcId="{C0F9CBE5-AA0C-4102-AAAD-36D62C16C61C}" destId="{3C85EADD-1CC6-4632-94F6-9F607B9402E5}" srcOrd="1" destOrd="0" presId="urn:microsoft.com/office/officeart/2005/8/layout/lProcess1"/>
    <dgm:cxn modelId="{3E6891E4-C812-4160-A22E-6147821624C0}" type="presParOf" srcId="{C0F9CBE5-AA0C-4102-AAAD-36D62C16C61C}" destId="{08895FD3-0041-4D4F-A64A-DCE7FECDB757}" srcOrd="2" destOrd="0" presId="urn:microsoft.com/office/officeart/2005/8/layout/lProcess1"/>
    <dgm:cxn modelId="{66448AE9-0F8A-4882-8767-CFFDE8B0624D}" type="presParOf" srcId="{C0F9CBE5-AA0C-4102-AAAD-36D62C16C61C}" destId="{C1E3F0A3-2DD9-4427-A845-A6FF5BB348D6}" srcOrd="3" destOrd="0" presId="urn:microsoft.com/office/officeart/2005/8/layout/lProcess1"/>
    <dgm:cxn modelId="{DC6967D4-40C5-411E-90F4-92939322299C}" type="presParOf" srcId="{C0F9CBE5-AA0C-4102-AAAD-36D62C16C61C}" destId="{505839FE-AE33-482B-A678-94E3FE9FA082}" srcOrd="4" destOrd="0" presId="urn:microsoft.com/office/officeart/2005/8/layout/lProcess1"/>
    <dgm:cxn modelId="{11199F45-B3B0-48DE-BF15-DAB95C8F4CDB}" type="presParOf" srcId="{C0F9CBE5-AA0C-4102-AAAD-36D62C16C61C}" destId="{A48C315F-E94B-48AF-A37C-58BA170A5FDB}" srcOrd="5" destOrd="0" presId="urn:microsoft.com/office/officeart/2005/8/layout/lProcess1"/>
    <dgm:cxn modelId="{2C287AD4-BAE7-4F38-BC0E-51C874E5C514}" type="presParOf" srcId="{C0F9CBE5-AA0C-4102-AAAD-36D62C16C61C}" destId="{93A2A2BF-8BF5-48DD-8F0F-D9CD99E8F428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4815F4F-2854-452B-9F07-BFF91D7980CA}" type="doc">
      <dgm:prSet loTypeId="urn:microsoft.com/office/officeart/2005/8/layout/equation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F050574-C0B6-4692-8963-D2827E3659F0}">
      <dgm:prSet/>
      <dgm:spPr/>
      <dgm:t>
        <a:bodyPr/>
        <a:lstStyle/>
        <a:p>
          <a:pPr algn="ctr"/>
          <a:r>
            <a:rPr lang="en-US" b="1" u="sng" dirty="0"/>
            <a:t>Importance of Socio-Cultural Environment in International Business</a:t>
          </a:r>
          <a:endParaRPr lang="en-IN" b="1" u="sng" dirty="0"/>
        </a:p>
      </dgm:t>
    </dgm:pt>
    <dgm:pt modelId="{B7D0B2A0-5B76-42DB-A655-F6154352DC80}" type="parTrans" cxnId="{FEA249EA-3831-46F3-8A90-34D77ED97AF4}">
      <dgm:prSet/>
      <dgm:spPr/>
      <dgm:t>
        <a:bodyPr/>
        <a:lstStyle/>
        <a:p>
          <a:endParaRPr lang="en-IN"/>
        </a:p>
      </dgm:t>
    </dgm:pt>
    <dgm:pt modelId="{41F5EAEE-FCC6-4405-AA01-F79A733A201F}" type="sibTrans" cxnId="{FEA249EA-3831-46F3-8A90-34D77ED97AF4}">
      <dgm:prSet/>
      <dgm:spPr/>
      <dgm:t>
        <a:bodyPr/>
        <a:lstStyle/>
        <a:p>
          <a:endParaRPr lang="en-IN"/>
        </a:p>
      </dgm:t>
    </dgm:pt>
    <dgm:pt modelId="{9E210C18-E98B-4274-82F6-630144A60D24}">
      <dgm:prSet/>
      <dgm:spPr/>
      <dgm:t>
        <a:bodyPr/>
        <a:lstStyle/>
        <a:p>
          <a:pPr algn="l"/>
          <a:r>
            <a:rPr lang="en-US"/>
            <a:t>National Taste</a:t>
          </a:r>
          <a:endParaRPr lang="en-IN"/>
        </a:p>
      </dgm:t>
    </dgm:pt>
    <dgm:pt modelId="{1B84D441-B003-43DB-AB48-A523054D0DB0}" type="parTrans" cxnId="{461B0A7C-BFF7-47E5-9E9A-C2EDAA88B6C0}">
      <dgm:prSet/>
      <dgm:spPr/>
      <dgm:t>
        <a:bodyPr/>
        <a:lstStyle/>
        <a:p>
          <a:endParaRPr lang="en-IN"/>
        </a:p>
      </dgm:t>
    </dgm:pt>
    <dgm:pt modelId="{B7E6E624-BDD9-42E8-84AA-781F66AE65E9}" type="sibTrans" cxnId="{461B0A7C-BFF7-47E5-9E9A-C2EDAA88B6C0}">
      <dgm:prSet/>
      <dgm:spPr/>
      <dgm:t>
        <a:bodyPr/>
        <a:lstStyle/>
        <a:p>
          <a:endParaRPr lang="en-IN"/>
        </a:p>
      </dgm:t>
    </dgm:pt>
    <dgm:pt modelId="{FDEB2C23-C9AD-45F3-8076-28AF099E5C70}">
      <dgm:prSet/>
      <dgm:spPr/>
      <dgm:t>
        <a:bodyPr/>
        <a:lstStyle/>
        <a:p>
          <a:pPr algn="l"/>
          <a:r>
            <a:rPr lang="en-US"/>
            <a:t>Language</a:t>
          </a:r>
          <a:endParaRPr lang="en-IN"/>
        </a:p>
      </dgm:t>
    </dgm:pt>
    <dgm:pt modelId="{02ABEEA4-43E8-4EAB-9446-9AB11BC548D9}" type="parTrans" cxnId="{E85F5073-6FF4-4B46-867A-B05F8BBC653C}">
      <dgm:prSet/>
      <dgm:spPr/>
      <dgm:t>
        <a:bodyPr/>
        <a:lstStyle/>
        <a:p>
          <a:endParaRPr lang="en-IN"/>
        </a:p>
      </dgm:t>
    </dgm:pt>
    <dgm:pt modelId="{844203F1-CF54-47C3-8DC7-2EFF57815446}" type="sibTrans" cxnId="{E85F5073-6FF4-4B46-867A-B05F8BBC653C}">
      <dgm:prSet/>
      <dgm:spPr/>
      <dgm:t>
        <a:bodyPr/>
        <a:lstStyle/>
        <a:p>
          <a:endParaRPr lang="en-IN"/>
        </a:p>
      </dgm:t>
    </dgm:pt>
    <dgm:pt modelId="{C61A88C7-3DB8-4351-9E70-517E364C6D1D}">
      <dgm:prSet/>
      <dgm:spPr/>
      <dgm:t>
        <a:bodyPr/>
        <a:lstStyle/>
        <a:p>
          <a:pPr algn="l"/>
          <a:r>
            <a:rPr lang="en-US"/>
            <a:t>Values and Beliefs</a:t>
          </a:r>
          <a:endParaRPr lang="en-IN"/>
        </a:p>
      </dgm:t>
    </dgm:pt>
    <dgm:pt modelId="{73957502-07CF-401C-BEF5-29E3A9362F4D}" type="parTrans" cxnId="{47EB4B80-1577-4920-85ED-BE863064BDF8}">
      <dgm:prSet/>
      <dgm:spPr/>
      <dgm:t>
        <a:bodyPr/>
        <a:lstStyle/>
        <a:p>
          <a:endParaRPr lang="en-IN"/>
        </a:p>
      </dgm:t>
    </dgm:pt>
    <dgm:pt modelId="{BB5693AB-3E99-4FA1-A703-9743A0EDA5D9}" type="sibTrans" cxnId="{47EB4B80-1577-4920-85ED-BE863064BDF8}">
      <dgm:prSet/>
      <dgm:spPr/>
      <dgm:t>
        <a:bodyPr/>
        <a:lstStyle/>
        <a:p>
          <a:endParaRPr lang="en-IN"/>
        </a:p>
      </dgm:t>
    </dgm:pt>
    <dgm:pt modelId="{DB7B4481-2FFC-47F0-9DFE-01FD4E996BD5}">
      <dgm:prSet/>
      <dgm:spPr/>
      <dgm:t>
        <a:bodyPr/>
        <a:lstStyle/>
        <a:p>
          <a:pPr algn="l"/>
          <a:r>
            <a:rPr lang="en-US"/>
            <a:t>Demography</a:t>
          </a:r>
          <a:endParaRPr lang="en-IN"/>
        </a:p>
      </dgm:t>
    </dgm:pt>
    <dgm:pt modelId="{806F836D-B9E4-4D28-83C0-014E27C9AA0F}" type="parTrans" cxnId="{10A3700B-1045-4819-AEC1-CAF0563FABA7}">
      <dgm:prSet/>
      <dgm:spPr/>
      <dgm:t>
        <a:bodyPr/>
        <a:lstStyle/>
        <a:p>
          <a:endParaRPr lang="en-IN"/>
        </a:p>
      </dgm:t>
    </dgm:pt>
    <dgm:pt modelId="{D1C62658-606D-4958-A325-EA2C6D5017D2}" type="sibTrans" cxnId="{10A3700B-1045-4819-AEC1-CAF0563FABA7}">
      <dgm:prSet/>
      <dgm:spPr/>
      <dgm:t>
        <a:bodyPr/>
        <a:lstStyle/>
        <a:p>
          <a:endParaRPr lang="en-IN"/>
        </a:p>
      </dgm:t>
    </dgm:pt>
    <dgm:pt modelId="{C09894AC-CC19-4CBC-87DF-803A93DD309F}">
      <dgm:prSet/>
      <dgm:spPr/>
      <dgm:t>
        <a:bodyPr/>
        <a:lstStyle/>
        <a:p>
          <a:pPr algn="l"/>
          <a:r>
            <a:rPr lang="en-US"/>
            <a:t>Literacy Rate</a:t>
          </a:r>
          <a:endParaRPr lang="en-IN"/>
        </a:p>
      </dgm:t>
    </dgm:pt>
    <dgm:pt modelId="{B6D0A2B9-D7C5-444D-A30A-7D57DCA75BB9}" type="parTrans" cxnId="{4DCD6604-7C1B-4792-8F17-30479D927805}">
      <dgm:prSet/>
      <dgm:spPr/>
      <dgm:t>
        <a:bodyPr/>
        <a:lstStyle/>
        <a:p>
          <a:endParaRPr lang="en-IN"/>
        </a:p>
      </dgm:t>
    </dgm:pt>
    <dgm:pt modelId="{85E72C98-2AC9-4E5D-A08E-C6BD367AF05A}" type="sibTrans" cxnId="{4DCD6604-7C1B-4792-8F17-30479D927805}">
      <dgm:prSet/>
      <dgm:spPr/>
      <dgm:t>
        <a:bodyPr/>
        <a:lstStyle/>
        <a:p>
          <a:endParaRPr lang="en-IN"/>
        </a:p>
      </dgm:t>
    </dgm:pt>
    <dgm:pt modelId="{3C67CDDD-A245-46A2-988A-99AD0AF8D729}">
      <dgm:prSet/>
      <dgm:spPr/>
      <dgm:t>
        <a:bodyPr/>
        <a:lstStyle/>
        <a:p>
          <a:pPr algn="l"/>
          <a:r>
            <a:rPr lang="en-US"/>
            <a:t>Female Workforce</a:t>
          </a:r>
          <a:endParaRPr lang="en-IN"/>
        </a:p>
      </dgm:t>
    </dgm:pt>
    <dgm:pt modelId="{CE9ED273-C3CD-4069-93CA-8872166B0E37}" type="parTrans" cxnId="{0AE05850-1016-4934-93AA-6694DECE9660}">
      <dgm:prSet/>
      <dgm:spPr/>
      <dgm:t>
        <a:bodyPr/>
        <a:lstStyle/>
        <a:p>
          <a:endParaRPr lang="en-IN"/>
        </a:p>
      </dgm:t>
    </dgm:pt>
    <dgm:pt modelId="{4AF6C878-8F87-427D-86BC-5B7DC807B86C}" type="sibTrans" cxnId="{0AE05850-1016-4934-93AA-6694DECE9660}">
      <dgm:prSet/>
      <dgm:spPr/>
      <dgm:t>
        <a:bodyPr/>
        <a:lstStyle/>
        <a:p>
          <a:endParaRPr lang="en-IN"/>
        </a:p>
      </dgm:t>
    </dgm:pt>
    <dgm:pt modelId="{8D5246A1-F8C9-4546-B2B2-CF9BF03FE3EC}">
      <dgm:prSet/>
      <dgm:spPr/>
      <dgm:t>
        <a:bodyPr/>
        <a:lstStyle/>
        <a:p>
          <a:pPr algn="l"/>
          <a:r>
            <a:rPr lang="en-US" dirty="0"/>
            <a:t>Double Income Families</a:t>
          </a:r>
          <a:endParaRPr lang="en-IN" dirty="0"/>
        </a:p>
      </dgm:t>
    </dgm:pt>
    <dgm:pt modelId="{96D5D38D-AF6B-4B3B-8C1C-6095C25A3B43}" type="parTrans" cxnId="{D3C1F6C8-FD11-4FF3-B152-C8DA04379D67}">
      <dgm:prSet/>
      <dgm:spPr/>
      <dgm:t>
        <a:bodyPr/>
        <a:lstStyle/>
        <a:p>
          <a:endParaRPr lang="en-IN"/>
        </a:p>
      </dgm:t>
    </dgm:pt>
    <dgm:pt modelId="{D5F25597-5919-48BD-BCB3-8FDC2821EE61}" type="sibTrans" cxnId="{D3C1F6C8-FD11-4FF3-B152-C8DA04379D67}">
      <dgm:prSet/>
      <dgm:spPr/>
      <dgm:t>
        <a:bodyPr/>
        <a:lstStyle/>
        <a:p>
          <a:endParaRPr lang="en-IN"/>
        </a:p>
      </dgm:t>
    </dgm:pt>
    <dgm:pt modelId="{AB157455-0D34-4338-BF09-0987932FEBA1}">
      <dgm:prSet/>
      <dgm:spPr/>
      <dgm:t>
        <a:bodyPr/>
        <a:lstStyle/>
        <a:p>
          <a:pPr algn="l"/>
          <a:r>
            <a:rPr lang="en-US"/>
            <a:t>Impulse Buying</a:t>
          </a:r>
          <a:endParaRPr lang="en-IN"/>
        </a:p>
      </dgm:t>
    </dgm:pt>
    <dgm:pt modelId="{A5443471-E9FE-4C8C-A0B8-7CEA70DCC7E5}" type="parTrans" cxnId="{E71ABAD8-391E-4410-8193-56D30F4BD5E6}">
      <dgm:prSet/>
      <dgm:spPr/>
      <dgm:t>
        <a:bodyPr/>
        <a:lstStyle/>
        <a:p>
          <a:endParaRPr lang="en-IN"/>
        </a:p>
      </dgm:t>
    </dgm:pt>
    <dgm:pt modelId="{6981D69C-6E8E-44A1-A27D-5237829EE625}" type="sibTrans" cxnId="{E71ABAD8-391E-4410-8193-56D30F4BD5E6}">
      <dgm:prSet/>
      <dgm:spPr/>
      <dgm:t>
        <a:bodyPr/>
        <a:lstStyle/>
        <a:p>
          <a:endParaRPr lang="en-IN"/>
        </a:p>
      </dgm:t>
    </dgm:pt>
    <dgm:pt modelId="{1A34816A-5133-4FA3-BBB5-B677E73C42EA}" type="pres">
      <dgm:prSet presAssocID="{04815F4F-2854-452B-9F07-BFF91D7980CA}" presName="Name0" presStyleCnt="0">
        <dgm:presLayoutVars>
          <dgm:dir/>
          <dgm:resizeHandles val="exact"/>
        </dgm:presLayoutVars>
      </dgm:prSet>
      <dgm:spPr/>
    </dgm:pt>
    <dgm:pt modelId="{362E247F-8DCE-4EEF-9AEB-914F9847B701}" type="pres">
      <dgm:prSet presAssocID="{04815F4F-2854-452B-9F07-BFF91D7980CA}" presName="vNodes" presStyleCnt="0"/>
      <dgm:spPr/>
    </dgm:pt>
    <dgm:pt modelId="{4380D66E-D646-40E8-8BB6-C70DF6BD1AB3}" type="pres">
      <dgm:prSet presAssocID="{04815F4F-2854-452B-9F07-BFF91D7980CA}" presName="lastNode" presStyleLbl="node1" presStyleIdx="0" presStyleCnt="1">
        <dgm:presLayoutVars>
          <dgm:bulletEnabled val="1"/>
        </dgm:presLayoutVars>
      </dgm:prSet>
      <dgm:spPr/>
    </dgm:pt>
  </dgm:ptLst>
  <dgm:cxnLst>
    <dgm:cxn modelId="{4DCD6604-7C1B-4792-8F17-30479D927805}" srcId="{FF050574-C0B6-4692-8963-D2827E3659F0}" destId="{C09894AC-CC19-4CBC-87DF-803A93DD309F}" srcOrd="4" destOrd="0" parTransId="{B6D0A2B9-D7C5-444D-A30A-7D57DCA75BB9}" sibTransId="{85E72C98-2AC9-4E5D-A08E-C6BD367AF05A}"/>
    <dgm:cxn modelId="{10A3700B-1045-4819-AEC1-CAF0563FABA7}" srcId="{FF050574-C0B6-4692-8963-D2827E3659F0}" destId="{DB7B4481-2FFC-47F0-9DFE-01FD4E996BD5}" srcOrd="3" destOrd="0" parTransId="{806F836D-B9E4-4D28-83C0-014E27C9AA0F}" sibTransId="{D1C62658-606D-4958-A325-EA2C6D5017D2}"/>
    <dgm:cxn modelId="{97EF2F13-E446-48C3-BF49-60D65E60776A}" type="presOf" srcId="{3C67CDDD-A245-46A2-988A-99AD0AF8D729}" destId="{4380D66E-D646-40E8-8BB6-C70DF6BD1AB3}" srcOrd="0" destOrd="6" presId="urn:microsoft.com/office/officeart/2005/8/layout/equation2"/>
    <dgm:cxn modelId="{2939B419-1CFB-4D30-A950-BE3E2E334A5B}" type="presOf" srcId="{9E210C18-E98B-4274-82F6-630144A60D24}" destId="{4380D66E-D646-40E8-8BB6-C70DF6BD1AB3}" srcOrd="0" destOrd="1" presId="urn:microsoft.com/office/officeart/2005/8/layout/equation2"/>
    <dgm:cxn modelId="{453A101D-F7EF-4F7B-BDBB-8FCBB7E8DC85}" type="presOf" srcId="{AB157455-0D34-4338-BF09-0987932FEBA1}" destId="{4380D66E-D646-40E8-8BB6-C70DF6BD1AB3}" srcOrd="0" destOrd="8" presId="urn:microsoft.com/office/officeart/2005/8/layout/equation2"/>
    <dgm:cxn modelId="{7CF6362A-ED9B-46E0-B029-1654460B1EDE}" type="presOf" srcId="{8D5246A1-F8C9-4546-B2B2-CF9BF03FE3EC}" destId="{4380D66E-D646-40E8-8BB6-C70DF6BD1AB3}" srcOrd="0" destOrd="7" presId="urn:microsoft.com/office/officeart/2005/8/layout/equation2"/>
    <dgm:cxn modelId="{DE558E40-1FB6-4D21-BF6E-E22B17D9B43D}" type="presOf" srcId="{C09894AC-CC19-4CBC-87DF-803A93DD309F}" destId="{4380D66E-D646-40E8-8BB6-C70DF6BD1AB3}" srcOrd="0" destOrd="5" presId="urn:microsoft.com/office/officeart/2005/8/layout/equation2"/>
    <dgm:cxn modelId="{8B989369-EA32-4255-B7DC-8E4F8A6EE831}" type="presOf" srcId="{04815F4F-2854-452B-9F07-BFF91D7980CA}" destId="{1A34816A-5133-4FA3-BBB5-B677E73C42EA}" srcOrd="0" destOrd="0" presId="urn:microsoft.com/office/officeart/2005/8/layout/equation2"/>
    <dgm:cxn modelId="{0AE05850-1016-4934-93AA-6694DECE9660}" srcId="{FF050574-C0B6-4692-8963-D2827E3659F0}" destId="{3C67CDDD-A245-46A2-988A-99AD0AF8D729}" srcOrd="5" destOrd="0" parTransId="{CE9ED273-C3CD-4069-93CA-8872166B0E37}" sibTransId="{4AF6C878-8F87-427D-86BC-5B7DC807B86C}"/>
    <dgm:cxn modelId="{E85F5073-6FF4-4B46-867A-B05F8BBC653C}" srcId="{FF050574-C0B6-4692-8963-D2827E3659F0}" destId="{FDEB2C23-C9AD-45F3-8076-28AF099E5C70}" srcOrd="1" destOrd="0" parTransId="{02ABEEA4-43E8-4EAB-9446-9AB11BC548D9}" sibTransId="{844203F1-CF54-47C3-8DC7-2EFF57815446}"/>
    <dgm:cxn modelId="{8A23257B-6CE7-4EFC-A1FD-FBC12630617C}" type="presOf" srcId="{FDEB2C23-C9AD-45F3-8076-28AF099E5C70}" destId="{4380D66E-D646-40E8-8BB6-C70DF6BD1AB3}" srcOrd="0" destOrd="2" presId="urn:microsoft.com/office/officeart/2005/8/layout/equation2"/>
    <dgm:cxn modelId="{461B0A7C-BFF7-47E5-9E9A-C2EDAA88B6C0}" srcId="{FF050574-C0B6-4692-8963-D2827E3659F0}" destId="{9E210C18-E98B-4274-82F6-630144A60D24}" srcOrd="0" destOrd="0" parTransId="{1B84D441-B003-43DB-AB48-A523054D0DB0}" sibTransId="{B7E6E624-BDD9-42E8-84AA-781F66AE65E9}"/>
    <dgm:cxn modelId="{47EB4B80-1577-4920-85ED-BE863064BDF8}" srcId="{FF050574-C0B6-4692-8963-D2827E3659F0}" destId="{C61A88C7-3DB8-4351-9E70-517E364C6D1D}" srcOrd="2" destOrd="0" parTransId="{73957502-07CF-401C-BEF5-29E3A9362F4D}" sibTransId="{BB5693AB-3E99-4FA1-A703-9743A0EDA5D9}"/>
    <dgm:cxn modelId="{1993D085-15CC-4ED6-9B00-BDBD8E089121}" type="presOf" srcId="{DB7B4481-2FFC-47F0-9DFE-01FD4E996BD5}" destId="{4380D66E-D646-40E8-8BB6-C70DF6BD1AB3}" srcOrd="0" destOrd="4" presId="urn:microsoft.com/office/officeart/2005/8/layout/equation2"/>
    <dgm:cxn modelId="{EDDE4A8E-2256-4607-8AE3-8016A215F849}" type="presOf" srcId="{FF050574-C0B6-4692-8963-D2827E3659F0}" destId="{4380D66E-D646-40E8-8BB6-C70DF6BD1AB3}" srcOrd="0" destOrd="0" presId="urn:microsoft.com/office/officeart/2005/8/layout/equation2"/>
    <dgm:cxn modelId="{10330BC7-5A21-43AC-912B-7AF5229B1D08}" type="presOf" srcId="{C61A88C7-3DB8-4351-9E70-517E364C6D1D}" destId="{4380D66E-D646-40E8-8BB6-C70DF6BD1AB3}" srcOrd="0" destOrd="3" presId="urn:microsoft.com/office/officeart/2005/8/layout/equation2"/>
    <dgm:cxn modelId="{D3C1F6C8-FD11-4FF3-B152-C8DA04379D67}" srcId="{FF050574-C0B6-4692-8963-D2827E3659F0}" destId="{8D5246A1-F8C9-4546-B2B2-CF9BF03FE3EC}" srcOrd="6" destOrd="0" parTransId="{96D5D38D-AF6B-4B3B-8C1C-6095C25A3B43}" sibTransId="{D5F25597-5919-48BD-BCB3-8FDC2821EE61}"/>
    <dgm:cxn modelId="{E71ABAD8-391E-4410-8193-56D30F4BD5E6}" srcId="{FF050574-C0B6-4692-8963-D2827E3659F0}" destId="{AB157455-0D34-4338-BF09-0987932FEBA1}" srcOrd="7" destOrd="0" parTransId="{A5443471-E9FE-4C8C-A0B8-7CEA70DCC7E5}" sibTransId="{6981D69C-6E8E-44A1-A27D-5237829EE625}"/>
    <dgm:cxn modelId="{FEA249EA-3831-46F3-8A90-34D77ED97AF4}" srcId="{04815F4F-2854-452B-9F07-BFF91D7980CA}" destId="{FF050574-C0B6-4692-8963-D2827E3659F0}" srcOrd="0" destOrd="0" parTransId="{B7D0B2A0-5B76-42DB-A655-F6154352DC80}" sibTransId="{41F5EAEE-FCC6-4405-AA01-F79A733A201F}"/>
    <dgm:cxn modelId="{3448277B-50C1-4B13-879E-1C8962BFC0C1}" type="presParOf" srcId="{1A34816A-5133-4FA3-BBB5-B677E73C42EA}" destId="{362E247F-8DCE-4EEF-9AEB-914F9847B701}" srcOrd="0" destOrd="0" presId="urn:microsoft.com/office/officeart/2005/8/layout/equation2"/>
    <dgm:cxn modelId="{EBF98247-8A7E-4F60-915D-9DC8352F418B}" type="presParOf" srcId="{1A34816A-5133-4FA3-BBB5-B677E73C42EA}" destId="{4380D66E-D646-40E8-8BB6-C70DF6BD1AB3}" srcOrd="1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D2B43A-EDD5-47C5-915C-B49E015A29FF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CA669A3-D93A-49DF-9682-FFEACDC83E13}">
      <dgm:prSet/>
      <dgm:spPr/>
      <dgm:t>
        <a:bodyPr/>
        <a:lstStyle/>
        <a:p>
          <a:r>
            <a:rPr lang="en-US" b="1" u="sng" dirty="0"/>
            <a:t>Influence of Cultural Environment on International Business</a:t>
          </a:r>
          <a:endParaRPr lang="en-IN" b="1" u="sng" dirty="0"/>
        </a:p>
      </dgm:t>
    </dgm:pt>
    <dgm:pt modelId="{C877D870-A404-45A8-B11A-52A3DC19AAE4}" type="parTrans" cxnId="{9E696173-D372-43B4-9B0E-DA8CCE99DDFF}">
      <dgm:prSet/>
      <dgm:spPr/>
      <dgm:t>
        <a:bodyPr/>
        <a:lstStyle/>
        <a:p>
          <a:endParaRPr lang="en-IN"/>
        </a:p>
      </dgm:t>
    </dgm:pt>
    <dgm:pt modelId="{749082AE-FFCC-48BB-81BB-A38418D70143}" type="sibTrans" cxnId="{9E696173-D372-43B4-9B0E-DA8CCE99DDFF}">
      <dgm:prSet/>
      <dgm:spPr/>
      <dgm:t>
        <a:bodyPr/>
        <a:lstStyle/>
        <a:p>
          <a:endParaRPr lang="en-IN"/>
        </a:p>
      </dgm:t>
    </dgm:pt>
    <dgm:pt modelId="{03BC1BBB-0EF1-44CF-A145-F76E8EEF348F}">
      <dgm:prSet/>
      <dgm:spPr/>
      <dgm:t>
        <a:bodyPr/>
        <a:lstStyle/>
        <a:p>
          <a:r>
            <a:rPr lang="en-US"/>
            <a:t>Cultural Determines Goods and Services</a:t>
          </a:r>
          <a:endParaRPr lang="en-IN"/>
        </a:p>
      </dgm:t>
    </dgm:pt>
    <dgm:pt modelId="{3E3677EC-BB0A-48E0-9720-AB3615B8B9E4}" type="parTrans" cxnId="{F0145F32-D86C-467A-AB88-3FFD3C5ED75A}">
      <dgm:prSet/>
      <dgm:spPr/>
      <dgm:t>
        <a:bodyPr/>
        <a:lstStyle/>
        <a:p>
          <a:endParaRPr lang="en-IN"/>
        </a:p>
      </dgm:t>
    </dgm:pt>
    <dgm:pt modelId="{C9C1B71D-D970-4A81-B798-9E1372F27874}" type="sibTrans" cxnId="{F0145F32-D86C-467A-AB88-3FFD3C5ED75A}">
      <dgm:prSet/>
      <dgm:spPr/>
      <dgm:t>
        <a:bodyPr/>
        <a:lstStyle/>
        <a:p>
          <a:endParaRPr lang="en-IN"/>
        </a:p>
      </dgm:t>
    </dgm:pt>
    <dgm:pt modelId="{BD01511B-62B2-48B6-86AE-B4CE2C3299F4}">
      <dgm:prSet/>
      <dgm:spPr/>
      <dgm:t>
        <a:bodyPr/>
        <a:lstStyle/>
        <a:p>
          <a:r>
            <a:rPr lang="en-US"/>
            <a:t>Culture Determines Attitude to Work</a:t>
          </a:r>
          <a:endParaRPr lang="en-IN"/>
        </a:p>
      </dgm:t>
    </dgm:pt>
    <dgm:pt modelId="{F34F6584-5916-4FB4-86B5-5E3823675C12}" type="parTrans" cxnId="{EF802DB2-3937-43A6-A11D-91DA85901FE9}">
      <dgm:prSet/>
      <dgm:spPr/>
      <dgm:t>
        <a:bodyPr/>
        <a:lstStyle/>
        <a:p>
          <a:endParaRPr lang="en-IN"/>
        </a:p>
      </dgm:t>
    </dgm:pt>
    <dgm:pt modelId="{DD7F45B7-2707-4F20-98A5-5138A20B1241}" type="sibTrans" cxnId="{EF802DB2-3937-43A6-A11D-91DA85901FE9}">
      <dgm:prSet/>
      <dgm:spPr/>
      <dgm:t>
        <a:bodyPr/>
        <a:lstStyle/>
        <a:p>
          <a:endParaRPr lang="en-IN"/>
        </a:p>
      </dgm:t>
    </dgm:pt>
    <dgm:pt modelId="{F87ABB68-2193-4278-9D9C-7A423E34C191}">
      <dgm:prSet/>
      <dgm:spPr/>
      <dgm:t>
        <a:bodyPr/>
        <a:lstStyle/>
        <a:p>
          <a:r>
            <a:rPr lang="en-US"/>
            <a:t>Culture and Global Business</a:t>
          </a:r>
          <a:endParaRPr lang="en-IN"/>
        </a:p>
      </dgm:t>
    </dgm:pt>
    <dgm:pt modelId="{09657105-F985-447E-900D-A41CBECAA762}" type="parTrans" cxnId="{ED1E65E1-4737-4067-989B-61C298C92C94}">
      <dgm:prSet/>
      <dgm:spPr/>
      <dgm:t>
        <a:bodyPr/>
        <a:lstStyle/>
        <a:p>
          <a:endParaRPr lang="en-IN"/>
        </a:p>
      </dgm:t>
    </dgm:pt>
    <dgm:pt modelId="{A2C7A3B4-62E1-4365-8DB0-E47153848CF2}" type="sibTrans" cxnId="{ED1E65E1-4737-4067-989B-61C298C92C94}">
      <dgm:prSet/>
      <dgm:spPr/>
      <dgm:t>
        <a:bodyPr/>
        <a:lstStyle/>
        <a:p>
          <a:endParaRPr lang="en-IN"/>
        </a:p>
      </dgm:t>
    </dgm:pt>
    <dgm:pt modelId="{2782035C-812E-417E-9C43-7D66DFA4D8A5}">
      <dgm:prSet/>
      <dgm:spPr/>
      <dgm:t>
        <a:bodyPr/>
        <a:lstStyle/>
        <a:p>
          <a:r>
            <a:rPr lang="en-US"/>
            <a:t>Culture and Competitive Advantage</a:t>
          </a:r>
          <a:endParaRPr lang="en-IN"/>
        </a:p>
      </dgm:t>
    </dgm:pt>
    <dgm:pt modelId="{B48BC9B6-5CD1-4A6A-9B1F-4D2B08DEF6AE}" type="parTrans" cxnId="{79CF9B19-0982-4058-BF9B-24B4AC6C8A7B}">
      <dgm:prSet/>
      <dgm:spPr/>
      <dgm:t>
        <a:bodyPr/>
        <a:lstStyle/>
        <a:p>
          <a:endParaRPr lang="en-IN"/>
        </a:p>
      </dgm:t>
    </dgm:pt>
    <dgm:pt modelId="{C3D92FFC-C993-4632-9F2F-F18E4E912FEB}" type="sibTrans" cxnId="{79CF9B19-0982-4058-BF9B-24B4AC6C8A7B}">
      <dgm:prSet/>
      <dgm:spPr/>
      <dgm:t>
        <a:bodyPr/>
        <a:lstStyle/>
        <a:p>
          <a:endParaRPr lang="en-IN"/>
        </a:p>
      </dgm:t>
    </dgm:pt>
    <dgm:pt modelId="{07F30082-C6FE-4F90-86DB-FA56F5C4B7A8}">
      <dgm:prSet/>
      <dgm:spPr/>
      <dgm:t>
        <a:bodyPr/>
        <a:lstStyle/>
        <a:p>
          <a:r>
            <a:rPr lang="en-US"/>
            <a:t>Culture and Strategy</a:t>
          </a:r>
          <a:endParaRPr lang="en-IN"/>
        </a:p>
      </dgm:t>
    </dgm:pt>
    <dgm:pt modelId="{F2636535-233D-4DF0-A857-AAB79C199DDF}" type="parTrans" cxnId="{1D98FE07-B4C4-411E-B3F6-D469D50783BC}">
      <dgm:prSet/>
      <dgm:spPr/>
      <dgm:t>
        <a:bodyPr/>
        <a:lstStyle/>
        <a:p>
          <a:endParaRPr lang="en-IN"/>
        </a:p>
      </dgm:t>
    </dgm:pt>
    <dgm:pt modelId="{CF1DC3D6-223A-4631-B063-08526E9083FF}" type="sibTrans" cxnId="{1D98FE07-B4C4-411E-B3F6-D469D50783BC}">
      <dgm:prSet/>
      <dgm:spPr/>
      <dgm:t>
        <a:bodyPr/>
        <a:lstStyle/>
        <a:p>
          <a:endParaRPr lang="en-IN"/>
        </a:p>
      </dgm:t>
    </dgm:pt>
    <dgm:pt modelId="{E3D4590B-F8AA-4786-B48C-6D07259DDD47}" type="pres">
      <dgm:prSet presAssocID="{EAD2B43A-EDD5-47C5-915C-B49E015A29FF}" presName="theList" presStyleCnt="0">
        <dgm:presLayoutVars>
          <dgm:dir/>
          <dgm:animLvl val="lvl"/>
          <dgm:resizeHandles val="exact"/>
        </dgm:presLayoutVars>
      </dgm:prSet>
      <dgm:spPr/>
    </dgm:pt>
    <dgm:pt modelId="{FE98F4A9-0B58-4152-99D7-6D5D7828BEAE}" type="pres">
      <dgm:prSet presAssocID="{7CA669A3-D93A-49DF-9682-FFEACDC83E13}" presName="compNode" presStyleCnt="0"/>
      <dgm:spPr/>
    </dgm:pt>
    <dgm:pt modelId="{3E659C2A-C7C4-4889-80AA-5882E806F593}" type="pres">
      <dgm:prSet presAssocID="{7CA669A3-D93A-49DF-9682-FFEACDC83E13}" presName="noGeometry" presStyleCnt="0"/>
      <dgm:spPr/>
    </dgm:pt>
    <dgm:pt modelId="{626E2972-D409-4E2F-A2BF-3FEC331E5A54}" type="pres">
      <dgm:prSet presAssocID="{7CA669A3-D93A-49DF-9682-FFEACDC83E13}" presName="childTextVisible" presStyleLbl="bgAccFollowNode1" presStyleIdx="0" presStyleCnt="1">
        <dgm:presLayoutVars>
          <dgm:bulletEnabled val="1"/>
        </dgm:presLayoutVars>
      </dgm:prSet>
      <dgm:spPr/>
    </dgm:pt>
    <dgm:pt modelId="{506E17D4-BA77-4323-A649-DAB2409E0F9F}" type="pres">
      <dgm:prSet presAssocID="{7CA669A3-D93A-49DF-9682-FFEACDC83E13}" presName="childTextHidden" presStyleLbl="bgAccFollowNode1" presStyleIdx="0" presStyleCnt="1"/>
      <dgm:spPr/>
    </dgm:pt>
    <dgm:pt modelId="{5383A6B4-519B-4A28-91CC-235BBC8A66D3}" type="pres">
      <dgm:prSet presAssocID="{7CA669A3-D93A-49DF-9682-FFEACDC83E13}" presName="parentText" presStyleLbl="node1" presStyleIdx="0" presStyleCnt="1">
        <dgm:presLayoutVars>
          <dgm:chMax val="1"/>
          <dgm:bulletEnabled val="1"/>
        </dgm:presLayoutVars>
      </dgm:prSet>
      <dgm:spPr/>
    </dgm:pt>
  </dgm:ptLst>
  <dgm:cxnLst>
    <dgm:cxn modelId="{1D98FE07-B4C4-411E-B3F6-D469D50783BC}" srcId="{7CA669A3-D93A-49DF-9682-FFEACDC83E13}" destId="{07F30082-C6FE-4F90-86DB-FA56F5C4B7A8}" srcOrd="4" destOrd="0" parTransId="{F2636535-233D-4DF0-A857-AAB79C199DDF}" sibTransId="{CF1DC3D6-223A-4631-B063-08526E9083FF}"/>
    <dgm:cxn modelId="{406A5F09-8384-4CBC-9561-04C69576570C}" type="presOf" srcId="{2782035C-812E-417E-9C43-7D66DFA4D8A5}" destId="{626E2972-D409-4E2F-A2BF-3FEC331E5A54}" srcOrd="0" destOrd="3" presId="urn:microsoft.com/office/officeart/2005/8/layout/hProcess6"/>
    <dgm:cxn modelId="{34E61E0C-D22E-4E17-821F-99104EB36FA7}" type="presOf" srcId="{EAD2B43A-EDD5-47C5-915C-B49E015A29FF}" destId="{E3D4590B-F8AA-4786-B48C-6D07259DDD47}" srcOrd="0" destOrd="0" presId="urn:microsoft.com/office/officeart/2005/8/layout/hProcess6"/>
    <dgm:cxn modelId="{79CF9B19-0982-4058-BF9B-24B4AC6C8A7B}" srcId="{7CA669A3-D93A-49DF-9682-FFEACDC83E13}" destId="{2782035C-812E-417E-9C43-7D66DFA4D8A5}" srcOrd="3" destOrd="0" parTransId="{B48BC9B6-5CD1-4A6A-9B1F-4D2B08DEF6AE}" sibTransId="{C3D92FFC-C993-4632-9F2F-F18E4E912FEB}"/>
    <dgm:cxn modelId="{4FC9BC29-6F59-4131-AA85-D6C4759A40DC}" type="presOf" srcId="{7CA669A3-D93A-49DF-9682-FFEACDC83E13}" destId="{5383A6B4-519B-4A28-91CC-235BBC8A66D3}" srcOrd="0" destOrd="0" presId="urn:microsoft.com/office/officeart/2005/8/layout/hProcess6"/>
    <dgm:cxn modelId="{F0145F32-D86C-467A-AB88-3FFD3C5ED75A}" srcId="{7CA669A3-D93A-49DF-9682-FFEACDC83E13}" destId="{03BC1BBB-0EF1-44CF-A145-F76E8EEF348F}" srcOrd="0" destOrd="0" parTransId="{3E3677EC-BB0A-48E0-9720-AB3615B8B9E4}" sibTransId="{C9C1B71D-D970-4A81-B798-9E1372F27874}"/>
    <dgm:cxn modelId="{7ABD936E-C629-43BA-9159-1474AF9F41FF}" type="presOf" srcId="{F87ABB68-2193-4278-9D9C-7A423E34C191}" destId="{626E2972-D409-4E2F-A2BF-3FEC331E5A54}" srcOrd="0" destOrd="2" presId="urn:microsoft.com/office/officeart/2005/8/layout/hProcess6"/>
    <dgm:cxn modelId="{02017271-C38F-4CCD-A55F-0D57CE5ED0BF}" type="presOf" srcId="{03BC1BBB-0EF1-44CF-A145-F76E8EEF348F}" destId="{626E2972-D409-4E2F-A2BF-3FEC331E5A54}" srcOrd="0" destOrd="0" presId="urn:microsoft.com/office/officeart/2005/8/layout/hProcess6"/>
    <dgm:cxn modelId="{9E696173-D372-43B4-9B0E-DA8CCE99DDFF}" srcId="{EAD2B43A-EDD5-47C5-915C-B49E015A29FF}" destId="{7CA669A3-D93A-49DF-9682-FFEACDC83E13}" srcOrd="0" destOrd="0" parTransId="{C877D870-A404-45A8-B11A-52A3DC19AAE4}" sibTransId="{749082AE-FFCC-48BB-81BB-A38418D70143}"/>
    <dgm:cxn modelId="{82FEFD76-613F-45B8-978D-80DCCE5C203D}" type="presOf" srcId="{07F30082-C6FE-4F90-86DB-FA56F5C4B7A8}" destId="{506E17D4-BA77-4323-A649-DAB2409E0F9F}" srcOrd="1" destOrd="4" presId="urn:microsoft.com/office/officeart/2005/8/layout/hProcess6"/>
    <dgm:cxn modelId="{E9E6CD8E-2F4A-42DB-AA68-5A8C3C8AD1B2}" type="presOf" srcId="{2782035C-812E-417E-9C43-7D66DFA4D8A5}" destId="{506E17D4-BA77-4323-A649-DAB2409E0F9F}" srcOrd="1" destOrd="3" presId="urn:microsoft.com/office/officeart/2005/8/layout/hProcess6"/>
    <dgm:cxn modelId="{F7CBC998-0748-4133-B80D-755F94D5D39F}" type="presOf" srcId="{F87ABB68-2193-4278-9D9C-7A423E34C191}" destId="{506E17D4-BA77-4323-A649-DAB2409E0F9F}" srcOrd="1" destOrd="2" presId="urn:microsoft.com/office/officeart/2005/8/layout/hProcess6"/>
    <dgm:cxn modelId="{EF802DB2-3937-43A6-A11D-91DA85901FE9}" srcId="{7CA669A3-D93A-49DF-9682-FFEACDC83E13}" destId="{BD01511B-62B2-48B6-86AE-B4CE2C3299F4}" srcOrd="1" destOrd="0" parTransId="{F34F6584-5916-4FB4-86B5-5E3823675C12}" sibTransId="{DD7F45B7-2707-4F20-98A5-5138A20B1241}"/>
    <dgm:cxn modelId="{3100F6B7-0457-40BA-919C-A6924A475371}" type="presOf" srcId="{BD01511B-62B2-48B6-86AE-B4CE2C3299F4}" destId="{506E17D4-BA77-4323-A649-DAB2409E0F9F}" srcOrd="1" destOrd="1" presId="urn:microsoft.com/office/officeart/2005/8/layout/hProcess6"/>
    <dgm:cxn modelId="{F5A8DEDC-1227-4AEE-9BE8-BE3236E7CAC5}" type="presOf" srcId="{03BC1BBB-0EF1-44CF-A145-F76E8EEF348F}" destId="{506E17D4-BA77-4323-A649-DAB2409E0F9F}" srcOrd="1" destOrd="0" presId="urn:microsoft.com/office/officeart/2005/8/layout/hProcess6"/>
    <dgm:cxn modelId="{11B8C7E0-3F99-476F-A48E-C70FE4403F59}" type="presOf" srcId="{07F30082-C6FE-4F90-86DB-FA56F5C4B7A8}" destId="{626E2972-D409-4E2F-A2BF-3FEC331E5A54}" srcOrd="0" destOrd="4" presId="urn:microsoft.com/office/officeart/2005/8/layout/hProcess6"/>
    <dgm:cxn modelId="{ED1E65E1-4737-4067-989B-61C298C92C94}" srcId="{7CA669A3-D93A-49DF-9682-FFEACDC83E13}" destId="{F87ABB68-2193-4278-9D9C-7A423E34C191}" srcOrd="2" destOrd="0" parTransId="{09657105-F985-447E-900D-A41CBECAA762}" sibTransId="{A2C7A3B4-62E1-4365-8DB0-E47153848CF2}"/>
    <dgm:cxn modelId="{2B3C91E9-CBCB-4FE8-A81E-E0BB71B4F784}" type="presOf" srcId="{BD01511B-62B2-48B6-86AE-B4CE2C3299F4}" destId="{626E2972-D409-4E2F-A2BF-3FEC331E5A54}" srcOrd="0" destOrd="1" presId="urn:microsoft.com/office/officeart/2005/8/layout/hProcess6"/>
    <dgm:cxn modelId="{7D93EEF3-A688-42C7-9690-4DD8B12BCA7E}" type="presParOf" srcId="{E3D4590B-F8AA-4786-B48C-6D07259DDD47}" destId="{FE98F4A9-0B58-4152-99D7-6D5D7828BEAE}" srcOrd="0" destOrd="0" presId="urn:microsoft.com/office/officeart/2005/8/layout/hProcess6"/>
    <dgm:cxn modelId="{61436BA7-71D0-4482-92B6-D6675C8A3DB9}" type="presParOf" srcId="{FE98F4A9-0B58-4152-99D7-6D5D7828BEAE}" destId="{3E659C2A-C7C4-4889-80AA-5882E806F593}" srcOrd="0" destOrd="0" presId="urn:microsoft.com/office/officeart/2005/8/layout/hProcess6"/>
    <dgm:cxn modelId="{6F5617E3-7129-4A6B-AF98-54DCF3823A27}" type="presParOf" srcId="{FE98F4A9-0B58-4152-99D7-6D5D7828BEAE}" destId="{626E2972-D409-4E2F-A2BF-3FEC331E5A54}" srcOrd="1" destOrd="0" presId="urn:microsoft.com/office/officeart/2005/8/layout/hProcess6"/>
    <dgm:cxn modelId="{EBD634DB-2AFE-49A2-A059-27E694F0FAE5}" type="presParOf" srcId="{FE98F4A9-0B58-4152-99D7-6D5D7828BEAE}" destId="{506E17D4-BA77-4323-A649-DAB2409E0F9F}" srcOrd="2" destOrd="0" presId="urn:microsoft.com/office/officeart/2005/8/layout/hProcess6"/>
    <dgm:cxn modelId="{8E81E62A-E944-4713-A467-16115F7AFA8E}" type="presParOf" srcId="{FE98F4A9-0B58-4152-99D7-6D5D7828BEAE}" destId="{5383A6B4-519B-4A28-91CC-235BBC8A66D3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97E59-E8E6-4C86-851F-819CD7BD1207}">
      <dsp:nvSpPr>
        <dsp:cNvPr id="0" name=""/>
        <dsp:cNvSpPr/>
      </dsp:nvSpPr>
      <dsp:spPr>
        <a:xfrm>
          <a:off x="1232557" y="0"/>
          <a:ext cx="4937760" cy="4937760"/>
        </a:xfrm>
        <a:prstGeom prst="triangl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52169-2C20-444B-AF21-C500A73EC738}">
      <dsp:nvSpPr>
        <dsp:cNvPr id="0" name=""/>
        <dsp:cNvSpPr/>
      </dsp:nvSpPr>
      <dsp:spPr>
        <a:xfrm>
          <a:off x="3701437" y="494258"/>
          <a:ext cx="3209544" cy="8776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Dependency of Industry on Import and Export</a:t>
          </a:r>
          <a:endParaRPr lang="en-IN" sz="1700" kern="1200"/>
        </a:p>
      </dsp:txBody>
      <dsp:txXfrm>
        <a:off x="3744278" y="537099"/>
        <a:ext cx="3123862" cy="791927"/>
      </dsp:txXfrm>
    </dsp:sp>
    <dsp:sp modelId="{6BA40CF6-BCA5-45D9-9E1E-1C8268E0855B}">
      <dsp:nvSpPr>
        <dsp:cNvPr id="0" name=""/>
        <dsp:cNvSpPr/>
      </dsp:nvSpPr>
      <dsp:spPr>
        <a:xfrm>
          <a:off x="3701437" y="1481569"/>
          <a:ext cx="3209544" cy="8776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Spread Effects of the International Development</a:t>
          </a:r>
          <a:endParaRPr lang="en-IN" sz="1700" kern="1200"/>
        </a:p>
      </dsp:txBody>
      <dsp:txXfrm>
        <a:off x="3744278" y="1524410"/>
        <a:ext cx="3123862" cy="791927"/>
      </dsp:txXfrm>
    </dsp:sp>
    <dsp:sp modelId="{C22C708B-6F46-4A5F-BA64-83C7AA9E6A32}">
      <dsp:nvSpPr>
        <dsp:cNvPr id="0" name=""/>
        <dsp:cNvSpPr/>
      </dsp:nvSpPr>
      <dsp:spPr>
        <a:xfrm>
          <a:off x="3701437" y="2468880"/>
          <a:ext cx="3209544" cy="8776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Increasing Complexities of Business Environment</a:t>
          </a:r>
          <a:endParaRPr lang="en-IN" sz="1700" kern="1200"/>
        </a:p>
      </dsp:txBody>
      <dsp:txXfrm>
        <a:off x="3744278" y="2511721"/>
        <a:ext cx="3123862" cy="791927"/>
      </dsp:txXfrm>
    </dsp:sp>
    <dsp:sp modelId="{CDBF7C5C-D55C-4653-B2CB-F20C7B4E826F}">
      <dsp:nvSpPr>
        <dsp:cNvPr id="0" name=""/>
        <dsp:cNvSpPr/>
      </dsp:nvSpPr>
      <dsp:spPr>
        <a:xfrm>
          <a:off x="3701437" y="3456190"/>
          <a:ext cx="3209544" cy="8776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Anticipate and Withstand Changes of the Business World</a:t>
          </a:r>
          <a:endParaRPr lang="en-IN" sz="1700" kern="1200"/>
        </a:p>
      </dsp:txBody>
      <dsp:txXfrm>
        <a:off x="3744278" y="3499031"/>
        <a:ext cx="3123862" cy="7919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29E8C-920A-47B3-A4C7-A2FE0B2C9ADF}">
      <dsp:nvSpPr>
        <dsp:cNvPr id="0" name=""/>
        <dsp:cNvSpPr/>
      </dsp:nvSpPr>
      <dsp:spPr>
        <a:xfrm>
          <a:off x="-226577" y="0"/>
          <a:ext cx="4658061" cy="465806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9E6D3-CD0F-4D9A-9FC4-F3D99D798637}">
      <dsp:nvSpPr>
        <dsp:cNvPr id="0" name=""/>
        <dsp:cNvSpPr/>
      </dsp:nvSpPr>
      <dsp:spPr>
        <a:xfrm>
          <a:off x="1649298" y="0"/>
          <a:ext cx="7151122" cy="465806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u="sng" kern="1200" dirty="0"/>
            <a:t>Influence of Political Environment on International Business</a:t>
          </a:r>
          <a:endParaRPr lang="en-IN" sz="3800" kern="1200" dirty="0"/>
        </a:p>
      </dsp:txBody>
      <dsp:txXfrm>
        <a:off x="1649298" y="0"/>
        <a:ext cx="3575561" cy="4658061"/>
      </dsp:txXfrm>
    </dsp:sp>
    <dsp:sp modelId="{C05E1083-0D39-48E7-804F-FFB9C2C7FD96}">
      <dsp:nvSpPr>
        <dsp:cNvPr id="0" name=""/>
        <dsp:cNvSpPr/>
      </dsp:nvSpPr>
      <dsp:spPr>
        <a:xfrm>
          <a:off x="5224860" y="0"/>
          <a:ext cx="3122406" cy="4658061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cene3d>
          <a:camera prst="orthographicFront"/>
          <a:lightRig rig="chilly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Political Ideology of the Government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Political Stability in the Country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Government Relations with other Countries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Defense and Military Policy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Thinking of Opposition Parties towards Business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Policies towards International Marketing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Government Control and Restrictions</a:t>
          </a:r>
          <a:endParaRPr lang="en-IN" sz="1900" kern="1200"/>
        </a:p>
      </dsp:txBody>
      <dsp:txXfrm>
        <a:off x="5224860" y="0"/>
        <a:ext cx="3122406" cy="46580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1133A1-C2AF-436A-80FC-A94385502984}">
      <dsp:nvSpPr>
        <dsp:cNvPr id="0" name=""/>
        <dsp:cNvSpPr/>
      </dsp:nvSpPr>
      <dsp:spPr>
        <a:xfrm>
          <a:off x="0" y="6010"/>
          <a:ext cx="8595360" cy="13117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Influence of Economic Environment on International Business</a:t>
          </a:r>
          <a:endParaRPr lang="en-IN" sz="3500" kern="1200"/>
        </a:p>
      </dsp:txBody>
      <dsp:txXfrm>
        <a:off x="0" y="6010"/>
        <a:ext cx="8595360" cy="1311768"/>
      </dsp:txXfrm>
    </dsp:sp>
    <dsp:sp modelId="{AD299618-72EF-4246-B213-39602FF35F62}">
      <dsp:nvSpPr>
        <dsp:cNvPr id="0" name=""/>
        <dsp:cNvSpPr/>
      </dsp:nvSpPr>
      <dsp:spPr>
        <a:xfrm>
          <a:off x="0" y="1317778"/>
          <a:ext cx="8595360" cy="21616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248920" bIns="280035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/>
            <a:t>Changing Income</a:t>
          </a:r>
          <a:endParaRPr lang="en-IN" sz="3500" kern="120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/>
            <a:t>Changing Consumer Spending Patterns</a:t>
          </a:r>
          <a:endParaRPr lang="en-IN" sz="3500" kern="120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/>
            <a:t>Changing Economic Conditions</a:t>
          </a:r>
          <a:endParaRPr lang="en-IN" sz="3500" kern="1200"/>
        </a:p>
      </dsp:txBody>
      <dsp:txXfrm>
        <a:off x="0" y="1317778"/>
        <a:ext cx="8595360" cy="21616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F2D4F-B742-4AC3-88BF-82DF74781ED3}">
      <dsp:nvSpPr>
        <dsp:cNvPr id="0" name=""/>
        <dsp:cNvSpPr/>
      </dsp:nvSpPr>
      <dsp:spPr>
        <a:xfrm>
          <a:off x="510570" y="603"/>
          <a:ext cx="2171057" cy="542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Features of Technological Environment</a:t>
          </a:r>
          <a:endParaRPr lang="en-IN" sz="1400" kern="1200" dirty="0"/>
        </a:p>
      </dsp:txBody>
      <dsp:txXfrm>
        <a:off x="526467" y="16500"/>
        <a:ext cx="2139263" cy="510970"/>
      </dsp:txXfrm>
    </dsp:sp>
    <dsp:sp modelId="{9D70164C-8796-474C-8656-56C3238DA4AC}">
      <dsp:nvSpPr>
        <dsp:cNvPr id="0" name=""/>
        <dsp:cNvSpPr/>
      </dsp:nvSpPr>
      <dsp:spPr>
        <a:xfrm rot="5400000">
          <a:off x="1548607" y="590859"/>
          <a:ext cx="94983" cy="9498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E9FC082-A979-40B5-8759-1283781144CD}">
      <dsp:nvSpPr>
        <dsp:cNvPr id="0" name=""/>
        <dsp:cNvSpPr/>
      </dsp:nvSpPr>
      <dsp:spPr>
        <a:xfrm>
          <a:off x="510570" y="733334"/>
          <a:ext cx="2171057" cy="54276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Constituent of Macro Environment</a:t>
          </a:r>
          <a:endParaRPr lang="en-IN" sz="1600" kern="1200"/>
        </a:p>
      </dsp:txBody>
      <dsp:txXfrm>
        <a:off x="526467" y="749231"/>
        <a:ext cx="2139263" cy="510970"/>
      </dsp:txXfrm>
    </dsp:sp>
    <dsp:sp modelId="{1B50AC34-A5C9-4354-AE0A-E45D757682C6}">
      <dsp:nvSpPr>
        <dsp:cNvPr id="0" name=""/>
        <dsp:cNvSpPr/>
      </dsp:nvSpPr>
      <dsp:spPr>
        <a:xfrm rot="5400000">
          <a:off x="1548607" y="1323590"/>
          <a:ext cx="94983" cy="9498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AA28C63-17AA-4FCC-B40E-3C789B1FC6FB}">
      <dsp:nvSpPr>
        <dsp:cNvPr id="0" name=""/>
        <dsp:cNvSpPr/>
      </dsp:nvSpPr>
      <dsp:spPr>
        <a:xfrm>
          <a:off x="510570" y="1466066"/>
          <a:ext cx="2171057" cy="54276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Far Reaching Effects</a:t>
          </a:r>
          <a:endParaRPr lang="en-IN" sz="1600" kern="1200"/>
        </a:p>
      </dsp:txBody>
      <dsp:txXfrm>
        <a:off x="526467" y="1481963"/>
        <a:ext cx="2139263" cy="510970"/>
      </dsp:txXfrm>
    </dsp:sp>
    <dsp:sp modelId="{DC11D2CA-1CF5-4C9E-8594-DC670E8870B9}">
      <dsp:nvSpPr>
        <dsp:cNvPr id="0" name=""/>
        <dsp:cNvSpPr/>
      </dsp:nvSpPr>
      <dsp:spPr>
        <a:xfrm rot="5400000">
          <a:off x="1548607" y="2056322"/>
          <a:ext cx="94983" cy="9498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883D1F-A62A-4803-A03A-02833FA3FEB7}">
      <dsp:nvSpPr>
        <dsp:cNvPr id="0" name=""/>
        <dsp:cNvSpPr/>
      </dsp:nvSpPr>
      <dsp:spPr>
        <a:xfrm>
          <a:off x="510570" y="2198798"/>
          <a:ext cx="2171057" cy="54276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Different from Science</a:t>
          </a:r>
          <a:endParaRPr lang="en-IN" sz="1600" kern="1200"/>
        </a:p>
      </dsp:txBody>
      <dsp:txXfrm>
        <a:off x="526467" y="2214695"/>
        <a:ext cx="2139263" cy="510970"/>
      </dsp:txXfrm>
    </dsp:sp>
    <dsp:sp modelId="{F3097629-BD54-45B5-9FAA-FE49C34650D4}">
      <dsp:nvSpPr>
        <dsp:cNvPr id="0" name=""/>
        <dsp:cNvSpPr/>
      </dsp:nvSpPr>
      <dsp:spPr>
        <a:xfrm rot="5400000">
          <a:off x="1548607" y="2789054"/>
          <a:ext cx="94983" cy="9498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1D0C5C-48D2-495C-A34D-18E6A3800F6C}">
      <dsp:nvSpPr>
        <dsp:cNvPr id="0" name=""/>
        <dsp:cNvSpPr/>
      </dsp:nvSpPr>
      <dsp:spPr>
        <a:xfrm>
          <a:off x="510570" y="2931530"/>
          <a:ext cx="2171057" cy="54276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Change</a:t>
          </a:r>
          <a:endParaRPr lang="en-IN" sz="1600" kern="1200"/>
        </a:p>
      </dsp:txBody>
      <dsp:txXfrm>
        <a:off x="526467" y="2947427"/>
        <a:ext cx="2139263" cy="510970"/>
      </dsp:txXfrm>
    </dsp:sp>
    <dsp:sp modelId="{41704689-3501-48AD-8713-97F6E0883A3C}">
      <dsp:nvSpPr>
        <dsp:cNvPr id="0" name=""/>
        <dsp:cNvSpPr/>
      </dsp:nvSpPr>
      <dsp:spPr>
        <a:xfrm rot="5400000">
          <a:off x="1548607" y="3521786"/>
          <a:ext cx="94983" cy="9498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502B7D-EBC5-4AB8-B298-AC9768ED56BC}">
      <dsp:nvSpPr>
        <dsp:cNvPr id="0" name=""/>
        <dsp:cNvSpPr/>
      </dsp:nvSpPr>
      <dsp:spPr>
        <a:xfrm>
          <a:off x="510570" y="3664261"/>
          <a:ext cx="2171057" cy="54276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Prevalent</a:t>
          </a:r>
          <a:endParaRPr lang="en-IN" sz="1600" kern="1200"/>
        </a:p>
      </dsp:txBody>
      <dsp:txXfrm>
        <a:off x="526467" y="3680158"/>
        <a:ext cx="2139263" cy="510970"/>
      </dsp:txXfrm>
    </dsp:sp>
    <dsp:sp modelId="{01CFF85B-DD16-415B-80AF-E4774186B39F}">
      <dsp:nvSpPr>
        <dsp:cNvPr id="0" name=""/>
        <dsp:cNvSpPr/>
      </dsp:nvSpPr>
      <dsp:spPr>
        <a:xfrm rot="5400000">
          <a:off x="1548607" y="4254518"/>
          <a:ext cx="94983" cy="9498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A178818-341C-4083-995B-E09DC5BC2F8F}">
      <dsp:nvSpPr>
        <dsp:cNvPr id="0" name=""/>
        <dsp:cNvSpPr/>
      </dsp:nvSpPr>
      <dsp:spPr>
        <a:xfrm>
          <a:off x="510570" y="4396993"/>
          <a:ext cx="2171057" cy="54276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Self-Reinforcing</a:t>
          </a:r>
          <a:endParaRPr lang="en-IN" sz="1600" kern="1200"/>
        </a:p>
      </dsp:txBody>
      <dsp:txXfrm>
        <a:off x="526467" y="4412890"/>
        <a:ext cx="2139263" cy="5109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51D7D-62F3-4A78-89AC-028C5F89A953}">
      <dsp:nvSpPr>
        <dsp:cNvPr id="0" name=""/>
        <dsp:cNvSpPr/>
      </dsp:nvSpPr>
      <dsp:spPr>
        <a:xfrm>
          <a:off x="689628" y="205"/>
          <a:ext cx="2961099" cy="7402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Influence of Technological Environment on International Business</a:t>
          </a:r>
          <a:endParaRPr lang="en-IN" sz="1500" kern="1200" dirty="0"/>
        </a:p>
      </dsp:txBody>
      <dsp:txXfrm>
        <a:off x="711310" y="21887"/>
        <a:ext cx="2917735" cy="696910"/>
      </dsp:txXfrm>
    </dsp:sp>
    <dsp:sp modelId="{3C85EADD-1CC6-4632-94F6-9F607B9402E5}">
      <dsp:nvSpPr>
        <dsp:cNvPr id="0" name=""/>
        <dsp:cNvSpPr/>
      </dsp:nvSpPr>
      <dsp:spPr>
        <a:xfrm rot="5400000">
          <a:off x="2105403" y="805254"/>
          <a:ext cx="129548" cy="129548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95FD3-0041-4D4F-A64A-DCE7FECDB757}">
      <dsp:nvSpPr>
        <dsp:cNvPr id="0" name=""/>
        <dsp:cNvSpPr/>
      </dsp:nvSpPr>
      <dsp:spPr>
        <a:xfrm>
          <a:off x="689628" y="999576"/>
          <a:ext cx="2961099" cy="74027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Influence of Technology on Society</a:t>
          </a:r>
          <a:endParaRPr lang="en-IN" sz="2200" kern="1200"/>
        </a:p>
      </dsp:txBody>
      <dsp:txXfrm>
        <a:off x="711310" y="1021258"/>
        <a:ext cx="2917735" cy="696910"/>
      </dsp:txXfrm>
    </dsp:sp>
    <dsp:sp modelId="{C1E3F0A3-2DD9-4427-A845-A6FF5BB348D6}">
      <dsp:nvSpPr>
        <dsp:cNvPr id="0" name=""/>
        <dsp:cNvSpPr/>
      </dsp:nvSpPr>
      <dsp:spPr>
        <a:xfrm rot="5400000">
          <a:off x="2105403" y="1804625"/>
          <a:ext cx="129548" cy="129548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5839FE-AE33-482B-A678-94E3FE9FA082}">
      <dsp:nvSpPr>
        <dsp:cNvPr id="0" name=""/>
        <dsp:cNvSpPr/>
      </dsp:nvSpPr>
      <dsp:spPr>
        <a:xfrm>
          <a:off x="689628" y="1998947"/>
          <a:ext cx="2961099" cy="74027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Economic Effects of Technology</a:t>
          </a:r>
          <a:endParaRPr lang="en-IN" sz="2200" kern="1200" dirty="0"/>
        </a:p>
      </dsp:txBody>
      <dsp:txXfrm>
        <a:off x="711310" y="2020629"/>
        <a:ext cx="2917735" cy="696910"/>
      </dsp:txXfrm>
    </dsp:sp>
    <dsp:sp modelId="{A48C315F-E94B-48AF-A37C-58BA170A5FDB}">
      <dsp:nvSpPr>
        <dsp:cNvPr id="0" name=""/>
        <dsp:cNvSpPr/>
      </dsp:nvSpPr>
      <dsp:spPr>
        <a:xfrm rot="5400000">
          <a:off x="2105403" y="2803996"/>
          <a:ext cx="129548" cy="129548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2A2BF-8BF5-48DD-8F0F-D9CD99E8F428}">
      <dsp:nvSpPr>
        <dsp:cNvPr id="0" name=""/>
        <dsp:cNvSpPr/>
      </dsp:nvSpPr>
      <dsp:spPr>
        <a:xfrm>
          <a:off x="689628" y="2998318"/>
          <a:ext cx="2961099" cy="74027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Technology and Root Level Alterations</a:t>
          </a:r>
          <a:endParaRPr lang="en-IN" sz="2200" kern="1200"/>
        </a:p>
      </dsp:txBody>
      <dsp:txXfrm>
        <a:off x="711310" y="3020000"/>
        <a:ext cx="2917735" cy="6969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0D66E-D646-40E8-8BB6-C70DF6BD1AB3}">
      <dsp:nvSpPr>
        <dsp:cNvPr id="0" name=""/>
        <dsp:cNvSpPr/>
      </dsp:nvSpPr>
      <dsp:spPr>
        <a:xfrm>
          <a:off x="2108866" y="367"/>
          <a:ext cx="5130662" cy="51306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u="sng" kern="1200" dirty="0"/>
            <a:t>Importance of Socio-Cultural Environment in International Business</a:t>
          </a:r>
          <a:endParaRPr lang="en-IN" sz="2300" b="1" u="sng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National Taste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Language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Values and Beliefs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Demography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Literacy Rate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Female Workforce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Double Income Families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Impulse Buying</a:t>
          </a:r>
          <a:endParaRPr lang="en-IN" sz="1800" kern="1200"/>
        </a:p>
      </dsp:txBody>
      <dsp:txXfrm>
        <a:off x="2860234" y="751735"/>
        <a:ext cx="3627926" cy="36279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6E2972-D409-4E2F-A2BF-3FEC331E5A54}">
      <dsp:nvSpPr>
        <dsp:cNvPr id="0" name=""/>
        <dsp:cNvSpPr/>
      </dsp:nvSpPr>
      <dsp:spPr>
        <a:xfrm>
          <a:off x="2353372" y="0"/>
          <a:ext cx="5821092" cy="508836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26670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Cultural Determines Goods and Services</a:t>
          </a:r>
          <a:endParaRPr lang="en-IN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Culture Determines Attitude to Work</a:t>
          </a:r>
          <a:endParaRPr lang="en-IN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Culture and Global Business</a:t>
          </a:r>
          <a:endParaRPr lang="en-IN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Culture and Competitive Advantage</a:t>
          </a:r>
          <a:endParaRPr lang="en-IN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Culture and Strategy</a:t>
          </a:r>
          <a:endParaRPr lang="en-IN" sz="2100" kern="1200"/>
        </a:p>
      </dsp:txBody>
      <dsp:txXfrm>
        <a:off x="3808645" y="763255"/>
        <a:ext cx="2837782" cy="3561858"/>
      </dsp:txXfrm>
    </dsp:sp>
    <dsp:sp modelId="{5383A6B4-519B-4A28-91CC-235BBC8A66D3}">
      <dsp:nvSpPr>
        <dsp:cNvPr id="0" name=""/>
        <dsp:cNvSpPr/>
      </dsp:nvSpPr>
      <dsp:spPr>
        <a:xfrm>
          <a:off x="898098" y="1088910"/>
          <a:ext cx="2910546" cy="291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u="sng" kern="1200" dirty="0"/>
            <a:t>Influence of Cultural Environment on International Business</a:t>
          </a:r>
          <a:endParaRPr lang="en-IN" sz="2400" b="1" u="sng" kern="1200" dirty="0"/>
        </a:p>
      </dsp:txBody>
      <dsp:txXfrm>
        <a:off x="1324338" y="1515150"/>
        <a:ext cx="2058066" cy="20580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A3035-2B5C-4D33-89FD-1EEE4C5C3F52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01688"/>
            <a:ext cx="5346700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C7D61-77AE-402C-8842-7406175251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460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244" y="2348401"/>
            <a:ext cx="8568137" cy="162043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488" y="4283816"/>
            <a:ext cx="7055650" cy="1931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78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6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43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2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90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8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67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4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85B8C8C-3877-4992-85E3-14BF5F90157E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/>
              <a:t>Dr. Vasanthi  Reena Williams  Prof. Department of MBA, VVIET, Mysuru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75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04163" y="302737"/>
            <a:ext cx="9072300" cy="125994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756209"/>
            <a:r>
              <a:rPr lang="en-US"/>
              <a:t>Dr. Vasanthi  Reena Williams  Prof. Department of MBA, VVIET, Mysuru</a:t>
            </a:r>
          </a:p>
        </p:txBody>
      </p:sp>
    </p:spTree>
    <p:extLst>
      <p:ext uri="{BB962C8B-B14F-4D97-AF65-F5344CB8AC3E}">
        <p14:creationId xmlns:p14="http://schemas.microsoft.com/office/powerpoint/2010/main" val="399521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870" y="1427939"/>
            <a:ext cx="9072300" cy="125994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0420B8FD-D4AD-4A41-95EA-81787BFACB69}" type="datetime3">
              <a:rPr lang="en-US" smtClean="0"/>
              <a:t>1 August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/>
              <a:t>Dr. Vasanthi  Reena Williams  Prof. Department of MBA, VVIET, Mysuru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9073613" y="1091953"/>
            <a:ext cx="756244" cy="10079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342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7006701"/>
            <a:ext cx="235214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rgbClr val="002060"/>
                </a:solidFill>
                <a:latin typeface="Cambria" pitchFamily="18" charset="0"/>
              </a:defRPr>
            </a:lvl1pPr>
          </a:lstStyle>
          <a:p>
            <a:pPr defTabSz="756209"/>
            <a:fld id="{6D9E5F16-11D2-4834-8A13-8E53B6D35C7D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7006701"/>
            <a:ext cx="319219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rgbClr val="002060"/>
                </a:solidFill>
                <a:latin typeface="Cambria" pitchFamily="18" charset="0"/>
              </a:defRPr>
            </a:lvl1pPr>
          </a:lstStyle>
          <a:p>
            <a:pPr defTabSz="756209"/>
            <a:r>
              <a:rPr lang="en-US"/>
              <a:t>Dr. Vasanthi  Reena Williams  Prof. Department of MBA, VVIET, Mysuru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9" y="7006701"/>
            <a:ext cx="235214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rgbClr val="002060"/>
                </a:solidFill>
                <a:latin typeface="Cambria" pitchFamily="18" charset="0"/>
              </a:defRPr>
            </a:lvl1pPr>
          </a:lstStyle>
          <a:p>
            <a:pPr defTabSz="756209"/>
            <a:fld id="{B6F15528-21DE-4FAA-801E-634DDDAF4B2B}" type="slidenum">
              <a:rPr lang="en-US" smtClean="0"/>
              <a:pPr defTabSz="756209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70033" y="0"/>
            <a:ext cx="6942318" cy="102811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562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8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2" y="2"/>
            <a:ext cx="943991" cy="98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5450" y="1095752"/>
            <a:ext cx="10083250" cy="5039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562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8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95552" y="1"/>
            <a:ext cx="2085073" cy="70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7562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23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anose="020B0604020202020204" pitchFamily="34" charset="0"/>
              </a:rPr>
              <a:t>VIDYA VIKAS INSTITUTE OF ENGINEERING &amp;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-3114" y="1199330"/>
            <a:ext cx="10083250" cy="131415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pPr marL="0" marR="0" lvl="0" indent="0" algn="l" defTabSz="7562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978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</p:sldLayoutIdLst>
  <p:hf hdr="0"/>
  <p:txStyles>
    <p:titleStyle>
      <a:lvl1pPr algn="ctr" defTabSz="756209" rtl="0" eaLnBrk="1" latinLnBrk="0" hangingPunct="1"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578" indent="-283578" algn="l" defTabSz="756209" rtl="0" eaLnBrk="1" latinLnBrk="0" hangingPunct="1">
        <a:spcBef>
          <a:spcPct val="20000"/>
        </a:spcBef>
        <a:buFont typeface="Arial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14420" indent="-236315" algn="l" defTabSz="756209" rtl="0" eaLnBrk="1" latinLnBrk="0" hangingPunct="1">
        <a:spcBef>
          <a:spcPct val="20000"/>
        </a:spcBef>
        <a:buFont typeface="Arial" pitchFamily="34" charset="0"/>
        <a:buChar char="–"/>
        <a:defRPr sz="2316" kern="1200">
          <a:solidFill>
            <a:schemeClr val="tx1"/>
          </a:solidFill>
          <a:latin typeface="+mn-lt"/>
          <a:ea typeface="+mn-ea"/>
          <a:cs typeface="+mn-cs"/>
        </a:defRPr>
      </a:lvl2pPr>
      <a:lvl3pPr marL="945261" indent="-189052" algn="l" defTabSz="756209" rtl="0" eaLnBrk="1" latinLnBrk="0" hangingPunct="1">
        <a:spcBef>
          <a:spcPct val="20000"/>
        </a:spcBef>
        <a:buFont typeface="Arial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323365" indent="-189052" algn="l" defTabSz="756209" rtl="0" eaLnBrk="1" latinLnBrk="0" hangingPunct="1">
        <a:spcBef>
          <a:spcPct val="20000"/>
        </a:spcBef>
        <a:buFont typeface="Arial" pitchFamily="34" charset="0"/>
        <a:buChar char="–"/>
        <a:defRPr sz="1654" kern="1200">
          <a:solidFill>
            <a:schemeClr val="tx1"/>
          </a:solidFill>
          <a:latin typeface="+mn-lt"/>
          <a:ea typeface="+mn-ea"/>
          <a:cs typeface="+mn-cs"/>
        </a:defRPr>
      </a:lvl4pPr>
      <a:lvl5pPr marL="1701470" indent="-189052" algn="l" defTabSz="756209" rtl="0" eaLnBrk="1" latinLnBrk="0" hangingPunct="1">
        <a:spcBef>
          <a:spcPct val="20000"/>
        </a:spcBef>
        <a:buFont typeface="Arial" pitchFamily="34" charset="0"/>
        <a:buChar char="»"/>
        <a:defRPr sz="1654" kern="1200">
          <a:solidFill>
            <a:schemeClr val="tx1"/>
          </a:solidFill>
          <a:latin typeface="+mn-lt"/>
          <a:ea typeface="+mn-ea"/>
          <a:cs typeface="+mn-cs"/>
        </a:defRPr>
      </a:lvl5pPr>
      <a:lvl6pPr marL="2079574" indent="-189052" algn="l" defTabSz="756209" rtl="0" eaLnBrk="1" latinLnBrk="0" hangingPunct="1">
        <a:spcBef>
          <a:spcPct val="20000"/>
        </a:spcBef>
        <a:buFont typeface="Arial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6pPr>
      <a:lvl7pPr marL="2457679" indent="-189052" algn="l" defTabSz="756209" rtl="0" eaLnBrk="1" latinLnBrk="0" hangingPunct="1">
        <a:spcBef>
          <a:spcPct val="20000"/>
        </a:spcBef>
        <a:buFont typeface="Arial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7pPr>
      <a:lvl8pPr marL="2835783" indent="-189052" algn="l" defTabSz="756209" rtl="0" eaLnBrk="1" latinLnBrk="0" hangingPunct="1">
        <a:spcBef>
          <a:spcPct val="20000"/>
        </a:spcBef>
        <a:buFont typeface="Arial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8pPr>
      <a:lvl9pPr marL="3213887" indent="-189052" algn="l" defTabSz="756209" rtl="0" eaLnBrk="1" latinLnBrk="0" hangingPunct="1">
        <a:spcBef>
          <a:spcPct val="20000"/>
        </a:spcBef>
        <a:buFont typeface="Arial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209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04" algn="l" defTabSz="756209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209" algn="l" defTabSz="756209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313" algn="l" defTabSz="756209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418" algn="l" defTabSz="756209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522" algn="l" defTabSz="756209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626" algn="l" defTabSz="756209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6731" algn="l" defTabSz="756209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4835" algn="l" defTabSz="756209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04031" y="2708491"/>
            <a:ext cx="9072299" cy="1285993"/>
          </a:xfrm>
          <a:prstGeom prst="rect">
            <a:avLst/>
          </a:prstGeom>
        </p:spPr>
        <p:txBody>
          <a:bodyPr/>
          <a:lstStyle/>
          <a:p>
            <a:r>
              <a:rPr lang="en-IN" sz="4000" b="1" dirty="0">
                <a:latin typeface="Times new roman"/>
              </a:rPr>
              <a:t>International Business</a:t>
            </a:r>
            <a:br>
              <a:rPr lang="en-IN" dirty="0"/>
            </a:br>
            <a:r>
              <a:rPr lang="en-GB" b="1" dirty="0">
                <a:solidFill>
                  <a:srgbClr val="002060"/>
                </a:solidFill>
                <a:latin typeface="Cambria" pitchFamily="18" charset="0"/>
              </a:rPr>
              <a:t>22MBA401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2B21D306-1AEB-47FB-8750-303610154917}" type="datetime3">
              <a:rPr lang="en-US" smtClean="0"/>
              <a:t>1 August 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/>
              <a:pPr defTabSz="756209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484555" y="7006701"/>
            <a:ext cx="6970955" cy="402483"/>
          </a:xfrm>
        </p:spPr>
        <p:txBody>
          <a:bodyPr/>
          <a:lstStyle/>
          <a:p>
            <a:pPr defTabSz="756209"/>
            <a:r>
              <a:rPr lang="en-US" dirty="0"/>
              <a:t>Mr. </a:t>
            </a:r>
            <a:r>
              <a:rPr lang="en-US" dirty="0" err="1"/>
              <a:t>Madhunayaka</a:t>
            </a:r>
            <a:r>
              <a:rPr lang="en-US" dirty="0"/>
              <a:t>, Assistant Professor. Department of MBA, VVIET, Mysuru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1581" y="4369737"/>
            <a:ext cx="6639340" cy="186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1826" lvl="8" algn="ctr" defTabSz="756209">
              <a:lnSpc>
                <a:spcPct val="150000"/>
              </a:lnSpc>
            </a:pPr>
            <a:r>
              <a:rPr lang="en-US" sz="1985" b="1" dirty="0">
                <a:solidFill>
                  <a:srgbClr val="002060"/>
                </a:solidFill>
                <a:latin typeface="Cambria" pitchFamily="18" charset="0"/>
              </a:rPr>
              <a:t>Course Coordinator:</a:t>
            </a:r>
          </a:p>
          <a:p>
            <a:pPr marL="951826" lvl="8" algn="ctr" defTabSz="756209">
              <a:lnSpc>
                <a:spcPct val="150000"/>
              </a:lnSpc>
            </a:pPr>
            <a:r>
              <a:rPr lang="en-US" sz="1985" b="1" dirty="0">
                <a:solidFill>
                  <a:srgbClr val="002060"/>
                </a:solidFill>
                <a:latin typeface="Cambria" pitchFamily="18" charset="0"/>
              </a:rPr>
              <a:t>Prof. </a:t>
            </a:r>
            <a:r>
              <a:rPr lang="en-US" sz="1985" b="1" dirty="0" err="1">
                <a:solidFill>
                  <a:srgbClr val="002060"/>
                </a:solidFill>
                <a:latin typeface="Cambria" pitchFamily="18" charset="0"/>
              </a:rPr>
              <a:t>Madhunayaka</a:t>
            </a:r>
            <a:endParaRPr lang="en-US" sz="1985" b="1" dirty="0">
              <a:solidFill>
                <a:srgbClr val="002060"/>
              </a:solidFill>
              <a:latin typeface="Cambria" pitchFamily="18" charset="0"/>
            </a:endParaRPr>
          </a:p>
          <a:p>
            <a:pPr marL="951826" lvl="8" algn="ctr" defTabSz="756209"/>
            <a:r>
              <a:rPr lang="en-US" b="1" dirty="0">
                <a:solidFill>
                  <a:srgbClr val="D60093"/>
                </a:solidFill>
                <a:latin typeface="Cambria" pitchFamily="18" charset="0"/>
              </a:rPr>
              <a:t>Assistant Professor,</a:t>
            </a:r>
          </a:p>
          <a:p>
            <a:pPr marL="951826" lvl="8" algn="ctr" defTabSz="756209"/>
            <a:r>
              <a:rPr lang="en-US" dirty="0">
                <a:solidFill>
                  <a:srgbClr val="D60093"/>
                </a:solidFill>
                <a:latin typeface="Cambria" pitchFamily="18" charset="0"/>
              </a:rPr>
              <a:t>Department of MBA,</a:t>
            </a:r>
          </a:p>
          <a:p>
            <a:pPr marL="951826" lvl="8" algn="ctr" defTabSz="756209"/>
            <a:r>
              <a:rPr lang="en-US" dirty="0">
                <a:solidFill>
                  <a:srgbClr val="D60093"/>
                </a:solidFill>
                <a:latin typeface="Cambria" pitchFamily="18" charset="0"/>
              </a:rPr>
              <a:t>VVIET , </a:t>
            </a:r>
            <a:r>
              <a:rPr lang="en-US" dirty="0" err="1">
                <a:solidFill>
                  <a:srgbClr val="D60093"/>
                </a:solidFill>
                <a:latin typeface="Cambria" pitchFamily="18" charset="0"/>
              </a:rPr>
              <a:t>Mysuru</a:t>
            </a:r>
            <a:r>
              <a:rPr lang="en-US" dirty="0">
                <a:solidFill>
                  <a:srgbClr val="D60093"/>
                </a:solidFill>
                <a:latin typeface="Cambria" pitchFamily="18" charset="0"/>
              </a:rPr>
              <a:t>  </a:t>
            </a:r>
            <a:r>
              <a:rPr lang="en-US" sz="1737" dirty="0">
                <a:solidFill>
                  <a:srgbClr val="D60093"/>
                </a:solidFill>
                <a:latin typeface="Cambria" pitchFamily="18" charset="0"/>
              </a:rPr>
              <a:t>                   </a:t>
            </a:r>
            <a:endParaRPr lang="en-US" sz="1737" b="1" dirty="0">
              <a:solidFill>
                <a:srgbClr val="D60093"/>
              </a:solidFill>
              <a:latin typeface="Book Antiqua"/>
            </a:endParaRPr>
          </a:p>
        </p:txBody>
      </p:sp>
      <p:sp>
        <p:nvSpPr>
          <p:cNvPr id="8" name="CustomShape 1"/>
          <p:cNvSpPr/>
          <p:nvPr/>
        </p:nvSpPr>
        <p:spPr>
          <a:xfrm>
            <a:off x="584667" y="318253"/>
            <a:ext cx="8560440" cy="5903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chemeClr val="bg1"/>
                </a:solidFill>
                <a:latin typeface="Arial"/>
              </a:rPr>
              <a:t>CORE SUBJECT</a:t>
            </a:r>
            <a:endParaRPr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95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970" y="1459747"/>
            <a:ext cx="9250624" cy="46401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</a:rPr>
              <a:t>Module-2 (7Hours)</a:t>
            </a:r>
            <a:br>
              <a:rPr lang="en-IN" sz="2400" dirty="0">
                <a:effectLst/>
              </a:rPr>
            </a:b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</a:rPr>
              <a:t> International Business Environment: Introduction, Meaning and Components of International Business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Environment, Political Environment, Legal Environment, Economic Environment, Technological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Environment, Socio and Cultural Environment, Ethics in International Business and CSR in International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Business.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4031" y="6200870"/>
            <a:ext cx="2352146" cy="301972"/>
          </a:xfrm>
        </p:spPr>
        <p:txBody>
          <a:bodyPr/>
          <a:lstStyle/>
          <a:p>
            <a:fld id="{09B8F1D0-15F3-4E99-BB47-BEF58934FAA1}" type="datetime3">
              <a:rPr lang="en-US" smtClean="0"/>
              <a:t>1 August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444214" y="6200870"/>
            <a:ext cx="3192198" cy="301972"/>
          </a:xfrm>
        </p:spPr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Madhynayaka</a:t>
            </a:r>
            <a:r>
              <a:rPr lang="en-US" dirty="0"/>
              <a:t>,  Department of MBA, VVIET, Mysuru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224448" y="6200870"/>
            <a:ext cx="2352146" cy="301972"/>
          </a:xfrm>
        </p:spPr>
        <p:txBody>
          <a:bodyPr anchor="t"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59638" y="360571"/>
            <a:ext cx="54197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Arial"/>
              </a:rPr>
              <a:t>Contents of  MODULE - 2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51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3DAC7C-1C1A-4E5C-B881-3C58E7B2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International Business Environment: Introduction, Meaning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72FF9-BEE2-439B-93E0-F557A9315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AE869-30C0-4857-9671-B8C1BAD9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FDF5C-900B-42E3-AD77-8A3CD293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107CC5-9169-6C52-704E-E7FBF9374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176" y="1350400"/>
            <a:ext cx="6381750" cy="40934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DF4957-3511-0A13-E7D9-9FACBB9CEED1}"/>
              </a:ext>
            </a:extLst>
          </p:cNvPr>
          <p:cNvSpPr txBox="1"/>
          <p:nvPr/>
        </p:nvSpPr>
        <p:spPr>
          <a:xfrm>
            <a:off x="-10402" y="1403768"/>
            <a:ext cx="360257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international business environment (IBE) encompasses all the external factors that influence a company's operations across borders. It's a complex interplay of economic, political, legal, and cultural elements that significantly shape how businesses function on a global scale. Understanding and adapting to this environment is crucial for success in international markets.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ADFD93-2301-C8B7-E73D-324EE5A0B403}"/>
              </a:ext>
            </a:extLst>
          </p:cNvPr>
          <p:cNvSpPr txBox="1"/>
          <p:nvPr/>
        </p:nvSpPr>
        <p:spPr>
          <a:xfrm>
            <a:off x="134470" y="5598415"/>
            <a:ext cx="96119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business environment is regarded as the “sum of all the external forces working upon the firm as it goes about its affairs in foreign markets”.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03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9F7BB-6D86-580C-2B37-7987C1BC8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5D75D26-145B-B068-9B2C-3BC13360A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Importance of International Business Environment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C5B6B-6079-0D78-7842-5E64A270A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7C6D6-EE6A-D8A6-EC85-7E323AD1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528E9-B7DC-8DCA-DAAF-ECCA8C9D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4</a:t>
            </a:fld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AC753CC-7B6A-0443-7496-DE750E280F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4198401"/>
              </p:ext>
            </p:extLst>
          </p:nvPr>
        </p:nvGraphicFramePr>
        <p:xfrm>
          <a:off x="828338" y="1731980"/>
          <a:ext cx="8143539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8972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B031-2A55-168D-6382-4DC38CBA6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2C84060-E7F4-00CA-A48F-BF2CB211A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Components of International Business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Environment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198FC-567C-1B16-E5AA-1F055621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1274F-915B-6230-0CF6-255AFE71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2179F-E4C1-93D1-C637-BA1E35103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94FF89-C93F-6E71-B907-05B1D6251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45" b="-1"/>
          <a:stretch>
            <a:fillRect/>
          </a:stretch>
        </p:blipFill>
        <p:spPr>
          <a:xfrm>
            <a:off x="198131" y="1656678"/>
            <a:ext cx="5876404" cy="30013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1F2993-ED6A-5B7B-F598-330B1743A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792" y="1405478"/>
            <a:ext cx="4331727" cy="560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1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D60C-6B55-193E-4873-A9F03321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664246-B77A-A849-7B97-D4FFAC54D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Political Environment,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B90D7-F0AC-8220-B290-8F23AFD6C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91990-352D-635A-7638-B7B81251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EF41D-E629-828B-DD5F-363B32D4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E2BB7-9C7F-5B9B-F676-61FC2BE0CC1A}"/>
              </a:ext>
            </a:extLst>
          </p:cNvPr>
          <p:cNvSpPr txBox="1"/>
          <p:nvPr/>
        </p:nvSpPr>
        <p:spPr>
          <a:xfrm>
            <a:off x="107577" y="1429024"/>
            <a:ext cx="9692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activities and actions that influence the daily business operations of a company or business constitute the political environment.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81CBE7-662C-760A-EF34-E69719575DD9}"/>
              </a:ext>
            </a:extLst>
          </p:cNvPr>
          <p:cNvSpPr txBox="1"/>
          <p:nvPr/>
        </p:nvSpPr>
        <p:spPr>
          <a:xfrm>
            <a:off x="344245" y="2269864"/>
            <a:ext cx="91224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Political System</a:t>
            </a:r>
          </a:p>
          <a:p>
            <a:r>
              <a:rPr lang="en-US" dirty="0"/>
              <a:t>A political system can be defined as a system of government and politics.</a:t>
            </a:r>
          </a:p>
          <a:p>
            <a:pPr marL="342900" indent="-342900">
              <a:buAutoNum type="arabicPeriod"/>
            </a:pPr>
            <a:r>
              <a:rPr lang="en-US" b="1" dirty="0"/>
              <a:t>Political System as the Basis</a:t>
            </a:r>
          </a:p>
          <a:p>
            <a:pPr marL="800100" lvl="1" indent="-342900">
              <a:buAutoNum type="alphaLcPeriod"/>
            </a:pPr>
            <a:r>
              <a:rPr lang="en-US" dirty="0"/>
              <a:t>Parliamentary Governments</a:t>
            </a:r>
          </a:p>
          <a:p>
            <a:pPr marL="800100" lvl="1" indent="-342900">
              <a:buAutoNum type="alphaLcPeriod"/>
            </a:pPr>
            <a:r>
              <a:rPr lang="en-US" dirty="0"/>
              <a:t>Absolutist System</a:t>
            </a:r>
          </a:p>
          <a:p>
            <a:pPr lvl="1"/>
            <a:r>
              <a:rPr lang="en-US" dirty="0"/>
              <a:t>Number of politics parties can also be used as a toll to classify the governments.</a:t>
            </a:r>
          </a:p>
          <a:p>
            <a:pPr marL="800100" lvl="1" indent="-342900">
              <a:buAutoNum type="arabicPeriod"/>
            </a:pPr>
            <a:r>
              <a:rPr lang="en-US" dirty="0"/>
              <a:t>Two party system, 2. Multiparty System, 3. Single party, 4. Dominated One party.</a:t>
            </a:r>
          </a:p>
          <a:p>
            <a:pPr marL="342900" indent="-342900">
              <a:buAutoNum type="arabicPeriod"/>
            </a:pPr>
            <a:r>
              <a:rPr lang="en-US" b="1" dirty="0"/>
              <a:t>Economic System as the Basis</a:t>
            </a:r>
          </a:p>
          <a:p>
            <a:r>
              <a:rPr lang="en-US" b="1" dirty="0"/>
              <a:t>	</a:t>
            </a:r>
            <a:r>
              <a:rPr lang="en-US" dirty="0"/>
              <a:t>a. Communist Theory</a:t>
            </a:r>
          </a:p>
          <a:p>
            <a:r>
              <a:rPr lang="en-US" b="1" dirty="0"/>
              <a:t>	</a:t>
            </a:r>
            <a:r>
              <a:rPr lang="en-US" dirty="0"/>
              <a:t>b. Socialism Theory</a:t>
            </a:r>
          </a:p>
          <a:p>
            <a:r>
              <a:rPr lang="en-US" b="1" dirty="0"/>
              <a:t>	</a:t>
            </a:r>
            <a:r>
              <a:rPr lang="en-US" dirty="0"/>
              <a:t>c. Capitalism Theory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7323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BF374-86E7-5627-F844-98C658A90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70965F-9BE1-6225-CC47-5E3DA78AF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Political Environment,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67CEBD-BC4B-8280-5417-4B0B321C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D60FD-3C6C-7058-8306-EFCAFACF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35ABE-59EB-2662-29D7-241D0AC91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7</a:t>
            </a:fld>
            <a:endParaRPr lang="en-US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CBE39B6D-539B-D7B9-8A2D-D4014B6BA0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1731753"/>
              </p:ext>
            </p:extLst>
          </p:nvPr>
        </p:nvGraphicFramePr>
        <p:xfrm>
          <a:off x="903642" y="1452283"/>
          <a:ext cx="8573844" cy="465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852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B6A57-6CE3-737D-0D95-489BC656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D8C6F55-7B6F-5960-ABC0-081776338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Legal Environment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9DB88-1298-06BB-466D-17AE5144B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F05FB-720E-9407-B4FE-39EBF24D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3612A-C0AE-39DB-DBAA-ED94DA41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3CA88-751B-4E43-CFBD-DBDE5024F7EF}"/>
              </a:ext>
            </a:extLst>
          </p:cNvPr>
          <p:cNvSpPr txBox="1"/>
          <p:nvPr/>
        </p:nvSpPr>
        <p:spPr>
          <a:xfrm>
            <a:off x="129092" y="1406157"/>
            <a:ext cx="98647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Policies, laws and regulations formulated by the government for conducting the business operations constitute the legal environment of the country.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64031C-03BC-E4B0-DBA6-742E0231343B}"/>
              </a:ext>
            </a:extLst>
          </p:cNvPr>
          <p:cNvSpPr txBox="1"/>
          <p:nvPr/>
        </p:nvSpPr>
        <p:spPr>
          <a:xfrm>
            <a:off x="301214" y="2248348"/>
            <a:ext cx="9197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Global Marketing is affected by the following three bodies of law</a:t>
            </a:r>
          </a:p>
          <a:p>
            <a:pPr marL="342900" indent="-342900">
              <a:buAutoNum type="arabicPeriod"/>
            </a:pPr>
            <a:r>
              <a:rPr lang="en-US" dirty="0"/>
              <a:t>International Laws</a:t>
            </a:r>
          </a:p>
          <a:p>
            <a:pPr marL="342900" indent="-342900">
              <a:buAutoNum type="arabicPeriod"/>
            </a:pPr>
            <a:r>
              <a:rPr lang="en-US" dirty="0"/>
              <a:t>Host-Country Laws</a:t>
            </a:r>
          </a:p>
          <a:p>
            <a:pPr marL="342900" indent="-342900">
              <a:buAutoNum type="arabicPeriod"/>
            </a:pPr>
            <a:r>
              <a:rPr lang="en-US" dirty="0"/>
              <a:t>Home-Country Laws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54EE9-F294-3773-452F-5A82244272D4}"/>
              </a:ext>
            </a:extLst>
          </p:cNvPr>
          <p:cNvSpPr txBox="1"/>
          <p:nvPr/>
        </p:nvSpPr>
        <p:spPr>
          <a:xfrm>
            <a:off x="301214" y="3571539"/>
            <a:ext cx="92753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Legal Factors Affecting International Business</a:t>
            </a:r>
          </a:p>
          <a:p>
            <a:pPr marL="342900" indent="-342900">
              <a:buAutoNum type="arabicPeriod"/>
            </a:pPr>
            <a:r>
              <a:rPr lang="en-US" dirty="0"/>
              <a:t>Bribery</a:t>
            </a:r>
          </a:p>
          <a:p>
            <a:pPr marL="342900" indent="-342900">
              <a:buAutoNum type="arabicPeriod"/>
            </a:pPr>
            <a:r>
              <a:rPr lang="en-US" dirty="0"/>
              <a:t>Decision Regarding Branch or Subsidiary</a:t>
            </a:r>
          </a:p>
          <a:p>
            <a:r>
              <a:rPr lang="en-US" dirty="0"/>
              <a:t>	a. Branch </a:t>
            </a:r>
          </a:p>
          <a:p>
            <a:r>
              <a:rPr lang="en-US" dirty="0"/>
              <a:t>	b. Subsidiary</a:t>
            </a:r>
          </a:p>
          <a:p>
            <a:r>
              <a:rPr lang="en-US" dirty="0"/>
              <a:t>3. Counterfeiting (Duplicate)</a:t>
            </a:r>
          </a:p>
          <a:p>
            <a:r>
              <a:rPr lang="en-US" dirty="0"/>
              <a:t>4. Strategic Concerns</a:t>
            </a:r>
          </a:p>
          <a:p>
            <a:r>
              <a:rPr lang="en-US" dirty="0"/>
              <a:t>5. Gray/Grey Market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728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A3694-8C67-0A67-7DE9-134BD1FFE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2DFBD1-CC44-1BE9-0355-EA5717204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Legal Environment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853B2-B0A1-A311-DAD1-C107469AB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05FA2-2E4C-2AAE-CB3E-16B35CC3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44AAD-BB2B-174B-B0D1-0F3BC3B2B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124101-3801-D773-4AD1-3D267C3DDA8A}"/>
              </a:ext>
            </a:extLst>
          </p:cNvPr>
          <p:cNvSpPr txBox="1"/>
          <p:nvPr/>
        </p:nvSpPr>
        <p:spPr>
          <a:xfrm>
            <a:off x="504031" y="1602889"/>
            <a:ext cx="885512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of Legal Environment on International Business</a:t>
            </a:r>
          </a:p>
          <a:p>
            <a:pPr marL="342900" indent="-342900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Deregulation</a:t>
            </a:r>
          </a:p>
          <a:p>
            <a:pPr marL="342900" indent="-342900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Globalization</a:t>
            </a:r>
          </a:p>
          <a:p>
            <a:pPr marL="342900" indent="-342900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 for Natural Environment</a:t>
            </a:r>
          </a:p>
          <a:p>
            <a:pPr marL="342900" indent="-342900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</a:t>
            </a:r>
          </a:p>
          <a:p>
            <a:pPr marL="342900" indent="-342900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Liability and Safety</a:t>
            </a:r>
          </a:p>
          <a:p>
            <a:pPr marL="342900" indent="-342900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 among Business</a:t>
            </a:r>
          </a:p>
          <a:p>
            <a:pPr marL="342900" indent="-342900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Bribes and Corrupt Practices</a:t>
            </a:r>
          </a:p>
          <a:p>
            <a:pPr marL="342900" indent="-342900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Advertising and Sales Promotions</a:t>
            </a:r>
          </a:p>
          <a:p>
            <a:pPr marL="342900" indent="-342900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Contracts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042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4A3D8-154E-059F-5E3F-5F940DD5D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D57F05-13B7-AC3D-AC2C-83D3BEC14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Economic Environment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A1E51-8013-E42B-A42D-1D30F18E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437E3-78EA-B445-50EF-92D45BBD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61051-FBD3-DDA3-596C-CABB5C11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10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3C92F3-2B1C-7670-72BB-CC078481134E}"/>
              </a:ext>
            </a:extLst>
          </p:cNvPr>
          <p:cNvSpPr txBox="1"/>
          <p:nvPr/>
        </p:nvSpPr>
        <p:spPr>
          <a:xfrm>
            <a:off x="193638" y="1473798"/>
            <a:ext cx="94882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environment refers to those economic factors which largely influence the functioning of a global business organization in any country. These factors consist of production process and wealth distribution system prevalent in countries.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47025-C44A-A897-9110-E0141646B1AF}"/>
              </a:ext>
            </a:extLst>
          </p:cNvPr>
          <p:cNvSpPr txBox="1"/>
          <p:nvPr/>
        </p:nvSpPr>
        <p:spPr>
          <a:xfrm>
            <a:off x="290456" y="2489461"/>
            <a:ext cx="93914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Determinants of Economic Development</a:t>
            </a:r>
          </a:p>
          <a:p>
            <a:pPr marL="342900" indent="-342900">
              <a:buAutoNum type="arabicPeriod"/>
            </a:pPr>
            <a:r>
              <a:rPr lang="en-US" dirty="0"/>
              <a:t>Economic factors in Economic Development</a:t>
            </a:r>
          </a:p>
          <a:p>
            <a:r>
              <a:rPr lang="en-US" dirty="0"/>
              <a:t>	a. Capital formulation</a:t>
            </a:r>
          </a:p>
          <a:p>
            <a:r>
              <a:rPr lang="en-US" dirty="0"/>
              <a:t>	b. Natural Resources</a:t>
            </a:r>
          </a:p>
          <a:p>
            <a:r>
              <a:rPr lang="en-US" dirty="0"/>
              <a:t>	c. Marketable Surplus of Agricultural</a:t>
            </a:r>
          </a:p>
          <a:p>
            <a:r>
              <a:rPr lang="en-US" dirty="0"/>
              <a:t>	d. Conditions in Foreign Trade</a:t>
            </a:r>
          </a:p>
          <a:p>
            <a:r>
              <a:rPr lang="en-US" dirty="0"/>
              <a:t>	e. Economic System</a:t>
            </a:r>
          </a:p>
          <a:p>
            <a:r>
              <a:rPr lang="en-US" dirty="0"/>
              <a:t>2. Non-Economic Factors in Economic Development</a:t>
            </a:r>
          </a:p>
          <a:p>
            <a:r>
              <a:rPr lang="en-US" dirty="0"/>
              <a:t>	a. Human Resource</a:t>
            </a:r>
          </a:p>
          <a:p>
            <a:r>
              <a:rPr lang="en-US" dirty="0"/>
              <a:t>	b. Technical Know-How and General Education</a:t>
            </a:r>
          </a:p>
          <a:p>
            <a:r>
              <a:rPr lang="en-US" dirty="0"/>
              <a:t>	c. Political Freedom</a:t>
            </a:r>
          </a:p>
          <a:p>
            <a:r>
              <a:rPr lang="en-US" dirty="0"/>
              <a:t>	d. Social Organization</a:t>
            </a:r>
          </a:p>
          <a:p>
            <a:r>
              <a:rPr lang="en-US" dirty="0"/>
              <a:t>	e. Corruption</a:t>
            </a:r>
          </a:p>
          <a:p>
            <a:r>
              <a:rPr lang="en-US" dirty="0"/>
              <a:t>	f. Desire to Develop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5465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8882-A8EB-E977-F666-C7BEC7DFB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AA8B6C-827E-16E3-9EF4-9D6A46D01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Economic Environment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DB28A6-1636-0E53-047E-E6C30D2EE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909B6-5616-F8A5-CFA2-646DB060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3D1AD-B5DD-FA00-E72F-F6930CFC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11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A6C439C-0187-4897-C89C-3DE17DA8D6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194737"/>
              </p:ext>
            </p:extLst>
          </p:nvPr>
        </p:nvGraphicFramePr>
        <p:xfrm>
          <a:off x="666974" y="1721224"/>
          <a:ext cx="8595360" cy="3485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5768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2C0A8-27DB-48CE-59FC-438A9D56F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319945-A9F3-AA57-7EAC-3CE862C9A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Technological  Environment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DD152-0B40-9CCB-A23C-07F8D969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5A2BE-2C98-6635-2C2A-9CD32839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11794-D211-7E09-C61E-02E20676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12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1A7B06-CB93-466E-6890-5A39711BF7BA}"/>
              </a:ext>
            </a:extLst>
          </p:cNvPr>
          <p:cNvSpPr txBox="1"/>
          <p:nvPr/>
        </p:nvSpPr>
        <p:spPr>
          <a:xfrm>
            <a:off x="290456" y="1420009"/>
            <a:ext cx="9455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Technology is a systematic applications of scientific or other organized knowledge to practical task.</a:t>
            </a:r>
            <a:endParaRPr lang="en-IN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0E1CD72-E475-1E80-0852-FA3B0C2F29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9694262"/>
              </p:ext>
            </p:extLst>
          </p:nvPr>
        </p:nvGraphicFramePr>
        <p:xfrm>
          <a:off x="1413475" y="2067212"/>
          <a:ext cx="3192198" cy="4940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8EF247A-E0F2-65FA-C3BD-C927DFB428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1942097"/>
              </p:ext>
            </p:extLst>
          </p:nvPr>
        </p:nvGraphicFramePr>
        <p:xfrm>
          <a:off x="5040312" y="2173044"/>
          <a:ext cx="4340356" cy="3738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05385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CF67-D52F-7128-E7AA-786DD08B7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02C3C6-F842-8D5B-D8C9-B601BDD44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Socio and Cultural Environment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898B0-97CE-757C-69A7-4E8CDFB0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904C2-DD32-C84C-BF0C-2A84D082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3ACF0-AAB3-1A96-E856-7C95E8B9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13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EA334-F821-76A0-B53E-FAC0E1BCF48A}"/>
              </a:ext>
            </a:extLst>
          </p:cNvPr>
          <p:cNvSpPr txBox="1"/>
          <p:nvPr/>
        </p:nvSpPr>
        <p:spPr>
          <a:xfrm>
            <a:off x="656216" y="1742739"/>
            <a:ext cx="81758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Factor Constituting Cultural Difference</a:t>
            </a:r>
          </a:p>
          <a:p>
            <a:pPr marL="342900" indent="-342900">
              <a:buAutoNum type="arabicPeriod"/>
            </a:pPr>
            <a:r>
              <a:rPr lang="en-US" sz="2400" dirty="0"/>
              <a:t>Time</a:t>
            </a:r>
          </a:p>
          <a:p>
            <a:pPr marL="342900" indent="-342900">
              <a:buAutoNum type="arabicPeriod"/>
            </a:pPr>
            <a:r>
              <a:rPr lang="en-US" sz="2400" dirty="0"/>
              <a:t>Patterns of Thought</a:t>
            </a:r>
          </a:p>
          <a:p>
            <a:pPr marL="342900" indent="-342900">
              <a:buAutoNum type="arabicPeriod"/>
            </a:pPr>
            <a:r>
              <a:rPr lang="en-US" sz="2400" dirty="0"/>
              <a:t>Personal Space</a:t>
            </a:r>
          </a:p>
          <a:p>
            <a:pPr marL="342900" indent="-342900">
              <a:buAutoNum type="arabicPeriod"/>
            </a:pPr>
            <a:r>
              <a:rPr lang="en-US" sz="2400" dirty="0"/>
              <a:t>Family Roles and Relationships</a:t>
            </a:r>
          </a:p>
          <a:p>
            <a:pPr marL="342900" indent="-342900">
              <a:buAutoNum type="arabicPeriod"/>
            </a:pPr>
            <a:r>
              <a:rPr lang="en-US" sz="2400" dirty="0"/>
              <a:t>Language</a:t>
            </a:r>
          </a:p>
          <a:p>
            <a:pPr marL="342900" indent="-342900">
              <a:buAutoNum type="arabicPeriod"/>
            </a:pPr>
            <a:r>
              <a:rPr lang="en-US" sz="2400" dirty="0"/>
              <a:t>Religion</a:t>
            </a:r>
          </a:p>
          <a:p>
            <a:pPr marL="342900" indent="-342900">
              <a:buAutoNum type="arabicPeriod"/>
            </a:pPr>
            <a:r>
              <a:rPr lang="en-US" sz="2400" dirty="0"/>
              <a:t>Personal Achievement</a:t>
            </a:r>
          </a:p>
          <a:p>
            <a:pPr marL="342900" indent="-342900">
              <a:buAutoNum type="arabicPeriod"/>
            </a:pPr>
            <a:r>
              <a:rPr lang="en-US" sz="2400" dirty="0"/>
              <a:t>Competitiveness and Individuality</a:t>
            </a:r>
          </a:p>
          <a:p>
            <a:pPr marL="342900" indent="-342900">
              <a:buAutoNum type="arabicPeriod"/>
            </a:pPr>
            <a:r>
              <a:rPr lang="en-US" sz="2400" dirty="0"/>
              <a:t>Social Behavior</a:t>
            </a:r>
          </a:p>
          <a:p>
            <a:pPr marL="342900" indent="-342900">
              <a:buAutoNum type="arabicPeriod"/>
            </a:pPr>
            <a:r>
              <a:rPr lang="en-US" sz="2400" dirty="0"/>
              <a:t>Ethnocentric Attitude</a:t>
            </a:r>
          </a:p>
          <a:p>
            <a:pPr marL="342900" indent="-342900">
              <a:buAutoNum type="arabicPeriod"/>
            </a:pPr>
            <a:r>
              <a:rPr lang="en-US" sz="2400" dirty="0"/>
              <a:t>Flexibility and Sincerity</a:t>
            </a:r>
          </a:p>
          <a:p>
            <a:pPr marL="342900" indent="-342900">
              <a:buAutoNum type="arabicPeriod"/>
            </a:pPr>
            <a:r>
              <a:rPr lang="en-US" sz="2400" dirty="0"/>
              <a:t>Intercultural Socialization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3309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DA658-9423-851A-83EB-5D6EEBE6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A0CDD3-9C8F-D962-921B-20DEAC6B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Socio and Cultural Environment Environment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760A9E-DC9F-4A96-C185-F1E2A6A95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6151-1AB7-AF38-FEC8-DD6B7ACD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67F6B-FE28-28A1-94D9-DF5677EE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14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E9310DD-6DFC-3F6B-7568-313754A94C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181334"/>
              </p:ext>
            </p:extLst>
          </p:nvPr>
        </p:nvGraphicFramePr>
        <p:xfrm>
          <a:off x="333487" y="1441525"/>
          <a:ext cx="9348395" cy="5131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5550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538CB-B18E-57C7-8EDA-D8ACFBEFE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BEF202-495D-7728-A03A-596BAD3D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Socio and Cultural Environment Environment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4F21B-3D3A-1C40-1E54-699F8842C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F807-7380-7C35-DD02-CC07CE78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B6E45-3DB8-ED1A-58E8-B0FFDFD2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15</a:t>
            </a:fld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7CA8977-4FFE-14F1-144D-529F631D5D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0479538"/>
              </p:ext>
            </p:extLst>
          </p:nvPr>
        </p:nvGraphicFramePr>
        <p:xfrm>
          <a:off x="504031" y="1678192"/>
          <a:ext cx="9072564" cy="5088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4426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07DA7-6EDD-B858-5FF4-03C92FC8C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794D33E-EED1-D88D-4D67-3C8B88C7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Ethics in International Business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706F18-DBC8-7B4E-30B7-0C4F11C2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5038F-2818-C720-65F1-6A72D08C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C79FF-4303-97E6-2077-2A72EF852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16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11F98C-FA19-399A-2E74-837EBFC27255}"/>
              </a:ext>
            </a:extLst>
          </p:cNvPr>
          <p:cNvSpPr txBox="1"/>
          <p:nvPr/>
        </p:nvSpPr>
        <p:spPr>
          <a:xfrm>
            <a:off x="193638" y="1463040"/>
            <a:ext cx="955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“Business ethics is the study of complex business practices and behaviors that give rise to ethical issues in organizations.”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1F368-422F-CECC-4DE2-0779D2D905D6}"/>
              </a:ext>
            </a:extLst>
          </p:cNvPr>
          <p:cNvSpPr txBox="1"/>
          <p:nvPr/>
        </p:nvSpPr>
        <p:spPr>
          <a:xfrm>
            <a:off x="634701" y="2404484"/>
            <a:ext cx="85200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Issues in International Business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Export Subsidies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Bio-Piracy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Safety and Environmental Issues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Issues of Corruption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Issue of Consumerism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Issues of Transfer Pricing </a:t>
            </a:r>
          </a:p>
        </p:txBody>
      </p:sp>
    </p:spTree>
    <p:extLst>
      <p:ext uri="{BB962C8B-B14F-4D97-AF65-F5344CB8AC3E}">
        <p14:creationId xmlns:p14="http://schemas.microsoft.com/office/powerpoint/2010/main" val="1811519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D4A38-0F2B-C28A-8C6B-D9DC73AB7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20EAC0-BF25-2BD0-FCD5-09BC1875F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Ethics in International Business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99AD4-8D63-E6F9-FB31-F769A2B8A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893A7-7CF3-9FF0-B718-582AC438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B84FF-718D-FE6D-D5C5-3BD4D35A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A3113-AE4A-F26E-8387-F004A9A7D113}"/>
              </a:ext>
            </a:extLst>
          </p:cNvPr>
          <p:cNvSpPr txBox="1"/>
          <p:nvPr/>
        </p:nvSpPr>
        <p:spPr>
          <a:xfrm>
            <a:off x="504031" y="1549101"/>
            <a:ext cx="9072564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International Business Ethics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corresponds to Basic Human needs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and Profit go together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cannot protect Society, Ethics can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Facilitates Better Decision Making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Improves Cooperation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Promotes Moral and Social Values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83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720F6-22EA-D207-185B-A910A640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7FBC894-84F2-FA18-1D1E-BA3E0F16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CSR In International Business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DC76D7-EBC1-D1B5-C6DF-7518227A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CD48-4553-15FD-D251-710F07116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24D47-1BFC-4596-D5E6-073AEC2E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18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770BDF-732C-5084-4512-F79A38789CAE}"/>
              </a:ext>
            </a:extLst>
          </p:cNvPr>
          <p:cNvSpPr txBox="1"/>
          <p:nvPr/>
        </p:nvSpPr>
        <p:spPr>
          <a:xfrm>
            <a:off x="225911" y="1538344"/>
            <a:ext cx="950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“The Concept of Corporate Social Responsibility or social responsibility is gaining significant prominence for national as well as international business.”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B5421-F074-AA55-FB84-EB152955A841}"/>
              </a:ext>
            </a:extLst>
          </p:cNvPr>
          <p:cNvSpPr txBox="1"/>
          <p:nvPr/>
        </p:nvSpPr>
        <p:spPr>
          <a:xfrm>
            <a:off x="387275" y="2398955"/>
            <a:ext cx="864914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of Corporate Social Responsibility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Codes of Conduct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Trade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Accountability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Socially Responsible Investing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Reporting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41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6D5A1-9D93-6C86-A90E-A1E6CB6D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A39C0F3-9F12-5F4D-811A-8A54BD1B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CSR In International Business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4FB8E-CE7E-C8EB-2243-FDE5AAF11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17E87-8A7E-2A6A-D47E-9411DBF4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BE19A-C0BF-40E0-1945-962400B7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19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4F253-475D-8E99-B69D-039348F7B265}"/>
              </a:ext>
            </a:extLst>
          </p:cNvPr>
          <p:cNvSpPr txBox="1"/>
          <p:nvPr/>
        </p:nvSpPr>
        <p:spPr>
          <a:xfrm>
            <a:off x="311972" y="1688951"/>
            <a:ext cx="91870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 for Corporate Social Responsibility in MNCs</a:t>
            </a:r>
          </a:p>
          <a:p>
            <a:pPr marL="342900" indent="-34290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Public Expectation of Business</a:t>
            </a:r>
          </a:p>
          <a:p>
            <a:pPr marL="342900" indent="-34290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Environment for Business</a:t>
            </a:r>
          </a:p>
          <a:p>
            <a:pPr marL="342900" indent="-34290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Avoidance of Government Regulation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of Responsibility with Power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has the Resources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Business Try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 Responsibility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Citizenship Argument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 of Gratitude</a:t>
            </a:r>
          </a:p>
          <a:p>
            <a:pPr marL="342900" indent="-342900"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is Better than Cure</a:t>
            </a:r>
          </a:p>
        </p:txBody>
      </p:sp>
    </p:spTree>
    <p:extLst>
      <p:ext uri="{BB962C8B-B14F-4D97-AF65-F5344CB8AC3E}">
        <p14:creationId xmlns:p14="http://schemas.microsoft.com/office/powerpoint/2010/main" val="3842808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2D9FE-2B16-31CE-2349-816242E33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514384-2354-E75C-7FC0-6AD96D1D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CSR In International Business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90D07-5E2F-D355-D77D-CFD15A52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C206F-387F-3513-E134-3E7876FE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7BD7E-5E51-DFF9-C147-3F15DF9A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20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E73C4-5C66-EB51-56FC-5549D87276CD}"/>
              </a:ext>
            </a:extLst>
          </p:cNvPr>
          <p:cNvSpPr txBox="1"/>
          <p:nvPr/>
        </p:nvSpPr>
        <p:spPr>
          <a:xfrm>
            <a:off x="355002" y="1688951"/>
            <a:ext cx="92215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against Corporate Social Responsibility in MNCs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Maximization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 has to pay the cost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Social skills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has enough power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Overhead Cost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Accountability</a:t>
            </a:r>
          </a:p>
          <a:p>
            <a:pPr marL="342900" indent="-342900"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Broad Support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108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0D1C6-EDBC-325E-6175-520D867CE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A97A286-717C-9582-340C-2BA7874B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08" y="150491"/>
            <a:ext cx="6654730" cy="820991"/>
          </a:xfrm>
        </p:spPr>
        <p:txBody>
          <a:bodyPr/>
          <a:lstStyle/>
          <a:p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BA8B3-84BC-7B63-692C-317F4172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56209"/>
            <a:fld id="{59C3BFA6-9BB1-4BCB-AB07-9D84C6CDAA70}" type="datetime3">
              <a:rPr lang="en-US" smtClean="0"/>
              <a:t>1 August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EFFE2-228F-050C-BB1F-E96D84D4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756209"/>
            <a:r>
              <a:rPr lang="en-US" dirty="0"/>
              <a:t>Prof. </a:t>
            </a:r>
            <a:r>
              <a:rPr lang="en-US" dirty="0" err="1"/>
              <a:t>Madhunayaka</a:t>
            </a:r>
            <a:r>
              <a:rPr lang="en-US" dirty="0"/>
              <a:t> , Department of MBA, VVIET, Mysuru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DDC68-C3EC-CDE0-D27B-08036F2FE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209"/>
            <a:fld id="{B6F15528-21DE-4FAA-801E-634DDDAF4B2B}" type="slidenum">
              <a:rPr lang="en-US" smtClean="0"/>
              <a:pPr defTabSz="756209"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888FB-3A61-5972-5101-1D14F36D4103}"/>
              </a:ext>
            </a:extLst>
          </p:cNvPr>
          <p:cNvSpPr txBox="1"/>
          <p:nvPr/>
        </p:nvSpPr>
        <p:spPr>
          <a:xfrm>
            <a:off x="2525358" y="3591268"/>
            <a:ext cx="505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Emerging Trends in Marketing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B1C297-FB9D-F5B7-65F8-F115AAB46EDE}"/>
              </a:ext>
            </a:extLst>
          </p:cNvPr>
          <p:cNvSpPr txBox="1"/>
          <p:nvPr/>
        </p:nvSpPr>
        <p:spPr>
          <a:xfrm>
            <a:off x="3557925" y="2475138"/>
            <a:ext cx="298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3305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1263</Words>
  <Application>Microsoft Office PowerPoint</Application>
  <PresentationFormat>Custom</PresentationFormat>
  <Paragraphs>243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Book Antiqua</vt:lpstr>
      <vt:lpstr>Calibri</vt:lpstr>
      <vt:lpstr>Cambria</vt:lpstr>
      <vt:lpstr>Times new roman</vt:lpstr>
      <vt:lpstr>Times new roman</vt:lpstr>
      <vt:lpstr>1_Office Theme</vt:lpstr>
      <vt:lpstr>International Business 22MBA401</vt:lpstr>
      <vt:lpstr>Module-2 (7Hours)   International Business Environment: Introduction, Meaning and Components of International Business Environment, Political Environment, Legal Environment, Economic Environment, Technological Environment, Socio and Cultural Environment, Ethics in International Business and CSR in International Business.</vt:lpstr>
      <vt:lpstr>International Business Environment: Introduction, Meaning</vt:lpstr>
      <vt:lpstr>Importance of International Business Environment</vt:lpstr>
      <vt:lpstr>Components of International Business Environment</vt:lpstr>
      <vt:lpstr>Political Environment,</vt:lpstr>
      <vt:lpstr>Political Environment,</vt:lpstr>
      <vt:lpstr>Legal Environment</vt:lpstr>
      <vt:lpstr>Legal Environment</vt:lpstr>
      <vt:lpstr>Economic Environment</vt:lpstr>
      <vt:lpstr>Economic Environment</vt:lpstr>
      <vt:lpstr>Technological  Environment</vt:lpstr>
      <vt:lpstr>Socio and Cultural Environment</vt:lpstr>
      <vt:lpstr>Socio and Cultural Environment Environment</vt:lpstr>
      <vt:lpstr>Socio and Cultural Environment Environment</vt:lpstr>
      <vt:lpstr>Ethics in International Business</vt:lpstr>
      <vt:lpstr>Ethics in International Business</vt:lpstr>
      <vt:lpstr>CSR In International Business</vt:lpstr>
      <vt:lpstr>CSR In International Business</vt:lpstr>
      <vt:lpstr>CSR In International Business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Compensation &amp; Benefits  18MBAHR303</dc:title>
  <dc:creator>Reena</dc:creator>
  <cp:lastModifiedBy>Dell</cp:lastModifiedBy>
  <cp:revision>219</cp:revision>
  <dcterms:modified xsi:type="dcterms:W3CDTF">2025-08-01T05:11:36Z</dcterms:modified>
</cp:coreProperties>
</file>