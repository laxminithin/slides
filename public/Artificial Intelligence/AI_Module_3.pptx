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13e0e8fb64743" /><Relationship Type="http://schemas.openxmlformats.org/officeDocument/2006/relationships/extended-properties" Target="/docProps/app.xml" Id="R287492bfc7204e34" /><Relationship Type="http://schemas.openxmlformats.org/officeDocument/2006/relationships/officeDocument" Target="/ppt/presentation.xml" Id="R797048e82a32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8bd83a1ba4bf2"/>
  </p:sldMasterIdLst>
  <p:notesMasterIdLst>
    <p:notesMasterId xmlns:r="http://schemas.openxmlformats.org/officeDocument/2006/relationships" r:id="R3a9a67d13568441b"/>
  </p:notesMasterIdLst>
  <p:sldIdLst>
    <p:sldId xmlns:r="http://schemas.openxmlformats.org/officeDocument/2006/relationships" id="256" r:id="R22e4951114b547b1"/>
    <p:sldId xmlns:r="http://schemas.openxmlformats.org/officeDocument/2006/relationships" id="257" r:id="R02d25b7499034e8e"/>
    <p:sldId xmlns:r="http://schemas.openxmlformats.org/officeDocument/2006/relationships" id="258" r:id="R9099d138f52443bb"/>
    <p:sldId xmlns:r="http://schemas.openxmlformats.org/officeDocument/2006/relationships" id="259" r:id="Rc70b71f20d2b4095"/>
    <p:sldId xmlns:r="http://schemas.openxmlformats.org/officeDocument/2006/relationships" id="260" r:id="Rd66d54e165594c4e"/>
    <p:sldId xmlns:r="http://schemas.openxmlformats.org/officeDocument/2006/relationships" id="261" r:id="R7627982f820d4997"/>
    <p:sldId xmlns:r="http://schemas.openxmlformats.org/officeDocument/2006/relationships" id="262" r:id="Rf18a5d7b9f5449ad"/>
    <p:sldId xmlns:r="http://schemas.openxmlformats.org/officeDocument/2006/relationships" id="263" r:id="Rf455082ceeb34282"/>
    <p:sldId xmlns:r="http://schemas.openxmlformats.org/officeDocument/2006/relationships" id="264" r:id="R06d1600f99214275"/>
    <p:sldId xmlns:r="http://schemas.openxmlformats.org/officeDocument/2006/relationships" id="265" r:id="R90a452b61f8a464a"/>
    <p:sldId xmlns:r="http://schemas.openxmlformats.org/officeDocument/2006/relationships" id="266" r:id="R197d2fa4ff724008"/>
    <p:sldId xmlns:r="http://schemas.openxmlformats.org/officeDocument/2006/relationships" id="267" r:id="R4763360b64d64c5a"/>
    <p:sldId xmlns:r="http://schemas.openxmlformats.org/officeDocument/2006/relationships" id="268" r:id="R2c30ce088b464fce"/>
    <p:sldId xmlns:r="http://schemas.openxmlformats.org/officeDocument/2006/relationships" id="269" r:id="R965eb31b4972441e"/>
    <p:sldId xmlns:r="http://schemas.openxmlformats.org/officeDocument/2006/relationships" id="270" r:id="Rc728c873bb59401d"/>
    <p:sldId xmlns:r="http://schemas.openxmlformats.org/officeDocument/2006/relationships" id="271" r:id="Rf13e00412f9544b8"/>
    <p:sldId xmlns:r="http://schemas.openxmlformats.org/officeDocument/2006/relationships" id="272" r:id="R926d8a18c9af463a"/>
    <p:sldId xmlns:r="http://schemas.openxmlformats.org/officeDocument/2006/relationships" id="273" r:id="R5c8720b9f29b4097"/>
    <p:sldId xmlns:r="http://schemas.openxmlformats.org/officeDocument/2006/relationships" id="274" r:id="R861a645e288e437e"/>
    <p:sldId xmlns:r="http://schemas.openxmlformats.org/officeDocument/2006/relationships" id="275" r:id="Rd4a1f259b21e462a"/>
    <p:sldId xmlns:r="http://schemas.openxmlformats.org/officeDocument/2006/relationships" id="276" r:id="R4359eb8acd9f4afc"/>
    <p:sldId xmlns:r="http://schemas.openxmlformats.org/officeDocument/2006/relationships" id="277" r:id="Rbf3e6c705ed8436d"/>
    <p:sldId xmlns:r="http://schemas.openxmlformats.org/officeDocument/2006/relationships" id="278" r:id="Rffd900ffb088402f"/>
    <p:sldId xmlns:r="http://schemas.openxmlformats.org/officeDocument/2006/relationships" id="279" r:id="R2339040315a24aa4"/>
    <p:sldId xmlns:r="http://schemas.openxmlformats.org/officeDocument/2006/relationships" id="280" r:id="R1b389957e9ea4139"/>
    <p:sldId xmlns:r="http://schemas.openxmlformats.org/officeDocument/2006/relationships" id="281" r:id="R1e71ab91f6244f9a"/>
    <p:sldId xmlns:r="http://schemas.openxmlformats.org/officeDocument/2006/relationships" id="282" r:id="R1e9197c230a84b57"/>
    <p:sldId xmlns:r="http://schemas.openxmlformats.org/officeDocument/2006/relationships" id="283" r:id="R02409196a10c4f64"/>
    <p:sldId xmlns:r="http://schemas.openxmlformats.org/officeDocument/2006/relationships" id="284" r:id="Rd358e6e252f44eab"/>
    <p:sldId xmlns:r="http://schemas.openxmlformats.org/officeDocument/2006/relationships" id="285" r:id="R51b7015a2d1b4147"/>
    <p:sldId xmlns:r="http://schemas.openxmlformats.org/officeDocument/2006/relationships" id="286" r:id="Ra9352725dbcf4720"/>
    <p:sldId xmlns:r="http://schemas.openxmlformats.org/officeDocument/2006/relationships" id="287" r:id="R1c4f4ed0e8c64275"/>
    <p:sldId xmlns:r="http://schemas.openxmlformats.org/officeDocument/2006/relationships" id="288" r:id="R52b291a613204eb6"/>
    <p:sldId xmlns:r="http://schemas.openxmlformats.org/officeDocument/2006/relationships" id="289" r:id="Re1eb51228d354c3d"/>
    <p:sldId xmlns:r="http://schemas.openxmlformats.org/officeDocument/2006/relationships" id="290" r:id="Rb8375af4ad8346af"/>
    <p:sldId xmlns:r="http://schemas.openxmlformats.org/officeDocument/2006/relationships" id="291" r:id="Rbdef6cf0d8bc4668"/>
    <p:sldId xmlns:r="http://schemas.openxmlformats.org/officeDocument/2006/relationships" id="292" r:id="R814eedee0f9047eb"/>
    <p:sldId xmlns:r="http://schemas.openxmlformats.org/officeDocument/2006/relationships" id="293" r:id="R2fce8320b9e244f4"/>
    <p:sldId xmlns:r="http://schemas.openxmlformats.org/officeDocument/2006/relationships" id="294" r:id="Rd0d024aa643c42ef"/>
    <p:sldId xmlns:r="http://schemas.openxmlformats.org/officeDocument/2006/relationships" id="295" r:id="R5ed2b73c3dc1428e"/>
    <p:sldId xmlns:r="http://schemas.openxmlformats.org/officeDocument/2006/relationships" id="296" r:id="R7ca4e106547f4bc1"/>
    <p:sldId xmlns:r="http://schemas.openxmlformats.org/officeDocument/2006/relationships" id="297" r:id="R7927533e56b54a97"/>
    <p:sldId xmlns:r="http://schemas.openxmlformats.org/officeDocument/2006/relationships" id="298" r:id="Rd819ce8a4df34067"/>
    <p:sldId xmlns:r="http://schemas.openxmlformats.org/officeDocument/2006/relationships" id="299" r:id="R5f6593bdaad24b4d"/>
    <p:sldId xmlns:r="http://schemas.openxmlformats.org/officeDocument/2006/relationships" id="300" r:id="Re7cf554bfd8649e3"/>
    <p:sldId xmlns:r="http://schemas.openxmlformats.org/officeDocument/2006/relationships" id="301" r:id="R1658e49ab10c4d9f"/>
    <p:sldId xmlns:r="http://schemas.openxmlformats.org/officeDocument/2006/relationships" id="302" r:id="R0bb2bfcee6eb498b"/>
    <p:sldId xmlns:r="http://schemas.openxmlformats.org/officeDocument/2006/relationships" id="303" r:id="R10b3dbb4c87f4fbf"/>
    <p:sldId xmlns:r="http://schemas.openxmlformats.org/officeDocument/2006/relationships" id="304" r:id="Rf14071f848c840b4"/>
    <p:sldId xmlns:r="http://schemas.openxmlformats.org/officeDocument/2006/relationships" id="305" r:id="Reeb945e5d1414a83"/>
    <p:sldId xmlns:r="http://schemas.openxmlformats.org/officeDocument/2006/relationships" id="306" r:id="Re9975f198e3a4fdb"/>
    <p:sldId xmlns:r="http://schemas.openxmlformats.org/officeDocument/2006/relationships" id="307" r:id="Re236e50b874349cd"/>
    <p:sldId xmlns:r="http://schemas.openxmlformats.org/officeDocument/2006/relationships" id="308" r:id="Re307859727b94c46"/>
    <p:sldId xmlns:r="http://schemas.openxmlformats.org/officeDocument/2006/relationships" id="309" r:id="R5bcf43bbf3f64c66"/>
    <p:sldId xmlns:r="http://schemas.openxmlformats.org/officeDocument/2006/relationships" id="310" r:id="R8e668eb71eae4641"/>
    <p:sldId xmlns:r="http://schemas.openxmlformats.org/officeDocument/2006/relationships" id="311" r:id="R821784711a814395"/>
    <p:sldId xmlns:r="http://schemas.openxmlformats.org/officeDocument/2006/relationships" id="312" r:id="Reeff70bac7e249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2760ba98b4e08" /><Relationship Type="http://schemas.openxmlformats.org/officeDocument/2006/relationships/slideMaster" Target="/ppt/slideMasters/slideMaster1.xml" Id="Rce28bd83a1ba4bf2" /><Relationship Type="http://schemas.openxmlformats.org/officeDocument/2006/relationships/notesMaster" Target="/ppt/notesMasters/notesMaster1.xml" Id="R3a9a67d13568441b" /><Relationship Type="http://schemas.openxmlformats.org/officeDocument/2006/relationships/presProps" Target="/ppt/presProps.xml" Id="Rfbf8017e01ad4e08" /><Relationship Type="http://schemas.openxmlformats.org/officeDocument/2006/relationships/tableStyles" Target="/ppt/tableStyles.xml" Id="R2ff38d40fed544aa" /><Relationship Type="http://schemas.openxmlformats.org/officeDocument/2006/relationships/slide" Target="/ppt/slides/slide1.xml" Id="R22e4951114b547b1" /><Relationship Type="http://schemas.openxmlformats.org/officeDocument/2006/relationships/slide" Target="/ppt/slides/slide2.xml" Id="R02d25b7499034e8e" /><Relationship Type="http://schemas.openxmlformats.org/officeDocument/2006/relationships/slide" Target="/ppt/slides/slide3.xml" Id="R9099d138f52443bb" /><Relationship Type="http://schemas.openxmlformats.org/officeDocument/2006/relationships/slide" Target="/ppt/slides/slide4.xml" Id="Rc70b71f20d2b4095" /><Relationship Type="http://schemas.openxmlformats.org/officeDocument/2006/relationships/slide" Target="/ppt/slides/slide5.xml" Id="Rd66d54e165594c4e" /><Relationship Type="http://schemas.openxmlformats.org/officeDocument/2006/relationships/slide" Target="/ppt/slides/slide6.xml" Id="R7627982f820d4997" /><Relationship Type="http://schemas.openxmlformats.org/officeDocument/2006/relationships/slide" Target="/ppt/slides/slide7.xml" Id="Rf18a5d7b9f5449ad" /><Relationship Type="http://schemas.openxmlformats.org/officeDocument/2006/relationships/slide" Target="/ppt/slides/slide8.xml" Id="Rf455082ceeb34282" /><Relationship Type="http://schemas.openxmlformats.org/officeDocument/2006/relationships/slide" Target="/ppt/slides/slide9.xml" Id="R06d1600f99214275" /><Relationship Type="http://schemas.openxmlformats.org/officeDocument/2006/relationships/slide" Target="/ppt/slides/slide10.xml" Id="R90a452b61f8a464a" /><Relationship Type="http://schemas.openxmlformats.org/officeDocument/2006/relationships/slide" Target="/ppt/slides/slide11.xml" Id="R197d2fa4ff724008" /><Relationship Type="http://schemas.openxmlformats.org/officeDocument/2006/relationships/slide" Target="/ppt/slides/slide12.xml" Id="R4763360b64d64c5a" /><Relationship Type="http://schemas.openxmlformats.org/officeDocument/2006/relationships/slide" Target="/ppt/slides/slide13.xml" Id="R2c30ce088b464fce" /><Relationship Type="http://schemas.openxmlformats.org/officeDocument/2006/relationships/slide" Target="/ppt/slides/slide14.xml" Id="R965eb31b4972441e" /><Relationship Type="http://schemas.openxmlformats.org/officeDocument/2006/relationships/slide" Target="/ppt/slides/slide15.xml" Id="Rc728c873bb59401d" /><Relationship Type="http://schemas.openxmlformats.org/officeDocument/2006/relationships/slide" Target="/ppt/slides/slide16.xml" Id="Rf13e00412f9544b8" /><Relationship Type="http://schemas.openxmlformats.org/officeDocument/2006/relationships/slide" Target="/ppt/slides/slide17.xml" Id="R926d8a18c9af463a" /><Relationship Type="http://schemas.openxmlformats.org/officeDocument/2006/relationships/slide" Target="/ppt/slides/slide18.xml" Id="R5c8720b9f29b4097" /><Relationship Type="http://schemas.openxmlformats.org/officeDocument/2006/relationships/slide" Target="/ppt/slides/slide19.xml" Id="R861a645e288e437e" /><Relationship Type="http://schemas.openxmlformats.org/officeDocument/2006/relationships/slide" Target="/ppt/slides/slide20.xml" Id="Rd4a1f259b21e462a" /><Relationship Type="http://schemas.openxmlformats.org/officeDocument/2006/relationships/slide" Target="/ppt/slides/slide21.xml" Id="R4359eb8acd9f4afc" /><Relationship Type="http://schemas.openxmlformats.org/officeDocument/2006/relationships/slide" Target="/ppt/slides/slide22.xml" Id="Rbf3e6c705ed8436d" /><Relationship Type="http://schemas.openxmlformats.org/officeDocument/2006/relationships/slide" Target="/ppt/slides/slide23.xml" Id="Rffd900ffb088402f" /><Relationship Type="http://schemas.openxmlformats.org/officeDocument/2006/relationships/slide" Target="/ppt/slides/slide24.xml" Id="R2339040315a24aa4" /><Relationship Type="http://schemas.openxmlformats.org/officeDocument/2006/relationships/slide" Target="/ppt/slides/slide25.xml" Id="R1b389957e9ea4139" /><Relationship Type="http://schemas.openxmlformats.org/officeDocument/2006/relationships/slide" Target="/ppt/slides/slide26.xml" Id="R1e71ab91f6244f9a" /><Relationship Type="http://schemas.openxmlformats.org/officeDocument/2006/relationships/slide" Target="/ppt/slides/slide27.xml" Id="R1e9197c230a84b57" /><Relationship Type="http://schemas.openxmlformats.org/officeDocument/2006/relationships/slide" Target="/ppt/slides/slide28.xml" Id="R02409196a10c4f64" /><Relationship Type="http://schemas.openxmlformats.org/officeDocument/2006/relationships/slide" Target="/ppt/slides/slide29.xml" Id="Rd358e6e252f44eab" /><Relationship Type="http://schemas.openxmlformats.org/officeDocument/2006/relationships/slide" Target="/ppt/slides/slide30.xml" Id="R51b7015a2d1b4147" /><Relationship Type="http://schemas.openxmlformats.org/officeDocument/2006/relationships/slide" Target="/ppt/slides/slide31.xml" Id="Ra9352725dbcf4720" /><Relationship Type="http://schemas.openxmlformats.org/officeDocument/2006/relationships/slide" Target="/ppt/slides/slide32.xml" Id="R1c4f4ed0e8c64275" /><Relationship Type="http://schemas.openxmlformats.org/officeDocument/2006/relationships/slide" Target="/ppt/slides/slide33.xml" Id="R52b291a613204eb6" /><Relationship Type="http://schemas.openxmlformats.org/officeDocument/2006/relationships/slide" Target="/ppt/slides/slide34.xml" Id="Re1eb51228d354c3d" /><Relationship Type="http://schemas.openxmlformats.org/officeDocument/2006/relationships/slide" Target="/ppt/slides/slide35.xml" Id="Rb8375af4ad8346af" /><Relationship Type="http://schemas.openxmlformats.org/officeDocument/2006/relationships/slide" Target="/ppt/slides/slide36.xml" Id="Rbdef6cf0d8bc4668" /><Relationship Type="http://schemas.openxmlformats.org/officeDocument/2006/relationships/slide" Target="/ppt/slides/slide37.xml" Id="R814eedee0f9047eb" /><Relationship Type="http://schemas.openxmlformats.org/officeDocument/2006/relationships/slide" Target="/ppt/slides/slide38.xml" Id="R2fce8320b9e244f4" /><Relationship Type="http://schemas.openxmlformats.org/officeDocument/2006/relationships/slide" Target="/ppt/slides/slide39.xml" Id="Rd0d024aa643c42ef" /><Relationship Type="http://schemas.openxmlformats.org/officeDocument/2006/relationships/slide" Target="/ppt/slides/slide40.xml" Id="R5ed2b73c3dc1428e" /><Relationship Type="http://schemas.openxmlformats.org/officeDocument/2006/relationships/slide" Target="/ppt/slides/slide41.xml" Id="R7ca4e106547f4bc1" /><Relationship Type="http://schemas.openxmlformats.org/officeDocument/2006/relationships/slide" Target="/ppt/slides/slide42.xml" Id="R7927533e56b54a97" /><Relationship Type="http://schemas.openxmlformats.org/officeDocument/2006/relationships/slide" Target="/ppt/slides/slide43.xml" Id="Rd819ce8a4df34067" /><Relationship Type="http://schemas.openxmlformats.org/officeDocument/2006/relationships/slide" Target="/ppt/slides/slide44.xml" Id="R5f6593bdaad24b4d" /><Relationship Type="http://schemas.openxmlformats.org/officeDocument/2006/relationships/slide" Target="/ppt/slides/slide45.xml" Id="Re7cf554bfd8649e3" /><Relationship Type="http://schemas.openxmlformats.org/officeDocument/2006/relationships/slide" Target="/ppt/slides/slide46.xml" Id="R1658e49ab10c4d9f" /><Relationship Type="http://schemas.openxmlformats.org/officeDocument/2006/relationships/slide" Target="/ppt/slides/slide47.xml" Id="R0bb2bfcee6eb498b" /><Relationship Type="http://schemas.openxmlformats.org/officeDocument/2006/relationships/slide" Target="/ppt/slides/slide48.xml" Id="R10b3dbb4c87f4fbf" /><Relationship Type="http://schemas.openxmlformats.org/officeDocument/2006/relationships/slide" Target="/ppt/slides/slide49.xml" Id="Rf14071f848c840b4" /><Relationship Type="http://schemas.openxmlformats.org/officeDocument/2006/relationships/slide" Target="/ppt/slides/slide50.xml" Id="Reeb945e5d1414a83" /><Relationship Type="http://schemas.openxmlformats.org/officeDocument/2006/relationships/slide" Target="/ppt/slides/slide51.xml" Id="Re9975f198e3a4fdb" /><Relationship Type="http://schemas.openxmlformats.org/officeDocument/2006/relationships/slide" Target="/ppt/slides/slide52.xml" Id="Re236e50b874349cd" /><Relationship Type="http://schemas.openxmlformats.org/officeDocument/2006/relationships/slide" Target="/ppt/slides/slide53.xml" Id="Re307859727b94c46" /><Relationship Type="http://schemas.openxmlformats.org/officeDocument/2006/relationships/slide" Target="/ppt/slides/slide54.xml" Id="R5bcf43bbf3f64c66" /><Relationship Type="http://schemas.openxmlformats.org/officeDocument/2006/relationships/slide" Target="/ppt/slides/slide55.xml" Id="R8e668eb71eae4641" /><Relationship Type="http://schemas.openxmlformats.org/officeDocument/2006/relationships/slide" Target="/ppt/slides/slide56.xml" Id="R821784711a814395" /><Relationship Type="http://schemas.openxmlformats.org/officeDocument/2006/relationships/slide" Target="/ppt/slides/slide57.xml" Id="Reeff70bac7e2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4a9c1cc45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4470377c541ff" /><Relationship Type="http://schemas.openxmlformats.org/officeDocument/2006/relationships/notesMaster" Target="/ppt/notesMasters/notesMaster1.xml" Id="R60f1f1426083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3e6b570f4e4b08" /><Relationship Type="http://schemas.openxmlformats.org/officeDocument/2006/relationships/notesMaster" Target="/ppt/notesMasters/notesMaster1.xml" Id="R171c15a9e998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726a3a85f4054" /><Relationship Type="http://schemas.openxmlformats.org/officeDocument/2006/relationships/notesMaster" Target="/ppt/notesMasters/notesMaster1.xml" Id="R64c3115bfdfc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643e9b11947a7" /><Relationship Type="http://schemas.openxmlformats.org/officeDocument/2006/relationships/notesMaster" Target="/ppt/notesMasters/notesMaster1.xml" Id="Ra046191ac97348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6f80d61fca425b" /><Relationship Type="http://schemas.openxmlformats.org/officeDocument/2006/relationships/notesMaster" Target="/ppt/notesMasters/notesMaster1.xml" Id="R604d785469c047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ab681535c49d9" /><Relationship Type="http://schemas.openxmlformats.org/officeDocument/2006/relationships/notesMaster" Target="/ppt/notesMasters/notesMaster1.xml" Id="R32a68970140843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50fbf8cbf480c" /><Relationship Type="http://schemas.openxmlformats.org/officeDocument/2006/relationships/notesMaster" Target="/ppt/notesMasters/notesMaster1.xml" Id="Rf647339a614e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e64a68bdf0452f" /><Relationship Type="http://schemas.openxmlformats.org/officeDocument/2006/relationships/notesMaster" Target="/ppt/notesMasters/notesMaster1.xml" Id="R0dc3a00afeeb43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e66943f9e4122" /><Relationship Type="http://schemas.openxmlformats.org/officeDocument/2006/relationships/notesMaster" Target="/ppt/notesMasters/notesMaster1.xml" Id="R341bb493471a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bac6efab004598" /><Relationship Type="http://schemas.openxmlformats.org/officeDocument/2006/relationships/notesMaster" Target="/ppt/notesMasters/notesMaster1.xml" Id="R1b5f02d8941043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2f5e91f37145a9" /><Relationship Type="http://schemas.openxmlformats.org/officeDocument/2006/relationships/notesMaster" Target="/ppt/notesMasters/notesMaster1.xml" Id="R870a4f2cb49d44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5314343fa647bd" /><Relationship Type="http://schemas.openxmlformats.org/officeDocument/2006/relationships/notesMaster" Target="/ppt/notesMasters/notesMaster1.xml" Id="R4c20ed341ac749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6e0c57c57c4e47" /><Relationship Type="http://schemas.openxmlformats.org/officeDocument/2006/relationships/notesMaster" Target="/ppt/notesMasters/notesMaster1.xml" Id="R5432234d7ef842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1c0a22774a46a7" /><Relationship Type="http://schemas.openxmlformats.org/officeDocument/2006/relationships/notesMaster" Target="/ppt/notesMasters/notesMaster1.xml" Id="R5c7a690a49c940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1ca0c652e34a6b" /><Relationship Type="http://schemas.openxmlformats.org/officeDocument/2006/relationships/notesMaster" Target="/ppt/notesMasters/notesMaster1.xml" Id="R331ccc0c543a43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b7244ab8b849ba" /><Relationship Type="http://schemas.openxmlformats.org/officeDocument/2006/relationships/notesMaster" Target="/ppt/notesMasters/notesMaster1.xml" Id="R9567c22a89784e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284eeace754af7" /><Relationship Type="http://schemas.openxmlformats.org/officeDocument/2006/relationships/notesMaster" Target="/ppt/notesMasters/notesMaster1.xml" Id="R88ca327082ee40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1e352f28b74fce" /><Relationship Type="http://schemas.openxmlformats.org/officeDocument/2006/relationships/notesMaster" Target="/ppt/notesMasters/notesMaster1.xml" Id="R8ebd5d0112494d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217d426aed4ee7" /><Relationship Type="http://schemas.openxmlformats.org/officeDocument/2006/relationships/notesMaster" Target="/ppt/notesMasters/notesMaster1.xml" Id="Rab9168eefb0749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4a3dc686db42ef" /><Relationship Type="http://schemas.openxmlformats.org/officeDocument/2006/relationships/notesMaster" Target="/ppt/notesMasters/notesMaster1.xml" Id="R922123d9140544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a50e8970b840ba" /><Relationship Type="http://schemas.openxmlformats.org/officeDocument/2006/relationships/notesMaster" Target="/ppt/notesMasters/notesMaster1.xml" Id="R9fff5e92b5a24f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d12a4216ad4a47" /><Relationship Type="http://schemas.openxmlformats.org/officeDocument/2006/relationships/notesMaster" Target="/ppt/notesMasters/notesMaster1.xml" Id="R177e63e5f05349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a5db05fffe424b" /><Relationship Type="http://schemas.openxmlformats.org/officeDocument/2006/relationships/notesMaster" Target="/ppt/notesMasters/notesMaster1.xml" Id="R4f8d2549206144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526f8070a84d98" /><Relationship Type="http://schemas.openxmlformats.org/officeDocument/2006/relationships/notesMaster" Target="/ppt/notesMasters/notesMaster1.xml" Id="Rccfa312bf1fa4c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4a163990764d47" /><Relationship Type="http://schemas.openxmlformats.org/officeDocument/2006/relationships/notesMaster" Target="/ppt/notesMasters/notesMaster1.xml" Id="R07da58fe2cef45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34fd7177e0e4c11" /><Relationship Type="http://schemas.openxmlformats.org/officeDocument/2006/relationships/notesMaster" Target="/ppt/notesMasters/notesMaster1.xml" Id="R28e049d0d82c42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b0c058b2a4438c" /><Relationship Type="http://schemas.openxmlformats.org/officeDocument/2006/relationships/notesMaster" Target="/ppt/notesMasters/notesMaster1.xml" Id="Raf39944c028c44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105b5272d1740e8" /><Relationship Type="http://schemas.openxmlformats.org/officeDocument/2006/relationships/notesMaster" Target="/ppt/notesMasters/notesMaster1.xml" Id="R03219c9deb744d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ae596f7e934103" /><Relationship Type="http://schemas.openxmlformats.org/officeDocument/2006/relationships/notesMaster" Target="/ppt/notesMasters/notesMaster1.xml" Id="Rcb2b464d59a143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40a5f640f74b3e" /><Relationship Type="http://schemas.openxmlformats.org/officeDocument/2006/relationships/notesMaster" Target="/ppt/notesMasters/notesMaster1.xml" Id="R08ac0474d5e044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0ce50ffe4449a6" /><Relationship Type="http://schemas.openxmlformats.org/officeDocument/2006/relationships/notesMaster" Target="/ppt/notesMasters/notesMaster1.xml" Id="R4084df6a56b8469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5e9442629d543e4" /><Relationship Type="http://schemas.openxmlformats.org/officeDocument/2006/relationships/notesMaster" Target="/ppt/notesMasters/notesMaster1.xml" Id="Ra905011767774f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2cbc779e8444e6" /><Relationship Type="http://schemas.openxmlformats.org/officeDocument/2006/relationships/notesMaster" Target="/ppt/notesMasters/notesMaster1.xml" Id="Re4bcdcfa15c1408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4e7c12b13a14dd9" /><Relationship Type="http://schemas.openxmlformats.org/officeDocument/2006/relationships/notesMaster" Target="/ppt/notesMasters/notesMaster1.xml" Id="R0280d413cf1f484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46260e1a5c345cc" /><Relationship Type="http://schemas.openxmlformats.org/officeDocument/2006/relationships/notesMaster" Target="/ppt/notesMasters/notesMaster1.xml" Id="R402578bb0dd04a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261cfdae2bd4264" /><Relationship Type="http://schemas.openxmlformats.org/officeDocument/2006/relationships/notesMaster" Target="/ppt/notesMasters/notesMaster1.xml" Id="Rbd3f42bd0dd740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73bd593ec9d4f0b" /><Relationship Type="http://schemas.openxmlformats.org/officeDocument/2006/relationships/notesMaster" Target="/ppt/notesMasters/notesMaster1.xml" Id="R04d98410f079459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cfd073e34a4ded" /><Relationship Type="http://schemas.openxmlformats.org/officeDocument/2006/relationships/notesMaster" Target="/ppt/notesMasters/notesMaster1.xml" Id="Ra2852e704c1b47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a2f9b90d3c04c1b" /><Relationship Type="http://schemas.openxmlformats.org/officeDocument/2006/relationships/notesMaster" Target="/ppt/notesMasters/notesMaster1.xml" Id="R67d8833b574c48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fccab29d34485e" /><Relationship Type="http://schemas.openxmlformats.org/officeDocument/2006/relationships/notesMaster" Target="/ppt/notesMasters/notesMaster1.xml" Id="Ra3c97c054ec0472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b8ee52651324d90" /><Relationship Type="http://schemas.openxmlformats.org/officeDocument/2006/relationships/notesMaster" Target="/ppt/notesMasters/notesMaster1.xml" Id="Rf391904931f64f7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21e54d3ac2949b9" /><Relationship Type="http://schemas.openxmlformats.org/officeDocument/2006/relationships/notesMaster" Target="/ppt/notesMasters/notesMaster1.xml" Id="Rdc1fc157c98f4e6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d99a99f194c4926" /><Relationship Type="http://schemas.openxmlformats.org/officeDocument/2006/relationships/notesMaster" Target="/ppt/notesMasters/notesMaster1.xml" Id="Rc723ac0b1f50490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6cd461b63ed4f14" /><Relationship Type="http://schemas.openxmlformats.org/officeDocument/2006/relationships/notesMaster" Target="/ppt/notesMasters/notesMaster1.xml" Id="Raf83cd10252c48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7902044e9eb4dee" /><Relationship Type="http://schemas.openxmlformats.org/officeDocument/2006/relationships/notesMaster" Target="/ppt/notesMasters/notesMaster1.xml" Id="Rf0b71d5146e04af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2d5619f2a4745f2" /><Relationship Type="http://schemas.openxmlformats.org/officeDocument/2006/relationships/notesMaster" Target="/ppt/notesMasters/notesMaster1.xml" Id="R12b153bf71ad48e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54db98a9e304451" /><Relationship Type="http://schemas.openxmlformats.org/officeDocument/2006/relationships/notesMaster" Target="/ppt/notesMasters/notesMaster1.xml" Id="R2a44bf3b5413424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e4cd3e18c944cde" /><Relationship Type="http://schemas.openxmlformats.org/officeDocument/2006/relationships/notesMaster" Target="/ppt/notesMasters/notesMaster1.xml" Id="R2c14239dc2354ad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4ef52c3276b4497" /><Relationship Type="http://schemas.openxmlformats.org/officeDocument/2006/relationships/notesMaster" Target="/ppt/notesMasters/notesMaster1.xml" Id="R4fca1511565842a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3e72e243521464c" /><Relationship Type="http://schemas.openxmlformats.org/officeDocument/2006/relationships/notesMaster" Target="/ppt/notesMasters/notesMaster1.xml" Id="R8573d8f8353f4f4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714ff48ca94a6a" /><Relationship Type="http://schemas.openxmlformats.org/officeDocument/2006/relationships/notesMaster" Target="/ppt/notesMasters/notesMaster1.xml" Id="Reeaaeeb73c2e485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b487a49cb064927" /><Relationship Type="http://schemas.openxmlformats.org/officeDocument/2006/relationships/notesMaster" Target="/ppt/notesMasters/notesMaster1.xml" Id="R7088952ca86b48f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f334afe77be4466" /><Relationship Type="http://schemas.openxmlformats.org/officeDocument/2006/relationships/notesMaster" Target="/ppt/notesMasters/notesMaster1.xml" Id="R57713fca89974ff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856f7e18e804da9" /><Relationship Type="http://schemas.openxmlformats.org/officeDocument/2006/relationships/notesMaster" Target="/ppt/notesMasters/notesMaster1.xml" Id="Re82669e8abb34bd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f9f21d81dbd4b7a" /><Relationship Type="http://schemas.openxmlformats.org/officeDocument/2006/relationships/notesMaster" Target="/ppt/notesMasters/notesMaster1.xml" Id="Rbabe16413bf84eb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3f67b9d03314d60" /><Relationship Type="http://schemas.openxmlformats.org/officeDocument/2006/relationships/notesMaster" Target="/ppt/notesMasters/notesMaster1.xml" Id="R63f2b9a45a914d1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88aa4fcea754d3b" /><Relationship Type="http://schemas.openxmlformats.org/officeDocument/2006/relationships/notesMaster" Target="/ppt/notesMasters/notesMaster1.xml" Id="R0001da5ec57b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the module reset. Reveal syllabus bullets one by one and connect them to the right-side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roadmap by row. Pause after each syllabus cluster and state how it will be examined.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audit slide only if students or reviewers need syllabus mapping. Otherwise keep it as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at a time. For each, ask students to first identify keywords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BCS515B-module-3-pdf.pdf</a:t>
            </a:r>
          </a:p>
          <a:p xmlns:a="http://schemas.openxmlformats.org/drawingml/2006/main">
            <a:r>
              <a:t>- Local prescribed textbook extract: BCS515B-module-3-textbook.pdf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2b445b549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8e404d6e449bc" /><Relationship Type="http://schemas.openxmlformats.org/officeDocument/2006/relationships/slideLayout" Target="/ppt/slideLayouts/slideLayout1.xml" Id="Ra6d7f6e9a5e4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7f6e9a5e4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cd6d976f94ea9" /><Relationship Type="http://schemas.openxmlformats.org/officeDocument/2006/relationships/notesSlide" Target="/ppt/notesSlides/notesSlide1.xml" Id="R5138c84b16ad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164cee4d24590" /><Relationship Type="http://schemas.openxmlformats.org/officeDocument/2006/relationships/notesSlide" Target="/ppt/notesSlides/notesSlide2.xml" Id="R44bfe3adba6543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0972d02934e05" /><Relationship Type="http://schemas.openxmlformats.org/officeDocument/2006/relationships/notesSlide" Target="/ppt/notesSlides/notesSlide3.xml" Id="R080f12d390b9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e5d0847747aa" /><Relationship Type="http://schemas.openxmlformats.org/officeDocument/2006/relationships/notesSlide" Target="/ppt/notesSlides/notesSlide4.xml" Id="R01877579d6f44f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be569fad4e7b" /><Relationship Type="http://schemas.openxmlformats.org/officeDocument/2006/relationships/notesSlide" Target="/ppt/notesSlides/notesSlide5.xml" Id="R6bf00bc6a2a5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8cddc9d5c4002" /><Relationship Type="http://schemas.openxmlformats.org/officeDocument/2006/relationships/notesSlide" Target="/ppt/notesSlides/notesSlide6.xml" Id="R7827b3872e8249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1276d5aae4c25" /><Relationship Type="http://schemas.openxmlformats.org/officeDocument/2006/relationships/notesSlide" Target="/ppt/notesSlides/notesSlide7.xml" Id="R45c90f2a063040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16bec00ce4ae2" /><Relationship Type="http://schemas.openxmlformats.org/officeDocument/2006/relationships/notesSlide" Target="/ppt/notesSlides/notesSlide8.xml" Id="R26b4fddfde2c46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ff6a6518b4512" /><Relationship Type="http://schemas.openxmlformats.org/officeDocument/2006/relationships/notesSlide" Target="/ppt/notesSlides/notesSlide9.xml" Id="Rb046ba6b27384c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9ce1dff0841bb" /><Relationship Type="http://schemas.openxmlformats.org/officeDocument/2006/relationships/notesSlide" Target="/ppt/notesSlides/notesSlide10.xml" Id="R3bea528aadcc45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56aeb52604470" /><Relationship Type="http://schemas.openxmlformats.org/officeDocument/2006/relationships/notesSlide" Target="/ppt/notesSlides/notesSlide11.xml" Id="R94828662dc994a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55c814614740" /><Relationship Type="http://schemas.openxmlformats.org/officeDocument/2006/relationships/notesSlide" Target="/ppt/notesSlides/notesSlide12.xml" Id="R4133e4842f314b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414cc73c744a8" /><Relationship Type="http://schemas.openxmlformats.org/officeDocument/2006/relationships/notesSlide" Target="/ppt/notesSlides/notesSlide13.xml" Id="Rbfbc16d6dd8f46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5849571354a32" /><Relationship Type="http://schemas.openxmlformats.org/officeDocument/2006/relationships/notesSlide" Target="/ppt/notesSlides/notesSlide14.xml" Id="R4ec9e459354f40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cf877441c4d75" /><Relationship Type="http://schemas.openxmlformats.org/officeDocument/2006/relationships/notesSlide" Target="/ppt/notesSlides/notesSlide15.xml" Id="Rdc37fef4e48b42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a90615d44f77" /><Relationship Type="http://schemas.openxmlformats.org/officeDocument/2006/relationships/notesSlide" Target="/ppt/notesSlides/notesSlide16.xml" Id="Rbdc2a59df57248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317aee5f2464e" /><Relationship Type="http://schemas.openxmlformats.org/officeDocument/2006/relationships/notesSlide" Target="/ppt/notesSlides/notesSlide17.xml" Id="R66e160f1a56c4a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ea547dc7e4b82" /><Relationship Type="http://schemas.openxmlformats.org/officeDocument/2006/relationships/notesSlide" Target="/ppt/notesSlides/notesSlide18.xml" Id="Rb4a410d40e2f49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1bc0d23b24d72" /><Relationship Type="http://schemas.openxmlformats.org/officeDocument/2006/relationships/notesSlide" Target="/ppt/notesSlides/notesSlide19.xml" Id="R0c346b15a40c4c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f89289aa4039" /><Relationship Type="http://schemas.openxmlformats.org/officeDocument/2006/relationships/notesSlide" Target="/ppt/notesSlides/notesSlide20.xml" Id="R1cd990f64e7c49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53742b87f4f31" /><Relationship Type="http://schemas.openxmlformats.org/officeDocument/2006/relationships/notesSlide" Target="/ppt/notesSlides/notesSlide21.xml" Id="Ra22ff2da69f347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9ec11947c41b0" /><Relationship Type="http://schemas.openxmlformats.org/officeDocument/2006/relationships/notesSlide" Target="/ppt/notesSlides/notesSlide22.xml" Id="R3caca6de953d4e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360a95062493e" /><Relationship Type="http://schemas.openxmlformats.org/officeDocument/2006/relationships/notesSlide" Target="/ppt/notesSlides/notesSlide23.xml" Id="R9ec02cd6010f4c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a57fdb36343cd" /><Relationship Type="http://schemas.openxmlformats.org/officeDocument/2006/relationships/notesSlide" Target="/ppt/notesSlides/notesSlide24.xml" Id="R549df82619964f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d08746614877" /><Relationship Type="http://schemas.openxmlformats.org/officeDocument/2006/relationships/notesSlide" Target="/ppt/notesSlides/notesSlide25.xml" Id="R55611c1cda2246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1edd0a0ad4e2f" /><Relationship Type="http://schemas.openxmlformats.org/officeDocument/2006/relationships/notesSlide" Target="/ppt/notesSlides/notesSlide26.xml" Id="Raff8102b16a842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ad07b3e084207" /><Relationship Type="http://schemas.openxmlformats.org/officeDocument/2006/relationships/notesSlide" Target="/ppt/notesSlides/notesSlide27.xml" Id="R9f33b9d0dd2a4c2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5c695037d44f0" /><Relationship Type="http://schemas.openxmlformats.org/officeDocument/2006/relationships/notesSlide" Target="/ppt/notesSlides/notesSlide28.xml" Id="Rf3f4ad44aa1447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e22dd2684ae2" /><Relationship Type="http://schemas.openxmlformats.org/officeDocument/2006/relationships/notesSlide" Target="/ppt/notesSlides/notesSlide29.xml" Id="R84981cf94b7c47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3c516020e4f41" /><Relationship Type="http://schemas.openxmlformats.org/officeDocument/2006/relationships/notesSlide" Target="/ppt/notesSlides/notesSlide30.xml" Id="R2dbef7c7d6ae4ea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e7a8ff45465c" /><Relationship Type="http://schemas.openxmlformats.org/officeDocument/2006/relationships/notesSlide" Target="/ppt/notesSlides/notesSlide31.xml" Id="R87eaa10145ab4b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226790a9f4a05" /><Relationship Type="http://schemas.openxmlformats.org/officeDocument/2006/relationships/notesSlide" Target="/ppt/notesSlides/notesSlide32.xml" Id="Rd8f8014a9bc145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ccaf4b9af4bf7" /><Relationship Type="http://schemas.openxmlformats.org/officeDocument/2006/relationships/notesSlide" Target="/ppt/notesSlides/notesSlide33.xml" Id="R3f45292913d047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78070bd84a48" /><Relationship Type="http://schemas.openxmlformats.org/officeDocument/2006/relationships/notesSlide" Target="/ppt/notesSlides/notesSlide34.xml" Id="R9f76dcba3e524b5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e34bff5df4a55" /><Relationship Type="http://schemas.openxmlformats.org/officeDocument/2006/relationships/notesSlide" Target="/ppt/notesSlides/notesSlide35.xml" Id="Rb0f511f4be9c469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95dd961eb4b33" /><Relationship Type="http://schemas.openxmlformats.org/officeDocument/2006/relationships/notesSlide" Target="/ppt/notesSlides/notesSlide36.xml" Id="R0ab6dc194a9443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be534631a4404" /><Relationship Type="http://schemas.openxmlformats.org/officeDocument/2006/relationships/notesSlide" Target="/ppt/notesSlides/notesSlide37.xml" Id="R63663b05acfe457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1965945fc4482" /><Relationship Type="http://schemas.openxmlformats.org/officeDocument/2006/relationships/notesSlide" Target="/ppt/notesSlides/notesSlide38.xml" Id="R78bf919aa1f941e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39e72889a45ee" /><Relationship Type="http://schemas.openxmlformats.org/officeDocument/2006/relationships/notesSlide" Target="/ppt/notesSlides/notesSlide39.xml" Id="Rf634b7b001764e7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3d261e7714d21" /><Relationship Type="http://schemas.openxmlformats.org/officeDocument/2006/relationships/notesSlide" Target="/ppt/notesSlides/notesSlide40.xml" Id="R2eb549bb882c4f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5b6ff06e84b47" /><Relationship Type="http://schemas.openxmlformats.org/officeDocument/2006/relationships/notesSlide" Target="/ppt/notesSlides/notesSlide41.xml" Id="R29ce76792d0b4e4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6556abdee4b80" /><Relationship Type="http://schemas.openxmlformats.org/officeDocument/2006/relationships/notesSlide" Target="/ppt/notesSlides/notesSlide42.xml" Id="Ra91b0204a034465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dee247724d18" /><Relationship Type="http://schemas.openxmlformats.org/officeDocument/2006/relationships/notesSlide" Target="/ppt/notesSlides/notesSlide43.xml" Id="R22aa2970019847a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89ef06b6f4eaa" /><Relationship Type="http://schemas.openxmlformats.org/officeDocument/2006/relationships/notesSlide" Target="/ppt/notesSlides/notesSlide44.xml" Id="Raeea34af1e44404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df6cbe05a4785" /><Relationship Type="http://schemas.openxmlformats.org/officeDocument/2006/relationships/notesSlide" Target="/ppt/notesSlides/notesSlide45.xml" Id="R8fbf8f95af97491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6c9ab809947b7" /><Relationship Type="http://schemas.openxmlformats.org/officeDocument/2006/relationships/notesSlide" Target="/ppt/notesSlides/notesSlide46.xml" Id="Rf51b355171c9493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3c75eff3449b4" /><Relationship Type="http://schemas.openxmlformats.org/officeDocument/2006/relationships/notesSlide" Target="/ppt/notesSlides/notesSlide47.xml" Id="R15fca8d6ef7849f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82c4b64214b5e" /><Relationship Type="http://schemas.openxmlformats.org/officeDocument/2006/relationships/notesSlide" Target="/ppt/notesSlides/notesSlide48.xml" Id="R1c39502ed1854d0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cf84b044049b4" /><Relationship Type="http://schemas.openxmlformats.org/officeDocument/2006/relationships/notesSlide" Target="/ppt/notesSlides/notesSlide49.xml" Id="R7a90424a8eda4d4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a9d377924e8d" /><Relationship Type="http://schemas.openxmlformats.org/officeDocument/2006/relationships/notesSlide" Target="/ppt/notesSlides/notesSlide50.xml" Id="Rd230925eeb25468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bfd1c17714a81" /><Relationship Type="http://schemas.openxmlformats.org/officeDocument/2006/relationships/notesSlide" Target="/ppt/notesSlides/notesSlide51.xml" Id="Rdd120107df8e41f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29d9b2fd24a22" /><Relationship Type="http://schemas.openxmlformats.org/officeDocument/2006/relationships/notesSlide" Target="/ppt/notesSlides/notesSlide52.xml" Id="R58ad56670e1c43b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98b6395ca4a79" /><Relationship Type="http://schemas.openxmlformats.org/officeDocument/2006/relationships/notesSlide" Target="/ppt/notesSlides/notesSlide53.xml" Id="Rcf455acc4dc342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ca41f49c140d2" /><Relationship Type="http://schemas.openxmlformats.org/officeDocument/2006/relationships/notesSlide" Target="/ppt/notesSlides/notesSlide54.xml" Id="R6ee2d3d0714a4e0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cb826341747c4" /><Relationship Type="http://schemas.openxmlformats.org/officeDocument/2006/relationships/notesSlide" Target="/ppt/notesSlides/notesSlide55.xml" Id="R5bedf4dfd689418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b66a4fefd43ec" /><Relationship Type="http://schemas.openxmlformats.org/officeDocument/2006/relationships/notesSlide" Target="/ppt/notesSlides/notesSlide56.xml" Id="Rf9b3cda19d0543d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88763fff4ad8" /><Relationship Type="http://schemas.openxmlformats.org/officeDocument/2006/relationships/notesSlide" Target="/ppt/notesSlides/notesSlide57.xml" Id="Rf53878fac4a3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D032B-7F0B-4BAA-9D2A-1B0D3A7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F9BE8-83CB-421F-8695-7DCDEC2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Informed Search and Propositional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06618-3E26-4D70-9A97-D46D079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Informed search strategies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Heuristic functions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Knowledge-based agents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Wumpus world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Propositional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Reasoning patterns in propositional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0B8F0-B01A-4083-B3F4-F1BC29C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5D02-3A4E-45D6-9BA2-F78AAF19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D2FE7-3ADA-45FA-ABB7-ECF796C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C3CAD-A577-4963-9CAE-3FCA284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896E1-5122-4CD4-9A17-D1AB576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0D256-0FAD-48C8-8A69-4CB6A992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DDAA5-4198-4127-8A60-20AC2A1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D2284-6F8F-4138-B3E0-68534CE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DDFB-FB0C-4054-82D1-A92251AC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5BC26-7C22-4C91-9F78-C175DA2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25F47-D83F-4453-86C2-620AA6C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B262D-6E67-4CDE-BB52-9FD7E68E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A8FA-116D-494E-9300-65B6C1A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1B466-62C4-4DBF-A5CF-D9C1B13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ACDA1-0740-4B45-B45D-0E3425C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266C4-04FF-43BF-ABE6-5D9AB6D7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E7758-BEC3-4D60-82E5-E7830BF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312C8-C6C5-4FBC-9F44-5A0B200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420E7-5507-4EE7-9177-BBF620C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3FE8B-79C3-4D5F-846C-60B527C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0AC01-8DD6-45BA-9DE4-8690AEF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2C172-1224-46C3-8D52-36AC69B6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00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Percepts mark safe and risky squares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79A7DC-B4F1-4B6C-97ED-4D7DAA2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01/50</a:t>
            </a:r>
          </a:p>
        </p:txBody>
      </p:sp>
    </p:spTree>
    <p:extLst>
      <p:ext uri="{BB962C8B-B14F-4D97-AF65-F5344CB8AC3E}">
        <p14:creationId xmlns:p14="http://schemas.microsoft.com/office/powerpoint/2010/main" val="1587672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D6A66-E0BB-42A3-8964-A6D86C0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VTU syllabus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FE598-7F88-4769-B120-A3F20DE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Roadmap for 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A5FBE-52BE-409A-9B57-7D040D8D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0D6D-0FEB-4F62-8479-DFECC8F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1. Informed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9EE95-B3A8-4C0D-81E3-DF363B8A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2. Greedy best-first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2AB6F-F8CE-434A-9FC9-B355CE01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3. A*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31C11-D23D-4388-8923-B939DA6C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4. Heuristic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68E27-6A67-4C29-BBFA-0C3EE892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5. 8-puzzle heuristics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54A56-CFF1-4CD2-8A22-DDEE5378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6. Knowledge-based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D4BB-4E2E-42A7-92FD-369D231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7. Wumpus world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36D53-C603-400F-A76D-0DE0CAB4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8. Logic basics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E432F-F6D2-4B0E-866D-F35E701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9. Propositional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745F0-661E-4582-9FE8-F1BCC84D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10. Propositional 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A872E-732A-4635-8F70-1C74F81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Every VTU topic is expanded as definition → intuition → workflow → example →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35474-A002-4D38-BAA6-1C4CF80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02/50</a:t>
            </a:r>
          </a:p>
        </p:txBody>
      </p:sp>
    </p:spTree>
    <p:extLst>
      <p:ext uri="{BB962C8B-B14F-4D97-AF65-F5344CB8AC3E}">
        <p14:creationId xmlns:p14="http://schemas.microsoft.com/office/powerpoint/2010/main" val="1705011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9E30B-1C20-401A-BB0B-73FE91EC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3F927-F7DB-468B-82CF-92D7519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3 VTU coverage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01BDD-924C-438E-BE6E-AFD3EFAB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AAEF0-8E3D-4787-869D-D08B993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D851-1679-4528-9067-AA16B23F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Local source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D9E1E-7316-4F2D-AA31-6AC3E970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54438-B981-41A0-9E4F-1ED9D21F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Action in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4790E-1995-4C9F-8784-D75C2C5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Informed search strategies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20A92-4CD4-4E70-AE82-234A7300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DDAC3-C33A-4B15-B17C-3EA7F926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CA6C-7078-421A-92DB-AEC0FBA7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B90A1-6115-445C-AEC5-55420D3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Heuristic 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F4099-5A6F-432B-B093-639F4346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EC51-347E-4AE4-B61E-4C27BA47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E548E-59E3-4903-A1FA-B8A49280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61299-C4D2-425E-B6ED-D2225A0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Knowledge-based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3F063-30E0-49A2-8F79-403ED596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49BDC-47DB-4C5B-8500-8F65810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192E4-869A-44E7-BA65-5AEC9DA4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476E4-0315-4317-8116-F7D56E9F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Wumpus world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DE1C6-575C-460E-99E2-2ADB39A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CA3E8-4B08-4038-A175-836E6851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0E8BB-9BA7-4D1B-B2AB-A547C542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CE172-01B7-47CF-A569-10E4146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717A3-E65E-45E3-B6DB-2EE362A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64E17-E2A8-4223-B9D3-052181A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07AF50-17E9-404F-9EA5-65AD5EC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15843-ED70-48AA-806F-EB86ABB5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Propositional logic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55A99-7743-4707-92A0-32F21F7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5FDA6-57D0-47D1-8151-8AD42AA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B0D5D-A0AB-49B4-8DA6-54DDBEB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032C5-9F4F-44D0-9CB8-103D1D35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Reasoning patterns in propositional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7BACC-9572-406D-8ACA-6EBEEFC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E183B6-D01C-4802-8890-D35FAE5F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B9687-BFCA-4EB5-A393-D730D8F3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CAAC85-5F0B-4D00-98D2-CBBC5272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03/50</a:t>
            </a:r>
          </a:p>
        </p:txBody>
      </p:sp>
    </p:spTree>
    <p:extLst>
      <p:ext uri="{BB962C8B-B14F-4D97-AF65-F5344CB8AC3E}">
        <p14:creationId xmlns:p14="http://schemas.microsoft.com/office/powerpoint/2010/main" val="2006905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168CD-1CC9-4B77-9DBD-56134429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C3A3-47D4-4477-9399-9BEEB04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CFD20-69D2-4EB8-806B-B905C204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7D2C-2E2F-4299-8DF6-97047E27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Informed search uses estimates to guide expansion.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977BD-4FB7-41E6-8C1D-A32A98A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domain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evaluation function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frontier ranking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best-first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EED61-D1BC-4F1D-8413-0DB17C75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46391-5A5B-4B8B-A516-B7B673F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FC144-18DB-4774-B23C-5E05EC4A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domain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C4BCB-93B0-4ECE-BE66-5A43D1B8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evaluation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E11BC-6006-4207-8E91-C8F209B6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frontier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A0F4F-F907-4BF2-99D8-05C408D7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best-first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B2110-73C0-40BE-AF8C-3CE2EE55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04/50</a:t>
            </a:r>
          </a:p>
        </p:txBody>
      </p:sp>
    </p:spTree>
    <p:extLst>
      <p:ext uri="{BB962C8B-B14F-4D97-AF65-F5344CB8AC3E}">
        <p14:creationId xmlns:p14="http://schemas.microsoft.com/office/powerpoint/2010/main" val="2092681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B3226-9A78-42DF-A7B4-0032804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5A864-7987-49E4-8F98-C407A49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F072D-550E-4027-AD90-0C194D7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245AB-6709-4FC7-852E-705F561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informed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0305-44BB-404F-9427-B8621CF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Knowledge can reduce search dramatically.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4F3C-0760-424D-9223-E15C3C47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4F76-FA75-47FA-9DAB-3F75F1F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8D12C-7EE5-46F8-8C0D-E17C42D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FDC15-D7DC-4637-866B-893CA85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88571-E65F-4AE6-AEC7-E723BFAB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656C-DA2B-43DA-B484-5A52822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26207-6CBB-45BF-8803-1FB099F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5A403-261A-4909-A42F-3EAC149C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05/50</a:t>
            </a:r>
          </a:p>
        </p:txBody>
      </p:sp>
    </p:spTree>
    <p:extLst>
      <p:ext uri="{BB962C8B-B14F-4D97-AF65-F5344CB8AC3E}">
        <p14:creationId xmlns:p14="http://schemas.microsoft.com/office/powerpoint/2010/main" val="10190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E6FF7-A12C-4135-8A6D-BBBBE6F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8D3A-E2BA-4C67-98FB-F8BE5C8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4C2DE-781C-4BB7-96CB-575CD450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8765B-7855-4EDC-A29A-EE7F7A2A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47924-185B-4A6E-B126-EA9D8049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4431-8AA7-4D11-963B-2C6CEAE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A5482-1C52-4127-A736-B2B5675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E6BF3-EB63-481F-826A-EBF9E50A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domain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96E4E-185B-4A8B-A29A-9C7FB9C5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evaluation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20509-3CFB-4B63-9213-0427913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frontier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ED52B-8C0D-49F9-B9DA-537FA206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best-first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C3195-7839-4ADF-8081-3312DED0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06754-B5F4-4484-9D86-715342E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06/50</a:t>
            </a:r>
          </a:p>
        </p:txBody>
      </p:sp>
    </p:spTree>
    <p:extLst>
      <p:ext uri="{BB962C8B-B14F-4D97-AF65-F5344CB8AC3E}">
        <p14:creationId xmlns:p14="http://schemas.microsoft.com/office/powerpoint/2010/main" val="1250478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46478-5C40-4D47-8A25-3221090A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DF0C7-D119-4412-8EE8-9D30247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773D3-59EE-42C8-B8EA-0F779B6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B0607-6DF6-440D-8A0E-20C6E10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informed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332FB-671D-4DAB-AB82-8C7A187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domain knowledge, evaluation function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2079D-4E84-4E61-AC4F-542E2C2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62EA5-3CBC-4CE3-BCF5-3DFA7F2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75BFF-0125-4CE4-B4A0-9154846B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08001-017D-4CD7-837F-58A587C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BE957-BD72-4FB6-8391-1F42C50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2856A-FC10-47C3-B56B-ED5FAD90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8782F-5178-4AD3-818A-EEC98E18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2341C-617C-4829-8804-D8098967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3FA2-EEC2-49C6-8354-6C6687D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B97A5-97AC-4DDD-8286-8BFA6B1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domain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553CC-2159-452C-8FC6-ED61EDA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07/50</a:t>
            </a:r>
          </a:p>
        </p:txBody>
      </p:sp>
    </p:spTree>
    <p:extLst>
      <p:ext uri="{BB962C8B-B14F-4D97-AF65-F5344CB8AC3E}">
        <p14:creationId xmlns:p14="http://schemas.microsoft.com/office/powerpoint/2010/main" val="1349235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1B769-3049-4D4D-88C4-7AEBC4D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ABC58-6E82-4740-8B47-63A70C0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068D0-5FDD-4EE1-87D1-FD4C9864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8BE7-AA35-4301-98CA-5E5434FC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9A140-DC3A-409E-93B8-FCE892B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Knowledge can reduce search dramatically.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63A55-D91B-48A8-85FB-E76754FB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8DAFE-8AEC-489A-A47E-3BBE38FE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00775-1A05-4F51-A88A-56D04F3E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domain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EBAEE-06E5-45E0-A4F6-ED1E6774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evaluation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B29F3-5E55-4B15-8E0F-94E483E4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frontier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08462-2C40-4DA2-A91F-ED452F6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best-first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C5322-7B30-4953-85BB-4915E6C7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D8EB9-9FCB-4942-9C62-1DB7EA3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08/50</a:t>
            </a:r>
          </a:p>
        </p:txBody>
      </p:sp>
    </p:spTree>
    <p:extLst>
      <p:ext uri="{BB962C8B-B14F-4D97-AF65-F5344CB8AC3E}">
        <p14:creationId xmlns:p14="http://schemas.microsoft.com/office/powerpoint/2010/main" val="1456696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580E-93DD-47F6-B199-D8DE29D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55BB9-C48B-4758-98C5-0B1AB9D4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Greedy best-first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DB75F-B77C-4071-A028-95AA0FDD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FE40-E5C1-433F-9359-AFC6DE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Greedy search follows the lowest estimated remaining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78EE9-3B02-4685-9104-6D70338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h(n)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nearest-looking node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fast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not optimal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81387-21FD-4D41-89F3-CBA67D5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45127-E0C3-460F-BD55-8F5FA02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tempting heuristic can mislead.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B15DA-3D56-4806-AC6F-50D6F90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7BFF9-47E2-4AE3-978E-8CDA92B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nearest-looking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E06E-530B-4ED8-9F0B-FDFE33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F6098-9695-47B5-8079-6ADB856E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C0F1E-33B9-449E-BCAB-DA2C2DF2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09/50</a:t>
            </a:r>
          </a:p>
        </p:txBody>
      </p:sp>
    </p:spTree>
    <p:extLst>
      <p:ext uri="{BB962C8B-B14F-4D97-AF65-F5344CB8AC3E}">
        <p14:creationId xmlns:p14="http://schemas.microsoft.com/office/powerpoint/2010/main" val="1276859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900FF-0AE6-4964-B3A5-0EA3C946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74F45-91DF-4AD1-9180-B5E8EE8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Greedy best-first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7B40C-460B-4549-8D6B-372DF80A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75C0F-A320-4A89-B3C6-85A53661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greedy best-first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CD9AC-1286-4225-8E17-0EB2053B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 tempting heuristic can mislead.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3928-7ED7-4EA0-89AF-BD3F8E8F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DCF4-1E55-4F00-8285-147DF08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tempting heuristic can mislead.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41D27-86A3-45C5-9A7B-CDB749B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7AF22-506C-442E-B3EF-3623F8F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D94AE-8DDB-4459-87BB-CC34910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39DC8-049E-4709-9A0C-C70EF802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5DCE2-2FAC-4BDE-93AC-FAAE9FB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3A1E0-BD64-437C-8E7B-6E4A707B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10/50</a:t>
            </a:r>
          </a:p>
        </p:txBody>
      </p:sp>
    </p:spTree>
    <p:extLst>
      <p:ext uri="{BB962C8B-B14F-4D97-AF65-F5344CB8AC3E}">
        <p14:creationId xmlns:p14="http://schemas.microsoft.com/office/powerpoint/2010/main" val="597561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16D30-129D-4ED4-BEF8-D887BA7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E3931-4B63-48CC-B08E-2635B22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Greedy best-first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30FEB-9BD2-45FA-8E3A-1827E0F2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D7DE9-4911-4673-847A-CBBADC5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87A1F-7D1F-4F6B-9581-FA3D37FD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8BF0C-0D8D-418F-9FF7-A444C7D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90E61-C7BD-4A24-92A1-331ACFE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tempting heuristic can mislead.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FF61C-E418-40E4-BF14-4C73DB5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9638E-BF5D-4459-855F-C8EC921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nearest-looking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18DFE-B4D9-44BB-8696-7A4F315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94625-8AF0-4A39-920A-EF43E93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96441-7685-4143-97E0-D7B4AE0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3ACEA-27E0-45D4-9F53-6BC8DEA0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11/50</a:t>
            </a:r>
          </a:p>
        </p:txBody>
      </p:sp>
    </p:spTree>
    <p:extLst>
      <p:ext uri="{BB962C8B-B14F-4D97-AF65-F5344CB8AC3E}">
        <p14:creationId xmlns:p14="http://schemas.microsoft.com/office/powerpoint/2010/main" val="1423011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9F316-553B-4304-A31B-CB1E6BC4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8AA1-8913-4438-B3D3-92A70EAA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Greedy best-first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A3CA-F5F1-41F5-BD47-2DEF9EC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884E7-37E1-45D1-92A9-F5E0B63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greedy best-first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E6E36-5698-40E2-BBAE-BA35D1E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h(n), nearest-looking node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652B4-E877-4525-9F84-8492692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E55E3-5FC5-4C67-9732-3DA1D199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tempting heuristic can mislead.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20D69-8688-456C-8F1F-2EEF3C2C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48C7-60A4-499C-9668-D74A349B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015AF-0D43-4533-B4B8-CA1A2E2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C56DE-AEDB-428E-93D0-903781B1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EAFF8-F426-46EA-9F27-8AE9A056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EAB3B-9CE2-46AA-A6DB-B8A95F7B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8D750-1A3D-4673-924B-EBB1529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3A2AA-7181-4417-BE43-AF97573A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A2021-3928-4EE1-8E8C-B9B5162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12/50</a:t>
            </a:r>
          </a:p>
        </p:txBody>
      </p:sp>
    </p:spTree>
    <p:extLst>
      <p:ext uri="{BB962C8B-B14F-4D97-AF65-F5344CB8AC3E}">
        <p14:creationId xmlns:p14="http://schemas.microsoft.com/office/powerpoint/2010/main" val="1362591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82318-1B85-45F2-910B-3CF1DB3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1D7D-9ADC-4422-8C95-F3ED6D4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Greedy best-first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3B5D1-5944-4733-92BA-2B3C479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83D7B-EC05-4D0A-9CA1-5E4E9F7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C2AB9-8113-428D-AD6B-6A3FB11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 tempting heuristic can mislead.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347E1-773D-4A2E-A359-ED519BB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4BB01-8342-4C04-9CF1-74F7AF9B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 tempting heuristic can mislead.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D4F1-BC97-4289-BB0F-5A673CD5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8E102-E242-40AA-91E8-D5924B0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nearest-looking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FF37A-76C6-457E-A519-473FBCB4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2C15-6656-43B7-A211-9842F33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not optimal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DF3F1-C801-445D-B21E-FCCF9A7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5ADD4-2CD4-4CFF-9DBF-4CE67758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13/50</a:t>
            </a:r>
          </a:p>
        </p:txBody>
      </p:sp>
    </p:spTree>
    <p:extLst>
      <p:ext uri="{BB962C8B-B14F-4D97-AF65-F5344CB8AC3E}">
        <p14:creationId xmlns:p14="http://schemas.microsoft.com/office/powerpoint/2010/main" val="2103907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9F2CE-537C-4E19-B8E0-0F4257D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C757-525A-4D22-8102-FA4A406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A*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0113D-C922-4609-A2B2-3D1AB3B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1D1F8-EBBF-4D6C-8FC7-20ED477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A* balances cost paid and cost expected.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F05B2-0E53-49E4-86DE-6050B54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h(n)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f(n)=g(n)+h(n)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optimal with admissible 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67F01-A2DA-47DE-BEC4-EB46956B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453E-9195-4FED-B0A8-89268AEC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A* is the key informed-search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D7A0C-17BE-4A4D-9BCC-3BCFC37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221D7-C081-4858-B442-FAD6EAB3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32438-395E-477F-8616-6157D8F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f(n)=g(n)+h(n)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1C409-B770-4ED0-98AE-C9D70CD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optimal with admissible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49F32-E43A-4A26-944E-2F15DC26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14/50</a:t>
            </a:r>
          </a:p>
        </p:txBody>
      </p:sp>
    </p:spTree>
    <p:extLst>
      <p:ext uri="{BB962C8B-B14F-4D97-AF65-F5344CB8AC3E}">
        <p14:creationId xmlns:p14="http://schemas.microsoft.com/office/powerpoint/2010/main" val="5292614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67579-EE57-4A09-AE9D-A0FA0D4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6893F-08DC-4D30-A943-8942C57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A*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2A5F8-1403-44FC-8559-ED12DA74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91C29-7CE7-4001-AF45-6C1B599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a*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1337-A1F6-455D-B88D-D38C87B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A* is the key informed-search algorithm.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E8567-7483-469A-8BC0-53C3CF8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264E1-8816-43E8-90C9-4BDDF45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A* is the key informed-search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6C9B8-F274-4E7E-A3C1-0CE634E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E653F-2C5D-4460-B7FD-D66015C2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BB901-3DA7-4ECA-B86D-8660AAE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3A5B8-B7B4-47F4-941F-725134B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61102-A224-4E8F-B5C0-88661CF2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DEFF9-DDFA-45B1-8565-7858719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15/50</a:t>
            </a:r>
          </a:p>
        </p:txBody>
      </p:sp>
    </p:spTree>
    <p:extLst>
      <p:ext uri="{BB962C8B-B14F-4D97-AF65-F5344CB8AC3E}">
        <p14:creationId xmlns:p14="http://schemas.microsoft.com/office/powerpoint/2010/main" val="5539687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DF11E-F9AE-47CC-9EFD-8B303D33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9FE6-AD6C-4FB0-97F7-83113397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A*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C1FF6-2059-46B4-98FE-6DB9AB10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2A46-2BC4-4CE7-A115-CCFE5C6D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88B3B-D5A2-4F90-9881-D952F85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5D52F-804A-4927-9847-6EA1AD80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A144C-25C3-441B-A0CF-7F30AA6B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A* is the key informed-search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7715-FBFF-448B-B70C-AADB3658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D1B6-B101-436B-B4F7-53DD55E9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1DB85-DA31-4ECA-BB4F-8C142E60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f(n)=g(n)+h(n)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ED2C0-63B7-4176-8FF5-52DFA6F4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 with admissible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43617-79EA-479D-9C1A-D9D5C28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C4505-6635-46BE-A988-75DB749D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16/50</a:t>
            </a:r>
          </a:p>
        </p:txBody>
      </p:sp>
    </p:spTree>
    <p:extLst>
      <p:ext uri="{BB962C8B-B14F-4D97-AF65-F5344CB8AC3E}">
        <p14:creationId xmlns:p14="http://schemas.microsoft.com/office/powerpoint/2010/main" val="3108173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75911-DEBE-4824-85B4-DDE8BA2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4C6A3-794D-4B88-A40B-2CAB7619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A*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FBFCD-3831-4296-9A00-6272607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F69FF-C00B-4CC2-A397-462E6FF1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a*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5ABF8-E64E-48A2-8CCC-FF10E08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g(n), h(n)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C03F8-F916-4F4C-8230-2DC01E5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A382-1D8F-40E1-A628-B7B57A04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A* is the key informed-search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781DF-6D1D-4D0A-B7D2-ACC7685D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FCA86-523C-4790-AA1C-8ECC970E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5E7A5-1FEF-4BFF-9034-2C2B5D35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599D2-F87E-46BF-A5A8-DDFF46B6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F0180-6B9E-477E-AEB3-C6209473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474CA-C22C-4CF7-B5AB-0CB8D0B0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1D5A8-DBFA-4D37-B308-AE35D278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A67BE-1561-41B8-801A-DA401EE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g(n)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9A768-F17B-47CE-A388-D4AFEA4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17/50</a:t>
            </a:r>
          </a:p>
        </p:txBody>
      </p:sp>
    </p:spTree>
    <p:extLst>
      <p:ext uri="{BB962C8B-B14F-4D97-AF65-F5344CB8AC3E}">
        <p14:creationId xmlns:p14="http://schemas.microsoft.com/office/powerpoint/2010/main" val="4053543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577F4-88E8-42E6-8131-2887A2D9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1138B-43CA-41F5-B4AA-2429156E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A*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49D69-8C4E-4686-A162-C5403C5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FD44-A3B3-4E86-9155-DF4F319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40034-C98F-4DD7-BE2C-ADF114F0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A* is the key informed-search algorithm.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6E3A9-A136-43A3-B1BA-D5CB503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F417E-EACE-407E-AAF2-B59CFEB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A* is the key informed-search algorithm.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4D0E2-548C-45AF-A050-7CFCF31B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45A48-5311-43B8-BB6A-00FFC5A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CB75C-00CC-4342-BE77-DFE6DE65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f(n)=g(n)+h(n)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1ED53-26A8-4B7F-9ECD-B294D89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optimal with admissible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67DDA-D3EF-441B-9414-77A07D84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6D489-B8B2-4806-B429-19874D2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18/50</a:t>
            </a:r>
          </a:p>
        </p:txBody>
      </p:sp>
    </p:spTree>
    <p:extLst>
      <p:ext uri="{BB962C8B-B14F-4D97-AF65-F5344CB8AC3E}">
        <p14:creationId xmlns:p14="http://schemas.microsoft.com/office/powerpoint/2010/main" val="15466915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7580E-8D9D-42B8-8683-D0C7399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C6501-6CAB-4A3E-B51B-8B27B64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Heuristic functions: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49D41-24E1-4905-BCFA-6C2C719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64822-E4D7-4DF8-8F0E-614803F4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heuristic compresses domain knowledge into a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65D7C-E414-486B-AE5B-63C6F34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admissible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consistent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dominance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relaxed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16B7D-5ACD-4753-A75A-DE6B88A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CBCF2-8AD7-4C26-A6AC-26F5AE5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Better safe estimates expand fewer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7AAD4-6ACF-4BBE-B75E-8488F2B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admissible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FC121-946A-400E-8706-B899CF3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consistent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283AD-131C-4F0A-9506-31050EC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A05ED-EC0B-4334-B174-61A969E3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relaxed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20546-A198-49BB-A06F-6D0BEFF3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19/50</a:t>
            </a:r>
          </a:p>
        </p:txBody>
      </p:sp>
    </p:spTree>
    <p:extLst>
      <p:ext uri="{BB962C8B-B14F-4D97-AF65-F5344CB8AC3E}">
        <p14:creationId xmlns:p14="http://schemas.microsoft.com/office/powerpoint/2010/main" val="17234250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90B75-18B5-4699-9C80-40AF5831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B3BFB-316F-4CF0-BB72-E9E4731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Heuristic functions: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F0CA4-4E4E-4DF8-9DC1-947ACFEC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E1F6B-EEE4-4BBB-ADE7-F7FFFC8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heuristic functions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1BCBC-A86E-4BCA-B9D5-E7A29836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Better safe estimates expand fewer nodes.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8C17C-E345-4814-9D33-D31BEC3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E965-B7F2-4C3E-B103-64DB44F0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Better safe estimates expand fewer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DE09-7B82-4513-93D6-1152F54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F5A6-6203-4694-ABB4-D7D05F1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A5E45-62C6-47DC-B174-EF3E90F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61FF7-687E-403C-AEED-F3BBBA0C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C32D0-7C90-4E6E-875E-9F52127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841EE-1715-4439-8EAC-DD2AC9AF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20/50</a:t>
            </a:r>
          </a:p>
        </p:txBody>
      </p:sp>
    </p:spTree>
    <p:extLst>
      <p:ext uri="{BB962C8B-B14F-4D97-AF65-F5344CB8AC3E}">
        <p14:creationId xmlns:p14="http://schemas.microsoft.com/office/powerpoint/2010/main" val="20159064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C109-EDCC-481C-B74E-318EE35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AC3F8-9127-48F8-8931-349E93A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Heuristic functions: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59682-1642-4691-B21F-964B9A09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EB256-43F5-4D92-841B-9BCF8B8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A1125-4EBC-427E-8D42-2A0EB2E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191B6-8DC9-4897-8C41-70BCD62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53A29-8539-4CB5-86E9-984F4D8E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Better safe estimates expand fewer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94CD1-5BE5-4D81-8945-7B164DFE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admissible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9543F-27EF-4320-9F39-00C65E15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D7533-F446-4203-AC0A-8256CD6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E5CBB-42A4-428D-8FE8-D7F641F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relaxed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B54A6-582D-4587-A619-AF5DA489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5692E-5AA4-4B3D-A9A2-67A2B26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21/50</a:t>
            </a:r>
          </a:p>
        </p:txBody>
      </p:sp>
    </p:spTree>
    <p:extLst>
      <p:ext uri="{BB962C8B-B14F-4D97-AF65-F5344CB8AC3E}">
        <p14:creationId xmlns:p14="http://schemas.microsoft.com/office/powerpoint/2010/main" val="16873172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4F8E0-8AC6-413F-9BBD-4BF2CC0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C14EE-C5AA-49CB-9DE3-D57BFA6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Heuristic functions: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2C7BB-307B-403B-830A-8CC738DE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727A0-FDB8-439C-83ED-D1E7A756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heuristic functions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3157-30AC-4E8C-AD00-D546FF5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admissible, consistent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67E09-9A91-4717-9D0D-A955C6FE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34B63-04FF-4743-9553-F14B522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Better safe estimates expand fewer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45871-427C-4E15-9243-EEA29D6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8F8FB-179C-4C56-9033-06F4534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FE1FB-3FCA-4918-AFBB-91D77B5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8426B-95BA-4CFC-9130-E7163B9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C7A5F-E6FE-42C4-A2BD-2DEE74F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0C55-3AD7-4CE2-AE6A-C1958A56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58EF5-5B84-4513-833D-33E6217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1AAFD-0460-4368-8569-9D290889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admissible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DE510-E4FB-49B8-B44A-7229686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22/50</a:t>
            </a:r>
          </a:p>
        </p:txBody>
      </p:sp>
    </p:spTree>
    <p:extLst>
      <p:ext uri="{BB962C8B-B14F-4D97-AF65-F5344CB8AC3E}">
        <p14:creationId xmlns:p14="http://schemas.microsoft.com/office/powerpoint/2010/main" val="7879448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849E1-1EFE-4EF8-93AE-EBA9C50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A7A57-8D8A-4CF4-9A21-F134661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Heuristic functions: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F2DEF-FC9C-489E-AB78-32BBBEE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046D0-68B4-4DA1-A9D2-52240E8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D6F28-428C-4C37-BDD5-4703E7F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Better safe estimates expand fewer nodes.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520D8-1A8A-478D-978C-2138C107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4AD82-D063-4398-8CBC-B5FB5CB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Better safe estimates expand fewer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61141-B2A9-4A90-A056-C1B401A8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admissible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28F71-ECCB-4D75-BA0B-D5B219AE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EFAA5-C1A1-4B78-9E9B-7F65136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494CA-CE9C-44F6-B040-445B8CEC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relaxed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8E60E-A8AF-40F0-8682-3A840D69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13603-6412-44CF-9217-92C08FBC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23/50</a:t>
            </a:r>
          </a:p>
        </p:txBody>
      </p:sp>
    </p:spTree>
    <p:extLst>
      <p:ext uri="{BB962C8B-B14F-4D97-AF65-F5344CB8AC3E}">
        <p14:creationId xmlns:p14="http://schemas.microsoft.com/office/powerpoint/2010/main" val="16251390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C3038-1121-4CDB-8607-C233802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8AF0A-A416-454F-886A-3C3F6BA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8-puzzle heuristics: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BF16-7BC8-4B34-A8AD-52959D35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BD31A-5AAD-4F89-B4D8-92820F6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Heuristic quality is visible in 8-puzzle.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98E10-BA47-4AD2-B648-32841F44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misplaced tiles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Manhattan distance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dominance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tradeoff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FE784-9E74-4E63-960B-A82A116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B8FF0-6A1A-4E94-943E-1101C032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Manhattan distance is usually more informative.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D1A02-CF4A-4FFD-BD59-977E829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misplaced tiles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6F05F-2E95-4494-8DCB-C9BB1FA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Manhattan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1E201-0693-4011-953B-8C4C5FC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6FF24-2B7C-497D-916B-2B6A3B7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tradeoff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7EE67-6F22-4DAB-BC6F-D606027D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24/50</a:t>
            </a:r>
          </a:p>
        </p:txBody>
      </p:sp>
    </p:spTree>
    <p:extLst>
      <p:ext uri="{BB962C8B-B14F-4D97-AF65-F5344CB8AC3E}">
        <p14:creationId xmlns:p14="http://schemas.microsoft.com/office/powerpoint/2010/main" val="16347976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AA069-8BE6-4DB3-8E03-42869C2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66E5-BCEC-4A88-B0A4-2C61B013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8-puzzle heuristics: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5F3F3-289B-4925-A134-4CECCBF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ECBB-B237-4B1C-B367-B6B57F0E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8-puzzle heuristics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2EDEF-BE1E-4C4A-AFA0-BC4C5B2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Manhattan distance is usually more informative.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DC78C-05EE-400A-BF83-24CCE83E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DFD02-F7CF-45F8-BE96-289A2B5D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Manhattan distance is usually more informative.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4EEA3-ABB5-4C18-8ACB-2B09CF8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41042-B0B9-40F8-94EF-CF75701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444A-4245-43CC-83DA-5D24F9E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5B833-8E33-4672-9241-76A33E3D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D5182-339F-4891-AD3A-BCB8F763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53186-BBF8-4586-B9CB-396DD7E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25/50</a:t>
            </a:r>
          </a:p>
        </p:txBody>
      </p:sp>
    </p:spTree>
    <p:extLst>
      <p:ext uri="{BB962C8B-B14F-4D97-AF65-F5344CB8AC3E}">
        <p14:creationId xmlns:p14="http://schemas.microsoft.com/office/powerpoint/2010/main" val="2749396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55A97-728F-49F4-96C2-EDD1D82F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0C521-218D-4938-B520-CC3D234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8-puzzle heuristics: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A8982-152E-4C6D-8759-70FF926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5C8F9-1885-4F43-A468-3766097E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E6FC9-410F-4F10-98C5-D3E7370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8B04C-F431-4A66-BB20-B1BF1574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E232A-D564-4398-AE5A-2DE350B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Manhattan distance is usually more informative.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FCBF4-76DE-4CCB-83F2-BCA6248F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misplaced tiles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DA1A7-9889-4F2E-BA7F-6FC1C60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Manhattan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8097F-1CDC-42DA-9610-D2E695A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2483A-2DDA-4691-85FD-B22E103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tradeoff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F9201-613A-4783-91D0-86B75D7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28659-C37C-4C69-B6F4-C167230A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26/50</a:t>
            </a:r>
          </a:p>
        </p:txBody>
      </p:sp>
    </p:spTree>
    <p:extLst>
      <p:ext uri="{BB962C8B-B14F-4D97-AF65-F5344CB8AC3E}">
        <p14:creationId xmlns:p14="http://schemas.microsoft.com/office/powerpoint/2010/main" val="10724622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3C307-CE99-474E-A1C8-9DD7A12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411C9-CD31-4759-BEE8-5E34987A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8-puzzle heuristics: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62076-8F14-4F24-A960-53D20280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B074-D188-4A63-91FB-CB0A53F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8-puzzle heuristics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00C3D-09C8-486E-8010-3F45635D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misplaced tiles, Manhattan distance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E2B10-AB84-40FC-BCFF-99300B6C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31979-258E-4AAB-8154-1C518629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Manhattan distance is usually more informative.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F7E50-AAAB-4A60-8EBF-EFB48F1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2757B-4324-46B0-B036-61B4002F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36908-5E5D-4E40-980B-3F7510F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38D53-4CAC-43D0-AB72-9572795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3F03C-E4F7-496C-A43E-226D30F3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726CA-314E-4B06-9F85-24DB08B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DC66B-56D3-4C7F-9DA8-3ECF2BF2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F8C19-F4B2-4BEA-82A5-6A73A680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misplaced 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A375-A6E6-43B3-8F74-68D8499C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27/50</a:t>
            </a:r>
          </a:p>
        </p:txBody>
      </p:sp>
    </p:spTree>
    <p:extLst>
      <p:ext uri="{BB962C8B-B14F-4D97-AF65-F5344CB8AC3E}">
        <p14:creationId xmlns:p14="http://schemas.microsoft.com/office/powerpoint/2010/main" val="2438853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96BDE-8AE4-449D-B212-EF20B9E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D6959-9695-4274-B02F-E5374C68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8-puzzle heuristics: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A9EC7-91C7-440E-A165-BDEC16C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11D00-F284-495B-9040-0CB7368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5ECCE-DBDA-4749-B157-883EFF7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Manhattan distance is usually more informative.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24BEC-C009-4BFC-BECE-FF97C739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03388-85F9-4FB1-BE48-421A01B2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Manhattan distance is usually more informative.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3D5DA-03FB-40E5-BF7E-15BC6B6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misplaced tiles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6DCB-B689-431A-A5DF-6BDC3447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Manhattan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91916-032C-471F-AAB1-E4DBDAD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dominance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B5C07-DC87-42FD-9C6B-EC42DB7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tradeoff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DC361-9CE6-4EA4-9667-67B229B4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E24B2-8DBC-444D-81A7-B05BF860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28/50</a:t>
            </a:r>
          </a:p>
        </p:txBody>
      </p:sp>
    </p:spTree>
    <p:extLst>
      <p:ext uri="{BB962C8B-B14F-4D97-AF65-F5344CB8AC3E}">
        <p14:creationId xmlns:p14="http://schemas.microsoft.com/office/powerpoint/2010/main" val="6172879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8B9C0-94D6-42DD-BFA1-29B01E5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D6635-2F8B-49B5-A9C7-F90A27E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Knowledge-based agents: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F8D5D-92B7-4324-967A-F4E8CC9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D536B-2FAF-4DF1-9FC7-AE7420D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Knowledge-based agents store facts and derive consequences.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A8348-8347-450F-9B83-8A82373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TELL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KB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E057A-2B58-4FC5-9FE4-D34975E4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86471-AFFE-4367-B2CC-EDA90BA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Representation and inference are separated.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2ED5-FCCA-4076-9D10-EA72BF0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AA3ED-76E8-4EA0-AF19-C6EA768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1AD5-A810-45B3-8912-8780AA4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KB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7B972-4A1F-4F38-9260-4E65F0B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42249-5554-400A-A31D-84A1A2D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29/50</a:t>
            </a:r>
          </a:p>
        </p:txBody>
      </p:sp>
    </p:spTree>
    <p:extLst>
      <p:ext uri="{BB962C8B-B14F-4D97-AF65-F5344CB8AC3E}">
        <p14:creationId xmlns:p14="http://schemas.microsoft.com/office/powerpoint/2010/main" val="1804908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4C100-47FD-46FD-8068-2D78EF1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951C4-5806-4E85-97FF-D816E789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Knowledge-based agents: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4BC34-D4B9-4524-8DEE-C04F5FDC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F4100-C22B-434B-B227-544FFB2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knowledge-based agents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B646F-B24B-4AA4-8C29-6ACF4CC4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Representation and inference are separated.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1C559-0459-4F04-A587-F89B1CC7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E7D1-C05D-4582-AB70-557A2C3C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Representation and inference are separated.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F7215-4707-46E2-958C-92007D8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EC832-5C42-47B7-95CF-9B6402F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DF072-BD9D-4E2B-B6AC-59EDFF3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5D48E-0C46-44D2-957F-1E7F566A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C2411-A595-4938-B0B8-7A22FDB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581BF-5DAF-4508-BC5C-5A43074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30/50</a:t>
            </a:r>
          </a:p>
        </p:txBody>
      </p:sp>
    </p:spTree>
    <p:extLst>
      <p:ext uri="{BB962C8B-B14F-4D97-AF65-F5344CB8AC3E}">
        <p14:creationId xmlns:p14="http://schemas.microsoft.com/office/powerpoint/2010/main" val="3027055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DA0B7-29B7-41D4-945D-C461CA6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0C3B0-2B7A-42B8-A917-555A28EE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Knowledge-based agents: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4A1FA-FF45-4DFC-84D4-0FD4112E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A00E-02CC-4DD6-A75C-4E8DEEAA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AF0F3-6A7F-44ED-BD11-CE6912D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8EBA1-7436-4E5F-BBA5-A2A1A85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1799-D271-4A57-931A-903C170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Representation and inference are separated.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D80EE-D2A9-4F8B-AC46-47B137F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7A697-C298-4285-B4C3-8B8F2F67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DC58B-66DA-47C3-8A72-62B596B5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KB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E8242-9D50-4F7D-A060-D24A42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91E6D-F0EC-445A-B3DA-E1204AC1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E1ACF-6C93-4B11-98E7-3E1E87A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31/50</a:t>
            </a:r>
          </a:p>
        </p:txBody>
      </p:sp>
    </p:spTree>
    <p:extLst>
      <p:ext uri="{BB962C8B-B14F-4D97-AF65-F5344CB8AC3E}">
        <p14:creationId xmlns:p14="http://schemas.microsoft.com/office/powerpoint/2010/main" val="9111762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4B052-47A3-4AB2-8438-F67E430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48718-9D12-4F56-AA84-AC364A9D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Knowledge-based agents: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F65D6-2884-423A-82E6-461C091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736C3-C520-490D-B3B5-6AC7FBAE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knowledge-based agents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BCEE-3B06-453E-AE83-E7B55A9A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TELL, ASK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BE83D-13A0-44C3-9438-F0468A9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82DFA-DF13-4D3E-B3DD-76C3FCB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Representation and inference are separated.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1C304-7946-4BDE-97C1-CBDE9AC0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5427-653A-4109-9E65-BBB4874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69E38-809E-4181-AC83-29F96B9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B2DE3-6FF5-4A5C-8B48-8B2182D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A943B-C03E-444B-9326-9E7C64A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0416A-2868-47A7-A79A-72B2575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CACAD-AF99-4E34-BD01-28EC939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FEBD2-9FB3-4908-8E56-F872609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TELL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765EA-1C4F-4199-8ADA-26876BC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32/50</a:t>
            </a:r>
          </a:p>
        </p:txBody>
      </p:sp>
    </p:spTree>
    <p:extLst>
      <p:ext uri="{BB962C8B-B14F-4D97-AF65-F5344CB8AC3E}">
        <p14:creationId xmlns:p14="http://schemas.microsoft.com/office/powerpoint/2010/main" val="11937955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4167D-76C8-4479-AC81-8BB54CD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30BA4-9F5C-4954-9044-39DCAE37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Knowledge-based agents: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A47D1-8521-41C0-960D-ACFA0D89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ED937-740C-4924-8C05-F700FE9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91E42-EAE9-4EE5-B538-BD4A292C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Representation and inference are separated.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1EC86-8A7E-4086-A644-120DDEA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991BD-BCE5-4398-9B63-330D648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Representation and inference are separated.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73C51-6FC6-4E42-A415-B0D2913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EA18-33F4-44DD-9CF0-3ADA2D4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1D409-4B29-47EC-AADB-2C4BDB86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KB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79B1-44C1-4A30-BBFA-727F4E99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9ED13-C536-444D-AE20-3218401F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FFBA1-EDB0-4D6B-91E6-48ED0E8B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33/50</a:t>
            </a:r>
          </a:p>
        </p:txBody>
      </p:sp>
    </p:spTree>
    <p:extLst>
      <p:ext uri="{BB962C8B-B14F-4D97-AF65-F5344CB8AC3E}">
        <p14:creationId xmlns:p14="http://schemas.microsoft.com/office/powerpoint/2010/main" val="10577721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F5022-3B4C-4084-88EA-1D6777DA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99444-2D31-45AC-BF68-080AE5B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Wumpus world: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7A99-39D7-4D41-B8B5-446BA07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6C65A-4639-40E1-80E8-DD123FB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Wumpus world makes hidden hazards and logical inference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6391D-8FB2-4859-8175-C88540F4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stench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breeze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glitter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safe square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BFA5F-C73F-4BC8-B284-E970458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56DBB-87D9-43DA-B709-7EBBE4C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Local percepts support global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1D441-084D-40B8-9755-A634BBB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stench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A3944-24FE-4529-A4AB-DB1F31C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breeze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FE8B3-3A4F-47CA-8A0F-B16B7D9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glitter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0FCA6-CDD6-4E2E-9A0F-4EA9F6CD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safe square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C45DF-54B8-4FE1-AE66-58CF780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34/50</a:t>
            </a:r>
          </a:p>
        </p:txBody>
      </p:sp>
    </p:spTree>
    <p:extLst>
      <p:ext uri="{BB962C8B-B14F-4D97-AF65-F5344CB8AC3E}">
        <p14:creationId xmlns:p14="http://schemas.microsoft.com/office/powerpoint/2010/main" val="11442320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DA7FF-1959-4DCE-B973-6F657B4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4BD0E-E632-4628-878D-D8AAA3B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Wumpus world: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CA567-381A-4425-A97D-9ABC5B6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AEF1-D987-47E0-86D6-97A03A6C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wumpus world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C9C6A-7221-4307-9CB1-6DA8705D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Local percepts support global reasoning.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6514B-8968-4116-B42D-29D04A19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6A140-E98B-450C-B986-70EC6CC2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Local percepts support global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6B88D-FF69-4672-B0BB-19DB01D8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A6EB-B314-46C4-9BDB-2C29CB8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12026-A34A-4967-9DE4-8549265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A0604-278C-4ADE-AD06-3D795F6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A7F95-966F-4CBB-8491-6A176D19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B3421-6A3F-4633-B67B-45A33DD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35/50</a:t>
            </a:r>
          </a:p>
        </p:txBody>
      </p:sp>
    </p:spTree>
    <p:extLst>
      <p:ext uri="{BB962C8B-B14F-4D97-AF65-F5344CB8AC3E}">
        <p14:creationId xmlns:p14="http://schemas.microsoft.com/office/powerpoint/2010/main" val="11614086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3D03C-6651-4B5C-B8E8-3CCFDAFD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3579-CCF9-4305-89F4-174A77D1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Wumpus world: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8548-17E4-447F-846B-4EDEE0A8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C818C-C688-4E2E-BF13-FD8FD00E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8012D-5FAD-4A6C-B2ED-D4833B8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55D92-81C0-40D8-A8C3-1E18D8B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F7F4A-3939-46F8-9527-325DBD1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Local percepts support global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8B432-31D5-4AE8-ACDB-8EFB841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stench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8F5DB-17D9-47A2-AE57-8F0ACDA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breeze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FFD45-0A5C-424F-BA6B-C16F34F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glitter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A47C9-FA82-4EE7-B170-63E25B4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safe square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4CF52-DB07-466E-96B7-7E1DB8DB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77480-37F7-451E-B6F6-7D760667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36/50</a:t>
            </a:r>
          </a:p>
        </p:txBody>
      </p:sp>
    </p:spTree>
    <p:extLst>
      <p:ext uri="{BB962C8B-B14F-4D97-AF65-F5344CB8AC3E}">
        <p14:creationId xmlns:p14="http://schemas.microsoft.com/office/powerpoint/2010/main" val="14295338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0C4A4-31EC-44F3-9290-FE03972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A325D-C41E-43C4-A5F3-622F942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Wumpus world: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4E4AF-F802-4A51-9FAA-08494FD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C511D-2BB3-41CF-869F-A61D70A6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wumpus world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44FA4-D480-47D4-A7D1-002CEDD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stench, breeze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5478B-398C-4611-BAD1-4F893A52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92F9-F732-4639-A7F6-2F4C079D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Local percepts support global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3C372-04B8-481D-AF94-FF99BD9D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18100-13B0-4B02-BD2C-9C020FB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563DC-A980-4FE4-A838-8CCF897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06725-7B0C-4DC1-8539-4FB5F421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240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5A8D7-100A-4F69-AD83-2E90628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5FF5D-AFA4-4E25-A66E-7444F61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2C3F9-F19A-46EE-A98F-06E183F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0E5EB-148A-4DCC-B0D0-55CB39E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A1A14-B1DD-49AD-AEEF-925C1F47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881A9-A26A-45A1-89AF-3EF8515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72460-477D-47F2-98A9-B2FAB8F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53D95-F358-4887-A84F-4079069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956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E2670-6F57-46F9-8CF3-D1C28F5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6CE11-154A-470D-8808-312F21C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EC537-B394-4C5D-8607-BF94359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F75A1-A3D7-4163-81A9-73E4F5A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81475"/>
            <a:ext cx="590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19B9B-8C3A-4E86-B843-F4B23D5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45F34-BC3A-4B65-A9F8-48C8EEAA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99C85-EE03-4713-B3E1-0323028D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70D2E-AD42-42F4-980F-5E32D4AB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16434-4E3F-4881-9B1B-2CDFBCA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15DDB-1944-44FF-8030-D3A00AF7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00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Percepts mark safe and risky squares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ED6D-358A-4252-90A1-2FC5951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37/50</a:t>
            </a:r>
          </a:p>
        </p:txBody>
      </p:sp>
    </p:spTree>
    <p:extLst>
      <p:ext uri="{BB962C8B-B14F-4D97-AF65-F5344CB8AC3E}">
        <p14:creationId xmlns:p14="http://schemas.microsoft.com/office/powerpoint/2010/main" val="15606806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81AB5-7CAE-48E7-82BB-5940F6E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86F87-EED7-4758-9B6B-EAD66E2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Wumpus world: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53AAE-9AB2-4CE0-B55A-6D17351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9A851-C0E0-4BBD-8EBB-1700575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29B8-7A9A-456B-BD52-87D284B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Local percepts support global reasoning.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207C7-FBAD-4C1E-A87A-4321BEA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15BB-9946-4CDA-B659-384AFC9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Local percepts support global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1BFDE-5EA0-4873-8184-EDD60B3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stench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AB757-96A8-4DED-B422-704BB85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breeze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26880-28EB-44F1-828A-86156F3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glitter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7D99B-9694-43EB-B550-6E546ABD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safe square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8493A-5B2E-4E95-968B-ABFC0E9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E33AD-D343-456B-9F01-A46F788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38/50</a:t>
            </a:r>
          </a:p>
        </p:txBody>
      </p:sp>
    </p:spTree>
    <p:extLst>
      <p:ext uri="{BB962C8B-B14F-4D97-AF65-F5344CB8AC3E}">
        <p14:creationId xmlns:p14="http://schemas.microsoft.com/office/powerpoint/2010/main" val="6484163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B8F9D-E5D9-4ED7-B649-3EDBBB0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6126D-0F10-448E-B9E8-66640C3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basics: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017F9-6505-4167-BF80-5E410C20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F7E1E-D7D9-4D4E-B03C-7114C4F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Logic links sentences to truth across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73FB9-7C7C-4694-BEC2-25DAA076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syntax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semantics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model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entailment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E1167-A2EA-43ED-9E03-A3F4D3F6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A29D4-1962-4472-AE01-0FA6B4A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Sound inference preserves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09960-BCBA-4702-A101-DE4F6EA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86DA1-4350-4608-85FB-F87257E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6F3E-EB37-4A16-BE8C-2C5023F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DDF3F-489A-44BF-BBBD-57A91B8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entailment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DD0C8-5587-49DA-B1A1-73CF6EE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39/50</a:t>
            </a:r>
          </a:p>
        </p:txBody>
      </p:sp>
    </p:spTree>
    <p:extLst>
      <p:ext uri="{BB962C8B-B14F-4D97-AF65-F5344CB8AC3E}">
        <p14:creationId xmlns:p14="http://schemas.microsoft.com/office/powerpoint/2010/main" val="21309601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446AD-95BF-434C-A57A-59886A54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675F8-3B2D-4244-AA11-2744CA92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basics: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1129E-5972-4EE1-B01D-738CC2C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93BE9-7DAD-463C-8DE9-9101CE3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logic basics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13B44-FAFF-4D2D-BAEF-523A31DD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Sound inference preserves truth.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62A37-F7F8-4BCC-9A0E-DBBEF28A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D3F26-16D8-461B-933F-2171DF9C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Sound inference preserves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33DEA-53BD-4860-BA23-4FECE4E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69BA1-DD4B-475D-AB88-FE6E176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FE36A-56C6-4F2E-B4E6-76546192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5D518-2335-4A6D-A37D-34822124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F67CD-B831-45FD-991C-7680CEA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553AA-C525-4358-9A16-B36007A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40/50</a:t>
            </a:r>
          </a:p>
        </p:txBody>
      </p:sp>
    </p:spTree>
    <p:extLst>
      <p:ext uri="{BB962C8B-B14F-4D97-AF65-F5344CB8AC3E}">
        <p14:creationId xmlns:p14="http://schemas.microsoft.com/office/powerpoint/2010/main" val="19610706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3278D-B306-4443-9043-E228A17A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D9DC2-CA37-48F4-9834-0F738B10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basics: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F273B-34E8-411C-9DEB-880FFF2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5625A-A64E-4343-AA78-B68551C6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1E759-87E2-48C2-9658-2DA99666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6DE8-D6EA-4308-823D-4A584425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C7CA6-1EBF-4EDF-AE0B-7F4F106A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Sound inference preserves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AF599-EBE9-4823-92E7-507A8E1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C7E3-07FB-43EC-B81B-D44747F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35DDA-CBE9-4134-84D0-387BC40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542C3-D2BD-4522-965F-4FB57E9F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entailment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17FBA-5F6A-409C-AEF7-29CD17E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AE939-AFFC-45F8-824B-85125C5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41/50</a:t>
            </a:r>
          </a:p>
        </p:txBody>
      </p:sp>
    </p:spTree>
    <p:extLst>
      <p:ext uri="{BB962C8B-B14F-4D97-AF65-F5344CB8AC3E}">
        <p14:creationId xmlns:p14="http://schemas.microsoft.com/office/powerpoint/2010/main" val="16440972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D450A-B9D0-4A25-BB5C-741CEAAF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6E7BE-8542-42EF-93BD-3DD834A4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basics: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18388-509F-4CC5-8A9E-C0BC6DF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3CAEA-B24E-4EA6-AC6F-E62D519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logic basics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E6885-D33D-4987-9ECF-4D70C59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syntax, semantics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F417D-1BA3-4B06-B919-C0867CB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17F83-BFFB-44EF-B7FD-8D63AEB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Sound inference preserves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AF26-A29C-44E3-8D26-FE39B5C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865C9-FE29-4BAD-8F7D-4F8107BA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567D3-38D8-4125-B419-735F13C5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DC87-C129-4899-9350-BECFF90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D96A9-1629-4DC6-B4B9-0E2A3D2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BDB64-30E5-40DF-8CD1-AACC9CD5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72150-7202-4AF2-8E83-733681EC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E06B3-963C-46CD-A7AC-3AD8E259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syntax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E7B7-E285-4002-B1FC-4CBD1D9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42/50</a:t>
            </a:r>
          </a:p>
        </p:txBody>
      </p:sp>
    </p:spTree>
    <p:extLst>
      <p:ext uri="{BB962C8B-B14F-4D97-AF65-F5344CB8AC3E}">
        <p14:creationId xmlns:p14="http://schemas.microsoft.com/office/powerpoint/2010/main" val="7798549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08149-F6D0-4FE7-94F3-7181BB55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68AD1-67FD-4916-BEC9-650393B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basics: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73E28-2ABA-4651-AEC2-D45B82E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ACEBF-F7E7-441D-98D4-5CD9781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84E4E-7DFE-4281-8952-BADF159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Sound inference preserves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103D-CAD2-4F9F-9388-FB6E1FA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790AD-AB65-4080-AB84-EA742B7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Sound inference preserves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4C849-BCC9-41AC-A1AB-C39042C2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8FE6D-DFA3-41A4-BB56-EDC9A41D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36BCB-ABC1-4700-A43E-4E04A3CA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A12FB-01A2-403A-ADCB-FF9EB52E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entailment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A5A64-D7E7-4366-8A17-AEE2B43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5ADA6-25C7-4849-8946-DB21C515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43/50</a:t>
            </a:r>
          </a:p>
        </p:txBody>
      </p:sp>
    </p:spTree>
    <p:extLst>
      <p:ext uri="{BB962C8B-B14F-4D97-AF65-F5344CB8AC3E}">
        <p14:creationId xmlns:p14="http://schemas.microsoft.com/office/powerpoint/2010/main" val="11446740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ADAD3-2BDC-4117-B59E-E2E51408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CB83B-259E-4191-85EE-3FDE340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logic: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AC984-DD4A-4E8B-B428-FDFC5EF5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E5605-C410-4F33-91C1-E4FD5AD4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Propositional logic represents facts as true or false symbols.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DB1A7-AA43-475E-B72F-09D0323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symbols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connectives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truth tables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sentences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25397-E67C-4B2F-A8AA-67E06AF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9739C-6201-466A-8DBE-623C5CF4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simple but less expressive than FOL.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A008D-80F6-4941-82EE-48267365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symbols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6A2E8-8DDD-4A77-B298-ABE66A84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connectives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A2236-D789-4F10-B64F-B047033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truth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988F4-9E8A-463B-95BA-9E5282F9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sentences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830B2-30A6-4E2F-A395-F4168CE3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44/50</a:t>
            </a:r>
          </a:p>
        </p:txBody>
      </p:sp>
    </p:spTree>
    <p:extLst>
      <p:ext uri="{BB962C8B-B14F-4D97-AF65-F5344CB8AC3E}">
        <p14:creationId xmlns:p14="http://schemas.microsoft.com/office/powerpoint/2010/main" val="8364735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70207-74D0-4A5F-912E-05B12EF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98FEC-566F-40C7-8A84-8C6684E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logic: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B08F-2529-4D72-A2AF-69B4BF2E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2F84-43E8-4665-BFF7-7C8601E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propositional logic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F1DB0-BABF-48EB-A579-22C10895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It is simple but less expressive than FOL.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F7FC3-71BC-4C5C-8418-F4AEE217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6520F-8E75-4D89-BFD9-460C387A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simple but less expressive than FOL.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8FDCD-418B-4790-B29E-354912FD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924EB-2D97-494D-90B6-4236778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F3B56-9BB6-4B11-9BC3-33949F1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9EC8E-8613-4E56-83BE-BCF04A07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61B87-E73B-49B1-B53D-83B1DE35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DB7BE-E82A-45B5-AC3B-440E66DC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45/50</a:t>
            </a:r>
          </a:p>
        </p:txBody>
      </p:sp>
    </p:spTree>
    <p:extLst>
      <p:ext uri="{BB962C8B-B14F-4D97-AF65-F5344CB8AC3E}">
        <p14:creationId xmlns:p14="http://schemas.microsoft.com/office/powerpoint/2010/main" val="62754524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1B479-24EB-43FB-BF8A-A4D3F409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BFFA7-F003-43CA-8872-12C7B25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logic: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60E6-642F-476F-952A-9DBB7AFB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42ABC-ED95-47B3-8F9C-6C94B1B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F45D-A1B3-4644-B33D-5B323D1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851DD-8F57-4311-866F-424C9057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DFCDF-83A7-4FCB-B085-FFF9CBB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simple but less expressive than FOL.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98B14-7ABA-4E6C-9CA2-89A02B3F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symbols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0E4E3-E41A-46CF-A14C-0B255BF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connectives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D8124-9F6C-447F-931F-F493330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91219-F7D9-445A-8361-70B5818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sentences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A33D8-4082-46A3-AADA-017C60B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D19D-F56B-4E08-972B-E0FE9A08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46/50</a:t>
            </a:r>
          </a:p>
        </p:txBody>
      </p:sp>
    </p:spTree>
    <p:extLst>
      <p:ext uri="{BB962C8B-B14F-4D97-AF65-F5344CB8AC3E}">
        <p14:creationId xmlns:p14="http://schemas.microsoft.com/office/powerpoint/2010/main" val="20746635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85863-495C-45FA-BA4C-F69180AE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08201-5974-47E2-87C9-6AE9AEF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logic: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66A0B-E529-459E-A4FD-FEC85137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8955-47E3-4E4A-9BF3-8DFA2D7E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propositional logic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26CC-0627-4C33-8AC1-A5C81F00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symbols, connectives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60D1A-650D-43AB-B567-57824BD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42F0C-C862-4A61-A57E-175CFBB7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simple but less expressive than FOL.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D5269-B0BB-442D-943D-A8059DA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F7CAC-FABE-4E8B-B2BF-19453F65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7F777-3568-4864-A0DC-4F2C370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A7D08-0F0D-43B4-8DC1-1EB96C4C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ADF99-F18F-4717-8D1B-38715E7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EFF3-F087-48E9-ABD7-29C6EDC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EA60B-6F75-46AE-ACD4-58A57EF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7C3EF-0883-4929-9FB3-6F4FF8F0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symbols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A43D7-8839-40C5-A41E-323F2B78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47/50</a:t>
            </a:r>
          </a:p>
        </p:txBody>
      </p:sp>
    </p:spTree>
    <p:extLst>
      <p:ext uri="{BB962C8B-B14F-4D97-AF65-F5344CB8AC3E}">
        <p14:creationId xmlns:p14="http://schemas.microsoft.com/office/powerpoint/2010/main" val="138912767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4AB0D-44D7-4142-BD63-159C517B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81B36-2BE7-484C-9627-40A56688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logic: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F5CE5-37ED-432C-B9BF-3B800494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02106-48E4-4F9F-8CF7-0FA3DA3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EFE2B-30FC-4ECB-A365-54F8EA6E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It is simple but less expressive than FOL.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0CE61-3C9D-44C9-B72C-F7C0192D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799EF-4DE3-4F75-9639-E6B0925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simple but less expressive than FOL.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26C20-76F3-413B-9257-24301D6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symbols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C6B59-2009-4A8E-AB52-DCBE5E2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connectives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87930-F3EA-4A22-855F-9994395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43B87-C551-4F3A-B3BC-4587B2F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sentences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3D041-AB19-41A6-8A19-61C17CE0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32D9B-8218-409A-87C5-0DBA73D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48/50</a:t>
            </a:r>
          </a:p>
        </p:txBody>
      </p:sp>
    </p:spTree>
    <p:extLst>
      <p:ext uri="{BB962C8B-B14F-4D97-AF65-F5344CB8AC3E}">
        <p14:creationId xmlns:p14="http://schemas.microsoft.com/office/powerpoint/2010/main" val="15225145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A7594-1849-4959-9582-323AF9D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1CFD9-DCC0-4900-A6A7-25FBA01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inference: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D526F-6587-40A1-A171-9CB3C11A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9437E-F3B1-4F9C-B42B-0B3FD825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Inference derives what must follow from a KB.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67DA6-DEF3-41CF-849B-1292745D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truth-table checking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equivalence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resolution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EFF6D-89BB-4264-9AAA-0A0FE05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3D65C-B9E1-4D06-B8A9-0430C70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Resolution proves by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7FF75-A7B1-45DA-9266-8F5A7F5A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truth-table checking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1506F-B1E7-4F37-B101-238E38B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equivalence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F19B4-9841-497A-8F72-6B5EE24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A94C5-D2F9-426A-8A96-35FB1824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41E1B-657D-43F4-A6BF-F86A5E2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49/50</a:t>
            </a:r>
          </a:p>
        </p:txBody>
      </p:sp>
    </p:spTree>
    <p:extLst>
      <p:ext uri="{BB962C8B-B14F-4D97-AF65-F5344CB8AC3E}">
        <p14:creationId xmlns:p14="http://schemas.microsoft.com/office/powerpoint/2010/main" val="20043582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08194-8081-4BE0-9587-2B2AC43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35C60-0630-476A-A06F-07EE1D04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inference: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3FB5B-0B0D-418C-839D-B38E2E48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8253-6A9A-47B1-A38B-130B8C1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propositional inference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4243-D675-4C39-A7A0-C7EA8A5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Resolution proves by contradiction.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8ED0-8B1C-45FA-9277-C8532F7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3B257-3AC3-473A-978F-4A6EEE4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Resolution proves by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A4DDE-01AA-4C0C-84E2-E0BA4F98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C0864-85B5-4746-AC92-2A34D230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F23C5-EF47-43CC-B319-EE5CE33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3632E-B785-4987-B9ED-12EA1F3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71843-9DB3-4962-81FC-876ED2A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D2F4B-2742-48EF-8647-0A23CDD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50/50</a:t>
            </a:r>
          </a:p>
        </p:txBody>
      </p:sp>
    </p:spTree>
    <p:extLst>
      <p:ext uri="{BB962C8B-B14F-4D97-AF65-F5344CB8AC3E}">
        <p14:creationId xmlns:p14="http://schemas.microsoft.com/office/powerpoint/2010/main" val="84671656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B8109-BDB2-4E4C-BBBD-B5791779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BB95-6AB3-4854-B9C5-1AD71261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inference: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B376E-AAA8-4084-BC5B-EA7E8DE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9B89A-ABA2-4858-822E-7C654D7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635BC-74D5-42D4-880A-FDE653B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167BA-B629-44AD-A718-3002E06B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D462C-20B1-4513-9A05-B2086AB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Resolution proves by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5D384-EEBD-417C-A7BD-B01E1B0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truth-table checking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7DE9-F004-47A7-A6E6-24EEA171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equivalence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1DF11-FF51-4A65-B64B-00A1D0BF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B0B18-D766-4F1D-8364-2B02655E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9D15-607A-425A-8AA0-266DCC6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22BD5-ED06-4C39-ACB8-56FB88D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51/50</a:t>
            </a:r>
          </a:p>
        </p:txBody>
      </p:sp>
    </p:spTree>
    <p:extLst>
      <p:ext uri="{BB962C8B-B14F-4D97-AF65-F5344CB8AC3E}">
        <p14:creationId xmlns:p14="http://schemas.microsoft.com/office/powerpoint/2010/main" val="45506834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54C70-71C9-4AD0-9EA3-D3726FB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2641-43B1-483D-BE64-0E59799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inference: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794A2-CEC9-44FB-8015-493D737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9B9C8-2DB5-466F-AC55-7839210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propositional inference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AA291-1CDE-4444-A771-2AB72D2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truth-table checking, equivalence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25333-7F93-4776-960F-AA6D497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B662F-534F-452F-957A-9C01B10F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Resolution proves by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1332B-9DC5-4FA7-A541-3C6F54F5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DCB27-4436-44AD-8358-DEDE15EF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FA984-92C0-4C1A-9CF0-2B7DA0F4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889AC-A9F6-4D49-90F1-26E0F877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C813-8B8D-4B40-BC5E-0CFFD05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5654F-BFA7-4307-928B-A2AA279E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3E352-504B-4122-B94B-D8403A5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77055-4F05-4BB4-A936-EA33BC81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truth-table checking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6B17E-08A7-40F3-B756-4E3EC83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52/50</a:t>
            </a:r>
          </a:p>
        </p:txBody>
      </p:sp>
    </p:spTree>
    <p:extLst>
      <p:ext uri="{BB962C8B-B14F-4D97-AF65-F5344CB8AC3E}">
        <p14:creationId xmlns:p14="http://schemas.microsoft.com/office/powerpoint/2010/main" val="103922256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EFBA0-7D63-4E6D-843A-3A1278A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77B5A-C59D-44D1-AA1A-B8694D28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inference: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855F9-E772-4A4C-9557-2AE61F24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FF228-E267-4921-8315-07D5B8FB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D336-B57C-4800-A321-83C058D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Resolution proves by contradiction.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7062E-6EFD-466E-9828-543FF375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196A3-602A-408F-BBDA-9B1A5370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Resolution proves by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7DF36-EA40-4FF9-9C4A-5AF0C926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truth-table checking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BEF4D-DB7A-407F-8BD7-D29312C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equivalence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CAB2-AA43-48FD-806A-E6DE0A65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9D63B-D9E1-445C-8CB1-DE8A5005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3921-9B78-440F-8AEC-8026F07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D5321-3381-44BD-925F-DFE81524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53/50</a:t>
            </a:r>
          </a:p>
        </p:txBody>
      </p:sp>
    </p:spTree>
    <p:extLst>
      <p:ext uri="{BB962C8B-B14F-4D97-AF65-F5344CB8AC3E}">
        <p14:creationId xmlns:p14="http://schemas.microsoft.com/office/powerpoint/2010/main" val="57422029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53031-2A00-4B0E-84A3-82BA93C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9DE32-6E04-4D9D-8DAE-23E7096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D4F11-1E82-4421-A8AF-83E920FB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49CDF-C614-414B-BB4D-410BABA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Informed Search and Propositional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0A117-F963-4C4F-8842-D9CD5A68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Informed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FCA26-EF98-4629-BC1F-BB8B183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Greedy best-first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27D9B-103E-40AD-B9D5-21A6207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A*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AD5AD-D9B5-4825-B20F-A21E10E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Heuristic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E247A-8515-4356-ABBA-5C74703D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8-puzzle heuristics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30E74-080D-49BA-8B63-33586FC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Knowledge-based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F3A67-56C0-4765-B8B9-2FF0D573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Wumpus 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0AAE5-0938-4B8A-A9C6-7FEC79D0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Logic basics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9EEC-0092-4A86-863C-1721B8F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40AA1-D569-4FA6-A1F0-D48061D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54/50</a:t>
            </a:r>
          </a:p>
        </p:txBody>
      </p:sp>
    </p:spTree>
    <p:extLst>
      <p:ext uri="{BB962C8B-B14F-4D97-AF65-F5344CB8AC3E}">
        <p14:creationId xmlns:p14="http://schemas.microsoft.com/office/powerpoint/2010/main" val="155276890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2B1F5-0113-4672-BEC2-DF94BCF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91FD2-2120-45F5-BAFD-B178E707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3 exam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73B44-95D5-414F-8FA5-404B1E0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11CD-B2B5-4CFA-AD7D-2BA0C27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151A3-77E9-45D0-8FD1-D3DD70B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04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informed search with a neat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97A9D-303F-46DF-B353-A459D97E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07732-82E2-426E-B2DB-337460A5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8309A-5D79-4B29-B45F-5F2BABDE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greedy best-first search to a small example and state the takeaway.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8E465-DF1F-455A-B711-6155B5A6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C95A2-8ABF-4CBF-9DC7-313E50F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FD87C-6EAC-445D-8DE7-EDC6A32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a* search with a neat diagram.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82C0B-4BCC-41DF-9010-1266494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BF090-1684-4096-B76E-81B5FCDC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3944B-7B7E-4A65-9D2A-8E23609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heuristic functions to a small example and state the takeaway.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3B755-ADD7-44A1-9A91-8E28FCA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3C8E2-70BF-4499-9274-A33A1CD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6A14E-B38B-48CF-AA91-1688F4C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8-puzzle heuristics with a neat diagram.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4414E-C017-44F4-A108-705ED881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F5D6F-7FE5-4CDE-B55F-0C0831A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FC919-DD56-4279-9DB2-F6D0F0F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knowledge-based agents to a small example and state the takeaway.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9D1B8-2063-49D4-A425-50AE07F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19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826EF-4F0E-4EA0-91DD-0BC0929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55/50</a:t>
            </a:r>
          </a:p>
        </p:txBody>
      </p:sp>
    </p:spTree>
    <p:extLst>
      <p:ext uri="{BB962C8B-B14F-4D97-AF65-F5344CB8AC3E}">
        <p14:creationId xmlns:p14="http://schemas.microsoft.com/office/powerpoint/2010/main" val="202341428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523A0-CC2E-40F0-BC46-40EABCE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Informed Search and Propositional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BB391-869A-4E3D-B7AD-ECEE7DF2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Informed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15E36-BB45-4F3E-A07C-3D2E72B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6C8C6-C623-41EF-AFE6-72093A3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6931-B298-4DC4-B220-C7498B5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Knowledge can reduce search dramatically.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818E0-0836-4FED-A29E-26A933D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5852-8353-41BB-82C3-DE5907B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Knowledge can reduce search dramatically.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42C68-BF35-4DEB-8ACF-EB7F671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domain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55987-2B18-44CD-913B-D864644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evaluation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D8E97-39DC-438D-B670-E772CCA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frontier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2277C-03B7-4510-92A9-CA4F26D6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best-first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C63BC-272A-456B-83DB-9D7714CC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B22B3-57DE-42A2-8C61-1220025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56/50</a:t>
            </a:r>
          </a:p>
        </p:txBody>
      </p:sp>
    </p:spTree>
    <p:extLst>
      <p:ext uri="{BB962C8B-B14F-4D97-AF65-F5344CB8AC3E}">
        <p14:creationId xmlns:p14="http://schemas.microsoft.com/office/powerpoint/2010/main" val="185181966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0FDD6-DEC8-4CAF-BF39-6B0AE1D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A9003-4FD5-4DBD-8D4E-304E099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19E07-2AFE-4B6E-A4D5-59032BE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14BB7-9C11-4C22-B438-A5FFA06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Informed Search and Propositional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BE9D4-0D70-465C-96B0-2980017C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Informed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F333F-8E9D-4847-A18B-47C6735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Greedy best-first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980CB-9802-45D3-B0AA-F9A8CD4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A*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6130A-A411-41D4-BDDE-0A864B4D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Heuristic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73C3C-F999-4D3F-8B3F-70E82D01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8-puzzle heuristics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B6CD0-C244-4256-957A-5458922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Knowledge-based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C42EA-9C45-4283-A831-20EA2D6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Wumpus 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C860C-F72D-4B64-95CE-FA3A400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Logic basics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566F1-9339-4DA6-A39F-D42DD18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A427B-86A4-42C4-A982-D46F1E6E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3 • 57/50</a:t>
            </a:r>
          </a:p>
        </p:txBody>
      </p:sp>
    </p:spTree>
    <p:extLst>
      <p:ext uri="{BB962C8B-B14F-4D97-AF65-F5344CB8AC3E}">
        <p14:creationId xmlns:p14="http://schemas.microsoft.com/office/powerpoint/2010/main" val="578452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2026-08-18T11:20:19.5040000Z</dcterms:created>
  <dcterms:modified xsi:type="dcterms:W3CDTF">2026-08-18T11:20:19.5040000Z</dcterms:modified>
</coreProperties>
</file>