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b43c9e88dd4ac3" /><Relationship Type="http://schemas.openxmlformats.org/officeDocument/2006/relationships/extended-properties" Target="/docProps/app.xml" Id="R71b7e5e5043649a6" /><Relationship Type="http://schemas.openxmlformats.org/officeDocument/2006/relationships/officeDocument" Target="/ppt/presentation.xml" Id="Rf1197b7ea1af4e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20821e50fb4de0"/>
  </p:sldMasterIdLst>
  <p:notesMasterIdLst>
    <p:notesMasterId xmlns:r="http://schemas.openxmlformats.org/officeDocument/2006/relationships" r:id="R8800478cae92407e"/>
  </p:notesMasterIdLst>
  <p:sldIdLst>
    <p:sldId xmlns:r="http://schemas.openxmlformats.org/officeDocument/2006/relationships" id="256" r:id="Ra4243d1275774a75"/>
    <p:sldId xmlns:r="http://schemas.openxmlformats.org/officeDocument/2006/relationships" id="257" r:id="R57a4a40ab3c84b6f"/>
    <p:sldId xmlns:r="http://schemas.openxmlformats.org/officeDocument/2006/relationships" id="258" r:id="Re9f4fddd51de401c"/>
    <p:sldId xmlns:r="http://schemas.openxmlformats.org/officeDocument/2006/relationships" id="259" r:id="Ra8e608c91a144204"/>
    <p:sldId xmlns:r="http://schemas.openxmlformats.org/officeDocument/2006/relationships" id="260" r:id="R0480ac012e8c4c8a"/>
    <p:sldId xmlns:r="http://schemas.openxmlformats.org/officeDocument/2006/relationships" id="261" r:id="Rcce29189bca34793"/>
    <p:sldId xmlns:r="http://schemas.openxmlformats.org/officeDocument/2006/relationships" id="262" r:id="R21be1b74f6984342"/>
    <p:sldId xmlns:r="http://schemas.openxmlformats.org/officeDocument/2006/relationships" id="263" r:id="Ra4c158b1ab1742de"/>
    <p:sldId xmlns:r="http://schemas.openxmlformats.org/officeDocument/2006/relationships" id="264" r:id="R681b2eb12d584f13"/>
    <p:sldId xmlns:r="http://schemas.openxmlformats.org/officeDocument/2006/relationships" id="265" r:id="R9c351bd440f1409f"/>
    <p:sldId xmlns:r="http://schemas.openxmlformats.org/officeDocument/2006/relationships" id="266" r:id="R68e308bf101646c3"/>
    <p:sldId xmlns:r="http://schemas.openxmlformats.org/officeDocument/2006/relationships" id="267" r:id="R3855bbfe4a984844"/>
    <p:sldId xmlns:r="http://schemas.openxmlformats.org/officeDocument/2006/relationships" id="268" r:id="R5cf4b7164cb9498a"/>
    <p:sldId xmlns:r="http://schemas.openxmlformats.org/officeDocument/2006/relationships" id="269" r:id="Rfadc513aa42646df"/>
    <p:sldId xmlns:r="http://schemas.openxmlformats.org/officeDocument/2006/relationships" id="270" r:id="Re23292de054d44b9"/>
    <p:sldId xmlns:r="http://schemas.openxmlformats.org/officeDocument/2006/relationships" id="271" r:id="R544c58f6e43c46eb"/>
    <p:sldId xmlns:r="http://schemas.openxmlformats.org/officeDocument/2006/relationships" id="272" r:id="Re0ca0db7dda744e6"/>
    <p:sldId xmlns:r="http://schemas.openxmlformats.org/officeDocument/2006/relationships" id="273" r:id="Rdfe81bac90ea419d"/>
    <p:sldId xmlns:r="http://schemas.openxmlformats.org/officeDocument/2006/relationships" id="274" r:id="R522c657dcb784c8c"/>
    <p:sldId xmlns:r="http://schemas.openxmlformats.org/officeDocument/2006/relationships" id="275" r:id="R98ae6f22a47a40d6"/>
    <p:sldId xmlns:r="http://schemas.openxmlformats.org/officeDocument/2006/relationships" id="276" r:id="R8c5beeb9b5264246"/>
    <p:sldId xmlns:r="http://schemas.openxmlformats.org/officeDocument/2006/relationships" id="277" r:id="Rd3b192241ab24dd1"/>
    <p:sldId xmlns:r="http://schemas.openxmlformats.org/officeDocument/2006/relationships" id="278" r:id="R531e2807a17e47d2"/>
    <p:sldId xmlns:r="http://schemas.openxmlformats.org/officeDocument/2006/relationships" id="279" r:id="R44d2872122054361"/>
    <p:sldId xmlns:r="http://schemas.openxmlformats.org/officeDocument/2006/relationships" id="280" r:id="Ra1142f32dac14692"/>
    <p:sldId xmlns:r="http://schemas.openxmlformats.org/officeDocument/2006/relationships" id="281" r:id="R8ff23c177f144cdf"/>
    <p:sldId xmlns:r="http://schemas.openxmlformats.org/officeDocument/2006/relationships" id="282" r:id="R1ffdbf9dffe946f9"/>
    <p:sldId xmlns:r="http://schemas.openxmlformats.org/officeDocument/2006/relationships" id="283" r:id="R5108c58026b64d20"/>
    <p:sldId xmlns:r="http://schemas.openxmlformats.org/officeDocument/2006/relationships" id="284" r:id="R08c6ee0fe535425a"/>
    <p:sldId xmlns:r="http://schemas.openxmlformats.org/officeDocument/2006/relationships" id="285" r:id="Ref65b9d39d374423"/>
    <p:sldId xmlns:r="http://schemas.openxmlformats.org/officeDocument/2006/relationships" id="286" r:id="Rf46472cee0e541ff"/>
    <p:sldId xmlns:r="http://schemas.openxmlformats.org/officeDocument/2006/relationships" id="287" r:id="R281e12fba65f467a"/>
    <p:sldId xmlns:r="http://schemas.openxmlformats.org/officeDocument/2006/relationships" id="288" r:id="R289423c2e33d43c1"/>
    <p:sldId xmlns:r="http://schemas.openxmlformats.org/officeDocument/2006/relationships" id="289" r:id="R6286528198294ec0"/>
    <p:sldId xmlns:r="http://schemas.openxmlformats.org/officeDocument/2006/relationships" id="290" r:id="R005db5932079421e"/>
    <p:sldId xmlns:r="http://schemas.openxmlformats.org/officeDocument/2006/relationships" id="291" r:id="Rc06694914b184495"/>
    <p:sldId xmlns:r="http://schemas.openxmlformats.org/officeDocument/2006/relationships" id="292" r:id="R798166b7d1c14f23"/>
    <p:sldId xmlns:r="http://schemas.openxmlformats.org/officeDocument/2006/relationships" id="293" r:id="R7408c3c71f9049c5"/>
    <p:sldId xmlns:r="http://schemas.openxmlformats.org/officeDocument/2006/relationships" id="294" r:id="R9c74e584a9244e1d"/>
    <p:sldId xmlns:r="http://schemas.openxmlformats.org/officeDocument/2006/relationships" id="295" r:id="R8f838de3df5d4447"/>
    <p:sldId xmlns:r="http://schemas.openxmlformats.org/officeDocument/2006/relationships" id="296" r:id="R6fbfe2ba9df24ce6"/>
    <p:sldId xmlns:r="http://schemas.openxmlformats.org/officeDocument/2006/relationships" id="297" r:id="R041c1d7af1084d4e"/>
    <p:sldId xmlns:r="http://schemas.openxmlformats.org/officeDocument/2006/relationships" id="298" r:id="R6d786f99748a424d"/>
    <p:sldId xmlns:r="http://schemas.openxmlformats.org/officeDocument/2006/relationships" id="299" r:id="R1447573dfd704ad3"/>
    <p:sldId xmlns:r="http://schemas.openxmlformats.org/officeDocument/2006/relationships" id="300" r:id="R1444968a52114505"/>
    <p:sldId xmlns:r="http://schemas.openxmlformats.org/officeDocument/2006/relationships" id="301" r:id="R9867d677e3b44a2f"/>
    <p:sldId xmlns:r="http://schemas.openxmlformats.org/officeDocument/2006/relationships" id="302" r:id="R585a7b85f6904c25"/>
    <p:sldId xmlns:r="http://schemas.openxmlformats.org/officeDocument/2006/relationships" id="303" r:id="R888e8b20a93a41a6"/>
    <p:sldId xmlns:r="http://schemas.openxmlformats.org/officeDocument/2006/relationships" id="304" r:id="R3e6fe1dfcd1b4106"/>
    <p:sldId xmlns:r="http://schemas.openxmlformats.org/officeDocument/2006/relationships" id="305" r:id="Rf4450a17cb83423a"/>
    <p:sldId xmlns:r="http://schemas.openxmlformats.org/officeDocument/2006/relationships" id="306" r:id="Rbd4a88805c884be9"/>
    <p:sldId xmlns:r="http://schemas.openxmlformats.org/officeDocument/2006/relationships" id="307" r:id="R1eb8074b7dd04f17"/>
    <p:sldId xmlns:r="http://schemas.openxmlformats.org/officeDocument/2006/relationships" id="308" r:id="R47dc6f5ce368436f"/>
    <p:sldId xmlns:r="http://schemas.openxmlformats.org/officeDocument/2006/relationships" id="309" r:id="Rf0a6ca80053e4954"/>
    <p:sldId xmlns:r="http://schemas.openxmlformats.org/officeDocument/2006/relationships" id="310" r:id="R2a4cd7b273fa407c"/>
    <p:sldId xmlns:r="http://schemas.openxmlformats.org/officeDocument/2006/relationships" id="311" r:id="R83b0b4d8ba4c496d"/>
    <p:sldId xmlns:r="http://schemas.openxmlformats.org/officeDocument/2006/relationships" id="312" r:id="Rc6d15e0b6afc4e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37c2b04d47462b" /><Relationship Type="http://schemas.openxmlformats.org/officeDocument/2006/relationships/slideMaster" Target="/ppt/slideMasters/slideMaster1.xml" Id="Rb720821e50fb4de0" /><Relationship Type="http://schemas.openxmlformats.org/officeDocument/2006/relationships/notesMaster" Target="/ppt/notesMasters/notesMaster1.xml" Id="R8800478cae92407e" /><Relationship Type="http://schemas.openxmlformats.org/officeDocument/2006/relationships/presProps" Target="/ppt/presProps.xml" Id="R1d7234a406b54f4a" /><Relationship Type="http://schemas.openxmlformats.org/officeDocument/2006/relationships/tableStyles" Target="/ppt/tableStyles.xml" Id="R512dcfaa44124e3b" /><Relationship Type="http://schemas.openxmlformats.org/officeDocument/2006/relationships/slide" Target="/ppt/slides/slide1.xml" Id="Ra4243d1275774a75" /><Relationship Type="http://schemas.openxmlformats.org/officeDocument/2006/relationships/slide" Target="/ppt/slides/slide2.xml" Id="R57a4a40ab3c84b6f" /><Relationship Type="http://schemas.openxmlformats.org/officeDocument/2006/relationships/slide" Target="/ppt/slides/slide3.xml" Id="Re9f4fddd51de401c" /><Relationship Type="http://schemas.openxmlformats.org/officeDocument/2006/relationships/slide" Target="/ppt/slides/slide4.xml" Id="Ra8e608c91a144204" /><Relationship Type="http://schemas.openxmlformats.org/officeDocument/2006/relationships/slide" Target="/ppt/slides/slide5.xml" Id="R0480ac012e8c4c8a" /><Relationship Type="http://schemas.openxmlformats.org/officeDocument/2006/relationships/slide" Target="/ppt/slides/slide6.xml" Id="Rcce29189bca34793" /><Relationship Type="http://schemas.openxmlformats.org/officeDocument/2006/relationships/slide" Target="/ppt/slides/slide7.xml" Id="R21be1b74f6984342" /><Relationship Type="http://schemas.openxmlformats.org/officeDocument/2006/relationships/slide" Target="/ppt/slides/slide8.xml" Id="Ra4c158b1ab1742de" /><Relationship Type="http://schemas.openxmlformats.org/officeDocument/2006/relationships/slide" Target="/ppt/slides/slide9.xml" Id="R681b2eb12d584f13" /><Relationship Type="http://schemas.openxmlformats.org/officeDocument/2006/relationships/slide" Target="/ppt/slides/slide10.xml" Id="R9c351bd440f1409f" /><Relationship Type="http://schemas.openxmlformats.org/officeDocument/2006/relationships/slide" Target="/ppt/slides/slide11.xml" Id="R68e308bf101646c3" /><Relationship Type="http://schemas.openxmlformats.org/officeDocument/2006/relationships/slide" Target="/ppt/slides/slide12.xml" Id="R3855bbfe4a984844" /><Relationship Type="http://schemas.openxmlformats.org/officeDocument/2006/relationships/slide" Target="/ppt/slides/slide13.xml" Id="R5cf4b7164cb9498a" /><Relationship Type="http://schemas.openxmlformats.org/officeDocument/2006/relationships/slide" Target="/ppt/slides/slide14.xml" Id="Rfadc513aa42646df" /><Relationship Type="http://schemas.openxmlformats.org/officeDocument/2006/relationships/slide" Target="/ppt/slides/slide15.xml" Id="Re23292de054d44b9" /><Relationship Type="http://schemas.openxmlformats.org/officeDocument/2006/relationships/slide" Target="/ppt/slides/slide16.xml" Id="R544c58f6e43c46eb" /><Relationship Type="http://schemas.openxmlformats.org/officeDocument/2006/relationships/slide" Target="/ppt/slides/slide17.xml" Id="Re0ca0db7dda744e6" /><Relationship Type="http://schemas.openxmlformats.org/officeDocument/2006/relationships/slide" Target="/ppt/slides/slide18.xml" Id="Rdfe81bac90ea419d" /><Relationship Type="http://schemas.openxmlformats.org/officeDocument/2006/relationships/slide" Target="/ppt/slides/slide19.xml" Id="R522c657dcb784c8c" /><Relationship Type="http://schemas.openxmlformats.org/officeDocument/2006/relationships/slide" Target="/ppt/slides/slide20.xml" Id="R98ae6f22a47a40d6" /><Relationship Type="http://schemas.openxmlformats.org/officeDocument/2006/relationships/slide" Target="/ppt/slides/slide21.xml" Id="R8c5beeb9b5264246" /><Relationship Type="http://schemas.openxmlformats.org/officeDocument/2006/relationships/slide" Target="/ppt/slides/slide22.xml" Id="Rd3b192241ab24dd1" /><Relationship Type="http://schemas.openxmlformats.org/officeDocument/2006/relationships/slide" Target="/ppt/slides/slide23.xml" Id="R531e2807a17e47d2" /><Relationship Type="http://schemas.openxmlformats.org/officeDocument/2006/relationships/slide" Target="/ppt/slides/slide24.xml" Id="R44d2872122054361" /><Relationship Type="http://schemas.openxmlformats.org/officeDocument/2006/relationships/slide" Target="/ppt/slides/slide25.xml" Id="Ra1142f32dac14692" /><Relationship Type="http://schemas.openxmlformats.org/officeDocument/2006/relationships/slide" Target="/ppt/slides/slide26.xml" Id="R8ff23c177f144cdf" /><Relationship Type="http://schemas.openxmlformats.org/officeDocument/2006/relationships/slide" Target="/ppt/slides/slide27.xml" Id="R1ffdbf9dffe946f9" /><Relationship Type="http://schemas.openxmlformats.org/officeDocument/2006/relationships/slide" Target="/ppt/slides/slide28.xml" Id="R5108c58026b64d20" /><Relationship Type="http://schemas.openxmlformats.org/officeDocument/2006/relationships/slide" Target="/ppt/slides/slide29.xml" Id="R08c6ee0fe535425a" /><Relationship Type="http://schemas.openxmlformats.org/officeDocument/2006/relationships/slide" Target="/ppt/slides/slide30.xml" Id="Ref65b9d39d374423" /><Relationship Type="http://schemas.openxmlformats.org/officeDocument/2006/relationships/slide" Target="/ppt/slides/slide31.xml" Id="Rf46472cee0e541ff" /><Relationship Type="http://schemas.openxmlformats.org/officeDocument/2006/relationships/slide" Target="/ppt/slides/slide32.xml" Id="R281e12fba65f467a" /><Relationship Type="http://schemas.openxmlformats.org/officeDocument/2006/relationships/slide" Target="/ppt/slides/slide33.xml" Id="R289423c2e33d43c1" /><Relationship Type="http://schemas.openxmlformats.org/officeDocument/2006/relationships/slide" Target="/ppt/slides/slide34.xml" Id="R6286528198294ec0" /><Relationship Type="http://schemas.openxmlformats.org/officeDocument/2006/relationships/slide" Target="/ppt/slides/slide35.xml" Id="R005db5932079421e" /><Relationship Type="http://schemas.openxmlformats.org/officeDocument/2006/relationships/slide" Target="/ppt/slides/slide36.xml" Id="Rc06694914b184495" /><Relationship Type="http://schemas.openxmlformats.org/officeDocument/2006/relationships/slide" Target="/ppt/slides/slide37.xml" Id="R798166b7d1c14f23" /><Relationship Type="http://schemas.openxmlformats.org/officeDocument/2006/relationships/slide" Target="/ppt/slides/slide38.xml" Id="R7408c3c71f9049c5" /><Relationship Type="http://schemas.openxmlformats.org/officeDocument/2006/relationships/slide" Target="/ppt/slides/slide39.xml" Id="R9c74e584a9244e1d" /><Relationship Type="http://schemas.openxmlformats.org/officeDocument/2006/relationships/slide" Target="/ppt/slides/slide40.xml" Id="R8f838de3df5d4447" /><Relationship Type="http://schemas.openxmlformats.org/officeDocument/2006/relationships/slide" Target="/ppt/slides/slide41.xml" Id="R6fbfe2ba9df24ce6" /><Relationship Type="http://schemas.openxmlformats.org/officeDocument/2006/relationships/slide" Target="/ppt/slides/slide42.xml" Id="R041c1d7af1084d4e" /><Relationship Type="http://schemas.openxmlformats.org/officeDocument/2006/relationships/slide" Target="/ppt/slides/slide43.xml" Id="R6d786f99748a424d" /><Relationship Type="http://schemas.openxmlformats.org/officeDocument/2006/relationships/slide" Target="/ppt/slides/slide44.xml" Id="R1447573dfd704ad3" /><Relationship Type="http://schemas.openxmlformats.org/officeDocument/2006/relationships/slide" Target="/ppt/slides/slide45.xml" Id="R1444968a52114505" /><Relationship Type="http://schemas.openxmlformats.org/officeDocument/2006/relationships/slide" Target="/ppt/slides/slide46.xml" Id="R9867d677e3b44a2f" /><Relationship Type="http://schemas.openxmlformats.org/officeDocument/2006/relationships/slide" Target="/ppt/slides/slide47.xml" Id="R585a7b85f6904c25" /><Relationship Type="http://schemas.openxmlformats.org/officeDocument/2006/relationships/slide" Target="/ppt/slides/slide48.xml" Id="R888e8b20a93a41a6" /><Relationship Type="http://schemas.openxmlformats.org/officeDocument/2006/relationships/slide" Target="/ppt/slides/slide49.xml" Id="R3e6fe1dfcd1b4106" /><Relationship Type="http://schemas.openxmlformats.org/officeDocument/2006/relationships/slide" Target="/ppt/slides/slide50.xml" Id="Rf4450a17cb83423a" /><Relationship Type="http://schemas.openxmlformats.org/officeDocument/2006/relationships/slide" Target="/ppt/slides/slide51.xml" Id="Rbd4a88805c884be9" /><Relationship Type="http://schemas.openxmlformats.org/officeDocument/2006/relationships/slide" Target="/ppt/slides/slide52.xml" Id="R1eb8074b7dd04f17" /><Relationship Type="http://schemas.openxmlformats.org/officeDocument/2006/relationships/slide" Target="/ppt/slides/slide53.xml" Id="R47dc6f5ce368436f" /><Relationship Type="http://schemas.openxmlformats.org/officeDocument/2006/relationships/slide" Target="/ppt/slides/slide54.xml" Id="Rf0a6ca80053e4954" /><Relationship Type="http://schemas.openxmlformats.org/officeDocument/2006/relationships/slide" Target="/ppt/slides/slide55.xml" Id="R2a4cd7b273fa407c" /><Relationship Type="http://schemas.openxmlformats.org/officeDocument/2006/relationships/slide" Target="/ppt/slides/slide56.xml" Id="R83b0b4d8ba4c496d" /><Relationship Type="http://schemas.openxmlformats.org/officeDocument/2006/relationships/slide" Target="/ppt/slides/slide57.xml" Id="Rc6d15e0b6afc4e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b3f5031caf4e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38056a65a74ffc" /><Relationship Type="http://schemas.openxmlformats.org/officeDocument/2006/relationships/notesMaster" Target="/ppt/notesMasters/notesMaster1.xml" Id="R2e5480c555e04b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4f084170f44625" /><Relationship Type="http://schemas.openxmlformats.org/officeDocument/2006/relationships/notesMaster" Target="/ppt/notesMasters/notesMaster1.xml" Id="Rb418e60b2f354e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a98f38afe4015" /><Relationship Type="http://schemas.openxmlformats.org/officeDocument/2006/relationships/notesMaster" Target="/ppt/notesMasters/notesMaster1.xml" Id="R4932541ee4d941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8ea5866a82442c" /><Relationship Type="http://schemas.openxmlformats.org/officeDocument/2006/relationships/notesMaster" Target="/ppt/notesMasters/notesMaster1.xml" Id="R3031b1cdfb6f49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e21b605bda4826" /><Relationship Type="http://schemas.openxmlformats.org/officeDocument/2006/relationships/notesMaster" Target="/ppt/notesMasters/notesMaster1.xml" Id="R966fb860821b4f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54603a42a44591" /><Relationship Type="http://schemas.openxmlformats.org/officeDocument/2006/relationships/notesMaster" Target="/ppt/notesMasters/notesMaster1.xml" Id="R694bb827f30b4c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90925dcc264ba2" /><Relationship Type="http://schemas.openxmlformats.org/officeDocument/2006/relationships/notesMaster" Target="/ppt/notesMasters/notesMaster1.xml" Id="R86c4d5f5e0b647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db652c94834dc0" /><Relationship Type="http://schemas.openxmlformats.org/officeDocument/2006/relationships/notesMaster" Target="/ppt/notesMasters/notesMaster1.xml" Id="R8d1cbfc4372045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a2b6b4da754712" /><Relationship Type="http://schemas.openxmlformats.org/officeDocument/2006/relationships/notesMaster" Target="/ppt/notesMasters/notesMaster1.xml" Id="Rb0ac51c98bf64b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2d488968f04e0c" /><Relationship Type="http://schemas.openxmlformats.org/officeDocument/2006/relationships/notesMaster" Target="/ppt/notesMasters/notesMaster1.xml" Id="R9d5a5beecfe740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17b765dbc242c0" /><Relationship Type="http://schemas.openxmlformats.org/officeDocument/2006/relationships/notesMaster" Target="/ppt/notesMasters/notesMaster1.xml" Id="R5f66e09d1dea4f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f8f67364844ec5" /><Relationship Type="http://schemas.openxmlformats.org/officeDocument/2006/relationships/notesMaster" Target="/ppt/notesMasters/notesMaster1.xml" Id="R589fcb018fbd45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381f86110346d0" /><Relationship Type="http://schemas.openxmlformats.org/officeDocument/2006/relationships/notesMaster" Target="/ppt/notesMasters/notesMaster1.xml" Id="R8d51766d391a40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ded92238d64212" /><Relationship Type="http://schemas.openxmlformats.org/officeDocument/2006/relationships/notesMaster" Target="/ppt/notesMasters/notesMaster1.xml" Id="Rd8625d0f552a43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e4659066544596" /><Relationship Type="http://schemas.openxmlformats.org/officeDocument/2006/relationships/notesMaster" Target="/ppt/notesMasters/notesMaster1.xml" Id="R99853eafb93042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0cd978dc864440" /><Relationship Type="http://schemas.openxmlformats.org/officeDocument/2006/relationships/notesMaster" Target="/ppt/notesMasters/notesMaster1.xml" Id="Ra0108651e2504f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ff6f45fbfa4ebc" /><Relationship Type="http://schemas.openxmlformats.org/officeDocument/2006/relationships/notesMaster" Target="/ppt/notesMasters/notesMaster1.xml" Id="R963f741d5baf46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97176b6c074cc5" /><Relationship Type="http://schemas.openxmlformats.org/officeDocument/2006/relationships/notesMaster" Target="/ppt/notesMasters/notesMaster1.xml" Id="Rd25991dc47b044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24e158cd834216" /><Relationship Type="http://schemas.openxmlformats.org/officeDocument/2006/relationships/notesMaster" Target="/ppt/notesMasters/notesMaster1.xml" Id="Rf997f28cc37b45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5a3e8df9bf4886" /><Relationship Type="http://schemas.openxmlformats.org/officeDocument/2006/relationships/notesMaster" Target="/ppt/notesMasters/notesMaster1.xml" Id="R49c4127d76f34e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122615d8dc4652" /><Relationship Type="http://schemas.openxmlformats.org/officeDocument/2006/relationships/notesMaster" Target="/ppt/notesMasters/notesMaster1.xml" Id="R6d4fb698ca724d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cbfa84627954639" /><Relationship Type="http://schemas.openxmlformats.org/officeDocument/2006/relationships/notesMaster" Target="/ppt/notesMasters/notesMaster1.xml" Id="R860872037832469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7701ae759ae4c88" /><Relationship Type="http://schemas.openxmlformats.org/officeDocument/2006/relationships/notesMaster" Target="/ppt/notesMasters/notesMaster1.xml" Id="R71c089a33a8e484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20e8e99f9324e3a" /><Relationship Type="http://schemas.openxmlformats.org/officeDocument/2006/relationships/notesMaster" Target="/ppt/notesMasters/notesMaster1.xml" Id="R027edd90c37149b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db2092a4b70401e" /><Relationship Type="http://schemas.openxmlformats.org/officeDocument/2006/relationships/notesMaster" Target="/ppt/notesMasters/notesMaster1.xml" Id="R9649a3e73c6f41d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91f2ff9933340a6" /><Relationship Type="http://schemas.openxmlformats.org/officeDocument/2006/relationships/notesMaster" Target="/ppt/notesMasters/notesMaster1.xml" Id="R6f29046eecdd478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f9c096128ae4789" /><Relationship Type="http://schemas.openxmlformats.org/officeDocument/2006/relationships/notesMaster" Target="/ppt/notesMasters/notesMaster1.xml" Id="Rb72598dc2e90442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cc4c01fe604b21" /><Relationship Type="http://schemas.openxmlformats.org/officeDocument/2006/relationships/notesMaster" Target="/ppt/notesMasters/notesMaster1.xml" Id="Rbcd61ecf707a4c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c008cddde38421f" /><Relationship Type="http://schemas.openxmlformats.org/officeDocument/2006/relationships/notesMaster" Target="/ppt/notesMasters/notesMaster1.xml" Id="Ra3f18e90fc4e44b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3e6c2e9fa7041dc" /><Relationship Type="http://schemas.openxmlformats.org/officeDocument/2006/relationships/notesMaster" Target="/ppt/notesMasters/notesMaster1.xml" Id="Rf2c79877d95546b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cf968c273034abf" /><Relationship Type="http://schemas.openxmlformats.org/officeDocument/2006/relationships/notesMaster" Target="/ppt/notesMasters/notesMaster1.xml" Id="Rfa1c658dc76d485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abef4241dfc4dd3" /><Relationship Type="http://schemas.openxmlformats.org/officeDocument/2006/relationships/notesMaster" Target="/ppt/notesMasters/notesMaster1.xml" Id="R67fa52bf9016461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d2ce4370cca454d" /><Relationship Type="http://schemas.openxmlformats.org/officeDocument/2006/relationships/notesMaster" Target="/ppt/notesMasters/notesMaster1.xml" Id="Rb147eaac31324bb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5fa2a01249c4d11" /><Relationship Type="http://schemas.openxmlformats.org/officeDocument/2006/relationships/notesMaster" Target="/ppt/notesMasters/notesMaster1.xml" Id="R9cf939bf3fd0444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e64c7133e9944bb" /><Relationship Type="http://schemas.openxmlformats.org/officeDocument/2006/relationships/notesMaster" Target="/ppt/notesMasters/notesMaster1.xml" Id="R42034468a42c45d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cd69f821a3c40bd" /><Relationship Type="http://schemas.openxmlformats.org/officeDocument/2006/relationships/notesMaster" Target="/ppt/notesMasters/notesMaster1.xml" Id="R97660ecf5d914db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1402d7d449f4c66" /><Relationship Type="http://schemas.openxmlformats.org/officeDocument/2006/relationships/notesMaster" Target="/ppt/notesMasters/notesMaster1.xml" Id="R7c42bc6053e940a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ae58c8af7a5437c" /><Relationship Type="http://schemas.openxmlformats.org/officeDocument/2006/relationships/notesMaster" Target="/ppt/notesMasters/notesMaster1.xml" Id="R5e460e4f7951480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5c0420d2d6e450a" /><Relationship Type="http://schemas.openxmlformats.org/officeDocument/2006/relationships/notesMaster" Target="/ppt/notesMasters/notesMaster1.xml" Id="Rb67d164890eb415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f780e4214684348" /><Relationship Type="http://schemas.openxmlformats.org/officeDocument/2006/relationships/notesMaster" Target="/ppt/notesMasters/notesMaster1.xml" Id="Redf55627d5dc413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fbd980f35584ef6" /><Relationship Type="http://schemas.openxmlformats.org/officeDocument/2006/relationships/notesMaster" Target="/ppt/notesMasters/notesMaster1.xml" Id="Rbc81a2dae4b6404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29f25ff2f094910" /><Relationship Type="http://schemas.openxmlformats.org/officeDocument/2006/relationships/notesMaster" Target="/ppt/notesMasters/notesMaster1.xml" Id="R20d1075fc52940e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0bf5f83a4524dd3" /><Relationship Type="http://schemas.openxmlformats.org/officeDocument/2006/relationships/notesMaster" Target="/ppt/notesMasters/notesMaster1.xml" Id="R1c9af50537754f4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dab3a4cee1d44e7" /><Relationship Type="http://schemas.openxmlformats.org/officeDocument/2006/relationships/notesMaster" Target="/ppt/notesMasters/notesMaster1.xml" Id="R8fe4802216fd407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26bbd9bdefc48b8" /><Relationship Type="http://schemas.openxmlformats.org/officeDocument/2006/relationships/notesMaster" Target="/ppt/notesMasters/notesMaster1.xml" Id="Redd49bd359164d7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c5229622fe3415e" /><Relationship Type="http://schemas.openxmlformats.org/officeDocument/2006/relationships/notesMaster" Target="/ppt/notesMasters/notesMaster1.xml" Id="Rbea6238fde764dd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8697399755541fb" /><Relationship Type="http://schemas.openxmlformats.org/officeDocument/2006/relationships/notesMaster" Target="/ppt/notesMasters/notesMaster1.xml" Id="Ree9d60f704324d8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b45c9b965b9468e" /><Relationship Type="http://schemas.openxmlformats.org/officeDocument/2006/relationships/notesMaster" Target="/ppt/notesMasters/notesMaster1.xml" Id="Red2ea6d62a784fb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87aeb2f7c7f4594" /><Relationship Type="http://schemas.openxmlformats.org/officeDocument/2006/relationships/notesMaster" Target="/ppt/notesMasters/notesMaster1.xml" Id="Ra98dafc56ccb4f0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a318716d65c4e82" /><Relationship Type="http://schemas.openxmlformats.org/officeDocument/2006/relationships/notesMaster" Target="/ppt/notesMasters/notesMaster1.xml" Id="Re46c01de787c4e1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f4cb7065afd4fb1" /><Relationship Type="http://schemas.openxmlformats.org/officeDocument/2006/relationships/notesMaster" Target="/ppt/notesMasters/notesMaster1.xml" Id="Rfc22b4df4b914e0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a4776e4616f47ac" /><Relationship Type="http://schemas.openxmlformats.org/officeDocument/2006/relationships/notesMaster" Target="/ppt/notesMasters/notesMaster1.xml" Id="R973f52e48fe942a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14aacf149234497" /><Relationship Type="http://schemas.openxmlformats.org/officeDocument/2006/relationships/notesMaster" Target="/ppt/notesMasters/notesMaster1.xml" Id="R264ac33e690a4eb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347d5f25f91413c" /><Relationship Type="http://schemas.openxmlformats.org/officeDocument/2006/relationships/notesMaster" Target="/ppt/notesMasters/notesMaster1.xml" Id="R78eb73d5e746415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c8cc07a84034727" /><Relationship Type="http://schemas.openxmlformats.org/officeDocument/2006/relationships/notesMaster" Target="/ppt/notesMasters/notesMaster1.xml" Id="Re44315920b2b46a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4e6d719542648ce" /><Relationship Type="http://schemas.openxmlformats.org/officeDocument/2006/relationships/notesMaster" Target="/ppt/notesMasters/notesMaster1.xml" Id="Rcde3f53bbaf24d7a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c22aaf3416949f1" /><Relationship Type="http://schemas.openxmlformats.org/officeDocument/2006/relationships/notesMaster" Target="/ppt/notesMasters/notesMaster1.xml" Id="R942f99f5d52c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the module reset. Reveal syllabus bullets one by one and connect them to the right-side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roadmap by row. Pause after each syllabus cluster and state how it will be examined.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audit slide only if students or reviewers need syllabus mapping. Otherwise keep it as backup.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branches around the center. Ask students to supply one example for each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at a time. For each, ask students to first identify keywords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branches around the center. Ask students to supply one example for each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BCS515B-module-5-pdf.pdf</a:t>
            </a:r>
          </a:p>
          <a:p xmlns:a="http://schemas.openxmlformats.org/drawingml/2006/main">
            <a:r>
              <a:t>- Local prescribed textbook extract: BCS515B-module-5-textbook.pdf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1ae95119641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d67dc650de41f0" /><Relationship Type="http://schemas.openxmlformats.org/officeDocument/2006/relationships/slideLayout" Target="/ppt/slideLayouts/slideLayout1.xml" Id="Ra4ef4de0ad8346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f4de0ad8346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c196869f4415d" /><Relationship Type="http://schemas.openxmlformats.org/officeDocument/2006/relationships/notesSlide" Target="/ppt/notesSlides/notesSlide1.xml" Id="Rdcef1a77b52f4b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aa32b81ba455b" /><Relationship Type="http://schemas.openxmlformats.org/officeDocument/2006/relationships/notesSlide" Target="/ppt/notesSlides/notesSlide2.xml" Id="R3cbf5ecfa2b745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0c9a170d34aff" /><Relationship Type="http://schemas.openxmlformats.org/officeDocument/2006/relationships/notesSlide" Target="/ppt/notesSlides/notesSlide3.xml" Id="Rfaa3863dcf8446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a41361b68444c" /><Relationship Type="http://schemas.openxmlformats.org/officeDocument/2006/relationships/notesSlide" Target="/ppt/notesSlides/notesSlide4.xml" Id="R00b9150d52264e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927c877484b58" /><Relationship Type="http://schemas.openxmlformats.org/officeDocument/2006/relationships/notesSlide" Target="/ppt/notesSlides/notesSlide5.xml" Id="R8d53fb017fde4d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b980456a44ae2" /><Relationship Type="http://schemas.openxmlformats.org/officeDocument/2006/relationships/notesSlide" Target="/ppt/notesSlides/notesSlide6.xml" Id="Rf39655eaa44642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9f0cf0f5b4928" /><Relationship Type="http://schemas.openxmlformats.org/officeDocument/2006/relationships/notesSlide" Target="/ppt/notesSlides/notesSlide7.xml" Id="R725550c8c58443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23de28e8f4fcd" /><Relationship Type="http://schemas.openxmlformats.org/officeDocument/2006/relationships/notesSlide" Target="/ppt/notesSlides/notesSlide8.xml" Id="Rf5952a7c95f847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6a23f6c8147fd" /><Relationship Type="http://schemas.openxmlformats.org/officeDocument/2006/relationships/notesSlide" Target="/ppt/notesSlides/notesSlide9.xml" Id="R3275eadd639146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3dbc8d7894cb8" /><Relationship Type="http://schemas.openxmlformats.org/officeDocument/2006/relationships/notesSlide" Target="/ppt/notesSlides/notesSlide10.xml" Id="Rdd698b9da06a45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7b093be494b9a" /><Relationship Type="http://schemas.openxmlformats.org/officeDocument/2006/relationships/notesSlide" Target="/ppt/notesSlides/notesSlide11.xml" Id="R7376dd5a4f764d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13500d02d41e1" /><Relationship Type="http://schemas.openxmlformats.org/officeDocument/2006/relationships/notesSlide" Target="/ppt/notesSlides/notesSlide12.xml" Id="Rbcd0e965956b41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dba1295e341e5" /><Relationship Type="http://schemas.openxmlformats.org/officeDocument/2006/relationships/notesSlide" Target="/ppt/notesSlides/notesSlide13.xml" Id="R2ed4839c7ac441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59626cb8847cd" /><Relationship Type="http://schemas.openxmlformats.org/officeDocument/2006/relationships/notesSlide" Target="/ppt/notesSlides/notesSlide14.xml" Id="Rbb52412ce95741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c259ffee743b3" /><Relationship Type="http://schemas.openxmlformats.org/officeDocument/2006/relationships/notesSlide" Target="/ppt/notesSlides/notesSlide15.xml" Id="R09328a9b2a344f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6328eb3bd425d" /><Relationship Type="http://schemas.openxmlformats.org/officeDocument/2006/relationships/notesSlide" Target="/ppt/notesSlides/notesSlide16.xml" Id="R0023c94333bc44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cc995d5e142ea" /><Relationship Type="http://schemas.openxmlformats.org/officeDocument/2006/relationships/notesSlide" Target="/ppt/notesSlides/notesSlide17.xml" Id="R8415b5358efb49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5c9299c554372" /><Relationship Type="http://schemas.openxmlformats.org/officeDocument/2006/relationships/notesSlide" Target="/ppt/notesSlides/notesSlide18.xml" Id="Re782490529ce45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ec5a09d5b4082" /><Relationship Type="http://schemas.openxmlformats.org/officeDocument/2006/relationships/notesSlide" Target="/ppt/notesSlides/notesSlide19.xml" Id="R677d9022016e44a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c573a5b9b42f1" /><Relationship Type="http://schemas.openxmlformats.org/officeDocument/2006/relationships/notesSlide" Target="/ppt/notesSlides/notesSlide20.xml" Id="R689dd582cfac472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cb9c2fe96477b" /><Relationship Type="http://schemas.openxmlformats.org/officeDocument/2006/relationships/notesSlide" Target="/ppt/notesSlides/notesSlide21.xml" Id="Rf6c658cdf04d4c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ea7d84d9040dd" /><Relationship Type="http://schemas.openxmlformats.org/officeDocument/2006/relationships/notesSlide" Target="/ppt/notesSlides/notesSlide22.xml" Id="Rec516585c9b0483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2df89eef84d1d" /><Relationship Type="http://schemas.openxmlformats.org/officeDocument/2006/relationships/notesSlide" Target="/ppt/notesSlides/notesSlide23.xml" Id="R6a6014e9d49b495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ed338931b46cd" /><Relationship Type="http://schemas.openxmlformats.org/officeDocument/2006/relationships/notesSlide" Target="/ppt/notesSlides/notesSlide24.xml" Id="R989c125f17e4402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fe01450df4c38" /><Relationship Type="http://schemas.openxmlformats.org/officeDocument/2006/relationships/notesSlide" Target="/ppt/notesSlides/notesSlide25.xml" Id="R54c6deb4ac4f4c1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789999d714579" /><Relationship Type="http://schemas.openxmlformats.org/officeDocument/2006/relationships/notesSlide" Target="/ppt/notesSlides/notesSlide26.xml" Id="R92b61b44e1a0479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c69754a2d44c2" /><Relationship Type="http://schemas.openxmlformats.org/officeDocument/2006/relationships/notesSlide" Target="/ppt/notesSlides/notesSlide27.xml" Id="R3e2a8d7d7d0d41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18c2dcd1747c3" /><Relationship Type="http://schemas.openxmlformats.org/officeDocument/2006/relationships/notesSlide" Target="/ppt/notesSlides/notesSlide28.xml" Id="R670b68b1b47c425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6db2a79e24192" /><Relationship Type="http://schemas.openxmlformats.org/officeDocument/2006/relationships/notesSlide" Target="/ppt/notesSlides/notesSlide29.xml" Id="Reddb42c683684c6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1f795530648dc" /><Relationship Type="http://schemas.openxmlformats.org/officeDocument/2006/relationships/notesSlide" Target="/ppt/notesSlides/notesSlide30.xml" Id="R11f3064ea3b9414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3953099e94890" /><Relationship Type="http://schemas.openxmlformats.org/officeDocument/2006/relationships/notesSlide" Target="/ppt/notesSlides/notesSlide31.xml" Id="R7685397cfd57462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37b7c8ef04545" /><Relationship Type="http://schemas.openxmlformats.org/officeDocument/2006/relationships/notesSlide" Target="/ppt/notesSlides/notesSlide32.xml" Id="Ra38065c255f0414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79579307b449f" /><Relationship Type="http://schemas.openxmlformats.org/officeDocument/2006/relationships/notesSlide" Target="/ppt/notesSlides/notesSlide33.xml" Id="R155d9598d5774b8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3b6fc665b47b8" /><Relationship Type="http://schemas.openxmlformats.org/officeDocument/2006/relationships/notesSlide" Target="/ppt/notesSlides/notesSlide34.xml" Id="Rfb7951739b6c4e1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7ba9267464720" /><Relationship Type="http://schemas.openxmlformats.org/officeDocument/2006/relationships/notesSlide" Target="/ppt/notesSlides/notesSlide35.xml" Id="Re3c61061832c44c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769f026dd4d0c" /><Relationship Type="http://schemas.openxmlformats.org/officeDocument/2006/relationships/notesSlide" Target="/ppt/notesSlides/notesSlide36.xml" Id="R6636f55f7ed0462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9d0e911fb4f62" /><Relationship Type="http://schemas.openxmlformats.org/officeDocument/2006/relationships/notesSlide" Target="/ppt/notesSlides/notesSlide37.xml" Id="R108acd8985264c7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2ca86113d4d4e" /><Relationship Type="http://schemas.openxmlformats.org/officeDocument/2006/relationships/notesSlide" Target="/ppt/notesSlides/notesSlide38.xml" Id="Recb542e708a14b9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6b2e5f1ec400c" /><Relationship Type="http://schemas.openxmlformats.org/officeDocument/2006/relationships/notesSlide" Target="/ppt/notesSlides/notesSlide39.xml" Id="R6757d461eded479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718e76e8e46ba" /><Relationship Type="http://schemas.openxmlformats.org/officeDocument/2006/relationships/notesSlide" Target="/ppt/notesSlides/notesSlide40.xml" Id="R388a91374e63420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da7c7ed694b09" /><Relationship Type="http://schemas.openxmlformats.org/officeDocument/2006/relationships/notesSlide" Target="/ppt/notesSlides/notesSlide41.xml" Id="R978916ec2329447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27baf4aa24e17" /><Relationship Type="http://schemas.openxmlformats.org/officeDocument/2006/relationships/notesSlide" Target="/ppt/notesSlides/notesSlide42.xml" Id="R6480b7b075f8442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ca2a53454cb1" /><Relationship Type="http://schemas.openxmlformats.org/officeDocument/2006/relationships/notesSlide" Target="/ppt/notesSlides/notesSlide43.xml" Id="Rbbda75609c2f415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0709fa4224e54" /><Relationship Type="http://schemas.openxmlformats.org/officeDocument/2006/relationships/notesSlide" Target="/ppt/notesSlides/notesSlide44.xml" Id="R0222c65445a1423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2e022bbf24aba" /><Relationship Type="http://schemas.openxmlformats.org/officeDocument/2006/relationships/notesSlide" Target="/ppt/notesSlides/notesSlide45.xml" Id="Rf1c27179001d4cf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19f64bd124380" /><Relationship Type="http://schemas.openxmlformats.org/officeDocument/2006/relationships/notesSlide" Target="/ppt/notesSlides/notesSlide46.xml" Id="Ra0c3c16ab1b94fb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c8f6109ad4aec" /><Relationship Type="http://schemas.openxmlformats.org/officeDocument/2006/relationships/notesSlide" Target="/ppt/notesSlides/notesSlide47.xml" Id="Rdc512bf2b16a4f5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d46b37d3c45b2" /><Relationship Type="http://schemas.openxmlformats.org/officeDocument/2006/relationships/notesSlide" Target="/ppt/notesSlides/notesSlide48.xml" Id="R2ca46f5105764bb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d4f57e5244139" /><Relationship Type="http://schemas.openxmlformats.org/officeDocument/2006/relationships/notesSlide" Target="/ppt/notesSlides/notesSlide49.xml" Id="R36d4e29b89614be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f88af2a9c498c" /><Relationship Type="http://schemas.openxmlformats.org/officeDocument/2006/relationships/notesSlide" Target="/ppt/notesSlides/notesSlide50.xml" Id="R114aefe3e50048c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6810c5df243fe" /><Relationship Type="http://schemas.openxmlformats.org/officeDocument/2006/relationships/notesSlide" Target="/ppt/notesSlides/notesSlide51.xml" Id="Reb02d67fb7ed412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7929d2d3c41b0" /><Relationship Type="http://schemas.openxmlformats.org/officeDocument/2006/relationships/notesSlide" Target="/ppt/notesSlides/notesSlide52.xml" Id="R2dea5cca8b924c9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17923e6994438" /><Relationship Type="http://schemas.openxmlformats.org/officeDocument/2006/relationships/notesSlide" Target="/ppt/notesSlides/notesSlide53.xml" Id="R573ca8dafba14a5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32ece34e94699" /><Relationship Type="http://schemas.openxmlformats.org/officeDocument/2006/relationships/notesSlide" Target="/ppt/notesSlides/notesSlide54.xml" Id="Rd3a4d3a5764c477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de880c88846ae" /><Relationship Type="http://schemas.openxmlformats.org/officeDocument/2006/relationships/notesSlide" Target="/ppt/notesSlides/notesSlide55.xml" Id="R8a891aec9a3143e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b920b40194ebf" /><Relationship Type="http://schemas.openxmlformats.org/officeDocument/2006/relationships/notesSlide" Target="/ppt/notesSlides/notesSlide56.xml" Id="R4cd9f2ec3612426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21201bde14098" /><Relationship Type="http://schemas.openxmlformats.org/officeDocument/2006/relationships/notesSlide" Target="/ppt/notesSlides/notesSlide57.xml" Id="Rf661ebe434dd43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84A04-FEE3-4655-A57D-A3C3A599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6936C-558D-4D8C-81AF-67E44DDC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A"/>
                </a:solidFill>
              </a:defRPr>
            </a:pPr>
            <a:r>
              <a:rPr sz="3150" b="1">
                <a:solidFill>
                  <a:srgbClr val="0B1F3A"/>
                </a:solidFill>
              </a:rPr>
              <a:t>Backward Inference, Resolution, and Classical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5BDEA-DEF2-4E0E-A31C-7E5653B8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Backward chaining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Resolution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Definition of classical planning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Algorithms for planning as state-space search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Planning graphs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BF862-3468-4E34-ADBB-AF8DE3C6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Backward chaining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4B138-5977-4764-AFE1-DFD5EF92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515DC-B15D-43DB-9293-51A8592F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Definition of classical planning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76DEC-9634-469C-9BD1-10F87413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Algorithms for planning as state-space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40112-6776-4E0D-A13F-221BFFAD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F0A2F-4BA1-4973-A675-AF3C73B2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01/50</a:t>
            </a:r>
          </a:p>
        </p:txBody>
      </p:sp>
    </p:spTree>
    <p:extLst>
      <p:ext uri="{BB962C8B-B14F-4D97-AF65-F5344CB8AC3E}">
        <p14:creationId xmlns:p14="http://schemas.microsoft.com/office/powerpoint/2010/main" val="382240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5D13D-93FF-4DCE-AED9-6BBF23E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VTU syllabus cross-check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8C260-1B53-4650-ADD3-A42FDE5A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Roadmap for Module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E54BB-64CA-4F09-B395-557C8A3F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0CC5D-DEFD-436B-9665-D35DAA62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1. Backward chaining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D882D-8FB1-46AA-B8C2-6860137B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2. AND/OR proof trees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5A2EE-E8CD-4545-A8B6-826CE30B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3. Logic programming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B1BCA-FEB7-417A-BE6B-E7BDD900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4. Resolution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4B418-19B5-4F54-BAD7-618A13E9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5. CNF conversion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E7A14-C9A9-4E88-A612-C54EB3E7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6. Classical 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94AB7-9F93-4C60-9FE1-62DA6433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7. Planning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56C00-4A82-46F3-8FC7-D0A40FB7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8. Blocks 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FA783-92B1-4A68-84B4-E19E2218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9. Planning graphs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C431E-7288-4AF5-89A3-6F72AF59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10. Course 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73A25-BF20-4915-A15A-6EDA6BE4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Every VTU topic is expanded as definition → intuition → workflow → example →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BF403-55F5-470D-B095-4FBC5E1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02/50</a:t>
            </a:r>
          </a:p>
        </p:txBody>
      </p:sp>
    </p:spTree>
    <p:extLst>
      <p:ext uri="{BB962C8B-B14F-4D97-AF65-F5344CB8AC3E}">
        <p14:creationId xmlns:p14="http://schemas.microsoft.com/office/powerpoint/2010/main" val="1913625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9D797-5098-4B04-8643-77F79CD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30C43-13F5-4082-92B5-542F3CF9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5 VTU coverage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6E46F-01EA-45F2-B8E7-A248ECE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F2F07-93B2-416A-9145-C0038BD9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VTU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ECBB5-E32F-4188-915B-A62D17B2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Local source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CC752-AA16-4C03-9811-F66578A9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1FCAB-300F-4F38-AB1E-6626A455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Action in this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D33AC-EE3D-4D2E-83B8-6C4CFC5A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Backward chaining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20368-0860-4638-B73A-CA1B1595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C41C1-9C95-40B6-A341-2A8706D9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86410-511D-4756-90DB-B5B2521D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6AE87-1EF9-44FC-BC45-3F74789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Resolution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1616F-9834-4AED-B89B-1527843C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B54B3-CF85-411A-A10B-307B4060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160E5-37B6-486F-8A0F-E3357150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043A6-B511-40A0-A488-A1EFAA3E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Definition of classical planning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AD5FB-8CE5-4F72-BD82-EDD2530A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AEBE9-CF5E-4B1B-B763-E2A1CBFB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C240C-F359-4590-8EF5-4E74725F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A746D-9207-423B-9233-63E0C58E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Algorithms for planning as state-space 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8D9FF-62B1-4FBE-BE01-88E1AF3B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ADCEA-9909-409A-BD48-A60E8F0D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A69D6-17FD-4B97-B77B-8638C769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8D47D-80DC-459B-87A6-B726C34C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Planning graphs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64F50-6C71-49E0-986A-DA5EDC80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E84B6-71D1-437F-A73F-4EF68D52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3F38C1-567F-4DFE-96AC-09A8BD8E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16F021-5951-4D06-A41E-EC9A6828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03/50</a:t>
            </a:r>
          </a:p>
        </p:txBody>
      </p:sp>
    </p:spTree>
    <p:extLst>
      <p:ext uri="{BB962C8B-B14F-4D97-AF65-F5344CB8AC3E}">
        <p14:creationId xmlns:p14="http://schemas.microsoft.com/office/powerpoint/2010/main" val="1755190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5124D-28F6-4E0B-81BE-D4F308D4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03FEB-684F-45F5-81F5-0B7AEBD0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Backward chaining: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0E2AD-0585-4F2F-B66D-411055FE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C4C5A-CCA2-42F0-98BE-69E9AE3A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Backward chaining works from the query back to 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7C7DA-47AF-419F-A193-3A230933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goal-directed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match conclusion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subgoals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96283-7061-479D-9EB3-481E420F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9E565-BF12-4FAC-97C6-B24FB6A6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when the query is specific.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0CAD1-14D1-4719-BC8A-77672D06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goal-directed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3835C-EBD7-4FF6-8F84-5BA0CC6A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match 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F2A21-F067-4EC1-AD36-515E8D3C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subgoals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729F0-333E-42C9-9231-88D39018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B6B84-15AA-4FB1-8F8B-03605127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04/50</a:t>
            </a:r>
          </a:p>
        </p:txBody>
      </p:sp>
    </p:spTree>
    <p:extLst>
      <p:ext uri="{BB962C8B-B14F-4D97-AF65-F5344CB8AC3E}">
        <p14:creationId xmlns:p14="http://schemas.microsoft.com/office/powerpoint/2010/main" val="1164818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E7F51-5FCF-46CF-B678-545DFED8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14884-2296-4627-88B5-F8860A59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Backward chaining: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EEB44-D3FB-41D6-9E57-658F62CF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04910-41AC-44FD-8635-99DDC912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backward chaining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6268C-9859-4D53-927A-0586F1A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It is efficient when the query is specific.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03C7E-4141-4F91-A74F-DAC8B80E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9FB24-7A0F-49A9-96BD-FEB47976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when the query is specific.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378A2-C9F3-419B-B72C-C933574C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F7D38-3F79-4FEB-A026-B2CC302D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68ED7-C833-48BE-B7C0-42F3BCBC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788BA-D19A-4A8F-B09F-04EA22E6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A348F-FB4C-41E7-9BB4-3BB09E82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A7E25-629F-4A19-B06E-987F06CE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05/50</a:t>
            </a:r>
          </a:p>
        </p:txBody>
      </p:sp>
    </p:spTree>
    <p:extLst>
      <p:ext uri="{BB962C8B-B14F-4D97-AF65-F5344CB8AC3E}">
        <p14:creationId xmlns:p14="http://schemas.microsoft.com/office/powerpoint/2010/main" val="978459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D6F08-831F-4344-ADF4-B5889896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10CC3-9CD1-4EE6-AD17-8B64FB25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Backward chaining: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7C275-B815-450D-9022-18D1687C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B0412-E52F-40D7-A748-7C008737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E3FE0-00DC-4C1A-98CF-711B424F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BC932-D3D7-43AB-8DB7-B8C2C05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00FB6-3831-4DEE-8CAD-292A6440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when the query is specific.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E477B-645D-4743-971C-8F0C2F91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goal-directed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5D376-18D3-43B4-8A16-22F11A91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match 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9417F-45EA-49A7-8FCA-ACBD88D8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subgoals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BDC78-4D01-4E8B-98F1-911B59BD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1410E-8A48-443F-A1CB-D17BE946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CAA22-EA11-4D50-9237-CE56E037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06/50</a:t>
            </a:r>
          </a:p>
        </p:txBody>
      </p:sp>
    </p:spTree>
    <p:extLst>
      <p:ext uri="{BB962C8B-B14F-4D97-AF65-F5344CB8AC3E}">
        <p14:creationId xmlns:p14="http://schemas.microsoft.com/office/powerpoint/2010/main" val="1463282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48C50-A1A5-4BB2-AA71-D3B901EF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CE3A7-892A-4DA7-929C-3381C520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Backward chaining: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FEBDF-F126-46AA-BE94-7476F3B0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D0D77-FA2F-403A-ABBF-32C38271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backward chaining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20311-7641-4FBB-BB22-4913E8FE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goal-directed, match conclusion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4D516-13D9-435F-ACDD-4D5AD150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200F8-3951-44E5-A2DD-0BA7D1C1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when the query is specific.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1EF66-DA1B-4672-BDA8-CE03EDF8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86819-4084-4AF8-A226-07C37290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0DB33-0F0F-432A-AE50-F742BA1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EE3B8-136F-4867-87D6-1EF5AE2E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6E949-2FAD-4CAC-B30A-075085B1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506FB-BCCD-48EB-BAA9-2F63A51C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905AF-42C0-48DB-BF0D-15BA6A9D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0FFAF-2F4F-4079-825C-18FD2FDE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goal-directed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3205D-2674-470B-9671-B2C06D63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07/50</a:t>
            </a:r>
          </a:p>
        </p:txBody>
      </p:sp>
    </p:spTree>
    <p:extLst>
      <p:ext uri="{BB962C8B-B14F-4D97-AF65-F5344CB8AC3E}">
        <p14:creationId xmlns:p14="http://schemas.microsoft.com/office/powerpoint/2010/main" val="1397890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A5D14-2291-40B9-9FAC-1377C5E5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D03CC-CA11-481A-BC9A-AE80DDB5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Backward chaining: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8A24C-8895-433C-8FB2-17830AB6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B4233-F663-4D51-89BD-FC5D47B1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61918-D402-4E18-B6AC-554C0FF2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It is efficient when the query is specific.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6DE10-E01D-4B5A-A425-4C28B8E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78F49-A650-4A3C-9588-5C7FF63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when the query is specific.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FA682-3229-41CA-BDA1-E786089C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goal-directed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97A3F-E4D2-4452-BE6C-7D0FCCF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match 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470CD-E579-44C8-9E04-2ABC63AC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subgoals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0833C-A0BB-46C5-8B85-B586476F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5F1C2-70AA-4D78-9098-55BB9260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3E055-B460-4DED-9D72-DF68DB3B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08/50</a:t>
            </a:r>
          </a:p>
        </p:txBody>
      </p:sp>
    </p:spTree>
    <p:extLst>
      <p:ext uri="{BB962C8B-B14F-4D97-AF65-F5344CB8AC3E}">
        <p14:creationId xmlns:p14="http://schemas.microsoft.com/office/powerpoint/2010/main" val="1714516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4E365-95F3-4FB8-97FF-419A322E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A91B0-8046-4030-B568-18D1B778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AND/OR proof trees: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8E04F-D310-45A2-935A-1CE5E26E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39EE6-ED39-4D9E-961F-2D01BD7B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Backward chaining produces proof trees.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33FD5-6765-4B98-A85B-D392021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OR choices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AND premises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bindings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backtracking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B1EB3-7F55-4519-8513-F2702CA2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03AD7-BD53-4D6A-8729-1F29A741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OR chooses a rule; AND proves all premises.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7BC39-1703-4E0F-ACF1-F36A669A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OR choices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301FF-04F5-4B0A-A2B3-91CC338A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AND premises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FC0B1-4B80-4BBC-A669-E0F66E7A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bindings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B57CD-1C2C-4911-B4E6-02A731E5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backtracking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696FB-E80F-41A6-AD6A-08EC7F33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09/50</a:t>
            </a:r>
          </a:p>
        </p:txBody>
      </p:sp>
    </p:spTree>
    <p:extLst>
      <p:ext uri="{BB962C8B-B14F-4D97-AF65-F5344CB8AC3E}">
        <p14:creationId xmlns:p14="http://schemas.microsoft.com/office/powerpoint/2010/main" val="4368067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9F958-29A4-478A-817D-FAE1C2B0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4C756-0E66-4EA1-B98E-19672C6F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AND/OR proof trees: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5A25C-7AEB-46AB-B821-987396D7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FA6FF-FE3A-4269-AAD5-7D33C681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and/or proof trees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2B050-6CF4-4B8D-ADF5-0F03CDA1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OR chooses a rule; AND proves all premises.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2B958-01C2-4C8D-A97C-C6FE721C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A4785-400D-47D8-B0B7-DBD2D9D0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OR chooses a rule; AND proves all premises.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F82B6-63F3-4AF0-8230-532E62BF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F394B-DF8D-4E2B-89DB-9CD0DB15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29517-A039-4C33-8483-1DCC9A79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85CC3-E272-4BF5-9F80-B0A57390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72B33-9D99-449E-B6C2-05DFE265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8116F-AD25-4BDD-95D8-E86C5A60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10/50</a:t>
            </a:r>
          </a:p>
        </p:txBody>
      </p:sp>
    </p:spTree>
    <p:extLst>
      <p:ext uri="{BB962C8B-B14F-4D97-AF65-F5344CB8AC3E}">
        <p14:creationId xmlns:p14="http://schemas.microsoft.com/office/powerpoint/2010/main" val="545930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10859-AC39-4796-BF4B-3F98C5B1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C76F3-DEC1-424A-8A27-B25FD4E5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AND/OR proof trees: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25BBB-A6D0-4943-88F0-0BB75BD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2419B-DF37-48AF-AF28-2E985A9B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0A841-9477-46AA-A8CF-819AE54D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A897F-B116-4503-8E79-11A794D6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B03E5-33C0-41DC-BA88-24625944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OR chooses a rule; AND proves all premises.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F4911-0FAA-477B-B513-930D6355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OR choices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09D03-9311-452C-8754-91BA3EC0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AND premises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3A352-3BC0-4802-9EE1-307989BE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2F468-0F43-4C64-BA2D-9F2C988A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backtracking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1FBC1-71AC-4208-B5AF-0EF9E716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65180-E668-425D-84A0-81106EA5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11/50</a:t>
            </a:r>
          </a:p>
        </p:txBody>
      </p:sp>
    </p:spTree>
    <p:extLst>
      <p:ext uri="{BB962C8B-B14F-4D97-AF65-F5344CB8AC3E}">
        <p14:creationId xmlns:p14="http://schemas.microsoft.com/office/powerpoint/2010/main" val="21466185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ABF7C-0D86-42E6-B456-4543A025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C7F87-322D-471F-830D-4DF93474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AND/OR proof trees: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869B1-A61A-4DF7-917A-FA19271F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82953-A7B3-481C-91C2-214E8900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and/or proof trees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8FA18-A947-41D1-BF1E-7F3A7805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OR choices, AND premises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CAEF7-3C0C-42E0-BEE5-6F4531D5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1225F-811A-4E07-AF08-4C83DCCA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OR chooses a rule; AND proves all premises.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20294-706E-4E76-841F-C0986F1F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DF2E9-4D96-48E5-9261-128E66C1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38D7E-041D-49E7-8C91-1E0858D4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FD29F-69F0-4D8C-A1BD-E373E86D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A78A8-7036-4E0C-A137-9B6DDE2F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6C1D7-54FE-401C-9491-EB4DDE01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61C6F-AE4C-48B9-98F2-A1A35B4C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2C333-6A17-43FB-8273-D2996D92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OR choices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3E089-0EC5-4055-A7AC-EB5FD812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12/50</a:t>
            </a:r>
          </a:p>
        </p:txBody>
      </p:sp>
    </p:spTree>
    <p:extLst>
      <p:ext uri="{BB962C8B-B14F-4D97-AF65-F5344CB8AC3E}">
        <p14:creationId xmlns:p14="http://schemas.microsoft.com/office/powerpoint/2010/main" val="14068365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18D96-9FD2-4DED-86B2-6BB917DD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B8B6D-E67C-4390-84FA-4052252C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AND/OR proof trees: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4CBC1-F87F-4323-90C5-862C4C5C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23E79-2679-49C3-B0FC-D5F98408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36467-AA9C-4ABD-87EC-512FE736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OR chooses a rule; AND proves all premises.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8C1AD-34C2-4533-AAA7-1BB79CE9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F1514-B7BF-4244-87D7-2BD342DA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OR chooses a rule; AND proves all premises.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1C9F3-A382-489F-AF6F-EBFE8BBA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OR choices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5D383-D009-4C7E-B469-E4C6587A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AND premises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5C442-3420-4798-BC19-998AF437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F0E6E-0A62-439E-8210-63F3D940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backtracking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B3A8E-0B22-4B20-AB97-90D0D171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182AF-C5B8-4518-8610-4C577446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13/50</a:t>
            </a:r>
          </a:p>
        </p:txBody>
      </p:sp>
    </p:spTree>
    <p:extLst>
      <p:ext uri="{BB962C8B-B14F-4D97-AF65-F5344CB8AC3E}">
        <p14:creationId xmlns:p14="http://schemas.microsoft.com/office/powerpoint/2010/main" val="7504924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ED4B7-8A64-4EF9-A21C-77553451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00733-719E-45C1-800D-30ECFB2A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Logic programming view: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DC0C2-5139-4289-8DE0-F4CA42A6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7ADAC-1EEA-4A3F-B123-24EF3129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Logic programming executes queries using backward chaining.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8D581-47E3-49EF-888A-EAFA1971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depth-first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unification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backtracking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memoization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D7AAE-8698-4A7D-8E36-81BCE3F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89C3B-0DC4-4CA3-B7EB-D1B3AAC5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Caching avoids repeated subgoals.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A008B-3308-4119-84BA-0912148B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depth-first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B70F8-08FE-44A5-B43B-83FF2208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unification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28CE8-8E81-412C-9F56-C48D26F1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backtracking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EE95A-07D7-48C0-ABED-7342FF67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memoization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25D5C-DB09-4A86-9531-D1BF2F84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14/50</a:t>
            </a:r>
          </a:p>
        </p:txBody>
      </p:sp>
    </p:spTree>
    <p:extLst>
      <p:ext uri="{BB962C8B-B14F-4D97-AF65-F5344CB8AC3E}">
        <p14:creationId xmlns:p14="http://schemas.microsoft.com/office/powerpoint/2010/main" val="17631959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E89D1-5970-49D0-94FF-DE53320F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EE874-E4F8-4925-A027-283380D5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Logic programming view: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5BAD7-9D50-4483-8686-65CE8388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4340E-1757-4194-8C08-BE98C619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logic programming view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E73B0-26DC-449A-9834-4838B0C5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Caching avoids repeated subgoals.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E6338-7061-455A-9A5B-BF1E6611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B9822-55DE-4FDA-81BB-04824376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Caching avoids repeated subgoals.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7A372-1D58-4A5E-B69E-0A88B8A3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43A9F-CBAC-4CE2-BDB6-412B718F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C1135-9E46-4CDE-BC7E-FE2FA89D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9EF29-623A-4892-B81B-6906DD3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218E0-A9ED-4968-86AE-92C6256E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E414D-A304-4B64-801A-3C9D877A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15/50</a:t>
            </a:r>
          </a:p>
        </p:txBody>
      </p:sp>
    </p:spTree>
    <p:extLst>
      <p:ext uri="{BB962C8B-B14F-4D97-AF65-F5344CB8AC3E}">
        <p14:creationId xmlns:p14="http://schemas.microsoft.com/office/powerpoint/2010/main" val="8193727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1C10F-C3A5-4B82-A726-07B751C2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331B9-0BF1-4C32-9698-907872EB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Logic programming view: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CB21E-3BA9-46EB-8D6C-0232B44D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72E8F-DF26-49CE-8AF9-5DF1DD57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A8AB9-8F6C-4C39-9C43-306CB3AC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81182-14B8-4651-A726-5E37DD15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2DC8F-0326-4595-B6B4-407832D9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Caching avoids repeated subgoals.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9318F-7E67-4EF1-96BB-BC7DD220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depth-first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752F4-2314-4911-8983-6BCF2BA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unification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B4CDF-8BC8-436A-BD37-9E72012E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backtracking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05249-2BA4-438D-B0F5-854DA2B7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memoization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764A6-868B-473D-83D2-0874F713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CFCFA-271D-4473-967E-00A51FE0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16/50</a:t>
            </a:r>
          </a:p>
        </p:txBody>
      </p:sp>
    </p:spTree>
    <p:extLst>
      <p:ext uri="{BB962C8B-B14F-4D97-AF65-F5344CB8AC3E}">
        <p14:creationId xmlns:p14="http://schemas.microsoft.com/office/powerpoint/2010/main" val="2438629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3C9AD-4301-4D69-B9D1-29176FAB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DD8DB-D3E1-47EA-8C0B-20C138B6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Logic programming view: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CABF1-E2AF-4B1B-90EF-B6CF5ED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78CF2-2236-4B34-A3C0-C99D1302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logic programming view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663CE-0101-4F58-9776-72074761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depth-first, unification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DEB04-C866-42FF-A7D8-6F68F262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EFDDF-09D1-4B7A-9F01-9807FF01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Caching avoids repeated subgoals.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A7E7F-0BCA-4E8E-9D6E-10FE89C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5EAA7-21D0-4A48-8E63-EFE2C457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9EF1F-EAC5-406E-B4DE-848C4461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66A14-3B2E-4A04-9783-B45D877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F2A0B-0A5C-4C00-8DB2-4D57EBE0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D7021-30FF-4029-A7E3-E3553CB3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A0B2B-3658-4FD5-86BC-80BF3EC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EB1BC-9025-473F-BCAA-AF665AE6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depth-first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B2F66-48D9-4E21-90EC-83F3C635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17/50</a:t>
            </a:r>
          </a:p>
        </p:txBody>
      </p:sp>
    </p:spTree>
    <p:extLst>
      <p:ext uri="{BB962C8B-B14F-4D97-AF65-F5344CB8AC3E}">
        <p14:creationId xmlns:p14="http://schemas.microsoft.com/office/powerpoint/2010/main" val="3513024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0EA4F-6488-4C7E-9E96-45665076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9B87B-FF74-4817-9282-5413D1B9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Logic programming view: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69C35-A6EA-4976-B9B3-E015A857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14E0D-1298-4FF4-9D93-B4BA6195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3C212-4C3A-4480-8422-65DF2D49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Caching avoids repeated subgoals.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67831-DC30-4129-B3BC-E57E2DB9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AFE7A-E59E-4FDA-B85B-5119717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Caching avoids repeated subgoals.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C6CF1-5B6C-42C8-8A28-33CAADD0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depth-first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F7520-EF10-4BA0-90C3-B012F949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unification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DFC26-71F1-42E4-B925-7B35A19F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backtracking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AF60D-58DD-46FB-9745-1EEB00E7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memoization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EC6B7-DE74-4730-9E79-681806C3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8AFFA-3745-4B28-9B4D-2CB42D00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18/50</a:t>
            </a:r>
          </a:p>
        </p:txBody>
      </p:sp>
    </p:spTree>
    <p:extLst>
      <p:ext uri="{BB962C8B-B14F-4D97-AF65-F5344CB8AC3E}">
        <p14:creationId xmlns:p14="http://schemas.microsoft.com/office/powerpoint/2010/main" val="15431888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92955-3384-4A02-B1D1-255AC73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9398B-DF45-42CA-9768-CE2D6D88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Resolution: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7D750-70A5-49C0-9E04-D0C1B103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B54EE-7318-442F-82DB-9C4FBCC6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Resolution proves a statement by contradiction.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94833-429B-42FC-859D-70E7AA7F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CNF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unification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complementary literals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empty clause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A1CFA-349F-4F5F-BEBD-59182502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25FE9-2F77-4707-9800-21EC8E20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Empty clause means the KB entails the query.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7C104-3053-44F1-A290-EE16CACF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CNF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742E2-D526-423D-9B3E-F8FDCC38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unification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01429-519A-4630-9518-B2BA16DC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complementary literals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2A8E1-A5D4-4A59-A894-C429CBD7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empty clause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AB756-9E07-43EF-9FD3-61F202F6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19/50</a:t>
            </a:r>
          </a:p>
        </p:txBody>
      </p:sp>
    </p:spTree>
    <p:extLst>
      <p:ext uri="{BB962C8B-B14F-4D97-AF65-F5344CB8AC3E}">
        <p14:creationId xmlns:p14="http://schemas.microsoft.com/office/powerpoint/2010/main" val="17672241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0B84B-7282-41D3-A2E1-01531ED3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ABCF6-CB7B-40C6-A089-F239FCF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Resolution: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3C887-51AF-4ECF-B648-4C712E31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52A13-9EC0-4A08-9BEF-07673A97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resolution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FE4C6-445D-4AC5-A6B7-B8F862F6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Empty clause means the KB entails the query.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53A8E-68BF-44F2-BBA7-822B9BEA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73FE4-F9B1-41FD-93CD-45678DC3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Empty clause means the KB entails the query.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91E45-7FB8-48F6-AF30-1A3BCD10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C6C59-C810-4A90-8F0E-99F70470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D9B48-314E-45E1-9AA2-3CD3D415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852F4-ED55-465A-A743-60424BFD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CB5AE-AAE2-4C7C-B1A7-C1E05C70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8BFB9-9292-43DC-B62C-FCCC7D66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20/50</a:t>
            </a:r>
          </a:p>
        </p:txBody>
      </p:sp>
    </p:spTree>
    <p:extLst>
      <p:ext uri="{BB962C8B-B14F-4D97-AF65-F5344CB8AC3E}">
        <p14:creationId xmlns:p14="http://schemas.microsoft.com/office/powerpoint/2010/main" val="3337769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9CAB4-E72F-4BD4-8412-7BABE57B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71681-2F2E-44BB-BB66-2CC7D777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Resolution: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2F99A-1A84-4693-B134-C680AF4E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D72C4-0E8A-4316-9445-62E86151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3F179-613D-4C72-9635-8A9AF7C0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0E837-EE42-4F3F-BF8E-E1069085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0B9BD-0BBA-4B51-A776-42CC665F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Empty clause means the KB entails the query.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2E242-5F9C-408B-AD90-62A06533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CNF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91DAE-0713-451C-B926-7BFABF7F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unification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8794C-0E82-4BEB-A296-5155F713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complementary literals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90E74-6986-40CC-BDC4-330B89D4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empty clause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A5686-11FB-4637-A510-B1A5A1D5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0AFE3-88FA-4A8B-9075-18810FBC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21/50</a:t>
            </a:r>
          </a:p>
        </p:txBody>
      </p:sp>
    </p:spTree>
    <p:extLst>
      <p:ext uri="{BB962C8B-B14F-4D97-AF65-F5344CB8AC3E}">
        <p14:creationId xmlns:p14="http://schemas.microsoft.com/office/powerpoint/2010/main" val="2112764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353DA-2DC6-4CB0-B40E-5D29C36E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FDB85-8EE1-4B0C-BD9A-409BF6A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Resolution: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6E864-7863-41E9-8131-632A2C27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714DB-9D39-445E-B257-C6688CB8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resolution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34510-B9CD-4FE6-96D6-965943BF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CNF, unification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E6A8B-6660-4502-87E3-2C189DEC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F49E6-50BE-4CBE-9349-217E9386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Empty clause means the KB entails the query.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AE957-4F20-4C8B-BDE5-CBC418D3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FD705-5DBF-44A6-B0E9-5E4B0C51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9D719-BC36-4185-999A-552BD6C5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9F21C-8FCD-4D91-9845-4233BA60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7F1A9-C473-46AD-9AA8-783C6D7B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92BCB-7AAC-4ED7-94D9-A62808BA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2C0A5-4BB2-42B3-8437-9E03F791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B935B-5395-40B5-9035-410A8A10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CNF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CDBD1-21AB-4E2C-8F3B-67CF8C70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22/50</a:t>
            </a:r>
          </a:p>
        </p:txBody>
      </p:sp>
    </p:spTree>
    <p:extLst>
      <p:ext uri="{BB962C8B-B14F-4D97-AF65-F5344CB8AC3E}">
        <p14:creationId xmlns:p14="http://schemas.microsoft.com/office/powerpoint/2010/main" val="20616803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6C8D0-F930-4920-8FC7-96C84F2E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5E949-E2AF-4D4E-9C54-5A927284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Resolution: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A16D7-DE13-4ED8-B43E-93A8D708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5CD55-EC87-4809-BD68-EF5942E6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F561A-07CB-430A-8E18-D82B165F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Empty clause means the KB entails the query.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2F291-D087-4271-B7F0-0665B6BF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CE334-294D-41A7-962C-01EEE602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Empty clause means the KB entails the query.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0B538-0255-4ED4-8C12-28770054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CNF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BB508-CAA7-4FE5-9687-B44C78C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unification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2ED8D-C403-48F5-B9E3-E6908CC3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complementary literals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ABC72-C4F2-444C-85AF-AA76F5F1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empty clause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6D2A6-703B-42CE-9C33-2EEAEF7B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982BB-896A-4CB7-8151-1A6218BB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23/50</a:t>
            </a:r>
          </a:p>
        </p:txBody>
      </p:sp>
    </p:spTree>
    <p:extLst>
      <p:ext uri="{BB962C8B-B14F-4D97-AF65-F5344CB8AC3E}">
        <p14:creationId xmlns:p14="http://schemas.microsoft.com/office/powerpoint/2010/main" val="1252955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80DD5-2F86-4A2C-B416-8F50861D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BAF69-F073-4273-9BDE-DF0EEF60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CNF conversion: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6B41E-7D19-4E2D-8661-F25AEBE2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89F42-3A96-4681-944B-24043A75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Resolution requires clauses in a standard 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02831-7D0E-4EDF-9E8B-812C2F5E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remove implication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move negation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standardize variables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skolemize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4ED5C-F1AB-4CA3-BB2D-C8E13929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25F62-1D74-456C-BCB8-0CABE429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CNF conversion prepares knowledge for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07630-B977-4B34-A243-E4C4D73A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remove implication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71CAC-02DB-4169-95A6-9773037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move negation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74E30-A782-4A7D-9268-ADB9D79D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standardize variables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9FC28-BDDE-4B4B-8A00-41C4B805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skolemize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CD43B-8BB2-46B1-8C16-5709F5B7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24/50</a:t>
            </a:r>
          </a:p>
        </p:txBody>
      </p:sp>
    </p:spTree>
    <p:extLst>
      <p:ext uri="{BB962C8B-B14F-4D97-AF65-F5344CB8AC3E}">
        <p14:creationId xmlns:p14="http://schemas.microsoft.com/office/powerpoint/2010/main" val="10971298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EC4AD-98F2-476A-B7E3-BCA4F38D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D2B9F-D051-48A4-ACA5-C93AAB58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CNF conversion: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BCA2C-E15C-4BD3-A381-52608ED9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8C14E-B877-4BFE-BAA7-BD4E9239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cnf conversion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D4FC4-963C-4320-8407-E84056FD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CNF conversion prepares knowledge for proof.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5F2F3-FAB1-4E12-805D-1BEB1D4D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AEAD2-E18C-4CF8-8F81-571221B4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CNF conversion prepares knowledge for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B267E-5B6B-4E13-83A8-740A1C40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659FC-0B43-4D93-82E1-B0D97C2D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D3973-C136-43DB-A4E1-27CEC479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F438B-472E-440D-B57F-FC5AE5EB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DEF22-DEF3-42CF-A0C8-37AFDA59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3A098-83E9-4A4B-99D1-06973D0D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25/50</a:t>
            </a:r>
          </a:p>
        </p:txBody>
      </p:sp>
    </p:spTree>
    <p:extLst>
      <p:ext uri="{BB962C8B-B14F-4D97-AF65-F5344CB8AC3E}">
        <p14:creationId xmlns:p14="http://schemas.microsoft.com/office/powerpoint/2010/main" val="8305348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62AEA-D870-43AA-9C21-FB53122F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345A7-733C-4DA9-94DE-A055637E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CNF conversion: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765DD-9588-47E7-B5A4-0E511665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2826C-4695-477B-8072-B58B17B0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D76EA-193B-47B4-B4B4-E95E9FA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D15D5-F5E5-4AA8-BA8A-0F0EF382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3ACD5-5573-41DB-B886-FD4DCF25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CNF conversion prepares knowledge for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B6A41-21C2-41F6-ADD9-1D7CDB9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remove implication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D5B43-EC94-4F37-AB3F-61D651D6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move negation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E82EC-A098-45AD-81D8-51153313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standardize variables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AD0B2-B6D8-4D65-BDF2-9818FF74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skolemize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6FE58-9CAC-441E-909A-C3F936C2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CC87E-515E-4304-ADC4-3D1076DE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26/50</a:t>
            </a:r>
          </a:p>
        </p:txBody>
      </p:sp>
    </p:spTree>
    <p:extLst>
      <p:ext uri="{BB962C8B-B14F-4D97-AF65-F5344CB8AC3E}">
        <p14:creationId xmlns:p14="http://schemas.microsoft.com/office/powerpoint/2010/main" val="6156945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40B37-2B13-4C20-9AE2-7D125191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E31C9-6E96-47FF-8ABF-4BA5C8F1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CNF conversion: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38001-FE4F-4367-878F-309E42C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C392B-081B-469E-A54C-58572BBA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cnf conversion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3BD96-A60A-462F-AA89-BDF60ED0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remove implication, move negation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52B9C-14B6-415A-922E-BD0A5383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6D955-7FB2-4949-B5ED-281A4C31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CNF conversion prepares knowledge for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60BF8-1221-447D-BD55-AA0B9860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5B0BB-04DE-4B43-AE59-46697D98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D27ED-0330-4689-BE0F-F8EEF81F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D3365-1E85-4F03-BD0E-DCD05853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E525D-B53E-48F1-8CA0-62FF92D3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BF0DB-78AA-4F80-8B93-78708FAA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45352-4F98-406A-8B29-E195745F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D8235-8E20-4E84-963E-2A76D260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remove 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84F02-CF37-4276-AEBE-A602FB22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27/50</a:t>
            </a:r>
          </a:p>
        </p:txBody>
      </p:sp>
    </p:spTree>
    <p:extLst>
      <p:ext uri="{BB962C8B-B14F-4D97-AF65-F5344CB8AC3E}">
        <p14:creationId xmlns:p14="http://schemas.microsoft.com/office/powerpoint/2010/main" val="3666542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EF757-0851-4991-AA85-F11ECBB0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9A89C-97E3-4858-A0CC-314254AD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CNF conversion: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D1263-4603-498D-9F93-21CDCD94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BF1AA-98ED-4321-8964-D0CBD958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6C340-4B40-414E-AA18-CF52FDE4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CNF conversion prepares knowledge for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A8031-CCEF-4E6C-A3E3-9888EE93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3E731-4091-4BD0-B51B-9A3A1438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CNF conversion prepares knowledge for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8BAD7-0F97-41F4-8C3D-AFE22E76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remove implication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5AABC-CCF2-43A3-A0F3-B5EFD9F1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move negation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A9A76-E322-4487-899E-A3E3ABC1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standardize variables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B9479-1B58-4A73-8011-0BDB72F4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skolemize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68042-A442-49A1-B50F-AEF940DA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F184D-B5E6-4725-9723-F03A4B76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28/50</a:t>
            </a:r>
          </a:p>
        </p:txBody>
      </p:sp>
    </p:spTree>
    <p:extLst>
      <p:ext uri="{BB962C8B-B14F-4D97-AF65-F5344CB8AC3E}">
        <p14:creationId xmlns:p14="http://schemas.microsoft.com/office/powerpoint/2010/main" val="110185827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D579A-3D5A-4FF4-B59B-FF994A52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71F42-EF62-4282-83CA-21AE2AE9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Classical planning: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D09E1-E1C7-4DCD-9D42-66110C7B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EDB58-0E92-4069-AD09-4B75F472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Planning finds action sequences that achieve goals.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FF6E6-AF39-4B04-AB9D-DDEE7DA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initial state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goal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actions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preconditions/effects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DB6DD-3571-4842-A514-3ED5E302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F8887-D0EE-45CE-BD8C-EB2B782C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Actions transform symbolic states.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A18A5-2163-4C2F-B3CC-85BD3D90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initial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32132-9CFC-4399-A979-12947D8A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2B7E4-5464-4015-BED4-FD1A0B32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767F7-0460-4704-9C30-095543E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preconditions/effects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118F7-2B52-4294-B42C-F53E1F41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29/50</a:t>
            </a:r>
          </a:p>
        </p:txBody>
      </p:sp>
    </p:spTree>
    <p:extLst>
      <p:ext uri="{BB962C8B-B14F-4D97-AF65-F5344CB8AC3E}">
        <p14:creationId xmlns:p14="http://schemas.microsoft.com/office/powerpoint/2010/main" val="1281099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660B6-F737-4893-A79E-D10C959D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43835-D0AB-4FCB-BDFE-F5D19F6F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Classical planning: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E5C11-961E-4E20-B8C3-E1CC92A5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FF1AA-3DB4-45FA-8787-AF5CC5A3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classical planning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53FEA-04D6-40C4-B6C2-A6C119EA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Actions transform symbolic states.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866EB-B18C-4DCC-BC4E-2CE7665D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F0B6E-1325-4C7A-BE5F-27BAF2EF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Actions transform symbolic states.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AA5DE-F1F0-4EB7-9AF7-BF886CF3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16E39-1ADD-4129-BD55-FFC8D62E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2C85E-0200-463B-ADEB-F84CBD93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ECEFC-9CB1-46B0-A53F-48A007FC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F0A48-097F-4678-8BE6-A1AC7732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0FF75-8021-4C62-8D03-B9F416AB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30/50</a:t>
            </a:r>
          </a:p>
        </p:txBody>
      </p:sp>
    </p:spTree>
    <p:extLst>
      <p:ext uri="{BB962C8B-B14F-4D97-AF65-F5344CB8AC3E}">
        <p14:creationId xmlns:p14="http://schemas.microsoft.com/office/powerpoint/2010/main" val="18994292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BDEC8-3223-440E-B53B-2092343A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F0A39-356A-46F0-8DB7-B70DC2B8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Classical planning: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EE856-254E-4450-ADB1-FD05BE73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E0FB9-2B09-48DE-B20D-15586C93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3346D-7789-494C-9926-ABA1DB6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AA31B-A7EF-42EB-8FAE-462189FE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F85B5-DE46-4B7A-BA5C-D494391F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Actions transform symbolic states.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557C3-6F99-48CB-8F55-D15BC68F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initial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38105-312D-4728-BDD3-505BCDD8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4FC72-4EC1-4E16-BAC4-203D9682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321CC-300D-4687-B3B3-ADF78DCE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preconditions/effects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D2530-AF91-4D26-9172-07CB8D6D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9D1CF-AD7B-4CA6-9FCD-502D7D5C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31/50</a:t>
            </a:r>
          </a:p>
        </p:txBody>
      </p:sp>
    </p:spTree>
    <p:extLst>
      <p:ext uri="{BB962C8B-B14F-4D97-AF65-F5344CB8AC3E}">
        <p14:creationId xmlns:p14="http://schemas.microsoft.com/office/powerpoint/2010/main" val="101771381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DDBE8-01C9-4487-9475-C994AAB3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1CE12-E00B-405C-B69E-299CFABD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Classical planning: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72221-6C64-4024-9104-FC341455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2CCBA-1C72-4469-8842-0BDA9CE5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classical planning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EF696-6D80-4EF1-ADAA-31D97FF8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initial state, goal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CDBDC-EA59-4E99-974A-2E0B321D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B618F-AA36-4131-A4FD-76DDACFF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Actions transform symbolic states.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6D1FE-3EB3-4621-A608-E2EF559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04275-43E4-4D8E-B160-B19B6E1A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DE9AF-9F33-4FD2-97E2-8FE2F8D5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5C46E-A9DC-4A29-9FC9-AA1A37CC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8A85A-8C55-4F58-92F9-189ED45E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07C84-EB5C-4DE7-B5E0-2B84ABAA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984B1-BC23-4ED8-A865-3B1DB09E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188E1-8C6D-4C23-8982-6C03ED1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initial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DA494-4229-4E69-ADFA-1748A699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32/50</a:t>
            </a:r>
          </a:p>
        </p:txBody>
      </p:sp>
    </p:spTree>
    <p:extLst>
      <p:ext uri="{BB962C8B-B14F-4D97-AF65-F5344CB8AC3E}">
        <p14:creationId xmlns:p14="http://schemas.microsoft.com/office/powerpoint/2010/main" val="14062085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D6AE9-FAE4-4A60-8AAF-880D8868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C6E74-3420-4D62-BC40-60282D51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Classical planning: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FE49A-57D8-4FA7-8509-9C2FB774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25C7E-CCF4-4E9E-B34E-2A46800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CAD42-CD9A-4D9B-A3F6-E483495A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Actions transform symbolic states.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724AA-495A-4C6C-BBD4-9176E45C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E12E7-D137-4E26-9448-27A9DD5F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Actions transform symbolic states.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E65DA-B72F-4669-874D-5ED55D15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initial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A2F7C-54D8-417B-B1B2-1DBDF34E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855B0-33B4-4ABD-875D-D4DB2B9B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58404-AE98-4A7A-B04D-B2F6EA47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preconditions/effects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C1DDA-AB95-4E09-8909-16650C92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1E2D1-06BC-48C9-A210-15D7799E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33/50</a:t>
            </a:r>
          </a:p>
        </p:txBody>
      </p:sp>
    </p:spTree>
    <p:extLst>
      <p:ext uri="{BB962C8B-B14F-4D97-AF65-F5344CB8AC3E}">
        <p14:creationId xmlns:p14="http://schemas.microsoft.com/office/powerpoint/2010/main" val="125028410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359F2-95BB-4A6D-9403-1CA3C7F7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9F468-3AC8-4BD6-8910-37F07E36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Planning search: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4867F-9BB4-48D8-B9B4-12330AC8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07AA9-D886-4109-B2CB-9117ADCC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Planning can search forward from the start or backward from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22D60-305F-4CD4-A750-2234409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progression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regression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state-space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heuristics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4176F-0397-47AF-8A12-437AF074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67553-FDFD-4193-B29F-D9B1B6E9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Heuristics make planning practical.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DE189-C582-4EE8-A211-191AA6E9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progression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EAE70-8339-48A5-AE7F-8BF697E5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A72B7-3FA0-4B8F-8FB2-FE710D11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state-space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A15E3-7DF9-4EC4-A0EE-EEF014E4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heuristics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328B8-53CF-4D12-9DDB-8B21D01D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34/50</a:t>
            </a:r>
          </a:p>
        </p:txBody>
      </p:sp>
    </p:spTree>
    <p:extLst>
      <p:ext uri="{BB962C8B-B14F-4D97-AF65-F5344CB8AC3E}">
        <p14:creationId xmlns:p14="http://schemas.microsoft.com/office/powerpoint/2010/main" val="1553375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855ED-99EE-4999-A317-90AFCCB5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67D9-7F6D-4B0C-ADF8-C42709B1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Planning search: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02FFC-1518-45EA-82F0-67D52716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8046D-187E-4AAF-9CD0-413575E5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planning search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BF408-9A8D-4CF0-BA68-435FBA7D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Heuristics make planning practical.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C5198-43FC-4996-A58E-7A71DD8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9A83D-B2B4-4946-926E-8EBE9B66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Heuristics make planning practical.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8AC84-04D0-4FA9-872D-57FF2FD5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AB4D1-4D3D-4BB2-9C73-5BF90832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84533-1DF2-4B6A-8E21-B0C68C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4315A-4714-47B0-BC7A-CA657BC4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D3D92-3A2B-4BAB-8830-FF5012C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62785-867A-4A56-8384-D423B99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35/50</a:t>
            </a:r>
          </a:p>
        </p:txBody>
      </p:sp>
    </p:spTree>
    <p:extLst>
      <p:ext uri="{BB962C8B-B14F-4D97-AF65-F5344CB8AC3E}">
        <p14:creationId xmlns:p14="http://schemas.microsoft.com/office/powerpoint/2010/main" val="75638959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56C40-025C-40B4-9AD7-6A1EB743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6E68E-D05D-4288-9EAF-EAE22A8F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Planning search: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55127-D11C-4874-9CCD-B67FE335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352D1-9F08-404C-81E1-065CC904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2FB1B-092D-4666-BD38-B8E65E29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0822C-02FF-4491-893C-AAA91F91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4947D-5CB9-45CC-91C3-33C30800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Heuristics make planning practical.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0E1FD-6BB9-4604-859A-AAF06911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F95F2-D159-4017-9068-006AFA57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FE331-6CA6-4AF5-931D-1BA73319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state-space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6936C-1A8F-4A23-86C0-0D010179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heuristics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0C9C1-8AF3-4377-8EEF-EB586027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89B7B-011C-4BE6-9321-72FDB644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36/50</a:t>
            </a:r>
          </a:p>
        </p:txBody>
      </p:sp>
    </p:spTree>
    <p:extLst>
      <p:ext uri="{BB962C8B-B14F-4D97-AF65-F5344CB8AC3E}">
        <p14:creationId xmlns:p14="http://schemas.microsoft.com/office/powerpoint/2010/main" val="159137483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7B50F-C68E-43A6-B2A5-763EB04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EB729-46CA-4AF5-B982-35F1B9EF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Planning search: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B322F-E994-45E2-816B-D22D452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9C651-0828-489F-B4DB-FB50AD94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planning search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BAB04-F780-4AF6-9E86-54605A46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progression, regression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FDC1C-1E5E-4F81-BD7D-049C12D9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0E507-5CFD-4BC2-8652-5DFF76E5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Heuristics make planning practical.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305CF-B6F0-477B-AD11-BF4B1CAF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49220-3A5F-4546-BFD0-1DACB9D5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2316F-CC98-42E4-9598-FA2283A5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D4507-3EBD-4A76-A211-6D570F4A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049CD-31ED-4F36-85B9-25EFD172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221F6-4725-4FD0-8CE6-B39D5C32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22C7B-BC6E-4834-95AE-E7DF6225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F40C1-146B-418D-8A26-957234F8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progression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88DE6-3982-4CDF-9DE6-BAF528D1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37/50</a:t>
            </a:r>
          </a:p>
        </p:txBody>
      </p:sp>
    </p:spTree>
    <p:extLst>
      <p:ext uri="{BB962C8B-B14F-4D97-AF65-F5344CB8AC3E}">
        <p14:creationId xmlns:p14="http://schemas.microsoft.com/office/powerpoint/2010/main" val="660907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ED1EB-D0EB-47B4-9265-6B723FE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C2544-E1BF-4D77-9C8E-834003DE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Planning search: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94340-2A52-4878-AE35-2AB612DC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2B31C-B086-46F9-BC22-8149F186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3C99A-AAF2-428F-9EC2-B377E443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Heuristics make planning practical.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0F724-D12B-4E72-B516-8AD2CCD8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9EE8E-E183-47CA-A2B5-DF6C8A0E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Heuristics make planning practical.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994C5-4050-405A-A2FE-56708411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D3FAC-C93B-47DF-AEF7-0BA1488D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30E2A-D74E-441B-83B7-1239AABE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state-space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FC69A-1192-4C78-B41E-37D830EF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heuristics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69282-D8B3-454E-B1BA-56599396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B36DE-D2F7-4EA4-9DA4-DC874B02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38/50</a:t>
            </a:r>
          </a:p>
        </p:txBody>
      </p:sp>
    </p:spTree>
    <p:extLst>
      <p:ext uri="{BB962C8B-B14F-4D97-AF65-F5344CB8AC3E}">
        <p14:creationId xmlns:p14="http://schemas.microsoft.com/office/powerpoint/2010/main" val="178684606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9EEC7-D8BF-4EC5-9480-FABB60C9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CCA2E-18B5-4E10-B942-1470F7F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Blocks world: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427BA-F06F-42E0-899F-AA833518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38F8C-061B-4858-8AB8-917579B4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Blocks world gives planning a concrete symbolic domain.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888BD-1355-4F0A-813D-944DD0E9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clear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move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goal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906BF-9119-47E5-92FD-C2BE70C2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DECA7-BA8D-4BA1-AF9C-57CB32FF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Operators encode what can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0E5BA-9D7E-49D9-B376-5D16A7AA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clear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F2134-6955-492D-A8E5-A2693ADD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B5943-8BEE-4B3F-B06F-72C95EE9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F4496-31C1-49DA-A8E5-9BC44792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goal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4DDB9-2087-4893-BB44-0388C1EB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39/50</a:t>
            </a:r>
          </a:p>
        </p:txBody>
      </p:sp>
    </p:spTree>
    <p:extLst>
      <p:ext uri="{BB962C8B-B14F-4D97-AF65-F5344CB8AC3E}">
        <p14:creationId xmlns:p14="http://schemas.microsoft.com/office/powerpoint/2010/main" val="10144457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38A32-6FB3-42EA-822D-A3FE7197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27125-F451-40EB-B3F3-C323D99A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Blocks world: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A19D5-97DF-447E-AF8C-475DA4C1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AA0DD-19BA-4BD1-981E-A1E17BBB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blocks world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E1B8E-5897-4FCA-936E-420E6FC8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Operators encode what can change.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42F68-F7E2-45C5-A110-59AB8D45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AD0A2-749B-49B9-8B38-15894038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Operators encode what can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255F0-A1E0-4C13-B780-88453E08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C1435-8FF9-44BD-BA85-61829780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3FC97-837C-4423-B1A1-FC328778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4D598-ABD3-49BA-8445-2C5CB640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9CE65-8577-49ED-8D90-2B05BCF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A9BA7-7218-46FF-B98D-A8FF7F6E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40/50</a:t>
            </a:r>
          </a:p>
        </p:txBody>
      </p:sp>
    </p:spTree>
    <p:extLst>
      <p:ext uri="{BB962C8B-B14F-4D97-AF65-F5344CB8AC3E}">
        <p14:creationId xmlns:p14="http://schemas.microsoft.com/office/powerpoint/2010/main" val="22765689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40E41-A446-4DB0-86E4-DCF654E3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15D18-373F-4561-BDFA-159322E9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Blocks world: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6EDB9-C530-4A9E-8749-0AE927E3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2D6D8-EBF3-447D-B214-19855767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A92B7-FB81-4558-B7A2-5AC80285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E147B-631F-44A2-A1CE-A17653A3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89D9A-3FDC-42F4-97EB-35B7EF21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Operators encode what can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9BC41-5DA8-4C73-9146-70EF2DDC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clear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4C808-B5CC-4AA0-A657-48DFBD2F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49C5D-888A-47D8-8E04-76764792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74C12-3E8F-4977-9C02-89F539D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E0452-25CE-492F-B752-09E00103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1BCA7-96CF-48AB-8932-CE02488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41/50</a:t>
            </a:r>
          </a:p>
        </p:txBody>
      </p:sp>
    </p:spTree>
    <p:extLst>
      <p:ext uri="{BB962C8B-B14F-4D97-AF65-F5344CB8AC3E}">
        <p14:creationId xmlns:p14="http://schemas.microsoft.com/office/powerpoint/2010/main" val="45281027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C0F24-288F-45AF-B883-C856EC2A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B655F-F886-4F89-B11D-EC185F5D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Blocks world: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B4B6F-4463-4D0D-882C-A9D1DAEA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0E4C0-0B92-45E1-BC83-F195473D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blocks world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945CA-D350-4916-9021-E6235565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clear, 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E01B4-46FE-4F22-9114-265C1576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06C26-11AB-458A-BF96-43EB5D6D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Operators encode what can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2A3ED-F042-42A6-B664-1CA2DF8A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61B5C-499E-40B8-88DF-D81E97AB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53190-36FA-4073-A8B2-B2B75822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45467-D84E-4B0D-B1F5-8DF2C36A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853B5-8CD8-456D-8EF0-2CE5D5E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D3F94-E117-4D3F-8917-A62B07F9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16251-7A18-48DD-BB33-3C611088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07083-A782-41F5-96D8-8C108153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clear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69BD1-EE8C-4A5B-B7B0-577B6F2B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42/50</a:t>
            </a:r>
          </a:p>
        </p:txBody>
      </p:sp>
    </p:spTree>
    <p:extLst>
      <p:ext uri="{BB962C8B-B14F-4D97-AF65-F5344CB8AC3E}">
        <p14:creationId xmlns:p14="http://schemas.microsoft.com/office/powerpoint/2010/main" val="106757972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A1CD1-F3AE-48D1-A15C-3B6A88EB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24067-76FD-4FC9-AEE8-AA59175B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Blocks world: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A43B1-68E6-4FC7-9C80-9306CCEA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FF724-D6CE-47B1-9FDB-4A806871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0C430-988A-4D88-A2CB-F05190F9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Operators encode what can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8E02B-CCF3-41ED-AF76-1FE5815F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E36F0-E09B-43A7-9D3A-3B8B213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Operators encode what can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22B74-5D57-4E34-9681-EF54F4EB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clear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12A15-9541-425D-A2CC-806AFB08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332EF-0B28-49D6-8BF2-726CCD56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36E50-FB10-47DC-9F43-2A3110ED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04B10-7896-4166-AB75-A037B7A2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F74F1-C652-4F6C-809D-91A9088E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43/50</a:t>
            </a:r>
          </a:p>
        </p:txBody>
      </p:sp>
    </p:spTree>
    <p:extLst>
      <p:ext uri="{BB962C8B-B14F-4D97-AF65-F5344CB8AC3E}">
        <p14:creationId xmlns:p14="http://schemas.microsoft.com/office/powerpoint/2010/main" val="210705886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55B8B-EF7D-4D19-A1E8-2577EE9F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8F620-039A-4871-A7D2-1018747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Planning graphs: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89E0F-A9F6-4824-A0DC-3B5D4DC8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29BA5-5EEA-44A1-87ED-0BFFA5D2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Planning graphs reveal possible actions and conflicts over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DE26E-A984-4212-9A34-EECDA18D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proposition layers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action layers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mutex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reachability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5C436-F4D6-45DE-85D3-BED3DB6B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B954E-3EBB-494D-A3AB-E704192F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Mutex relations explain impossible combinations.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9C57C-C04E-4160-9EE8-8CB86553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proposition 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D6116-3B0E-4B82-8AEB-3D238FA3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action layers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4F839-4C4E-420F-92CD-F4612C48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mutex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A3E0E-83BD-4E2C-8B71-B151E7A8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reachability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70679-2B89-47C3-B5C9-4693415C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44/50</a:t>
            </a:r>
          </a:p>
        </p:txBody>
      </p:sp>
    </p:spTree>
    <p:extLst>
      <p:ext uri="{BB962C8B-B14F-4D97-AF65-F5344CB8AC3E}">
        <p14:creationId xmlns:p14="http://schemas.microsoft.com/office/powerpoint/2010/main" val="67946747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6D295-6F40-46FE-93F0-2503B4C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5ADB2-3524-4C39-8049-DCBC676B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Planning graphs: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8B1C5-C7D9-4405-8A7A-5E5222CF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84712-4BB5-4BFD-97ED-6670424D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planning graphs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D031B-239A-44FB-9FD9-901E621F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Mutex relations explain impossible combinations.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CF4D0-6870-41B3-96CF-14E11DFD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97D2F-4FA7-495F-A9F0-3F6D207E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Mutex relations explain impossible combinations.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25FC4-F228-40FB-AF1C-D1430B7B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A4A3F-8847-4F94-9A2B-6D6EDB82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72E0A-6F58-4476-AFD6-AB86076B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D9EB1-3961-42D4-80E8-9BA2ECA1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9DFAE-BA58-4A67-A4B5-51EB7D0D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254A6-6DFE-4E2B-A6B2-A632ECB0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45/50</a:t>
            </a:r>
          </a:p>
        </p:txBody>
      </p:sp>
    </p:spTree>
    <p:extLst>
      <p:ext uri="{BB962C8B-B14F-4D97-AF65-F5344CB8AC3E}">
        <p14:creationId xmlns:p14="http://schemas.microsoft.com/office/powerpoint/2010/main" val="111004676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5ABC5-56FB-45BD-9A74-98B0DD32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6F63D-C1A8-44CF-A5F5-B0F16963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Planning graphs: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990B3-A7EF-48A9-8814-DCD3C3EC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9FCA4-0C8C-4A81-ACAC-71DF6B7F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A58BD-359A-4712-94AC-54C10DAF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13F52-C347-447E-9C2C-CDE12C55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B73A1-468F-45A1-94C7-CBCFFCF0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Mutex relations explain impossible combinations.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C3227-CB89-4B76-AAFE-0CF0BAF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proposition 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AE650-BB66-4654-B846-0605C893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action layers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12FFA-4D7A-4554-A63C-1A3DDBA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mutex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778BD-FA01-49D9-AD36-DED3F4B6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reachability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18FDB-3DD2-4EA1-B3B1-69521153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F8278-DE6C-4C9F-A578-90962B1B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46/50</a:t>
            </a:r>
          </a:p>
        </p:txBody>
      </p:sp>
    </p:spTree>
    <p:extLst>
      <p:ext uri="{BB962C8B-B14F-4D97-AF65-F5344CB8AC3E}">
        <p14:creationId xmlns:p14="http://schemas.microsoft.com/office/powerpoint/2010/main" val="149086653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B838C-1ADF-414F-82FF-08458C3C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3EB16-D0EC-4A23-979B-52B3099C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Planning graphs: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E3F51-41F6-4768-9E4F-D53B5A8F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26A4F-9F27-4D87-AAC3-A43DBED0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planning graphs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EC225-2180-46B8-9817-FC778AE4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proposition layers, action layers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65DE1-5C34-46AD-BFFD-1F5C2FD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A67B8-3CEC-4516-8D76-77331531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Mutex relations explain impossible combinations.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45A06-37FB-4B5A-B935-54420F21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01D5E-02F6-4747-ACFE-633F1EF3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4BBA8-3E33-4721-8DAD-42AECABA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AC400-146F-46DC-8BBB-ABBF2D65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635EE-3493-40C2-9B6A-3AB4224C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8DC27-05D6-4ED5-80D8-21DEAAC1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95061-F1C5-4590-BB8F-93CE2543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047A3-1004-49C6-A4E5-AC342084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proposition layers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80E90-C34C-406D-8117-1E191F66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47/50</a:t>
            </a:r>
          </a:p>
        </p:txBody>
      </p:sp>
    </p:spTree>
    <p:extLst>
      <p:ext uri="{BB962C8B-B14F-4D97-AF65-F5344CB8AC3E}">
        <p14:creationId xmlns:p14="http://schemas.microsoft.com/office/powerpoint/2010/main" val="136473487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D5E62-E6C7-47A5-B5A1-157DA6D7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F60E7-8747-40E0-93E8-EB16886F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Planning graphs: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824E6-4415-4B53-A5CD-57DBD4FC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9921B-993A-4DC0-B78F-7B9E7D8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DE6E1-5B77-46F3-AD35-5C87DB0B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Mutex relations explain impossible combinations.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F1C6E-6564-4336-BA4C-A9827E65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9689E-5939-43F1-B92B-EB2D35DD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Mutex relations explain impossible combinations.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8F389-804C-40AF-894E-D12EAE34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proposition 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E833A-3223-4059-B93A-03476191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action layers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B5CAC-A6ED-4CEF-B4D7-D2BDF5FC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mutex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702C3-0FB1-45E9-9F44-2578626A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reachability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C0E3C-E79B-4F24-A7F5-285A579D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156BF-899D-4542-BE7E-31146F1C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48/50</a:t>
            </a:r>
          </a:p>
        </p:txBody>
      </p:sp>
    </p:spTree>
    <p:extLst>
      <p:ext uri="{BB962C8B-B14F-4D97-AF65-F5344CB8AC3E}">
        <p14:creationId xmlns:p14="http://schemas.microsoft.com/office/powerpoint/2010/main" val="63582908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77BAE-6E85-49B8-8E93-6450B4A9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EF335-E15A-4216-950D-CD8A8270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Course integration: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932B-3505-4A9A-9A97-53FBDAD4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C31D7-C671-4DD9-A363-77DA26DF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course connects search, inference, and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BDAD0-BAA5-4681-9997-F5CC4EF6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search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logic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planning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rational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356C3-BABF-4F8F-ABF0-E7352A36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0CB9A-0F64-44A6-98B4-04609E2D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the study of rational action under representation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A54A3-2A0B-4B39-A05A-41F801E6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E3F49-5766-4A81-9F4D-3891BFCF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84556-51E9-47B0-829C-AC5271E3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planning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EDDD9-F978-461B-9405-C15815E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rational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C5652-C13E-479E-90DE-472A9FC1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49/50</a:t>
            </a:r>
          </a:p>
        </p:txBody>
      </p:sp>
    </p:spTree>
    <p:extLst>
      <p:ext uri="{BB962C8B-B14F-4D97-AF65-F5344CB8AC3E}">
        <p14:creationId xmlns:p14="http://schemas.microsoft.com/office/powerpoint/2010/main" val="175905208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A2F18-40B0-4D1F-A6F9-A0D50852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81D11-2456-468F-BF6C-E70BED7C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Course integration: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2431F-4898-4723-B2E3-FD4757D7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A6F55-C8CC-4389-9891-453B7D4C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course integration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52BA2-B01B-4155-AAAA-3224F778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AI is the study of rational action under representation limits.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9F42E-97AB-463E-A400-D5D76898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ECA87-AB82-4A6F-BA64-87118CF5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the study of rational action under representation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379F5-FD95-415D-82E6-19DAA25A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A2A35-F9DE-49A7-BE1D-6C4A7675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E50FF-D5DE-4391-ACD1-F553A3A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D5CF6-37F4-4C6D-8306-A13D8FD3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73B62-F870-4EE3-8BBB-766A36B0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EEAC2-9C11-419C-8E69-5C32D7B5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50/50</a:t>
            </a:r>
          </a:p>
        </p:txBody>
      </p:sp>
    </p:spTree>
    <p:extLst>
      <p:ext uri="{BB962C8B-B14F-4D97-AF65-F5344CB8AC3E}">
        <p14:creationId xmlns:p14="http://schemas.microsoft.com/office/powerpoint/2010/main" val="122217549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E9990-7262-428B-BEF3-6A9839F6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6BE13-A9D2-4B54-82BD-9E6BAE5D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Course integration: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B28F1-916D-47CB-9E91-04DD5A8E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27FD8-7814-4312-9647-B6847EDE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4F796-5567-4941-A8F8-1C8A6FE7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C70AF-7BC5-4948-BAEE-F32CB4DB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C72EF-CC6D-4C67-9E2F-F23BD032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the study of rational action under representation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C0AF2-46B0-4A70-AD9D-ADBDC5DC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A6CE1-D8FB-4EFF-921F-1AC9F9BF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C489F-CF9F-4D0D-A5A7-0819AE8A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planning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D4866-F6EE-426D-A803-7B6B1981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rational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6C063-1B73-4186-A4AE-3DBE4D1F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936A6-FC07-4CF3-BFC6-A9B390BE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51/50</a:t>
            </a:r>
          </a:p>
        </p:txBody>
      </p:sp>
    </p:spTree>
    <p:extLst>
      <p:ext uri="{BB962C8B-B14F-4D97-AF65-F5344CB8AC3E}">
        <p14:creationId xmlns:p14="http://schemas.microsoft.com/office/powerpoint/2010/main" val="51441138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DB456-C18C-4F21-92E9-69950F84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F4982-72A4-47AC-864D-9007B13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Course integration: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6D360-158D-421E-BA2D-F703B92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D6EEA-6F76-4433-9972-E4678F14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course integration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0704E-7555-4BEC-A18B-5171D313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search, logic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869C5-C4F7-43E0-92B6-79EDD671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EB66A-1D3C-4C4D-A598-531372F3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the study of rational action under representation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E98D1-A1D0-4354-B5F2-CD884CF8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466D6-C594-4FAD-AA0B-889F5B76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F695F-33CC-4F9A-AF19-B1285219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19450-2EFB-4C3E-8BA2-83E3D696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ACBA3-DE3D-458E-A319-BC937018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0837D-EABE-41D2-ADD0-D512FD6B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A753D-9AE9-4747-BA45-2B4120AF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9E744-845B-46D1-87C3-E63F24CA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1D377-01BB-413E-B433-EA267054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52/50</a:t>
            </a:r>
          </a:p>
        </p:txBody>
      </p:sp>
    </p:spTree>
    <p:extLst>
      <p:ext uri="{BB962C8B-B14F-4D97-AF65-F5344CB8AC3E}">
        <p14:creationId xmlns:p14="http://schemas.microsoft.com/office/powerpoint/2010/main" val="57047216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D5CF0-AC9D-4995-99D9-7956A9DE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83BBC-F582-4A3F-88F2-F36AF3DF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Course integration: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DA7D4-D93B-4FB4-84E5-59A2D9ED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F07D7-FD6D-468C-90E4-EF44B6E6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F6A4F-74A2-4B39-B8CF-AEAABBF0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AI is the study of rational action under representation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57387-42AF-4261-8E91-A7437764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FDF4F-873B-4B02-AA57-2592D355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the study of rational action under representation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10E75-9539-420F-82E0-45AEEE6A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A6F99-7240-4840-BFBC-CCCCE78B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E397B-7C3C-4909-8407-F911A084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planning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10A6F-68A2-4920-B66E-3B28AB1E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rational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ABDDD-7960-4440-A437-3DF24A6B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67B30-2D0C-42B3-8FD0-05CFBE26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53/50</a:t>
            </a:r>
          </a:p>
        </p:txBody>
      </p:sp>
    </p:spTree>
    <p:extLst>
      <p:ext uri="{BB962C8B-B14F-4D97-AF65-F5344CB8AC3E}">
        <p14:creationId xmlns:p14="http://schemas.microsoft.com/office/powerpoint/2010/main" val="188501493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B778A-8EED-4E7B-B6CA-2071C5AD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CF006-1658-49ED-A42D-9F9B3C98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5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D9A36-5609-4225-B856-087437A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F664D-E170-4FD6-BADD-04426AA1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Backward Inference, Resolution, and Classical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1D46D-C322-48B7-94BC-B76EC518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Backward chaining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1BE91-5517-4FEC-B408-130E6D04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AND/OR proof trees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902E5-1404-4601-898D-4559DBFE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Logic programming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7C533-B4AB-4E8B-8783-F69DCDAE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Resolution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F5FCF-F1D0-48A5-B1E5-8C4AF339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CNF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6D386-7901-4639-9603-0E2D948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Classical planning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2058F-4462-4119-BCF4-DB259B0D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Planning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56ED4-BCF9-43D8-B57A-8C1C5D24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Blocks world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F197E-9EEC-47D9-8343-F5FDF3AF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91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Explain the module by connecting each outer idea back to the center.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17CEF-9B64-4E53-B96C-462EF899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54/50</a:t>
            </a:r>
          </a:p>
        </p:txBody>
      </p:sp>
    </p:spTree>
    <p:extLst>
      <p:ext uri="{BB962C8B-B14F-4D97-AF65-F5344CB8AC3E}">
        <p14:creationId xmlns:p14="http://schemas.microsoft.com/office/powerpoint/2010/main" val="67689291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F021C-9BA2-4B52-A05D-50C01FFD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81368-7817-43C0-97C3-81A9C683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5 exam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2F228-FA43-40B9-ABBA-EA82B286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D8471-E202-4B09-8972-281186F5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64908-1AB1-45A3-AE25-8CDC9BFA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049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backward chaining with a neat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B2379-4E57-4758-81A5-1ACA0EE5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002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9EB6A-AFA0-480F-B0F7-8BEFBCBC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E530E-9F5A-46BF-B0D6-E8808585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288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and/or proof trees to a small example and state the takeaway.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D64C5-0B4A-4914-9D1D-A23780C5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241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04854-5039-444F-B4C9-21940443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564A1-208A-4DCC-A801-64253BAB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logic programming view with a neat diagram.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94506-A33E-4589-B201-F57ADECF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6B36C-EAD5-4A10-B853-566C789C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F5ACE-AD71-4BEC-B84F-90DABB2D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resolution to a small example and state the takeaway.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43570-09F0-4BC3-ADD8-787885BD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8C50D-2DF7-4DF7-A83C-A7F70F94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B4FD9-2A5A-49BA-8998-34F731F1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00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cnf conversion with a neat diagram.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B8AE9-6E4B-403A-B728-F022FEC2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95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DBADE-7887-4985-9065-6C8B0789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52961-A8DB-486A-A397-8DD9EF9F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24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classical planning to a small example and state the takeaway.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9B87A-C3D7-43EE-8903-D3F6DE70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19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45E43-FF44-4411-BAC4-D83C9CAC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55/50</a:t>
            </a:r>
          </a:p>
        </p:txBody>
      </p:sp>
    </p:spTree>
    <p:extLst>
      <p:ext uri="{BB962C8B-B14F-4D97-AF65-F5344CB8AC3E}">
        <p14:creationId xmlns:p14="http://schemas.microsoft.com/office/powerpoint/2010/main" val="140719311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AB1B1-0C7C-43E1-9ED0-83DFFD51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Backward Inference, Resolution, and Classical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EC4BC-877E-4AFD-8AE4-8B36FC47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Backward chaining: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2BE19-F0DF-4EB6-9E9A-DE91E76A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C5594-5674-4D53-BA9A-4F3F51C0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C46CB-B7A8-405F-956B-854CE0D3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It is efficient when the query is specific.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AE977-040E-4C86-9153-0EA38EE1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EFAB8-2276-4C4B-B8BA-A10F231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when the query is specific.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4742D-C13D-419F-8071-9E4691DD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goal-directed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24D6A-E4D2-4BE4-95C9-D6775AE4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match 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02F91-547E-4693-BD83-96740498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subgoals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350CD-0FBF-4B2B-8C14-DBD1F8A9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9EF35-0696-4ADA-8642-2C265342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A6939-2109-4196-89AC-509C2AB6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56/50</a:t>
            </a:r>
          </a:p>
        </p:txBody>
      </p:sp>
    </p:spTree>
    <p:extLst>
      <p:ext uri="{BB962C8B-B14F-4D97-AF65-F5344CB8AC3E}">
        <p14:creationId xmlns:p14="http://schemas.microsoft.com/office/powerpoint/2010/main" val="162895211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D8A69-4D84-4D7A-BF27-9E955D9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C524C-1C31-4C3B-84F5-10DADE4F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5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7466E-EB87-4B3A-BFD8-A8F3F0D9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214D4-3EFB-43C1-AB12-E99B40A5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Backward Inference, Resolution, and Classical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FBDCB-6475-4416-89DF-5A78E81C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Backward chaining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9EF23-D4A5-4283-94AA-A3C52755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AND/OR proof trees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9B8AF-909C-4630-90A7-AB668974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Logic programming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BDDAB-4CFF-4B57-8203-F5E998AC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Resolution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94748-50EA-49AD-9F3B-ECCEBAA5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CNF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74651-8655-4350-A0DA-37D00B22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Classical planning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AC75C-5A4E-44E6-BD18-5CBA0143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Planning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23008-8D7F-42B2-9209-4496B5A8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Blocks world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A78B1-63EA-4701-9E20-7D50B11D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91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Explain the module by connecting each outer idea back to the center.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41EA3-D14A-454C-B875-FD9CFAD4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5 • 57/50</a:t>
            </a:r>
          </a:p>
        </p:txBody>
      </p:sp>
    </p:spTree>
    <p:extLst>
      <p:ext uri="{BB962C8B-B14F-4D97-AF65-F5344CB8AC3E}">
        <p14:creationId xmlns:p14="http://schemas.microsoft.com/office/powerpoint/2010/main" val="1621784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2026-08-18T11:20:20.1830000Z</dcterms:created>
  <dcterms:modified xsi:type="dcterms:W3CDTF">2026-08-18T11:20:20.1830000Z</dcterms:modified>
</coreProperties>
</file>