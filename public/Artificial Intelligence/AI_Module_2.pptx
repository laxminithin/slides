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0ba32812c84afc" /><Relationship Type="http://schemas.openxmlformats.org/officeDocument/2006/relationships/extended-properties" Target="/docProps/app.xml" Id="Rcfe5994d98554714" /><Relationship Type="http://schemas.openxmlformats.org/officeDocument/2006/relationships/officeDocument" Target="/ppt/presentation.xml" Id="R5f38d20ab34d45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768d805b9f4d9e"/>
  </p:sldMasterIdLst>
  <p:notesMasterIdLst>
    <p:notesMasterId xmlns:r="http://schemas.openxmlformats.org/officeDocument/2006/relationships" r:id="R1ccee742165b4d50"/>
  </p:notesMasterIdLst>
  <p:sldIdLst>
    <p:sldId xmlns:r="http://schemas.openxmlformats.org/officeDocument/2006/relationships" id="256" r:id="R0bdfa4cff3e0412e"/>
    <p:sldId xmlns:r="http://schemas.openxmlformats.org/officeDocument/2006/relationships" id="257" r:id="Rc60c82db71de445a"/>
    <p:sldId xmlns:r="http://schemas.openxmlformats.org/officeDocument/2006/relationships" id="258" r:id="R9e9b674ec9354c42"/>
    <p:sldId xmlns:r="http://schemas.openxmlformats.org/officeDocument/2006/relationships" id="259" r:id="R040d38ee44b14dc5"/>
    <p:sldId xmlns:r="http://schemas.openxmlformats.org/officeDocument/2006/relationships" id="260" r:id="R180a24c98d604700"/>
    <p:sldId xmlns:r="http://schemas.openxmlformats.org/officeDocument/2006/relationships" id="261" r:id="Rdada453c31cc4b18"/>
    <p:sldId xmlns:r="http://schemas.openxmlformats.org/officeDocument/2006/relationships" id="262" r:id="R995057742b804ed6"/>
    <p:sldId xmlns:r="http://schemas.openxmlformats.org/officeDocument/2006/relationships" id="263" r:id="Rda0549e889f344a8"/>
    <p:sldId xmlns:r="http://schemas.openxmlformats.org/officeDocument/2006/relationships" id="264" r:id="R149b158bf85346c0"/>
    <p:sldId xmlns:r="http://schemas.openxmlformats.org/officeDocument/2006/relationships" id="265" r:id="R7349e32d1f7b47a9"/>
    <p:sldId xmlns:r="http://schemas.openxmlformats.org/officeDocument/2006/relationships" id="266" r:id="R32e7e261d691442c"/>
    <p:sldId xmlns:r="http://schemas.openxmlformats.org/officeDocument/2006/relationships" id="267" r:id="R755630a575b04e5c"/>
    <p:sldId xmlns:r="http://schemas.openxmlformats.org/officeDocument/2006/relationships" id="268" r:id="R44dcdc4dfe94404f"/>
    <p:sldId xmlns:r="http://schemas.openxmlformats.org/officeDocument/2006/relationships" id="269" r:id="R073631b1dfdf4fc0"/>
    <p:sldId xmlns:r="http://schemas.openxmlformats.org/officeDocument/2006/relationships" id="270" r:id="R91c1d00f712a4239"/>
    <p:sldId xmlns:r="http://schemas.openxmlformats.org/officeDocument/2006/relationships" id="271" r:id="R9688a37952ea4853"/>
    <p:sldId xmlns:r="http://schemas.openxmlformats.org/officeDocument/2006/relationships" id="272" r:id="Rb2fe1f29062c4a9b"/>
    <p:sldId xmlns:r="http://schemas.openxmlformats.org/officeDocument/2006/relationships" id="273" r:id="R8edd3b44c05443a6"/>
    <p:sldId xmlns:r="http://schemas.openxmlformats.org/officeDocument/2006/relationships" id="274" r:id="Rcf1cc41a2f9c4a72"/>
    <p:sldId xmlns:r="http://schemas.openxmlformats.org/officeDocument/2006/relationships" id="275" r:id="R22dd250571844776"/>
    <p:sldId xmlns:r="http://schemas.openxmlformats.org/officeDocument/2006/relationships" id="276" r:id="Rc4eacde7acd04087"/>
    <p:sldId xmlns:r="http://schemas.openxmlformats.org/officeDocument/2006/relationships" id="277" r:id="Rb5afd7a8f34447e5"/>
    <p:sldId xmlns:r="http://schemas.openxmlformats.org/officeDocument/2006/relationships" id="278" r:id="Rcf510dfea5e84a86"/>
    <p:sldId xmlns:r="http://schemas.openxmlformats.org/officeDocument/2006/relationships" id="279" r:id="Rdeed81280d704b36"/>
    <p:sldId xmlns:r="http://schemas.openxmlformats.org/officeDocument/2006/relationships" id="280" r:id="R2dfca745f39b478d"/>
    <p:sldId xmlns:r="http://schemas.openxmlformats.org/officeDocument/2006/relationships" id="281" r:id="Rb7931afcfe284358"/>
    <p:sldId xmlns:r="http://schemas.openxmlformats.org/officeDocument/2006/relationships" id="282" r:id="R2a0fcb2efa674ac2"/>
    <p:sldId xmlns:r="http://schemas.openxmlformats.org/officeDocument/2006/relationships" id="283" r:id="R23b83c7ca40442c8"/>
    <p:sldId xmlns:r="http://schemas.openxmlformats.org/officeDocument/2006/relationships" id="284" r:id="Rbb129499ec764d1a"/>
    <p:sldId xmlns:r="http://schemas.openxmlformats.org/officeDocument/2006/relationships" id="285" r:id="R3219105b081b448a"/>
    <p:sldId xmlns:r="http://schemas.openxmlformats.org/officeDocument/2006/relationships" id="286" r:id="R292aa47ab9c14be6"/>
    <p:sldId xmlns:r="http://schemas.openxmlformats.org/officeDocument/2006/relationships" id="287" r:id="R0534f31e779f4765"/>
    <p:sldId xmlns:r="http://schemas.openxmlformats.org/officeDocument/2006/relationships" id="288" r:id="R418913f2d2874540"/>
    <p:sldId xmlns:r="http://schemas.openxmlformats.org/officeDocument/2006/relationships" id="289" r:id="Rb25f22072bd4460e"/>
    <p:sldId xmlns:r="http://schemas.openxmlformats.org/officeDocument/2006/relationships" id="290" r:id="R5b5cfbb2bf814f7b"/>
    <p:sldId xmlns:r="http://schemas.openxmlformats.org/officeDocument/2006/relationships" id="291" r:id="Ref72a04c47b84405"/>
    <p:sldId xmlns:r="http://schemas.openxmlformats.org/officeDocument/2006/relationships" id="292" r:id="R0f438970b8fd4684"/>
    <p:sldId xmlns:r="http://schemas.openxmlformats.org/officeDocument/2006/relationships" id="293" r:id="Re4f3d8bd16ca429c"/>
    <p:sldId xmlns:r="http://schemas.openxmlformats.org/officeDocument/2006/relationships" id="294" r:id="Rf961dac2801f4724"/>
    <p:sldId xmlns:r="http://schemas.openxmlformats.org/officeDocument/2006/relationships" id="295" r:id="R437bd9d3a50346e8"/>
    <p:sldId xmlns:r="http://schemas.openxmlformats.org/officeDocument/2006/relationships" id="296" r:id="Rf0cb6cd110f74da7"/>
    <p:sldId xmlns:r="http://schemas.openxmlformats.org/officeDocument/2006/relationships" id="297" r:id="Rcdb43f0b25af41f6"/>
    <p:sldId xmlns:r="http://schemas.openxmlformats.org/officeDocument/2006/relationships" id="298" r:id="Reb4da68db5184f2a"/>
    <p:sldId xmlns:r="http://schemas.openxmlformats.org/officeDocument/2006/relationships" id="299" r:id="Re66de87d7fe44bef"/>
    <p:sldId xmlns:r="http://schemas.openxmlformats.org/officeDocument/2006/relationships" id="300" r:id="R3a45587f6a284132"/>
    <p:sldId xmlns:r="http://schemas.openxmlformats.org/officeDocument/2006/relationships" id="301" r:id="Rb4580e4cabe54c93"/>
    <p:sldId xmlns:r="http://schemas.openxmlformats.org/officeDocument/2006/relationships" id="302" r:id="Rebcd7576800d4eeb"/>
    <p:sldId xmlns:r="http://schemas.openxmlformats.org/officeDocument/2006/relationships" id="303" r:id="R5ea17b86dfff4e15"/>
    <p:sldId xmlns:r="http://schemas.openxmlformats.org/officeDocument/2006/relationships" id="304" r:id="R9807c54eb6814211"/>
    <p:sldId xmlns:r="http://schemas.openxmlformats.org/officeDocument/2006/relationships" id="305" r:id="R6f647ae660f94d91"/>
    <p:sldId xmlns:r="http://schemas.openxmlformats.org/officeDocument/2006/relationships" id="306" r:id="R57d3dfe1caa6475d"/>
    <p:sldId xmlns:r="http://schemas.openxmlformats.org/officeDocument/2006/relationships" id="307" r:id="Raf70d0700cc74046"/>
    <p:sldId xmlns:r="http://schemas.openxmlformats.org/officeDocument/2006/relationships" id="308" r:id="R6ba6b08f30924924"/>
    <p:sldId xmlns:r="http://schemas.openxmlformats.org/officeDocument/2006/relationships" id="309" r:id="R8c34439e7c3c4ba1"/>
    <p:sldId xmlns:r="http://schemas.openxmlformats.org/officeDocument/2006/relationships" id="310" r:id="R28d659af1f234d92"/>
    <p:sldId xmlns:r="http://schemas.openxmlformats.org/officeDocument/2006/relationships" id="311" r:id="R2a50cf8c80f44f68"/>
    <p:sldId xmlns:r="http://schemas.openxmlformats.org/officeDocument/2006/relationships" id="312" r:id="R238eac4439724a08"/>
    <p:sldId xmlns:r="http://schemas.openxmlformats.org/officeDocument/2006/relationships" id="313" r:id="Rd812239664fd4787"/>
    <p:sldId xmlns:r="http://schemas.openxmlformats.org/officeDocument/2006/relationships" id="314" r:id="Rb4fb754fa52946e9"/>
    <p:sldId xmlns:r="http://schemas.openxmlformats.org/officeDocument/2006/relationships" id="315" r:id="R91814d7a95504ea2"/>
    <p:sldId xmlns:r="http://schemas.openxmlformats.org/officeDocument/2006/relationships" id="316" r:id="R739d6ea965fb4303"/>
    <p:sldId xmlns:r="http://schemas.openxmlformats.org/officeDocument/2006/relationships" id="317" r:id="R2670fe3372a346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80235d04374924" /><Relationship Type="http://schemas.openxmlformats.org/officeDocument/2006/relationships/slideMaster" Target="/ppt/slideMasters/slideMaster1.xml" Id="Rb1768d805b9f4d9e" /><Relationship Type="http://schemas.openxmlformats.org/officeDocument/2006/relationships/notesMaster" Target="/ppt/notesMasters/notesMaster1.xml" Id="R1ccee742165b4d50" /><Relationship Type="http://schemas.openxmlformats.org/officeDocument/2006/relationships/presProps" Target="/ppt/presProps.xml" Id="Rbf9d9c847d134100" /><Relationship Type="http://schemas.openxmlformats.org/officeDocument/2006/relationships/tableStyles" Target="/ppt/tableStyles.xml" Id="R762bd5ca2c1344b5" /><Relationship Type="http://schemas.openxmlformats.org/officeDocument/2006/relationships/slide" Target="/ppt/slides/slide1.xml" Id="R0bdfa4cff3e0412e" /><Relationship Type="http://schemas.openxmlformats.org/officeDocument/2006/relationships/slide" Target="/ppt/slides/slide2.xml" Id="Rc60c82db71de445a" /><Relationship Type="http://schemas.openxmlformats.org/officeDocument/2006/relationships/slide" Target="/ppt/slides/slide3.xml" Id="R9e9b674ec9354c42" /><Relationship Type="http://schemas.openxmlformats.org/officeDocument/2006/relationships/slide" Target="/ppt/slides/slide4.xml" Id="R040d38ee44b14dc5" /><Relationship Type="http://schemas.openxmlformats.org/officeDocument/2006/relationships/slide" Target="/ppt/slides/slide5.xml" Id="R180a24c98d604700" /><Relationship Type="http://schemas.openxmlformats.org/officeDocument/2006/relationships/slide" Target="/ppt/slides/slide6.xml" Id="Rdada453c31cc4b18" /><Relationship Type="http://schemas.openxmlformats.org/officeDocument/2006/relationships/slide" Target="/ppt/slides/slide7.xml" Id="R995057742b804ed6" /><Relationship Type="http://schemas.openxmlformats.org/officeDocument/2006/relationships/slide" Target="/ppt/slides/slide8.xml" Id="Rda0549e889f344a8" /><Relationship Type="http://schemas.openxmlformats.org/officeDocument/2006/relationships/slide" Target="/ppt/slides/slide9.xml" Id="R149b158bf85346c0" /><Relationship Type="http://schemas.openxmlformats.org/officeDocument/2006/relationships/slide" Target="/ppt/slides/slide10.xml" Id="R7349e32d1f7b47a9" /><Relationship Type="http://schemas.openxmlformats.org/officeDocument/2006/relationships/slide" Target="/ppt/slides/slide11.xml" Id="R32e7e261d691442c" /><Relationship Type="http://schemas.openxmlformats.org/officeDocument/2006/relationships/slide" Target="/ppt/slides/slide12.xml" Id="R755630a575b04e5c" /><Relationship Type="http://schemas.openxmlformats.org/officeDocument/2006/relationships/slide" Target="/ppt/slides/slide13.xml" Id="R44dcdc4dfe94404f" /><Relationship Type="http://schemas.openxmlformats.org/officeDocument/2006/relationships/slide" Target="/ppt/slides/slide14.xml" Id="R073631b1dfdf4fc0" /><Relationship Type="http://schemas.openxmlformats.org/officeDocument/2006/relationships/slide" Target="/ppt/slides/slide15.xml" Id="R91c1d00f712a4239" /><Relationship Type="http://schemas.openxmlformats.org/officeDocument/2006/relationships/slide" Target="/ppt/slides/slide16.xml" Id="R9688a37952ea4853" /><Relationship Type="http://schemas.openxmlformats.org/officeDocument/2006/relationships/slide" Target="/ppt/slides/slide17.xml" Id="Rb2fe1f29062c4a9b" /><Relationship Type="http://schemas.openxmlformats.org/officeDocument/2006/relationships/slide" Target="/ppt/slides/slide18.xml" Id="R8edd3b44c05443a6" /><Relationship Type="http://schemas.openxmlformats.org/officeDocument/2006/relationships/slide" Target="/ppt/slides/slide19.xml" Id="Rcf1cc41a2f9c4a72" /><Relationship Type="http://schemas.openxmlformats.org/officeDocument/2006/relationships/slide" Target="/ppt/slides/slide20.xml" Id="R22dd250571844776" /><Relationship Type="http://schemas.openxmlformats.org/officeDocument/2006/relationships/slide" Target="/ppt/slides/slide21.xml" Id="Rc4eacde7acd04087" /><Relationship Type="http://schemas.openxmlformats.org/officeDocument/2006/relationships/slide" Target="/ppt/slides/slide22.xml" Id="Rb5afd7a8f34447e5" /><Relationship Type="http://schemas.openxmlformats.org/officeDocument/2006/relationships/slide" Target="/ppt/slides/slide23.xml" Id="Rcf510dfea5e84a86" /><Relationship Type="http://schemas.openxmlformats.org/officeDocument/2006/relationships/slide" Target="/ppt/slides/slide24.xml" Id="Rdeed81280d704b36" /><Relationship Type="http://schemas.openxmlformats.org/officeDocument/2006/relationships/slide" Target="/ppt/slides/slide25.xml" Id="R2dfca745f39b478d" /><Relationship Type="http://schemas.openxmlformats.org/officeDocument/2006/relationships/slide" Target="/ppt/slides/slide26.xml" Id="Rb7931afcfe284358" /><Relationship Type="http://schemas.openxmlformats.org/officeDocument/2006/relationships/slide" Target="/ppt/slides/slide27.xml" Id="R2a0fcb2efa674ac2" /><Relationship Type="http://schemas.openxmlformats.org/officeDocument/2006/relationships/slide" Target="/ppt/slides/slide28.xml" Id="R23b83c7ca40442c8" /><Relationship Type="http://schemas.openxmlformats.org/officeDocument/2006/relationships/slide" Target="/ppt/slides/slide29.xml" Id="Rbb129499ec764d1a" /><Relationship Type="http://schemas.openxmlformats.org/officeDocument/2006/relationships/slide" Target="/ppt/slides/slide30.xml" Id="R3219105b081b448a" /><Relationship Type="http://schemas.openxmlformats.org/officeDocument/2006/relationships/slide" Target="/ppt/slides/slide31.xml" Id="R292aa47ab9c14be6" /><Relationship Type="http://schemas.openxmlformats.org/officeDocument/2006/relationships/slide" Target="/ppt/slides/slide32.xml" Id="R0534f31e779f4765" /><Relationship Type="http://schemas.openxmlformats.org/officeDocument/2006/relationships/slide" Target="/ppt/slides/slide33.xml" Id="R418913f2d2874540" /><Relationship Type="http://schemas.openxmlformats.org/officeDocument/2006/relationships/slide" Target="/ppt/slides/slide34.xml" Id="Rb25f22072bd4460e" /><Relationship Type="http://schemas.openxmlformats.org/officeDocument/2006/relationships/slide" Target="/ppt/slides/slide35.xml" Id="R5b5cfbb2bf814f7b" /><Relationship Type="http://schemas.openxmlformats.org/officeDocument/2006/relationships/slide" Target="/ppt/slides/slide36.xml" Id="Ref72a04c47b84405" /><Relationship Type="http://schemas.openxmlformats.org/officeDocument/2006/relationships/slide" Target="/ppt/slides/slide37.xml" Id="R0f438970b8fd4684" /><Relationship Type="http://schemas.openxmlformats.org/officeDocument/2006/relationships/slide" Target="/ppt/slides/slide38.xml" Id="Re4f3d8bd16ca429c" /><Relationship Type="http://schemas.openxmlformats.org/officeDocument/2006/relationships/slide" Target="/ppt/slides/slide39.xml" Id="Rf961dac2801f4724" /><Relationship Type="http://schemas.openxmlformats.org/officeDocument/2006/relationships/slide" Target="/ppt/slides/slide40.xml" Id="R437bd9d3a50346e8" /><Relationship Type="http://schemas.openxmlformats.org/officeDocument/2006/relationships/slide" Target="/ppt/slides/slide41.xml" Id="Rf0cb6cd110f74da7" /><Relationship Type="http://schemas.openxmlformats.org/officeDocument/2006/relationships/slide" Target="/ppt/slides/slide42.xml" Id="Rcdb43f0b25af41f6" /><Relationship Type="http://schemas.openxmlformats.org/officeDocument/2006/relationships/slide" Target="/ppt/slides/slide43.xml" Id="Reb4da68db5184f2a" /><Relationship Type="http://schemas.openxmlformats.org/officeDocument/2006/relationships/slide" Target="/ppt/slides/slide44.xml" Id="Re66de87d7fe44bef" /><Relationship Type="http://schemas.openxmlformats.org/officeDocument/2006/relationships/slide" Target="/ppt/slides/slide45.xml" Id="R3a45587f6a284132" /><Relationship Type="http://schemas.openxmlformats.org/officeDocument/2006/relationships/slide" Target="/ppt/slides/slide46.xml" Id="Rb4580e4cabe54c93" /><Relationship Type="http://schemas.openxmlformats.org/officeDocument/2006/relationships/slide" Target="/ppt/slides/slide47.xml" Id="Rebcd7576800d4eeb" /><Relationship Type="http://schemas.openxmlformats.org/officeDocument/2006/relationships/slide" Target="/ppt/slides/slide48.xml" Id="R5ea17b86dfff4e15" /><Relationship Type="http://schemas.openxmlformats.org/officeDocument/2006/relationships/slide" Target="/ppt/slides/slide49.xml" Id="R9807c54eb6814211" /><Relationship Type="http://schemas.openxmlformats.org/officeDocument/2006/relationships/slide" Target="/ppt/slides/slide50.xml" Id="R6f647ae660f94d91" /><Relationship Type="http://schemas.openxmlformats.org/officeDocument/2006/relationships/slide" Target="/ppt/slides/slide51.xml" Id="R57d3dfe1caa6475d" /><Relationship Type="http://schemas.openxmlformats.org/officeDocument/2006/relationships/slide" Target="/ppt/slides/slide52.xml" Id="Raf70d0700cc74046" /><Relationship Type="http://schemas.openxmlformats.org/officeDocument/2006/relationships/slide" Target="/ppt/slides/slide53.xml" Id="R6ba6b08f30924924" /><Relationship Type="http://schemas.openxmlformats.org/officeDocument/2006/relationships/slide" Target="/ppt/slides/slide54.xml" Id="R8c34439e7c3c4ba1" /><Relationship Type="http://schemas.openxmlformats.org/officeDocument/2006/relationships/slide" Target="/ppt/slides/slide55.xml" Id="R28d659af1f234d92" /><Relationship Type="http://schemas.openxmlformats.org/officeDocument/2006/relationships/slide" Target="/ppt/slides/slide56.xml" Id="R2a50cf8c80f44f68" /><Relationship Type="http://schemas.openxmlformats.org/officeDocument/2006/relationships/slide" Target="/ppt/slides/slide57.xml" Id="R238eac4439724a08" /><Relationship Type="http://schemas.openxmlformats.org/officeDocument/2006/relationships/slide" Target="/ppt/slides/slide58.xml" Id="Rd812239664fd4787" /><Relationship Type="http://schemas.openxmlformats.org/officeDocument/2006/relationships/slide" Target="/ppt/slides/slide59.xml" Id="Rb4fb754fa52946e9" /><Relationship Type="http://schemas.openxmlformats.org/officeDocument/2006/relationships/slide" Target="/ppt/slides/slide60.xml" Id="R91814d7a95504ea2" /><Relationship Type="http://schemas.openxmlformats.org/officeDocument/2006/relationships/slide" Target="/ppt/slides/slide61.xml" Id="R739d6ea965fb4303" /><Relationship Type="http://schemas.openxmlformats.org/officeDocument/2006/relationships/slide" Target="/ppt/slides/slide62.xml" Id="R2670fe3372a346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cdf8fbf73d46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51633de414404e" /><Relationship Type="http://schemas.openxmlformats.org/officeDocument/2006/relationships/notesMaster" Target="/ppt/notesMasters/notesMaster1.xml" Id="R422f76632a0547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512e4819c0443f" /><Relationship Type="http://schemas.openxmlformats.org/officeDocument/2006/relationships/notesMaster" Target="/ppt/notesMasters/notesMaster1.xml" Id="Re48bdb7d55b54c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84d0e1b7b344cc" /><Relationship Type="http://schemas.openxmlformats.org/officeDocument/2006/relationships/notesMaster" Target="/ppt/notesMasters/notesMaster1.xml" Id="Rc2f5c241c0ea41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7fdb372ee9468d" /><Relationship Type="http://schemas.openxmlformats.org/officeDocument/2006/relationships/notesMaster" Target="/ppt/notesMasters/notesMaster1.xml" Id="R2bab5ef4aa0b4d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c0ab903ab44f5c" /><Relationship Type="http://schemas.openxmlformats.org/officeDocument/2006/relationships/notesMaster" Target="/ppt/notesMasters/notesMaster1.xml" Id="Rf0ca60a1d1fb40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f1f5c9cfc54f40" /><Relationship Type="http://schemas.openxmlformats.org/officeDocument/2006/relationships/notesMaster" Target="/ppt/notesMasters/notesMaster1.xml" Id="Rd80bc6c398fa43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6fe35b6c5243ac" /><Relationship Type="http://schemas.openxmlformats.org/officeDocument/2006/relationships/notesMaster" Target="/ppt/notesMasters/notesMaster1.xml" Id="R2c0ca777b70f48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81da4825014a44" /><Relationship Type="http://schemas.openxmlformats.org/officeDocument/2006/relationships/notesMaster" Target="/ppt/notesMasters/notesMaster1.xml" Id="Redb3b404164640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bf9e946ecb4578" /><Relationship Type="http://schemas.openxmlformats.org/officeDocument/2006/relationships/notesMaster" Target="/ppt/notesMasters/notesMaster1.xml" Id="Rfd99ad8a5d8340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11684993ab4495" /><Relationship Type="http://schemas.openxmlformats.org/officeDocument/2006/relationships/notesMaster" Target="/ppt/notesMasters/notesMaster1.xml" Id="Rfd36a24d1a9645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0923cf65d9483c" /><Relationship Type="http://schemas.openxmlformats.org/officeDocument/2006/relationships/notesMaster" Target="/ppt/notesMasters/notesMaster1.xml" Id="Rc3ebfc52fc2344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9bea3cd97c4129" /><Relationship Type="http://schemas.openxmlformats.org/officeDocument/2006/relationships/notesMaster" Target="/ppt/notesMasters/notesMaster1.xml" Id="R86549a53e0104d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4a1ed275ec4c7c" /><Relationship Type="http://schemas.openxmlformats.org/officeDocument/2006/relationships/notesMaster" Target="/ppt/notesMasters/notesMaster1.xml" Id="Rc2c20370039e4a2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3245f2d96ff4bce" /><Relationship Type="http://schemas.openxmlformats.org/officeDocument/2006/relationships/notesMaster" Target="/ppt/notesMasters/notesMaster1.xml" Id="R84d191f301ce46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aff954d6384165" /><Relationship Type="http://schemas.openxmlformats.org/officeDocument/2006/relationships/notesMaster" Target="/ppt/notesMasters/notesMaster1.xml" Id="Rca16ab16ea8642a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a71ad5ed346404d" /><Relationship Type="http://schemas.openxmlformats.org/officeDocument/2006/relationships/notesMaster" Target="/ppt/notesMasters/notesMaster1.xml" Id="R9a165d69d3e04ef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1322fb700e24925" /><Relationship Type="http://schemas.openxmlformats.org/officeDocument/2006/relationships/notesMaster" Target="/ppt/notesMasters/notesMaster1.xml" Id="R33de09623f02405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30159c7f9624ca6" /><Relationship Type="http://schemas.openxmlformats.org/officeDocument/2006/relationships/notesMaster" Target="/ppt/notesMasters/notesMaster1.xml" Id="Re10f44629a9f499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dbf333961a84949" /><Relationship Type="http://schemas.openxmlformats.org/officeDocument/2006/relationships/notesMaster" Target="/ppt/notesMasters/notesMaster1.xml" Id="Rfe58919366ce4fd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97e980ede254ed9" /><Relationship Type="http://schemas.openxmlformats.org/officeDocument/2006/relationships/notesMaster" Target="/ppt/notesMasters/notesMaster1.xml" Id="Raed0f250684242c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a4761cc984e483d" /><Relationship Type="http://schemas.openxmlformats.org/officeDocument/2006/relationships/notesMaster" Target="/ppt/notesMasters/notesMaster1.xml" Id="R09bd044129e94d4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e4b4019cefd43a2" /><Relationship Type="http://schemas.openxmlformats.org/officeDocument/2006/relationships/notesMaster" Target="/ppt/notesMasters/notesMaster1.xml" Id="R70cbd68b3ba54d1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616eaf297f34984" /><Relationship Type="http://schemas.openxmlformats.org/officeDocument/2006/relationships/notesMaster" Target="/ppt/notesMasters/notesMaster1.xml" Id="R70d58552af464df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e448970429a4552" /><Relationship Type="http://schemas.openxmlformats.org/officeDocument/2006/relationships/notesMaster" Target="/ppt/notesMasters/notesMaster1.xml" Id="R9ad59f944d234f1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62fa06ad3b54c4f" /><Relationship Type="http://schemas.openxmlformats.org/officeDocument/2006/relationships/notesMaster" Target="/ppt/notesMasters/notesMaster1.xml" Id="R01ff6e5afa714cb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622b44041de47ac" /><Relationship Type="http://schemas.openxmlformats.org/officeDocument/2006/relationships/notesMaster" Target="/ppt/notesMasters/notesMaster1.xml" Id="Rc436bdaabe354a0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947d845f8484996" /><Relationship Type="http://schemas.openxmlformats.org/officeDocument/2006/relationships/notesMaster" Target="/ppt/notesMasters/notesMaster1.xml" Id="R9d1e6bd6afc04b4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3d2d940d970446f" /><Relationship Type="http://schemas.openxmlformats.org/officeDocument/2006/relationships/notesMaster" Target="/ppt/notesMasters/notesMaster1.xml" Id="Rb3d185e3500648d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5f3de40ec33499f" /><Relationship Type="http://schemas.openxmlformats.org/officeDocument/2006/relationships/notesMaster" Target="/ppt/notesMasters/notesMaster1.xml" Id="Re22a1cc9013c405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2f4f422a1d54c92" /><Relationship Type="http://schemas.openxmlformats.org/officeDocument/2006/relationships/notesMaster" Target="/ppt/notesMasters/notesMaster1.xml" Id="R008b8f73087249f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1905c3432a64be3" /><Relationship Type="http://schemas.openxmlformats.org/officeDocument/2006/relationships/notesMaster" Target="/ppt/notesMasters/notesMaster1.xml" Id="R02eb4357d5134d9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37d8835e5d043e9" /><Relationship Type="http://schemas.openxmlformats.org/officeDocument/2006/relationships/notesMaster" Target="/ppt/notesMasters/notesMaster1.xml" Id="R459415835fa04e0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d9150280ed54ba4" /><Relationship Type="http://schemas.openxmlformats.org/officeDocument/2006/relationships/notesMaster" Target="/ppt/notesMasters/notesMaster1.xml" Id="Ra4b3738f0244413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560f8359ea34ce9" /><Relationship Type="http://schemas.openxmlformats.org/officeDocument/2006/relationships/notesMaster" Target="/ppt/notesMasters/notesMaster1.xml" Id="R21bfc1a17da9481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b3b09014abc437a" /><Relationship Type="http://schemas.openxmlformats.org/officeDocument/2006/relationships/notesMaster" Target="/ppt/notesMasters/notesMaster1.xml" Id="R48c1a909f9a3422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b146d1b81714a9d" /><Relationship Type="http://schemas.openxmlformats.org/officeDocument/2006/relationships/notesMaster" Target="/ppt/notesMasters/notesMaster1.xml" Id="Rd41656ed68fb42c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03905c7406f46d4" /><Relationship Type="http://schemas.openxmlformats.org/officeDocument/2006/relationships/notesMaster" Target="/ppt/notesMasters/notesMaster1.xml" Id="Red2c2b56d4e84bb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40116fd4ccb4865" /><Relationship Type="http://schemas.openxmlformats.org/officeDocument/2006/relationships/notesMaster" Target="/ppt/notesMasters/notesMaster1.xml" Id="R73e2f97b1a11465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f106b4227024169" /><Relationship Type="http://schemas.openxmlformats.org/officeDocument/2006/relationships/notesMaster" Target="/ppt/notesMasters/notesMaster1.xml" Id="Ra1dc0e68284b4e7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57fd28123e04e84" /><Relationship Type="http://schemas.openxmlformats.org/officeDocument/2006/relationships/notesMaster" Target="/ppt/notesMasters/notesMaster1.xml" Id="R2b7bd0f31a0b444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8dcc84cbd97406d" /><Relationship Type="http://schemas.openxmlformats.org/officeDocument/2006/relationships/notesMaster" Target="/ppt/notesMasters/notesMaster1.xml" Id="R9d9901806f64477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e1e628b6a5c4d11" /><Relationship Type="http://schemas.openxmlformats.org/officeDocument/2006/relationships/notesMaster" Target="/ppt/notesMasters/notesMaster1.xml" Id="Rcb80a1b425344a5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97ca69a05eb4b91" /><Relationship Type="http://schemas.openxmlformats.org/officeDocument/2006/relationships/notesMaster" Target="/ppt/notesMasters/notesMaster1.xml" Id="Rcaee21705f8f4a4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7a93e676be7453e" /><Relationship Type="http://schemas.openxmlformats.org/officeDocument/2006/relationships/notesMaster" Target="/ppt/notesMasters/notesMaster1.xml" Id="R8aa844b149234f1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f6a387e11044d4b" /><Relationship Type="http://schemas.openxmlformats.org/officeDocument/2006/relationships/notesMaster" Target="/ppt/notesMasters/notesMaster1.xml" Id="Ra20d47222862473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089056c252d4599" /><Relationship Type="http://schemas.openxmlformats.org/officeDocument/2006/relationships/notesMaster" Target="/ppt/notesMasters/notesMaster1.xml" Id="R8bedb0fe158e435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b1fdb53626e4be2" /><Relationship Type="http://schemas.openxmlformats.org/officeDocument/2006/relationships/notesMaster" Target="/ppt/notesMasters/notesMaster1.xml" Id="Rbc886ef8fa9f4f6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b9c1924ff7b4991" /><Relationship Type="http://schemas.openxmlformats.org/officeDocument/2006/relationships/notesMaster" Target="/ppt/notesMasters/notesMaster1.xml" Id="Re1efda586146479d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69e0df9cda7f459d" /><Relationship Type="http://schemas.openxmlformats.org/officeDocument/2006/relationships/notesMaster" Target="/ppt/notesMasters/notesMaster1.xml" Id="Rb9193b45ab6448f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83651318e8a4ec6" /><Relationship Type="http://schemas.openxmlformats.org/officeDocument/2006/relationships/notesMaster" Target="/ppt/notesMasters/notesMaster1.xml" Id="Rba8dc4ab680d49f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052e04f67d964c0e" /><Relationship Type="http://schemas.openxmlformats.org/officeDocument/2006/relationships/notesMaster" Target="/ppt/notesMasters/notesMaster1.xml" Id="R27da5f0bba04473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d9a035e2e03a4268" /><Relationship Type="http://schemas.openxmlformats.org/officeDocument/2006/relationships/notesMaster" Target="/ppt/notesMasters/notesMaster1.xml" Id="Ra80fe269e6e946f2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0abe0bbceb748ce" /><Relationship Type="http://schemas.openxmlformats.org/officeDocument/2006/relationships/notesMaster" Target="/ppt/notesMasters/notesMaster1.xml" Id="Rb430afedde87434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4dea3ec6583d404d" /><Relationship Type="http://schemas.openxmlformats.org/officeDocument/2006/relationships/notesMaster" Target="/ppt/notesMasters/notesMaster1.xml" Id="R39889d925a2345eb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5ce7e5136d604a6a" /><Relationship Type="http://schemas.openxmlformats.org/officeDocument/2006/relationships/notesMaster" Target="/ppt/notesMasters/notesMaster1.xml" Id="R7aad44a2a68346f2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ce8e8b3353da4423" /><Relationship Type="http://schemas.openxmlformats.org/officeDocument/2006/relationships/notesMaster" Target="/ppt/notesMasters/notesMaster1.xml" Id="R4df082d5932e40bf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4217b339b72d45e8" /><Relationship Type="http://schemas.openxmlformats.org/officeDocument/2006/relationships/notesMaster" Target="/ppt/notesMasters/notesMaster1.xml" Id="R66da5982530a43f5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f367041f87c14a8f" /><Relationship Type="http://schemas.openxmlformats.org/officeDocument/2006/relationships/notesMaster" Target="/ppt/notesMasters/notesMaster1.xml" Id="R51d7bdc6f0284e24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1d9a8642a32e48db" /><Relationship Type="http://schemas.openxmlformats.org/officeDocument/2006/relationships/notesMaster" Target="/ppt/notesMasters/notesMaster1.xml" Id="R155c860200c34cfd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3be8cce9a3234877" /><Relationship Type="http://schemas.openxmlformats.org/officeDocument/2006/relationships/notesMaster" Target="/ppt/notesMasters/notesMaster1.xml" Id="Rc18eced15c7a4d1b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f39935688c9b4bed" /><Relationship Type="http://schemas.openxmlformats.org/officeDocument/2006/relationships/notesMaster" Target="/ppt/notesMasters/notesMaster1.xml" Id="R51221b2c71e64983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6a86cb4d6e8946eb" /><Relationship Type="http://schemas.openxmlformats.org/officeDocument/2006/relationships/notesMaster" Target="/ppt/notesMasters/notesMaster1.xml" Id="R5da7320762b944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as the module reset. Reveal syllabus bullets one by one and connect them to the right-side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roadmap by row. Pause after each syllabus cluster and state how it will be examined.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audit slide only if students or reviewers need syllabus mapping. Otherwise keep it as backup.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branches around the center. Ask students to supply one example for each branch.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questions one at a time. For each, ask students to first identify keywords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branches around the center. Ask students to supply one example for each branch.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BCS515B-module-2-pdf.pdf</a:t>
            </a:r>
          </a:p>
          <a:p xmlns:a="http://schemas.openxmlformats.org/drawingml/2006/main">
            <a:r>
              <a:t>- Local prescribed textbook extract: BCS515B-module-2-textbook.pdf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192eec99dc4d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1ae28838d24788" /><Relationship Type="http://schemas.openxmlformats.org/officeDocument/2006/relationships/slideLayout" Target="/ppt/slideLayouts/slideLayout1.xml" Id="R311d9cbf90934c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1d9cbf90934c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f4e15853a4be7" /><Relationship Type="http://schemas.openxmlformats.org/officeDocument/2006/relationships/notesSlide" Target="/ppt/notesSlides/notesSlide1.xml" Id="R9f3b9ae0c2044b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ce45021c845ef" /><Relationship Type="http://schemas.openxmlformats.org/officeDocument/2006/relationships/notesSlide" Target="/ppt/notesSlides/notesSlide2.xml" Id="R73a97f1e15f04d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e4044b024497d" /><Relationship Type="http://schemas.openxmlformats.org/officeDocument/2006/relationships/notesSlide" Target="/ppt/notesSlides/notesSlide3.xml" Id="R17117b7ecf5a4e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e1a9f80294612" /><Relationship Type="http://schemas.openxmlformats.org/officeDocument/2006/relationships/notesSlide" Target="/ppt/notesSlides/notesSlide4.xml" Id="R906c6b6c216d47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36a5d70fb4aab" /><Relationship Type="http://schemas.openxmlformats.org/officeDocument/2006/relationships/notesSlide" Target="/ppt/notesSlides/notesSlide5.xml" Id="R078401935e0144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fb0c6e98541ad" /><Relationship Type="http://schemas.openxmlformats.org/officeDocument/2006/relationships/notesSlide" Target="/ppt/notesSlides/notesSlide6.xml" Id="Rc0a9fd53898f4c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fe029fdfa4328" /><Relationship Type="http://schemas.openxmlformats.org/officeDocument/2006/relationships/notesSlide" Target="/ppt/notesSlides/notesSlide7.xml" Id="R259524cd0ae74f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2c31616454927" /><Relationship Type="http://schemas.openxmlformats.org/officeDocument/2006/relationships/notesSlide" Target="/ppt/notesSlides/notesSlide8.xml" Id="R85834ce220974b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0e11d0dae4414" /><Relationship Type="http://schemas.openxmlformats.org/officeDocument/2006/relationships/notesSlide" Target="/ppt/notesSlides/notesSlide9.xml" Id="R478056e147cb41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35bdc10fc4d2a" /><Relationship Type="http://schemas.openxmlformats.org/officeDocument/2006/relationships/notesSlide" Target="/ppt/notesSlides/notesSlide10.xml" Id="R2039d19617b942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4da0e22134678" /><Relationship Type="http://schemas.openxmlformats.org/officeDocument/2006/relationships/notesSlide" Target="/ppt/notesSlides/notesSlide11.xml" Id="Rc3ec1cb842d641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2030ebfb44d76" /><Relationship Type="http://schemas.openxmlformats.org/officeDocument/2006/relationships/notesSlide" Target="/ppt/notesSlides/notesSlide12.xml" Id="R6cfec9b350bd41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1d15af5fb45fc" /><Relationship Type="http://schemas.openxmlformats.org/officeDocument/2006/relationships/notesSlide" Target="/ppt/notesSlides/notesSlide13.xml" Id="R2cac9c939ae347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60e95db4b4133" /><Relationship Type="http://schemas.openxmlformats.org/officeDocument/2006/relationships/notesSlide" Target="/ppt/notesSlides/notesSlide14.xml" Id="R84f6d24e2e8545e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ddabe9ec747c6" /><Relationship Type="http://schemas.openxmlformats.org/officeDocument/2006/relationships/notesSlide" Target="/ppt/notesSlides/notesSlide15.xml" Id="Rb344a71608d649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fbc2d8d2b4638" /><Relationship Type="http://schemas.openxmlformats.org/officeDocument/2006/relationships/notesSlide" Target="/ppt/notesSlides/notesSlide16.xml" Id="Rc0364274fd35475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7015a006a41ad" /><Relationship Type="http://schemas.openxmlformats.org/officeDocument/2006/relationships/notesSlide" Target="/ppt/notesSlides/notesSlide17.xml" Id="Rf8948a95628d4ca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46415911345a0" /><Relationship Type="http://schemas.openxmlformats.org/officeDocument/2006/relationships/notesSlide" Target="/ppt/notesSlides/notesSlide18.xml" Id="R127252d18c374b9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96cd7bb9a48a5" /><Relationship Type="http://schemas.openxmlformats.org/officeDocument/2006/relationships/notesSlide" Target="/ppt/notesSlides/notesSlide19.xml" Id="Re1c76ada8fe0490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3e5296ea64ffd" /><Relationship Type="http://schemas.openxmlformats.org/officeDocument/2006/relationships/notesSlide" Target="/ppt/notesSlides/notesSlide20.xml" Id="Re6efb39c204a4e6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7948b039e4627" /><Relationship Type="http://schemas.openxmlformats.org/officeDocument/2006/relationships/notesSlide" Target="/ppt/notesSlides/notesSlide21.xml" Id="Ra2983faf076741a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cc2a98b62423f" /><Relationship Type="http://schemas.openxmlformats.org/officeDocument/2006/relationships/notesSlide" Target="/ppt/notesSlides/notesSlide22.xml" Id="R06889abe7b794a2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514153c56410f" /><Relationship Type="http://schemas.openxmlformats.org/officeDocument/2006/relationships/notesSlide" Target="/ppt/notesSlides/notesSlide23.xml" Id="Rf944fd67587449c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f36294f49479c" /><Relationship Type="http://schemas.openxmlformats.org/officeDocument/2006/relationships/notesSlide" Target="/ppt/notesSlides/notesSlide24.xml" Id="R307763362c1c4ab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8dd7b4c3e42b9" /><Relationship Type="http://schemas.openxmlformats.org/officeDocument/2006/relationships/notesSlide" Target="/ppt/notesSlides/notesSlide25.xml" Id="R19fa7cf7b987484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cc298542d4c07" /><Relationship Type="http://schemas.openxmlformats.org/officeDocument/2006/relationships/notesSlide" Target="/ppt/notesSlides/notesSlide26.xml" Id="R3407efc411024f5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202cea95549c8" /><Relationship Type="http://schemas.openxmlformats.org/officeDocument/2006/relationships/notesSlide" Target="/ppt/notesSlides/notesSlide27.xml" Id="R653c7f86c59c4fe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764c591994ec8" /><Relationship Type="http://schemas.openxmlformats.org/officeDocument/2006/relationships/notesSlide" Target="/ppt/notesSlides/notesSlide28.xml" Id="Rb23bd0cfb80a4e9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a9c69bf3c4afb" /><Relationship Type="http://schemas.openxmlformats.org/officeDocument/2006/relationships/notesSlide" Target="/ppt/notesSlides/notesSlide29.xml" Id="Ra4c8f8083cae4e1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73a742ee647a4" /><Relationship Type="http://schemas.openxmlformats.org/officeDocument/2006/relationships/notesSlide" Target="/ppt/notesSlides/notesSlide30.xml" Id="Rb52d6355507b424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71c4de7024225" /><Relationship Type="http://schemas.openxmlformats.org/officeDocument/2006/relationships/notesSlide" Target="/ppt/notesSlides/notesSlide31.xml" Id="R8a736e4599c9469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bbc43211549c0" /><Relationship Type="http://schemas.openxmlformats.org/officeDocument/2006/relationships/notesSlide" Target="/ppt/notesSlides/notesSlide32.xml" Id="R5ad88535ece84a6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4f2fb8c9e4dee" /><Relationship Type="http://schemas.openxmlformats.org/officeDocument/2006/relationships/notesSlide" Target="/ppt/notesSlides/notesSlide33.xml" Id="Rae42edcff8ab41e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4b3ac37ec4c05" /><Relationship Type="http://schemas.openxmlformats.org/officeDocument/2006/relationships/notesSlide" Target="/ppt/notesSlides/notesSlide34.xml" Id="R6539db73335a426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7e2ff9c894a66" /><Relationship Type="http://schemas.openxmlformats.org/officeDocument/2006/relationships/notesSlide" Target="/ppt/notesSlides/notesSlide35.xml" Id="R289677cb5d01472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177bdfda14888" /><Relationship Type="http://schemas.openxmlformats.org/officeDocument/2006/relationships/notesSlide" Target="/ppt/notesSlides/notesSlide36.xml" Id="R4b937b2004514e7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f80f3b0a04c83" /><Relationship Type="http://schemas.openxmlformats.org/officeDocument/2006/relationships/notesSlide" Target="/ppt/notesSlides/notesSlide37.xml" Id="R8251e40039eb4ac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2befa311744c1" /><Relationship Type="http://schemas.openxmlformats.org/officeDocument/2006/relationships/notesSlide" Target="/ppt/notesSlides/notesSlide38.xml" Id="R0ccddc8e15604e9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b26d381454281" /><Relationship Type="http://schemas.openxmlformats.org/officeDocument/2006/relationships/notesSlide" Target="/ppt/notesSlides/notesSlide39.xml" Id="R3ef406b2a8394b1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8738f60704537" /><Relationship Type="http://schemas.openxmlformats.org/officeDocument/2006/relationships/notesSlide" Target="/ppt/notesSlides/notesSlide40.xml" Id="R65368d1ff941445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6ff5191aa4a01" /><Relationship Type="http://schemas.openxmlformats.org/officeDocument/2006/relationships/notesSlide" Target="/ppt/notesSlides/notesSlide41.xml" Id="Ref3b627838ba4b4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296789b634aaa" /><Relationship Type="http://schemas.openxmlformats.org/officeDocument/2006/relationships/notesSlide" Target="/ppt/notesSlides/notesSlide42.xml" Id="R7239bebb834b411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32498b4374c8d" /><Relationship Type="http://schemas.openxmlformats.org/officeDocument/2006/relationships/notesSlide" Target="/ppt/notesSlides/notesSlide43.xml" Id="R666248d2585c4df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b2777ac1b47ba" /><Relationship Type="http://schemas.openxmlformats.org/officeDocument/2006/relationships/notesSlide" Target="/ppt/notesSlides/notesSlide44.xml" Id="R501e91b1960e4c8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2907d32fd4d3f" /><Relationship Type="http://schemas.openxmlformats.org/officeDocument/2006/relationships/notesSlide" Target="/ppt/notesSlides/notesSlide45.xml" Id="R293e91a0e66a498c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4662ab01d4bd4" /><Relationship Type="http://schemas.openxmlformats.org/officeDocument/2006/relationships/notesSlide" Target="/ppt/notesSlides/notesSlide46.xml" Id="R04a6c724abec4e03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da7ac2daf494e" /><Relationship Type="http://schemas.openxmlformats.org/officeDocument/2006/relationships/notesSlide" Target="/ppt/notesSlides/notesSlide47.xml" Id="R8a13c7de3c6f415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ac72174ac4924" /><Relationship Type="http://schemas.openxmlformats.org/officeDocument/2006/relationships/notesSlide" Target="/ppt/notesSlides/notesSlide48.xml" Id="Rdb527d4c6b674eb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50eb7e2ab41e7" /><Relationship Type="http://schemas.openxmlformats.org/officeDocument/2006/relationships/notesSlide" Target="/ppt/notesSlides/notesSlide49.xml" Id="Rc82c54028084439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bf4477d6e4eb1" /><Relationship Type="http://schemas.openxmlformats.org/officeDocument/2006/relationships/notesSlide" Target="/ppt/notesSlides/notesSlide50.xml" Id="R694952f985724e5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4e7f89c614396" /><Relationship Type="http://schemas.openxmlformats.org/officeDocument/2006/relationships/notesSlide" Target="/ppt/notesSlides/notesSlide51.xml" Id="R96a4ddc7728849b6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166d86db04b7f" /><Relationship Type="http://schemas.openxmlformats.org/officeDocument/2006/relationships/notesSlide" Target="/ppt/notesSlides/notesSlide52.xml" Id="R25fce57d7b7948a0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22e1a56dc4a8b" /><Relationship Type="http://schemas.openxmlformats.org/officeDocument/2006/relationships/notesSlide" Target="/ppt/notesSlides/notesSlide53.xml" Id="R7439acd1b16d4ae5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13d9fb3f9491f" /><Relationship Type="http://schemas.openxmlformats.org/officeDocument/2006/relationships/notesSlide" Target="/ppt/notesSlides/notesSlide54.xml" Id="R500c801781094cb8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537ee76704a02" /><Relationship Type="http://schemas.openxmlformats.org/officeDocument/2006/relationships/notesSlide" Target="/ppt/notesSlides/notesSlide55.xml" Id="R451541cb2deb490e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2cab274b841f2" /><Relationship Type="http://schemas.openxmlformats.org/officeDocument/2006/relationships/notesSlide" Target="/ppt/notesSlides/notesSlide56.xml" Id="R949e5248e3814967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7a9053dd54f23" /><Relationship Type="http://schemas.openxmlformats.org/officeDocument/2006/relationships/notesSlide" Target="/ppt/notesSlides/notesSlide57.xml" Id="Rcb77cc1945f34272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db1db37364862" /><Relationship Type="http://schemas.openxmlformats.org/officeDocument/2006/relationships/notesSlide" Target="/ppt/notesSlides/notesSlide58.xml" Id="Rf95841ca22df4f50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4e668e73c463b" /><Relationship Type="http://schemas.openxmlformats.org/officeDocument/2006/relationships/notesSlide" Target="/ppt/notesSlides/notesSlide59.xml" Id="R6cc19bbf316c41d0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49a256f534c7e" /><Relationship Type="http://schemas.openxmlformats.org/officeDocument/2006/relationships/notesSlide" Target="/ppt/notesSlides/notesSlide60.xml" Id="R485d01ed73794917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91986afe244bb" /><Relationship Type="http://schemas.openxmlformats.org/officeDocument/2006/relationships/notesSlide" Target="/ppt/notesSlides/notesSlide61.xml" Id="R02201b5233294e43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5be997d73492f" /><Relationship Type="http://schemas.openxmlformats.org/officeDocument/2006/relationships/notesSlide" Target="/ppt/notesSlides/notesSlide62.xml" Id="R30cbec92d0d944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F644E-E207-4CB2-9E25-6B9B3FE4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82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7C3AED"/>
                </a:solidFill>
              </a:defRPr>
            </a:pPr>
            <a:r>
              <a:rPr sz="3750" b="1">
                <a:solidFill>
                  <a:srgbClr val="7C3AED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3D774-606A-4E25-B24B-C31671E5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A"/>
                </a:solidFill>
              </a:defRPr>
            </a:pPr>
            <a:r>
              <a:rPr sz="3150" b="1">
                <a:solidFill>
                  <a:srgbClr val="0B1F3A"/>
                </a:solidFill>
              </a:rPr>
              <a:t>Problem Solving and Uninformed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238D5-8ADA-4B15-86FC-A12A3E02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Problem-solving agents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Example problems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Searching for solutions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Uninformed search strategies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9677D-5EA7-4D3F-B348-D121CD7D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Problem-solving agents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3F086-D780-4A86-85AB-4D7B22EA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Example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F7BB0-5556-4482-BECE-D3194893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Searching for solutions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F7424-22FF-4D30-9FBC-BC6D31A9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Uninformed search strategies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456B7-2BB0-441B-9EAE-CE6F1D82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5CCB1-9F33-4EAD-B74C-584C7FB4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01/50</a:t>
            </a:r>
          </a:p>
        </p:txBody>
      </p:sp>
    </p:spTree>
    <p:extLst>
      <p:ext uri="{BB962C8B-B14F-4D97-AF65-F5344CB8AC3E}">
        <p14:creationId xmlns:p14="http://schemas.microsoft.com/office/powerpoint/2010/main" val="10847014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41B96-A282-4992-9CB2-46DC878A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VTU syllabus cross-check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A3816-2F81-4812-97C0-A46F01B9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Roadmap for Module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8CE35-9C88-4F30-B1DF-2EDB86C3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54DD4-3AE2-457A-B0C3-BEF314C3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1. Problem-solving agents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69D3B-F512-47D4-A319-3A90DCA0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00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2. Problem formulation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17087-E4B1-4886-9097-DCE351AA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3. State-space representation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BD3E3-F276-4678-A280-371E20C4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00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4. Example problems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3CD96-08C0-42EB-9776-855A4ECE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00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5. Tree and graph 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86F75-7ACB-4849-A141-944B38F6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6. Breadth-first 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27BCC-CA7E-427D-80A6-77BEE36B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575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7. Depth-first 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D28AC-D06F-4861-B0EC-571D9757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8. Uniform-cost 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C1094-483D-410F-BB15-CCC2C421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575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9. Depth-limited 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16457-8AED-47F4-9B4A-63FE11E5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10. Iterative deepening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D3885-FDF8-4242-B6C3-00E233E8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57800"/>
            <a:ext cx="8572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Every VTU topic is expanded as definition → intuition → workflow → example →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24B7A8-CF9B-4C34-92B2-67106192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02/50</a:t>
            </a:r>
          </a:p>
        </p:txBody>
      </p:sp>
    </p:spTree>
    <p:extLst>
      <p:ext uri="{BB962C8B-B14F-4D97-AF65-F5344CB8AC3E}">
        <p14:creationId xmlns:p14="http://schemas.microsoft.com/office/powerpoint/2010/main" val="9042893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37E000-950D-49D3-B953-E3E05D88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MISSING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47419-8BC2-41CA-9F4A-8E99E56D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Module 2 VTU coverage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EAD9F-AE5D-490A-BD71-0D58EECA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E648C-31A3-4842-AE25-2B9D74DD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VTU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CDC89-72A3-49D7-AEDD-8AFB17D0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66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Local source 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7DA8D-B0E4-4C02-9933-C2300209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66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681C6-B8B1-42C7-B961-24F4D397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Action in this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6E7E6-9E40-414E-84F2-9205794D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Problem-solving agents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CABFC-02FC-47E7-9662-E05657EC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2880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28F09-FD39-46A3-8431-F7CA461D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36D20-9B2E-4B99-BC0A-A46DA46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2880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2C789E-8D8F-4413-A9DB-5812F3C3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Example problems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1A9CEF-B047-4B38-B490-6CCD1B9A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1935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4F71C-A7A4-430C-8EA7-42E64371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354004-A7CC-4C2E-9FD8-8FDB5738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1935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73F5EA-078A-4D50-A780-C7AEB842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Searching for solutions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933ED-DD74-4200-858D-719949AE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990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518BE3-BE24-490B-BEB6-6C43EFC3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990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28DD14-4019-4086-9203-E835A676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0990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1558BC-CD16-4744-A9EF-15AD4EFE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Uninformed search strategies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0A9C74-0D16-4884-93ED-4A2C11A6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D58713-9D6A-4D14-BF53-4248D0DF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045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2D19A9-56FA-45FE-8863-DCA94DAC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62B985-C94B-4294-9234-F6134C11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03/50</a:t>
            </a:r>
          </a:p>
        </p:txBody>
      </p:sp>
    </p:spTree>
    <p:extLst>
      <p:ext uri="{BB962C8B-B14F-4D97-AF65-F5344CB8AC3E}">
        <p14:creationId xmlns:p14="http://schemas.microsoft.com/office/powerpoint/2010/main" val="4266313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1C1B1-C9F9-40C2-A525-65C9C244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AADB0-4EFF-4F3E-9EBD-4F7D1B0B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Problem-solving agents: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8A768-B913-4D3C-8005-1B68AC13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1F7C8-C6E7-430B-95BB-6E553BEE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Problem-solving agents plan a sequence before acting.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8B4FB-6C81-498E-A88F-6A5E54D6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goal formulation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problem formulation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search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execution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5A327-AAB6-4EB6-8DC6-F0386C22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B1787-4F8E-440D-8355-773F2E90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Search is useful when the next action is not obvious.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57BDE-3098-4D4A-85A2-E19E1524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goal formulation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00547-0F56-46EC-9DC0-9223C28A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problem formulation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8DDC8-58D4-483D-9F6C-900F7631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69684-1E8D-4396-A46B-3C1D4272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50D8B-4E0B-4D49-836B-07B4DDC1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04/50</a:t>
            </a:r>
          </a:p>
        </p:txBody>
      </p:sp>
    </p:spTree>
    <p:extLst>
      <p:ext uri="{BB962C8B-B14F-4D97-AF65-F5344CB8AC3E}">
        <p14:creationId xmlns:p14="http://schemas.microsoft.com/office/powerpoint/2010/main" val="7732416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E9160-D0B6-4456-AB8D-FB401643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30D4B-26DF-416D-9D99-69FA6271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Problem-solving agents: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EC896-50DB-4C1C-AE0C-E09028D8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0E517-C101-46A7-A791-E86CF102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problem-solving agents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98CAC-6B19-4098-945B-808231F5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Search is useful when the next action is not obvious.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2E54F-E24F-4AB6-A649-D914E7C8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6EBC0-CFF9-4AF8-86D3-CCC7B61B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Search is useful when the next action is not obvious.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C73EB-7DBA-45D1-8AB1-44CC5CB4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17436-C9D1-4F96-90A4-9D2C9A49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772899-BF90-4EB7-AE21-31019F17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5C56F-BB53-4E03-A3BD-F1A4DF77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2EF2E-36FF-4A45-BE50-6C1F8F60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32415-A8F5-4B92-9B23-2DBFB5F7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05/50</a:t>
            </a:r>
          </a:p>
        </p:txBody>
      </p:sp>
    </p:spTree>
    <p:extLst>
      <p:ext uri="{BB962C8B-B14F-4D97-AF65-F5344CB8AC3E}">
        <p14:creationId xmlns:p14="http://schemas.microsoft.com/office/powerpoint/2010/main" val="787554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7328D-E5E3-4148-BC85-A5BF99B7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74A22-493B-47F5-B25F-73DA9C8C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Problem-solving agents: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B568B-358B-44E1-B0D8-1CEF5FC4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C42C6-824C-4E93-8EA8-8E12045E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657B8-28BD-4E86-A71A-EEBCDC3E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7BB83-1024-4879-9563-A9CAE55B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C330E-1E7D-4005-A009-90DFAD18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Search is useful when the next action is not obvious.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78640-C6CB-45B8-B9F6-233D553E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goal formulation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F3829-B950-4567-8FCC-3DB79006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problem formulation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E5C88-6BDF-4A7B-A133-AD86DAF5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2245C-C5A9-41B5-8D32-85FD15EA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C4E69-0821-410B-8C60-3E60CEB8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22916-7733-4919-9346-6AA65570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06/50</a:t>
            </a:r>
          </a:p>
        </p:txBody>
      </p:sp>
    </p:spTree>
    <p:extLst>
      <p:ext uri="{BB962C8B-B14F-4D97-AF65-F5344CB8AC3E}">
        <p14:creationId xmlns:p14="http://schemas.microsoft.com/office/powerpoint/2010/main" val="6622487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5E6D17-E6DD-4733-A5AA-F325F913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03C50-C5D2-4B18-A44D-55E138ED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Problem-solving agents: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97C74-0817-414E-BAD7-5A7A040E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1B649-5CB3-4745-9704-B46739BE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problem-solving agents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A83EF-2EB2-4903-8957-22541D0C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goal formulation, problem formulation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C54F5-9A85-4CD6-B6F7-81C40FF8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9089A-DF3A-43CC-B127-E27273D5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Search is useful when the next action is not obvious.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65470-7313-4B72-AD83-3147BF6D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01D39-B956-479E-BDE4-0F39A28F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11305-B96D-41C0-B135-238DD1C3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F1556-C9BA-4397-ACC2-74FF6FDB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183B3-03C2-4820-B3E0-DA6EAC64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FE6B45-6D72-45D0-8912-DA53F333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89D95-353C-42AF-8D1C-EBEA1E03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B3624-E9D1-4D22-81B6-B291D047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goal formulation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DCA2D1-6E13-48EA-80E6-EF22CD50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07/50</a:t>
            </a:r>
          </a:p>
        </p:txBody>
      </p:sp>
    </p:spTree>
    <p:extLst>
      <p:ext uri="{BB962C8B-B14F-4D97-AF65-F5344CB8AC3E}">
        <p14:creationId xmlns:p14="http://schemas.microsoft.com/office/powerpoint/2010/main" val="3426348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E5100-261A-4BF6-9312-7F5210E9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53C76-69C2-4598-8DD6-73B50A04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Problem-solving agents: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12FD5-EE94-48AD-845C-484A67C4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556CB-2AFB-4538-A4EB-7923348C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0EF68-A8F4-4E71-8B61-0C0696EF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Search is useful when the next action is not obvious.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A2E09-68EC-481B-A93D-9AC0B415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43385-AA54-468F-A403-F3D653B6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Search is useful when the next action is not obvious.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9777F-1A8D-4FFA-8821-82277196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goal formulation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2C64A-CFB5-4FE9-89D6-489EDEBD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problem formulation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E897F-B07F-4602-A7B4-C759C86F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6BFA3-48B8-4B3D-A9FE-3C9EADE0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A4A59-A8AD-4038-8315-A1269238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651EE-8F92-48C9-9BA6-46978B79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08/50</a:t>
            </a:r>
          </a:p>
        </p:txBody>
      </p:sp>
    </p:spTree>
    <p:extLst>
      <p:ext uri="{BB962C8B-B14F-4D97-AF65-F5344CB8AC3E}">
        <p14:creationId xmlns:p14="http://schemas.microsoft.com/office/powerpoint/2010/main" val="19827843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17605-022D-4A09-9639-3D0FECE9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09F76-4385-4255-BE1A-D45B17E0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Problem formulation: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1D7B7-EF2E-4896-B8E9-85D7FD7E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26267-1DD1-4128-8145-37823FD6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problem definition makes the search space precise.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0E42C-A6FB-49A7-A38D-F708F679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initial state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actions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transition model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goal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061A3-4E27-41DA-9743-2516F771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066AF-E7BE-4C1E-834E-E81DA666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 clear formulation is half the algorithm.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DD076-CDA5-450E-A4E0-4AA23DF1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initial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29E9E-489D-464A-B605-D3E9563C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18480-F489-4630-808D-184D8EFF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transition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D5FEF-4D2E-43D8-9CE9-C92DA459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goal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15B65-2834-4C21-82A6-65BAE11A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09/50</a:t>
            </a:r>
          </a:p>
        </p:txBody>
      </p:sp>
    </p:spTree>
    <p:extLst>
      <p:ext uri="{BB962C8B-B14F-4D97-AF65-F5344CB8AC3E}">
        <p14:creationId xmlns:p14="http://schemas.microsoft.com/office/powerpoint/2010/main" val="12320121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75774-CFB6-4879-A078-03753C83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9C795-C636-488B-8406-942E6C03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Problem formulation: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72ACA-831E-4C4C-A915-0806D6E6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59FFC-D94D-4239-80B2-4BCD0911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problem formulation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DF8E4-5746-4E02-BF3E-8C7BEBFF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A clear formulation is half the algorithm.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3CC7A-6DA7-41FD-90E6-80CD6C03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D2F1C-7D69-404C-B097-CE1F4520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 clear formulation is half the algorithm.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7B106-ADE2-4A6F-A4E1-27B3E6A4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5709F-E049-4E68-9887-55E478CB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0EDA8-2C83-4C10-8A8A-145718F6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BD50C-D768-4B9B-9F27-1FA855E9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5ACD1-329B-4815-854E-07BFA13F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54306-C41F-41DA-9046-037BF7EA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10/50</a:t>
            </a:r>
          </a:p>
        </p:txBody>
      </p:sp>
    </p:spTree>
    <p:extLst>
      <p:ext uri="{BB962C8B-B14F-4D97-AF65-F5344CB8AC3E}">
        <p14:creationId xmlns:p14="http://schemas.microsoft.com/office/powerpoint/2010/main" val="9634903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1734D-07D3-4484-BCD8-8A3CC7BD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07D4E-1E72-4628-B6FC-20A1D709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Problem formulation: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F4748-01D9-434E-8CFA-7F76C3FC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763BC-5063-4AA2-A495-CEFFC8AD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7FA4F-59A6-40E0-B5C3-7B43F283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D04FD-3B5B-4729-BE0F-8306B916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CD9DA-3943-4ED8-8C0E-D8E7FFFD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 clear formulation is half the algorithm.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E48FE1-5C49-4D7B-A8EE-D71B2B21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initial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5FC01-7688-41A8-8A43-A6CAE8FB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25F90-B305-453B-A36E-D4910973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transition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81A8A0-C26A-4A04-AAB6-B26C83A9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goal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5EF4C-2B3C-466D-BEFD-ABE219C6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CD16F-5592-4C8B-A320-EB63CF58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11/50</a:t>
            </a:r>
          </a:p>
        </p:txBody>
      </p:sp>
    </p:spTree>
    <p:extLst>
      <p:ext uri="{BB962C8B-B14F-4D97-AF65-F5344CB8AC3E}">
        <p14:creationId xmlns:p14="http://schemas.microsoft.com/office/powerpoint/2010/main" val="879267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4D60D5-8A5F-4F3A-913E-86B364ED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5AE63-CFF8-437D-9126-3C3A96B0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Problem formulation: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AD364-4943-4BB6-AACA-4C72691B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53E76-FF14-464E-B8BD-16596B95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problem formulation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345E0-FF12-477D-BEE8-D24E247A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initial state, actions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2CCBE-7D78-4B52-BC98-C0C24119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38DB1-8061-49E4-AADC-6CAE9BD5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 clear formulation is half the algorithm.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DD397-BA7F-4A86-B536-DF8A8106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B72F2D-5E75-4A6C-AF8B-1BF92F14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78F0E-524D-48AE-A182-E5B7D614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8AE31-0CE8-439F-AFD1-171D66DD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0547C-33DA-4F21-9171-00770767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54BF73-0C74-4B8C-A103-533C0C62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2E1E8-ED0A-4362-A367-F170F840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F6467-1C4B-4239-8D31-6E0B30A0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initial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4E33D0-9310-4610-A5EC-116D431F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12/50</a:t>
            </a:r>
          </a:p>
        </p:txBody>
      </p:sp>
    </p:spTree>
    <p:extLst>
      <p:ext uri="{BB962C8B-B14F-4D97-AF65-F5344CB8AC3E}">
        <p14:creationId xmlns:p14="http://schemas.microsoft.com/office/powerpoint/2010/main" val="6387013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8D5A92-8468-44E1-8AF2-BE03D8F8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FF7BB-8FF8-4BCF-A742-45D6ACA4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Problem formulation: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E8361-9348-44E3-807A-9195E8D5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1295D-FD33-4F79-B99C-724E986A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61DE9-5C25-42F8-8B6B-21BCBA32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A clear formulation is half the algorithm.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2A117-6B17-4944-A95F-C16A9ED0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58DFA-6332-489B-BB05-089FAD92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 clear formulation is half the algorithm.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268A0-8A95-48B5-BD58-E2B5B1CB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initial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EAF43-312A-4D02-AFDD-A4CE755C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4169D-AB2C-4B1A-BE35-DD1FBB9E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transition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7E064-60B1-4377-B4BA-630915BF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goal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8B491-893E-48C5-94E9-96F6E49F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7B078D-6748-4311-9D5C-35CC76CA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13/50</a:t>
            </a:r>
          </a:p>
        </p:txBody>
      </p:sp>
    </p:spTree>
    <p:extLst>
      <p:ext uri="{BB962C8B-B14F-4D97-AF65-F5344CB8AC3E}">
        <p14:creationId xmlns:p14="http://schemas.microsoft.com/office/powerpoint/2010/main" val="20489652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E93F5-846A-448F-B903-6A2E9560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37706-076D-4F15-B572-73434FD4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State-space representation: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F9A8E-DF4B-4D26-BA93-C84C34A2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994FE-833C-43D9-80A9-E23E6BD4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State-space search explores possible configurations.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6418B-FC7E-45B6-AC0A-D1D902AF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states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operators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path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path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7BB0F-3557-448B-917C-BF9D29ED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F0C29-12AF-4446-8E5A-A6AED7FA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Abstraction removes irrelevant details.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3F4E9-DE26-4924-8BCA-2F40E86F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states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47578-23A6-494A-84C5-A761B3C4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operators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6108C-FB79-4696-9A7D-F4671865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A84D7-CAF3-414B-B3C9-9389652B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path cost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B7F19-ECDF-4B6E-8926-0B644BB0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14/50</a:t>
            </a:r>
          </a:p>
        </p:txBody>
      </p:sp>
    </p:spTree>
    <p:extLst>
      <p:ext uri="{BB962C8B-B14F-4D97-AF65-F5344CB8AC3E}">
        <p14:creationId xmlns:p14="http://schemas.microsoft.com/office/powerpoint/2010/main" val="6193510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23656-CA64-453A-A9C6-DC5F64E5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7A350-4EBE-448A-A52C-45919ED3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State-space representation: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5E69E-172C-48E0-89C7-2A64ABC5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2540A-3943-487B-9191-E6C46F40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state-space representation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BC768-BBC1-4BEE-A6DD-B44494CF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Abstraction removes irrelevant details.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688A5-5F1E-4065-ACAB-33AF5AC6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D893F-3624-494A-907F-E4053F9B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Abstraction removes irrelevant details.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188F0-E6D7-4287-9625-E1AE64BE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F8263-899E-4361-BB64-72658937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3D392-4BBA-4CF8-8830-68E5787B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7699C-54CA-4A76-A8A5-677A4DF5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49FB1D-893C-4BE6-8EF1-0BA2C1F3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9B38E-EC57-4851-9E32-B2215C76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15/50</a:t>
            </a:r>
          </a:p>
        </p:txBody>
      </p:sp>
    </p:spTree>
    <p:extLst>
      <p:ext uri="{BB962C8B-B14F-4D97-AF65-F5344CB8AC3E}">
        <p14:creationId xmlns:p14="http://schemas.microsoft.com/office/powerpoint/2010/main" val="11453458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FDF0A-1630-48D5-8A5B-0182FD78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814AB-C479-48C9-8D75-E367D14C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State-space representation: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FA4F1-CAC5-4B16-9703-E438FA1C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9BA50-5CBF-480E-A01C-4147EB96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FD4A4-049C-43E9-92CF-51CAC255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53920-04BD-4FE8-B578-37852EA0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31F99-14D6-4DA2-B51F-9DC749B1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Abstraction removes irrelevant details.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022BE-D896-435C-A588-1C9ACE3E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states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151FA-A139-4F29-BCCC-644D02D2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operators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1025C-0342-40A1-A9DA-5D587CE6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C3D94-9C11-47C5-9E8E-722FE1E9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path cost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369AC-5423-4FDD-B323-936F009D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66599-4D08-445E-A347-44AE2D6B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16/50</a:t>
            </a:r>
          </a:p>
        </p:txBody>
      </p:sp>
    </p:spTree>
    <p:extLst>
      <p:ext uri="{BB962C8B-B14F-4D97-AF65-F5344CB8AC3E}">
        <p14:creationId xmlns:p14="http://schemas.microsoft.com/office/powerpoint/2010/main" val="8527973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95D5A5-3A0E-493B-B6DE-EFD66014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B9793-950F-46E5-BF50-CA5752EE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State-space representation: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08D42-30CC-4660-B4C5-B6B60B4D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21387-06FC-4BFE-8EFC-8AE983DA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state-space representation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3656B-F868-4A95-A5E1-30B57CBD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states, operators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6C5A2-029B-4B45-A739-38848DCA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244EA-897F-48C6-8D46-FE2E4298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Abstraction removes irrelevant details.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3B1DF-4EDD-4FFA-8E1F-E350041E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9D4D6-2C26-4064-A063-365BA526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1C11A-4505-4997-9DDC-2CE572D9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83D92-20C3-43CF-AAF5-7093D1E9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B7DE8-FF8B-40C7-A056-9F1F5DA4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83EB1-2A5D-4838-A0B0-D674E0EA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BE821-A51F-4969-ABC3-0151A109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A9A05B-AC72-43AA-A795-7878D3A0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DA50D-FF48-4121-835C-142DAF06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17/50</a:t>
            </a:r>
          </a:p>
        </p:txBody>
      </p:sp>
    </p:spTree>
    <p:extLst>
      <p:ext uri="{BB962C8B-B14F-4D97-AF65-F5344CB8AC3E}">
        <p14:creationId xmlns:p14="http://schemas.microsoft.com/office/powerpoint/2010/main" val="13928305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BCB686-5E59-446E-A067-6ABFBD5E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235A2-34F4-4DE9-B149-E057377C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State-space representation: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44E1B-29FF-4084-A255-1ACA2838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96A37-D819-4AEE-A301-575864A4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5D590-C708-4640-BEA1-84581D36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Abstraction removes irrelevant details.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8684D-FE94-4B0E-8423-362C9E03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B565C-066F-462F-B653-FCB9972E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Abstraction removes irrelevant details.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71C2B-2EC5-440E-90DC-182649F3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states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96961-A2EA-4705-A14F-9B92FBD6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operators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7873C-499E-4F76-9D1F-802E5D8A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DDD06-D19F-47A2-B035-3DFECFE0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path cost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E1AD8-4578-4FDE-A31B-686DDF53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DC25F-5725-4749-939E-9B12C688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18/50</a:t>
            </a:r>
          </a:p>
        </p:txBody>
      </p:sp>
    </p:spTree>
    <p:extLst>
      <p:ext uri="{BB962C8B-B14F-4D97-AF65-F5344CB8AC3E}">
        <p14:creationId xmlns:p14="http://schemas.microsoft.com/office/powerpoint/2010/main" val="14205210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0EBBB-00AF-41D0-B0D4-0230874A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B90ED-0F66-41EA-BD60-78AB8F9C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Example problems: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A25C4-BBA0-4A01-98BC-773AEB37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FFC04-7EC7-4C1E-98C8-2E159FEC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Toy problems reveal algorithm behavior clearly.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5CB4B-4B20-4B78-A34D-3912F0FA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vacuum world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8-puzzle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route finding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8-queens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F1C01-49C8-4A25-8A2E-D4C46F96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EB828-0D8B-48F2-A4AD-C5F00F5B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Examples make completeness and optimality visible.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AF95E-03A4-4FE1-A053-FF1D7439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vacuum world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0B760-C9B7-477C-8C7B-7BD4BD11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8-puzzle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843DB-9F57-403D-AD8D-929677BA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route finding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915B8-B341-409E-BC81-FD075610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8-queens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D8454-0494-4490-8B16-C3809BFF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19/50</a:t>
            </a:r>
          </a:p>
        </p:txBody>
      </p:sp>
    </p:spTree>
    <p:extLst>
      <p:ext uri="{BB962C8B-B14F-4D97-AF65-F5344CB8AC3E}">
        <p14:creationId xmlns:p14="http://schemas.microsoft.com/office/powerpoint/2010/main" val="9543731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73B31-1D53-4D4F-B8E4-FF0EB266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B8D98-43E5-416C-BA89-C8723F9B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Example problems: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CE43A-667E-4AAA-B3A4-F9239D5F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DACDD-A731-45C0-BC3C-9C26EA98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example problems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B865E-73FE-4BAA-B88F-2C5EF6EC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Examples make completeness and optimality visible.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4D04E-7902-4D84-B29D-C2628731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0F0C0-773C-49F3-93FB-B018344B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Examples make completeness and optimality visible.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22CE7-842D-4785-BB41-0406CFB8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E19F9-6471-45E4-983A-5055A310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31ADF-47AD-4E1A-8541-A1448455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75862-5AD7-42E3-A7B3-27DFCAD3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408F3-1202-4D18-850B-9086A731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03592-EC00-423F-A49C-3D6490F9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20/50</a:t>
            </a:r>
          </a:p>
        </p:txBody>
      </p:sp>
    </p:spTree>
    <p:extLst>
      <p:ext uri="{BB962C8B-B14F-4D97-AF65-F5344CB8AC3E}">
        <p14:creationId xmlns:p14="http://schemas.microsoft.com/office/powerpoint/2010/main" val="19900075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297CB-7DC7-4311-B43D-D6ABB515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E490A-CF7A-4077-ABB0-3F17F178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Example problems: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D6508-23F6-4D5B-AC1E-958EC8DE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D2C22-33FC-48BE-9A24-CA7F2210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C6CC9-8140-42BE-B04D-5F6610B6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F600F-7E05-44F7-92C4-A1D73916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DE6D7-E1C2-4BE8-8041-EFB6E1E2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Examples make completeness and optimality visible.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AD741-3793-48F7-8559-CE4CBE20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vacuum world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FD5BB-B99E-40D0-BD10-0395FCBA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8-puzzle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8B477-8875-4E79-9FF1-0E81518E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route finding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D250E-01A9-4BD3-A2FA-69C4720D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8-queens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6A5F20-AA9E-4690-B661-CD1B6824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6E7EF-EB5F-4564-B6FB-D309D46D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21/50</a:t>
            </a:r>
          </a:p>
        </p:txBody>
      </p:sp>
    </p:spTree>
    <p:extLst>
      <p:ext uri="{BB962C8B-B14F-4D97-AF65-F5344CB8AC3E}">
        <p14:creationId xmlns:p14="http://schemas.microsoft.com/office/powerpoint/2010/main" val="4610107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FFA2D1-EA30-4EE6-812B-C99B7242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FE5B6-B5B9-4514-8B85-A747A3C9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Example problems: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815CA-BBC6-47F3-AFDC-5062342D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08A64-B954-4543-88C2-403066E2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example problems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54B87-7E3F-4506-A654-029F92B4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vacuum world, 8-puzzle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93ACD-0AFC-4BAB-8AA0-9D41A44F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EE0B3-5EF7-4576-85D5-21C23BFA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Examples make completeness and optimality visible.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8B09D-E96E-428D-AEF2-E2125C6B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E3FBD-7DC6-4169-B003-E7C0BE35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9AABD-411F-40D0-9F43-C77BD3E2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B3205-D836-41E7-BE50-004A97D7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8CAD3-4F48-41F4-846B-14E7BC82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E5167-6973-4518-8CBC-629F77EE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C9D799-99C6-4D51-BC94-C6A1B7D2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E0F2F-4827-4B43-8363-FA74D965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vacuum world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086957-E7CA-4D05-9459-CA755EFF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22/50</a:t>
            </a:r>
          </a:p>
        </p:txBody>
      </p:sp>
    </p:spTree>
    <p:extLst>
      <p:ext uri="{BB962C8B-B14F-4D97-AF65-F5344CB8AC3E}">
        <p14:creationId xmlns:p14="http://schemas.microsoft.com/office/powerpoint/2010/main" val="9913936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74BFB7-7A50-4B5D-AB22-EA9473BD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C9CA4-793A-4886-9300-8568C58F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Example problems: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C9018-75FA-4368-A57D-B0D38C97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B0BAA-F314-411B-A086-72C1EAFC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E9628-4845-4B73-89E2-20EF5368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Examples make completeness and optimality visible.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81A82-7F1D-4D6C-9284-1C79B9D4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3A33A-F133-4F74-A780-074F190A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Examples make completeness and optimality visible.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9A065-406E-48CD-87AD-A2DFE00A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vacuum world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5CA6E-488B-4EFC-84C5-162F5A1A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8-puzzle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5BA15-615C-4D5E-843B-36E021D6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route finding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BAE11-9D96-449C-AEB1-19DDE99D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8-queens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38616-ED3B-47D1-9953-DEF2D89C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996F8-C00A-49F1-A240-D70C3C5F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23/50</a:t>
            </a:r>
          </a:p>
        </p:txBody>
      </p:sp>
    </p:spTree>
    <p:extLst>
      <p:ext uri="{BB962C8B-B14F-4D97-AF65-F5344CB8AC3E}">
        <p14:creationId xmlns:p14="http://schemas.microsoft.com/office/powerpoint/2010/main" val="13232757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CBEF9-A631-4A0B-94E9-F58D0765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3F892-EBAF-4815-9E47-924FA48E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Tree and graph search: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CE069-896B-45CE-83EB-C0B36DB0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E2DB3-EF43-4755-8D86-82D4D7FE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Search strategy decides which frontier node expands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8E97C-2374-42C9-A961-BCBCAAAD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frontier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explored set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node expansion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repeated states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C3BDC-CE61-49D2-87FA-04CD1304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642E6-1D6F-43D5-B2C9-ED804E7B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Graph search avoids repeated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BAD52-DFB6-4F10-A37C-A877E308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frontier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259C3-BD3B-4372-8934-131C10F3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explored 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6F599-5E26-4A14-99DE-1A8F97C3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node expansion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075E8-9AC7-40CD-8EAA-CF87DF5C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repeated states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F97222-A30D-4F74-8591-4FE1D18B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24/50</a:t>
            </a:r>
          </a:p>
        </p:txBody>
      </p:sp>
    </p:spTree>
    <p:extLst>
      <p:ext uri="{BB962C8B-B14F-4D97-AF65-F5344CB8AC3E}">
        <p14:creationId xmlns:p14="http://schemas.microsoft.com/office/powerpoint/2010/main" val="80183979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1702A6-AB88-40F7-9ABE-F5768DD2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FF489-AC1A-4355-8EC4-1D3E6374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Tree and graph search: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9A231-BAC3-4CC0-9D56-D3C735F7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C2D5E-41EE-4596-AAF6-AB8388C4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tree and graph search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8643D-FB24-4777-9DB7-EB851C37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Graph search avoids repeated work.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359C6-01FD-4C4D-9457-933655B0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3BED7-A4AD-42CC-A300-65123B6B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Graph search avoids repeated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00F71-0AC5-415C-B5DC-0BF283FC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F093B-36F3-4124-B7E8-846E84EE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3D695-0CF0-4D92-985E-49B1F576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33557-C726-4BA0-9821-88C7E016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928AE1-5D54-4500-95AE-A76254AB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B6423-1FF1-405B-8338-8F510659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25/50</a:t>
            </a:r>
          </a:p>
        </p:txBody>
      </p:sp>
    </p:spTree>
    <p:extLst>
      <p:ext uri="{BB962C8B-B14F-4D97-AF65-F5344CB8AC3E}">
        <p14:creationId xmlns:p14="http://schemas.microsoft.com/office/powerpoint/2010/main" val="25341999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955C59-CE5A-4E16-8DFC-F8F92BB6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A2833-3EEC-49DE-952D-37A08B80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Tree and graph search: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A502C-EC08-4BC2-9C47-20D299A6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03913-6972-448B-84AA-037495DE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E54FC-180D-49DC-8431-05545C4A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BBEC0-EDC2-473C-AADF-F96039B0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6059D-0043-4A0B-81E8-BA04A47E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Graph search avoids repeated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DB625-3C20-42D8-B6BE-8CEB9359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frontier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64425-D9A3-4706-A299-535D1507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explored 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AF5D3-7AD8-4FC0-9EF4-EE243427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node expansion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CC83B-BC5A-47E3-9F7C-73D70769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repeated states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24ADFD-A8D0-41C2-B062-567CF59F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786DF-3BA7-4C6B-AAE7-74CC83DD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26/50</a:t>
            </a:r>
          </a:p>
        </p:txBody>
      </p:sp>
    </p:spTree>
    <p:extLst>
      <p:ext uri="{BB962C8B-B14F-4D97-AF65-F5344CB8AC3E}">
        <p14:creationId xmlns:p14="http://schemas.microsoft.com/office/powerpoint/2010/main" val="65434702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F1C4E6-1A12-4F7E-A96E-DBA53313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3E070-F71F-43B0-9D44-B734A747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Tree and graph search: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70550-1981-48C5-B85E-492C543A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9CDFE-016A-4192-ABE9-16952CFB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tree and graph search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68C60-A9CA-4F7C-A916-FF1CEC18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frontier, explored set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5F0ED-4B30-4A01-9B09-B14F5590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A30E3-22DC-40EF-9DA1-0715E43F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Graph search avoids repeated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493C2-977E-42E5-BD5C-2055C325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F21CC-514C-4494-BD76-14973784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14C4B-DA4D-4D1E-AFFB-4218EE98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13EB4-856B-4858-B312-61E4AE15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18FBF-AC7C-4A97-97DC-F1511751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6E5B9-A308-4651-B454-0AE1A386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CA699-9E08-4C5B-95DB-8E4ADF05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CC6F9-37E8-4E0C-B729-DDBC9BFC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frontier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7F746-3583-4051-84B2-F9848095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27/50</a:t>
            </a:r>
          </a:p>
        </p:txBody>
      </p:sp>
    </p:spTree>
    <p:extLst>
      <p:ext uri="{BB962C8B-B14F-4D97-AF65-F5344CB8AC3E}">
        <p14:creationId xmlns:p14="http://schemas.microsoft.com/office/powerpoint/2010/main" val="12232406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6E3D9E-74E0-40EE-AC00-BF8FCE4E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53BDC-2F8D-46CE-8F2B-29FC40B1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Tree and graph search: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86DFB-C36F-4E89-967E-0D7EC192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ABCAD-1306-43CF-9645-80087D24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47757-8DC3-41FC-B6CB-43B53592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Graph search avoids repeated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DF715-0B5F-4ADB-BA56-C1A93F3F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6F30E-7AED-4A1E-ABA4-E2E6EB36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Graph search avoids repeated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BBCFD-B927-424F-9CDA-A370D6A3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frontier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7F1AC-B99B-47D3-9E5E-178FA382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explored 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C450C-52E4-4FD2-BC80-622D26B8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node expansion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5201D-B791-477C-AE81-5C674BF8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repeated states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CC610-9286-49B8-9F99-0B1EF8CA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28D39-1455-4914-B28B-E2F1D60F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28/50</a:t>
            </a:r>
          </a:p>
        </p:txBody>
      </p:sp>
    </p:spTree>
    <p:extLst>
      <p:ext uri="{BB962C8B-B14F-4D97-AF65-F5344CB8AC3E}">
        <p14:creationId xmlns:p14="http://schemas.microsoft.com/office/powerpoint/2010/main" val="64171418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995A7-F37A-4482-8626-C51C45C5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29846-D1A5-4324-8EBC-8726561F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Breadth-first search: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E6095-B7BA-4CCB-966F-CA04FB1B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47B46-A56C-41E5-BAD6-D3F64E50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BFS expands all nodes at depth d before d+1.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84205-981E-45CE-8612-7D05E8D5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FIFO queue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shallowest first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complete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memory heavy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6AB79-6F81-4EAA-A771-E6BB53C9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C5F42-5027-421A-A696-36475ED2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BFS is optimal for equal step costs.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B92BD-B0DC-45C8-B20C-E4AF475D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FIFO 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49272-B7F5-4E35-B36B-E8AB1038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shallowest 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5A1E3-9429-456B-977D-32651B16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6A3FB-F48F-427F-A371-40B78753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memory heavy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AF61C-32B2-4211-971A-B9D9BD4F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29/50</a:t>
            </a:r>
          </a:p>
        </p:txBody>
      </p:sp>
    </p:spTree>
    <p:extLst>
      <p:ext uri="{BB962C8B-B14F-4D97-AF65-F5344CB8AC3E}">
        <p14:creationId xmlns:p14="http://schemas.microsoft.com/office/powerpoint/2010/main" val="6917741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E29F6-E3E8-4727-B205-77AE7359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9F06A-4233-45CE-A9D5-8F16FA6E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Breadth-first search: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578DF-9F93-47E3-B21F-07979D14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F6BCF-AED5-413A-952B-594FAA8E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breadth-first search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C68C1-29DA-462D-BA78-0F27E82F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BFS is optimal for equal step costs.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BD646-A6D5-45BE-A151-DB5857D6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AED6C-48EA-407A-9D9C-220E0C03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BFS is optimal for equal step costs.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8C89C-2C09-45EB-B82E-6D25DF39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30AFF-AD29-4F75-956D-C82BD809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ED582-CBF7-42FA-A827-77EE5B9A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0C2E4-12B5-4511-891B-7B58FDFB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6810C-97EA-430F-9895-F5B6B832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22487-9A8F-4316-8CBF-E4DBE154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30/50</a:t>
            </a:r>
          </a:p>
        </p:txBody>
      </p:sp>
    </p:spTree>
    <p:extLst>
      <p:ext uri="{BB962C8B-B14F-4D97-AF65-F5344CB8AC3E}">
        <p14:creationId xmlns:p14="http://schemas.microsoft.com/office/powerpoint/2010/main" val="13273223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BAE9B-8D79-4CB1-A2E7-453E9810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91FAE-73C7-42B3-8FBE-9976D79E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Breadth-first search: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363CE-0B55-4524-9B75-B814EC22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2D09E-FF56-4B67-972F-BA4F416C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97C3A-0F0F-4489-83B2-6BB859A8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398F6-25B9-48AD-88FA-D54E9BFA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FB9315-9F0F-4502-94F6-803AFCCD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BFS is optimal for equal step costs.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4CA82-904E-4BA0-952A-789C56D1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FIFO 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0DAA7-A3C2-4796-A915-4E74DBF2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shallowest 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FBFCC-622F-4258-8742-3706E17F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AA059-C421-4A58-82C5-08702DB2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memory heavy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D6AF1-B553-4B85-AC4A-D7EF3D3C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109CCF-1B3A-435D-BA03-DE071D5E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31/50</a:t>
            </a:r>
          </a:p>
        </p:txBody>
      </p:sp>
    </p:spTree>
    <p:extLst>
      <p:ext uri="{BB962C8B-B14F-4D97-AF65-F5344CB8AC3E}">
        <p14:creationId xmlns:p14="http://schemas.microsoft.com/office/powerpoint/2010/main" val="18097768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3F250F-9810-4B74-96CD-8FFF0D53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59606-9F0B-445C-9EDF-FD0EDF03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Breadth-first search: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4EBF9-59B7-4091-8E8B-6CB300B5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033D5-E71C-434A-88CC-E6631EFF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breadth-first search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A0D96-1999-4E26-A330-5367C855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FIFO queue, shallowest first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518DE-1583-428F-A3F8-295F3A26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D9EE9-D0A7-4334-AF3B-CD7E8FDB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BFS is optimal for equal step costs.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542C4-BBA1-4EB9-989F-81D01F3C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D0DF4-A652-4D06-BA5B-70D1FA11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47D01-5C51-440E-AB6F-C5C8159F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B6E1E0-4A58-462F-B8B3-414676B3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7B7CC-8125-4CE5-8D1D-31099179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581B7-DE04-4CE8-932E-EEB30805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DF1A9F-60A5-450B-8D98-076C48D6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6B318-6BFC-4C6A-BAC3-ECC53190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FIFO queue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3841E4-5E27-4744-9DEE-FFA8FCDF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32/50</a:t>
            </a:r>
          </a:p>
        </p:txBody>
      </p:sp>
    </p:spTree>
    <p:extLst>
      <p:ext uri="{BB962C8B-B14F-4D97-AF65-F5344CB8AC3E}">
        <p14:creationId xmlns:p14="http://schemas.microsoft.com/office/powerpoint/2010/main" val="197846884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B02D6-1356-4791-99BF-1B9FA222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B21C7-23C3-4E2D-8894-21BA0228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Breadth-first search: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EE949-3436-4955-A12C-1FFF0329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3EE4F-D614-48FA-885A-7E178074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A808C-826D-4989-A7B8-151C5C37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BFS is optimal for equal step costs.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AD16D-3FC7-4BCF-A68D-EC488841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C9036-3ECC-40D0-AE76-3AA7ECB3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BFS is optimal for equal step costs.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2BF44-4E86-48F2-BEB7-26FFA6B4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FIFO 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C4409-A09E-4511-A610-EBFCC838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shallowest 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B9ABB-5902-42FD-8824-A4E22829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09DAE-4878-4A3C-959E-0CE9A962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memory heavy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69D04-3038-473B-979A-48D0C723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B2DDB-AD0F-4137-B523-E275DFAE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33/50</a:t>
            </a:r>
          </a:p>
        </p:txBody>
      </p:sp>
    </p:spTree>
    <p:extLst>
      <p:ext uri="{BB962C8B-B14F-4D97-AF65-F5344CB8AC3E}">
        <p14:creationId xmlns:p14="http://schemas.microsoft.com/office/powerpoint/2010/main" val="66167262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22586B-9DD0-49EF-965B-B270B0BF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CCDC0-D0AF-456A-9A56-58155FC9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Depth-first search: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57640-0AE9-405D-90F9-D6E198C0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B0524-3E07-40CD-A84C-C4186290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DFS follows a branch before trying siblings.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80761-924B-435A-95BD-1E16BC50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stack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deepest first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low memory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not optimal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47551-3C6E-4401-BA49-72A0E1E7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C9D6F-9341-40F5-A303-C95DDF6A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DFS is memory-light but can get trapped.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07AB3-5A3A-42A0-9240-10490523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stack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4FE2E-A26C-4E9F-8269-EAE636C2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deepest 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394AD-449B-46D6-950D-F727848D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low 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109FA-3728-4AD3-8CAE-CF9AC6B8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not optimal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630C68-13EA-4BBF-9F17-86589A41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34/50</a:t>
            </a:r>
          </a:p>
        </p:txBody>
      </p:sp>
    </p:spTree>
    <p:extLst>
      <p:ext uri="{BB962C8B-B14F-4D97-AF65-F5344CB8AC3E}">
        <p14:creationId xmlns:p14="http://schemas.microsoft.com/office/powerpoint/2010/main" val="112728656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65BA43-9CF3-4F95-A4B3-F074E5CE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07AE7-3848-4F2B-B6D3-30977C30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Depth-first search: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CDFDF-3FDA-4775-8DC6-3CBA9D60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529AA-CFBB-4E25-96F9-DFCB974D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depth-first search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3786F-1D8B-48A5-8143-0E6D7625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DFS is memory-light but can get trapped.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C03A5-D14C-473D-9B01-A9E04421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679D1-49F7-4D36-A6CE-83355EC8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DFS is memory-light but can get trapped.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A8AB9-B5A7-472B-87D6-319E8F46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5A3D0-DE68-4CCB-B103-C5E246AF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56579-4633-4329-AB37-2DA1BBE7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7145F-07E9-43A2-B698-44FAFE9F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B4DB8-5E0C-4F40-8066-D8187BC3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FFBA0-9F83-46CE-A3EA-B5AED5F9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35/50</a:t>
            </a:r>
          </a:p>
        </p:txBody>
      </p:sp>
    </p:spTree>
    <p:extLst>
      <p:ext uri="{BB962C8B-B14F-4D97-AF65-F5344CB8AC3E}">
        <p14:creationId xmlns:p14="http://schemas.microsoft.com/office/powerpoint/2010/main" val="125543177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84A248-923A-4AF1-993E-3DE3A763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D7FAD-A7F9-47A1-A5A0-1EC84704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Depth-first search: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9E62B-AAC8-4916-97D7-81B14017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DCBA0-4052-46DC-92D4-A7D4AEAA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F335D-51B2-477B-B0C9-483B44FD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EF1A7-DCAB-4A74-AD45-F49112B9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94791-1E2D-440F-B9D4-B0F7506E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DFS is memory-light but can get trapped.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183A9-B584-412A-90CB-6861D4B9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stack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13D4B-F2F6-4693-8569-14E6901C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deepest 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352B2-0764-4859-ABAE-CCDA0F0B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low 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E5203-4318-49AA-979D-836FC706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not optimal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F36199-4E05-4D9E-B3AD-F2C94D0C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23DA26-47B1-41F3-9DD3-2A13D952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36/50</a:t>
            </a:r>
          </a:p>
        </p:txBody>
      </p:sp>
    </p:spTree>
    <p:extLst>
      <p:ext uri="{BB962C8B-B14F-4D97-AF65-F5344CB8AC3E}">
        <p14:creationId xmlns:p14="http://schemas.microsoft.com/office/powerpoint/2010/main" val="6703438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9AFAB9-59CE-4992-825D-4E4038D5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BF4C3-06DE-4D4D-B66F-667C03A1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Depth-first search: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D2921-AB33-4370-AD9E-78ACCE56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622DD-9A6A-4589-95B1-D64D8C82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depth-first search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4FB77-3E44-4F1A-AB4F-742B6BA9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stack, deepest first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8F99F-069C-44D7-93F9-6A51FF31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93269-28E0-4724-844F-DE117370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DFS is memory-light but can get trapped.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55764-1BA9-42D1-8274-5057F4E5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8EFE8-C0BC-44F4-9105-15D927AB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F2AEB-575A-48E6-9AC1-DCBFD45B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9192D-3AEC-4279-A8F5-D3FBA4DE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6C5BF-519E-479C-B7AF-9D2CC8ED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50C74-5536-46D6-AFF7-985A4D14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25DF4-FE98-40AA-87B3-10A16983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E46B4-C347-4767-9109-69FE1832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DC3FA-52E5-4AE0-B51B-FF10F654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37/50</a:t>
            </a:r>
          </a:p>
        </p:txBody>
      </p:sp>
    </p:spTree>
    <p:extLst>
      <p:ext uri="{BB962C8B-B14F-4D97-AF65-F5344CB8AC3E}">
        <p14:creationId xmlns:p14="http://schemas.microsoft.com/office/powerpoint/2010/main" val="151685994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D87947-5ECF-46E3-8AA6-0188363F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2A9A0-E89A-4454-BED9-E4A15F06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Depth-first search: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3F1A5-0AAD-4298-A19F-0A2824A2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7F7E7-0F28-4E21-AA60-61F1BC1A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2A12F-A222-4114-90F6-7ACB494A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DFS is memory-light but can get trapped.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FD8ED-1A48-478C-9D94-127B4961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43C3C-8D7C-4166-A481-CA9CFB1F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DFS is memory-light but can get trapped.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A536E-6A6D-411B-898F-147873CA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stack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59F42-BA09-4771-AAF2-B964EE1D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deepest 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337D1-1ED5-49F1-B94D-B6689C1C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low 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CF056-BDDF-4A00-9BE1-88243427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not optimal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FF5D7-E401-40EA-9567-7041FFEC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966BC-7F02-46AD-A63D-AD80ACC5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38/50</a:t>
            </a:r>
          </a:p>
        </p:txBody>
      </p:sp>
    </p:spTree>
    <p:extLst>
      <p:ext uri="{BB962C8B-B14F-4D97-AF65-F5344CB8AC3E}">
        <p14:creationId xmlns:p14="http://schemas.microsoft.com/office/powerpoint/2010/main" val="123090614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0FC3B-A98A-4917-90F5-4BC19389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CB049-1FA1-46C3-A4F6-25ACAB20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Uniform-cost search: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DAB6D-ED17-4449-A1C6-7814DD1E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6CBDE-32DB-45E1-A683-F8B61282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UCS expands the least-cost frontier node.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A1526-997E-43D4-A0EE-DD972924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priority queue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path cost g(n)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optimal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nonnegative costs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68E9C-49DD-43DF-9088-E9681CD5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193E8-C04E-4CE8-B918-562E9D3A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UCS generalizes BFS to unequal costs.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CB962-AB9F-4CD4-80DC-8FE12F73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priority 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B9995-7F52-48BD-99BA-0E65C490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path cost g(n)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A2291-7920-4F32-9FD9-B1405C6D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optimal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54EAD-92F8-4405-98C0-B08525AC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nonnegative costs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FF784-7EB5-47A5-AD51-B39A5637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39/50</a:t>
            </a:r>
          </a:p>
        </p:txBody>
      </p:sp>
    </p:spTree>
    <p:extLst>
      <p:ext uri="{BB962C8B-B14F-4D97-AF65-F5344CB8AC3E}">
        <p14:creationId xmlns:p14="http://schemas.microsoft.com/office/powerpoint/2010/main" val="56375152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D9485-23E3-4A49-A4A5-3791492C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FF501-415D-4182-910A-69C97044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Uniform-cost search: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8133C-0E2F-4DD6-918B-FC1F8E1F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E5E91-05A1-44AB-BC2D-BEBBA657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uniform-cost search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1A289-B909-43C7-949E-17D45354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UCS generalizes BFS to unequal costs.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DDE29-F1DB-40A2-B119-2E99592D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01DDE-0B4B-49C7-8F06-574310B4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UCS generalizes BFS to unequal costs.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BFE4C-6644-455B-BF88-EA907EEE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67B02-8001-4EB4-B27C-E08E0186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4795B-88D2-456F-9CFB-E8121BC1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6BB72-D8C9-4B9F-B0EA-E62ACCCB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7A3E4-0AB9-4577-8239-62F80172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9A1BA0-9A03-4DF2-8C3D-24980452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40/50</a:t>
            </a:r>
          </a:p>
        </p:txBody>
      </p:sp>
    </p:spTree>
    <p:extLst>
      <p:ext uri="{BB962C8B-B14F-4D97-AF65-F5344CB8AC3E}">
        <p14:creationId xmlns:p14="http://schemas.microsoft.com/office/powerpoint/2010/main" val="48815357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23B95-62C0-46A0-8CAF-8A9BECF7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19CFC-9CC9-40FE-A199-84DADD2D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Uniform-cost search: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6BF7F-E7CB-4D86-9500-34CBC667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5D201-DD5C-4DED-B306-21749409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1ACEE-47EE-4F7D-81F1-ECA69144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D32B7-BE80-4F2A-A89E-E47FE8D9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D848F-982D-4B48-8310-E483AF43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UCS generalizes BFS to unequal costs.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7D490-12B9-4A06-A461-3BDA1D74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priority 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BC361-47E4-47C8-8291-2DCDC085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path cost g(n)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A3FDD-B380-4F6F-8DB8-DC52B150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optimal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F6B45F-0DBD-42A4-A510-5F1018A0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nonnegative costs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8FAE7-061E-4D36-8D34-CDA23974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47ED2-2A27-4F31-963E-2FE7CAB8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41/50</a:t>
            </a:r>
          </a:p>
        </p:txBody>
      </p:sp>
    </p:spTree>
    <p:extLst>
      <p:ext uri="{BB962C8B-B14F-4D97-AF65-F5344CB8AC3E}">
        <p14:creationId xmlns:p14="http://schemas.microsoft.com/office/powerpoint/2010/main" val="129094396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79C393-3B2F-4D66-8EB3-579D2263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C5AD9-69CA-4E03-99A6-1E05DD7F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Uniform-cost search: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FDAB0-398B-4306-B0F5-C9CBE626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C31EC-C830-499C-8241-AF9D74C4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uniform-cost search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D6916-A9C6-4B37-A2B2-1E7C1490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priority queue, path cost g(n)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231CC-29F5-4B38-BA56-28039C0A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BCB03-D31A-4E87-A878-2661BF7B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UCS generalizes BFS to unequal costs.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A7378-853A-43A9-ACB7-9F7231F8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7CE11-B078-4760-9B71-AC21661D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18220-936A-4DD6-A3CB-8E3810E9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774AB-E107-4EBB-970C-27427897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75F74-6FB8-4CEB-AA41-084A496A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71DC2-7547-4FD0-8076-BBD49947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15C3B-DAC1-428C-83CB-2AD6609A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35301-38A5-40EF-968A-DA2474D7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priority queue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49644-35D7-4557-8F34-5A3DD565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42/50</a:t>
            </a:r>
          </a:p>
        </p:txBody>
      </p:sp>
    </p:spTree>
    <p:extLst>
      <p:ext uri="{BB962C8B-B14F-4D97-AF65-F5344CB8AC3E}">
        <p14:creationId xmlns:p14="http://schemas.microsoft.com/office/powerpoint/2010/main" val="160607067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BEAAD6-0F84-4101-B251-66F22D93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294C0-095F-4F03-826D-3D7F08F6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Uniform-cost search: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C3433-08B6-4461-8AC6-4F1C7B29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EDC7B-C073-486F-B1F9-78228961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2683D-23BB-4DAB-A928-70C757CC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UCS generalizes BFS to unequal costs.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A2882-AE38-4225-A99D-AD35A61C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DA88A-7AD5-424F-A808-5924F68C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UCS generalizes BFS to unequal costs.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825A0-9C22-4CB0-A6BA-49FE7C03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priority 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354F7-F7E5-456C-9431-63E6AA71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path cost g(n)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64BF8-1BD2-46D9-A3F8-92548596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optimal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0D4F0-0866-4AB6-872B-B9B809B5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nonnegative costs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C8663-2372-4420-8589-0FC3E17E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11987-01C9-43FF-981E-E42C1BA8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43/50</a:t>
            </a:r>
          </a:p>
        </p:txBody>
      </p:sp>
    </p:spTree>
    <p:extLst>
      <p:ext uri="{BB962C8B-B14F-4D97-AF65-F5344CB8AC3E}">
        <p14:creationId xmlns:p14="http://schemas.microsoft.com/office/powerpoint/2010/main" val="49875655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9DBB7-902F-4994-A7ED-C9B95220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E224F-7C4F-42FC-AFD3-6F918DAD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Depth-limited search: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9F780-E2F6-4F9E-9287-BFC2BC8F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7B17D-A5F0-4CB1-809C-83D9309E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Depth limits prevent infinite descent.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9FEF7-B075-45B1-8AE3-B6DE6F3A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limit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cutoff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failure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incomplete if wrong limit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65A03-8793-4361-A449-A626E4EF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3FA44-A86D-4CF0-8C1E-D2D0617E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The limit must be chosen carefully.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65438-E280-4967-A269-615DEF2C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limit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34D6C-AE33-450E-96CC-015F8F34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cutoff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08F9F-FA8C-4B8C-AFCF-386DC03D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failure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1C55C-AC69-4480-BF54-6F180691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incomplete if wrong limit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2ECA64-ED88-4B9D-B928-6F190AB1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44/50</a:t>
            </a:r>
          </a:p>
        </p:txBody>
      </p:sp>
    </p:spTree>
    <p:extLst>
      <p:ext uri="{BB962C8B-B14F-4D97-AF65-F5344CB8AC3E}">
        <p14:creationId xmlns:p14="http://schemas.microsoft.com/office/powerpoint/2010/main" val="1592102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900E2-940B-4560-9F48-E29DBF36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9DCC8-E054-4C29-B12D-A21007F3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Depth-limited search: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2C10A-1B72-46A7-AE02-1B6FC841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AD2E3-0D44-4B02-9C91-EA0F996E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depth-limited search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8A8F2-7F41-496C-BC03-FEC7AE20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The limit must be chosen carefully.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EDF6B-02D5-4569-94FC-26ADEB2A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82128-1D83-46C8-B6E7-5A4EB142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The limit must be chosen carefully.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26CD1-33AD-430D-8494-523B608F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F3C7A-C3D4-4B5A-889C-FA19EC0C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A51F9-7290-432B-A0BD-F0E78F25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D0067-9030-46EA-A154-9C4E4328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638E22-557A-427F-B3E7-7F28B9A6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901F8-AD67-4784-83BB-BB1FD66E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45/50</a:t>
            </a:r>
          </a:p>
        </p:txBody>
      </p:sp>
    </p:spTree>
    <p:extLst>
      <p:ext uri="{BB962C8B-B14F-4D97-AF65-F5344CB8AC3E}">
        <p14:creationId xmlns:p14="http://schemas.microsoft.com/office/powerpoint/2010/main" val="143574107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74EF6-3800-49B4-90BA-FB1CBF51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8253C-430B-4621-AF3C-146DBBE9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Depth-limited search: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523EE-BADC-4400-B36A-64E7B002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CBA9C-F3FA-4EBB-B560-DD3DACE6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B3D5A-8A0D-46D4-9CC8-8B266EE8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7D472-6C29-46F3-9A24-E9E90BA9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1C0F3-2986-4D8F-A441-1216E2BB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The limit must be chosen carefully.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AECAF-0735-4C6E-A22E-1AFA2AC4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limit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2E40A-B456-4A30-9B83-4FB5C566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cutoff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78420-E8AE-40E0-8D3A-D02C68C2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failure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5E84D-EFD3-420B-A496-FF1B1257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incomplete if wrong limit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694BF-31A7-45A7-9251-053C5ECC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819BB-8B68-4539-8CD4-4A058641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46/50</a:t>
            </a:r>
          </a:p>
        </p:txBody>
      </p:sp>
    </p:spTree>
    <p:extLst>
      <p:ext uri="{BB962C8B-B14F-4D97-AF65-F5344CB8AC3E}">
        <p14:creationId xmlns:p14="http://schemas.microsoft.com/office/powerpoint/2010/main" val="145811917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4D2464-B37F-4638-9482-012EA724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96291-CC1A-4E3B-BBD9-ECE9034B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Depth-limited search: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926B6-E86C-40CE-9C6D-8F2FE878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89003-99A2-4755-9D44-1897ED52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depth-limited search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21029-639E-44AC-8DD2-19AEA21D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limit, cutoff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F813B-A0A8-4041-9595-9428D085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BD9C6-1398-4BD3-BC6F-9929D6F7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The limit must be chosen carefully.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C9DB7-BC0F-4791-B53E-4CA94D7A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EC83D-03CD-4480-B987-9982FFFA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7834F-B1DE-4C95-92A6-11EBDACC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3F271-1163-4849-9DDE-66D98F90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80CEE-5D34-48AE-AF66-7D6FBB77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419BE-C549-4B48-AD42-3D3541EA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587E29-D625-4CA7-AF22-99CFEE6F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E832B9-F663-4925-BD4B-48648899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limit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F552ED-B5D7-4F37-93DC-B5715D24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47/50</a:t>
            </a:r>
          </a:p>
        </p:txBody>
      </p:sp>
    </p:spTree>
    <p:extLst>
      <p:ext uri="{BB962C8B-B14F-4D97-AF65-F5344CB8AC3E}">
        <p14:creationId xmlns:p14="http://schemas.microsoft.com/office/powerpoint/2010/main" val="31957353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96E12-D492-4B30-8600-2C15D967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27CE0-8951-446A-86B1-889E0702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Depth-limited search: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A70D1-7C2A-4EEB-B8B4-3C6BFBCD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FFA58-7362-4F88-BE60-80990C94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E49E4-990F-4DD8-A1BE-6FE0B801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The limit must be chosen carefully.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08FBA-F9BE-4E3F-AAE0-636D884F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C27A3-2585-4B65-A1CC-8CF9D81B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The limit must be chosen carefully.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3B968-10E7-4931-8C5F-F0DC0F0C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limit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BEBAE-5A89-497C-8846-F371728B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cutoff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D3E8A-A250-48C7-9F4C-97B4C5A8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failure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97A1D-80A8-41A3-9ED5-3BD3512D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incomplete if wrong limit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82928-6A1F-44F8-8EAF-B99547BB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378118-877E-4652-8E8F-FFA1BC5B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48/50</a:t>
            </a:r>
          </a:p>
        </p:txBody>
      </p:sp>
    </p:spTree>
    <p:extLst>
      <p:ext uri="{BB962C8B-B14F-4D97-AF65-F5344CB8AC3E}">
        <p14:creationId xmlns:p14="http://schemas.microsoft.com/office/powerpoint/2010/main" val="67271727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C9DA6-2089-45FE-9EE5-07A2DAE6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C36D6-11AD-4D9F-A253-F38320B3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Iterative deepening: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F4D3F-7B74-4692-B509-F9BA0F3D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C8A75-4F67-43A7-AF21-D7507D4D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IDS combines BFS completeness with DFS memory.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C1764-79BA-4497-8C0C-BCA372DD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DLS repeated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increasing limit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complete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low memory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85806-0986-4F41-AB58-DB54B860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FC004-16E1-4D12-8CE3-66D08C37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IDS is practical when solution depth is unknown.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95EFE-91BB-4CC7-BAE6-9FD7BCDC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DLS repeated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FBF4C-DF5F-4608-9F4F-60C7E791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increasing limit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28B1C-3B30-4197-9FD1-620DD3A4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1F76D-DEA9-42A6-AE6F-CD6C3349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low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12365-548A-4C0D-A20A-5F966F09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49/50</a:t>
            </a:r>
          </a:p>
        </p:txBody>
      </p:sp>
    </p:spTree>
    <p:extLst>
      <p:ext uri="{BB962C8B-B14F-4D97-AF65-F5344CB8AC3E}">
        <p14:creationId xmlns:p14="http://schemas.microsoft.com/office/powerpoint/2010/main" val="207824448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3E0F5-B770-4B41-9426-1CFCD264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7442A-4881-404B-9759-CDA1388B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Iterative deepening: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1642B-E444-4AB0-90B8-05AFF5C5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054F6-2BC1-46E0-A7EA-CA1B3139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iterative deepening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81E90-0CAD-47FA-BBE1-AC8141FD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IDS is practical when solution depth is unknown.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0C01A-7DFE-4DEF-BAF3-A909B5AD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1B95F-215C-4F77-A9BB-DD5ADAD3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IDS is practical when solution depth is unknown.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53184-1B33-4CA6-89C8-FBB77A16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81255-CC35-4C43-A88A-A87A1036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BD2F2-5189-4AA3-A219-77D3725D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E7F3D-EBE2-49C2-BBE3-0CE7DE76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EE144-0DDF-4910-8874-AFF4A2ED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1948B-3C3C-4A78-9308-344F9208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50/50</a:t>
            </a:r>
          </a:p>
        </p:txBody>
      </p:sp>
    </p:spTree>
    <p:extLst>
      <p:ext uri="{BB962C8B-B14F-4D97-AF65-F5344CB8AC3E}">
        <p14:creationId xmlns:p14="http://schemas.microsoft.com/office/powerpoint/2010/main" val="2074717007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86430-3054-41BB-91CC-3FED4C16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40394-699F-40B6-B988-5E6504BF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Iterative deepening: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7F0A8-12A1-4108-AED2-AB7AF03C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E911A-C7AE-4C4B-B5B4-AE0283A8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ECC8A-A7C5-4216-A8A4-BF1AD01F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85A1C-F553-4A37-83BD-96844E84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C35B4-2E2F-49F9-9E51-3852E349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IDS is practical when solution depth is unknown.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99F6B-176A-4F61-86F9-4A7BDECE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DLS repeated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A2E99-B2B5-4C2E-A29B-1F85F64E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increasing limit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02EFF-16F8-4A9D-9A98-25F98D98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B8B76-7FDE-4D0D-AB55-7C6DA91D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low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E5EE58-05A2-433D-941F-8488CF0E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962F07-C406-4301-9D80-EB16E0BD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51/50</a:t>
            </a:r>
          </a:p>
        </p:txBody>
      </p:sp>
    </p:spTree>
    <p:extLst>
      <p:ext uri="{BB962C8B-B14F-4D97-AF65-F5344CB8AC3E}">
        <p14:creationId xmlns:p14="http://schemas.microsoft.com/office/powerpoint/2010/main" val="135645916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E40C5F-1179-47A9-BDA3-12F780FD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8F3D4-EFC1-45D8-A5BF-BCB6675F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Iterative deepening: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00CF9-F713-4638-847E-773243FE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CFD9E-5E0F-434B-B903-D1F0856F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iterative deepening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FC53C-B137-4EBC-8868-1685186A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DLS repeated, increasing limit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A8FD9-92D2-40F2-BB3E-324EFEF7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E82CC-4927-452F-83A5-15CC58CC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IDS is practical when solution depth is unknown.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D430C-AEE7-4FEE-90C2-EE8FD8FD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28C9D-31E0-4105-B572-40D677FD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5608F-A12F-433B-967E-F01C47A6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442D2-368D-40D0-8542-A8F0B461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E0361-4450-446D-AED1-B0A0A984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3BBC8-FF5A-45CC-8BFF-5F84B8C0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8561F-C94F-4647-8349-D14AE69C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BD4FE-DC23-47D9-9706-9BC22B6B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DLS repeated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E3329-2E16-4DC0-9BC8-57A56EA4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52/50</a:t>
            </a:r>
          </a:p>
        </p:txBody>
      </p:sp>
    </p:spTree>
    <p:extLst>
      <p:ext uri="{BB962C8B-B14F-4D97-AF65-F5344CB8AC3E}">
        <p14:creationId xmlns:p14="http://schemas.microsoft.com/office/powerpoint/2010/main" val="75577038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4B5961-B6F8-4FBF-975D-7CE9ED7C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0748B-5B1B-474C-995A-E5D61081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Iterative deepening: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2C028-81CE-45C7-A2A5-5C90ACCA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7DE6A-0EA7-4D49-B64F-45DDC1BD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F4AE7-5E52-4D45-BCDF-F93DBFD1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IDS is practical when solution depth is unknown.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AB09C-AE6B-476D-9714-AA2BE761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A6DB8-D7BA-4765-BCFE-32A36585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IDS is practical when solution depth is unknown.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BF3AA-D06B-4A2A-B891-937948C9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DLS repeated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FC15F-38E4-4422-AB47-95169C31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increasing limit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23EA4-BAED-4429-8FCD-829256FF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93780-3C0F-4F32-9D0D-2FC84DA2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low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6FB28-0217-4F82-A632-4D1801E9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B70B6-B97B-4C1F-8315-494E7DA7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53/50</a:t>
            </a:r>
          </a:p>
        </p:txBody>
      </p:sp>
    </p:spTree>
    <p:extLst>
      <p:ext uri="{BB962C8B-B14F-4D97-AF65-F5344CB8AC3E}">
        <p14:creationId xmlns:p14="http://schemas.microsoft.com/office/powerpoint/2010/main" val="44849121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132BB-3F0E-4229-A839-C68E892D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3A0E2-D558-4695-ADD1-CA756B32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Comparing blind search: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077B7-5091-4C25-ACD4-3A9ED775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4636B-F8E3-470E-8DEE-71DD6225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No uninformed strategy dominates all cases.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7DAB4-2A9E-4C9B-A3A3-1AC75C31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completeness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optimality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time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space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FD846-6CE1-458C-989B-4EC787BB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1A083-C97C-44BE-94F0-DA451008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Choose strategy from problem constraints.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11802-9B4B-440B-9908-ABBE228D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completeness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6B1CB-EFF2-403B-8547-4D410E78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optimality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E802F-9F82-4E8A-8559-E8E06575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2742D-0A3F-45CA-A26D-246A8F5E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002A7-B409-419C-AC8F-B07657B9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54/50</a:t>
            </a:r>
          </a:p>
        </p:txBody>
      </p:sp>
    </p:spTree>
    <p:extLst>
      <p:ext uri="{BB962C8B-B14F-4D97-AF65-F5344CB8AC3E}">
        <p14:creationId xmlns:p14="http://schemas.microsoft.com/office/powerpoint/2010/main" val="150008367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31C0C-5F38-4A3A-80C1-1F45E483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37AE6-B917-47AC-AF62-CF0AE877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Comparing blind search: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8D808-7945-4599-A486-15E92188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1126D-2C4D-48E6-8A9C-98A18899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comparing blind search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4AE60-8DC6-4EAE-92A4-4269233A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Choose strategy from problem constraints.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0ABC1-488E-4D31-9EDF-ACED8378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BC131-98AA-43CC-9D5C-CE7B4873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Choose strategy from problem constraints.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3DBE0-8769-4128-BCA8-12E5A553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E80FA-418E-4E89-98AC-F203363E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46C0D-83C1-41A7-9301-D9C10360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4D224-3320-4D7A-BD43-3B78389E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C6F56-13B9-4A38-A7CB-8FC79C9F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EEFD5-8C02-4EAB-A935-95B56FFE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55/50</a:t>
            </a:r>
          </a:p>
        </p:txBody>
      </p:sp>
    </p:spTree>
    <p:extLst>
      <p:ext uri="{BB962C8B-B14F-4D97-AF65-F5344CB8AC3E}">
        <p14:creationId xmlns:p14="http://schemas.microsoft.com/office/powerpoint/2010/main" val="129175222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5459A2-9DC6-436B-8C94-9FC5BB72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C38D0-565F-4A40-A422-93AB3BAB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Comparing blind search: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6FD2D-1CEA-471E-8C7C-864E2986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D9658-4465-40F0-9EAE-41FD0763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98B71-A66D-41C5-BBCC-7A8C95E1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4EF8C-3629-4D1F-9037-D3FAD06E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93D41-38DA-4671-B4A6-31C225A7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Choose strategy from problem constraints.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0BD44-6CF9-48B4-A00A-75E1BAD4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completeness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5D211-1A28-448A-8D7A-3E0F33DA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optimality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9B94D-EA44-4002-B9C9-C5A7E408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D5ED40-750C-446F-AB86-7B5610A6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FCE62B-F58A-4A4E-B759-53B76B39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898033-2315-4D39-B7C3-CD1CBC7D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56/50</a:t>
            </a:r>
          </a:p>
        </p:txBody>
      </p:sp>
    </p:spTree>
    <p:extLst>
      <p:ext uri="{BB962C8B-B14F-4D97-AF65-F5344CB8AC3E}">
        <p14:creationId xmlns:p14="http://schemas.microsoft.com/office/powerpoint/2010/main" val="1409430914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2D26D-087F-44A2-B668-6A161A8F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E497D-F2AF-4042-890C-9B5999DC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Comparing blind search: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4192C-AB95-4047-8E72-FC41864E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24598-E9CE-40DA-91ED-5A23AD48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comparing blind search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C6355-FC99-456A-A549-77A2144A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completeness, optimality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20D0E-AD37-4507-B91C-28B4B33D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36879-DEA2-4238-A79D-ABA42B29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Choose strategy from problem constraints.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343BB9-E61C-4096-8126-18EAB4B7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33544-5C54-4A93-B9B7-915AAD39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DA205-932B-475A-83E5-4AFACE62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E1CC2-FD89-4745-BCF3-A685C4E8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6C64F-2029-406D-BE2E-1000B165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99D761-3445-499F-AF4B-F9174973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B79A9-E2DC-4CEF-9849-E6D612FF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1580CE-E9B4-4973-9FEA-BA450F5F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completeness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4F5CDD-029C-48A3-ABEF-8FD7CB90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57/50</a:t>
            </a:r>
          </a:p>
        </p:txBody>
      </p:sp>
    </p:spTree>
    <p:extLst>
      <p:ext uri="{BB962C8B-B14F-4D97-AF65-F5344CB8AC3E}">
        <p14:creationId xmlns:p14="http://schemas.microsoft.com/office/powerpoint/2010/main" val="1241727397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DC7A3-39B9-4194-B287-FF490AE6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FD43D-EFA1-4D38-8973-A7BEFF9D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Comparing blind search: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049EE-13B9-4328-936C-474405DA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16CAC-6F8A-4CB1-8373-976F8F93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1BD56-2F8C-424B-9453-C326BA02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Choose strategy from problem constraints.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E4B21-71DC-430F-83CC-B7C51E1E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CC748-44A1-45BE-AEA7-A8F9E073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Choose strategy from problem constraints.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AA8E2-0382-4353-802A-72D0F108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completeness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BF8E4-3373-482C-8A40-7C34CB0E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optimality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4DACB-066E-4E67-8464-985D5E93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59354B-2689-40D1-9E78-9B7AF815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72597-2CF0-4D4E-942C-16758C2D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42F102-044F-49D3-9368-3A880DE1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58/50</a:t>
            </a:r>
          </a:p>
        </p:txBody>
      </p:sp>
    </p:spTree>
    <p:extLst>
      <p:ext uri="{BB962C8B-B14F-4D97-AF65-F5344CB8AC3E}">
        <p14:creationId xmlns:p14="http://schemas.microsoft.com/office/powerpoint/2010/main" val="172595940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1260D2-6871-4EFA-8BB6-88AECD38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EAC53-402E-4D29-9CC4-25C5582F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Module 2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D10DB-F538-46D3-8BFA-FAA5D014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D5E5D-1F13-4A4E-AEA2-BF5D3229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Problem Solving and Uninformed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F41EB-21FE-4308-995D-58572A2F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Problem-solving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35FE6-3900-436E-A7FF-BAB6C55E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Problem formulation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4882D-D303-45A1-A713-089BB9CD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State-space representation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F2282-A343-40F6-B8FC-C4156C05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Example problems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60BBB-5564-40B8-B7AB-2D5E9540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Tree and graph 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6355B-19E7-4C2B-AD59-AA7744E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Breadth-first 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43656-D551-421C-A3E4-41210AB1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Depth-first 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0AB70-7C77-40AF-B2CD-F3B11400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Uniform-cost 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156E25-FA8D-4B7D-A9D5-36A3F124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7912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Explain the module by connecting each outer idea back to the center.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E543FA-D402-4485-8C09-FABAED95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59/50</a:t>
            </a:r>
          </a:p>
        </p:txBody>
      </p:sp>
    </p:spTree>
    <p:extLst>
      <p:ext uri="{BB962C8B-B14F-4D97-AF65-F5344CB8AC3E}">
        <p14:creationId xmlns:p14="http://schemas.microsoft.com/office/powerpoint/2010/main" val="864430398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B76302-C131-4316-BB98-625B7057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E2C7B-20AA-4FC0-86B6-0B286874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Module 2 exam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43AAE-611A-421E-9680-6ABFA7B6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929DF-7501-46D3-B42F-A7EA2490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6078C-0D71-4BE9-97F7-8CDB5EF4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5049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Explain problem-solving agents with a neat diagram.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ED3EF-2924-41B9-952A-E9563DE8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6002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34228-1D92-45DA-9520-9FBBB2B4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3595A-63E5-4F2F-AF81-560F0D60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288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Apply problem formulation to a small example and state the takeaway.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0A2EA-EB36-435C-AAF4-8C88FF8F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241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10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1E0A1-E6E7-4C9E-973D-86A0971A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7B7C2-A051-4331-9DA5-D67D8A0F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52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Explain state-space representation with a neat diagram.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0028F-7A82-4F41-A0BA-A36E74FE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480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10 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1C6FE-3A2B-4DD5-AEC0-5C159776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814B2-849B-4646-933F-38F6C179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76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Apply example problems to a small example and state the takeaway.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B925CD-3F39-4084-A176-B3824069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719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short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C4201D-1046-429E-A916-46DB4E3C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A8B470-4188-4A93-B766-6D9102D3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00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Explain tree and graph search with a neat diagram.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783324-BA93-4284-8E89-22B5D9D9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95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short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4D6E1D-AF2D-4D00-84C7-C2A357BD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A263D9-E2F2-40D1-B21F-0B92F22A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24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Apply breadth-first search to a small example and state the takeaway.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952BD9-B331-49A7-9E8B-126D46AB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19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short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8AB20E-8AF2-4285-9CF6-D05D17BE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60/50</a:t>
            </a:r>
          </a:p>
        </p:txBody>
      </p:sp>
    </p:spTree>
    <p:extLst>
      <p:ext uri="{BB962C8B-B14F-4D97-AF65-F5344CB8AC3E}">
        <p14:creationId xmlns:p14="http://schemas.microsoft.com/office/powerpoint/2010/main" val="14570411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43ECF-F657-4637-A9CE-BE9BF49A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Problem Solving and Uninformed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1BFE4-EA04-4332-8A7A-B1072C51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Problem-solving agents: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ED1C8-C675-4369-ABF7-83F07F6B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7D4E2-C6D5-40C9-B0CA-EE0B4B53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83BA2-9BEC-4DBD-B681-F725318F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Search is useful when the next action is not obvious.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61ABF-C4B9-4FEA-BADB-14020170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E6763-C868-4011-819B-DCDDC085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Search is useful when the next action is not obvious.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18A97-B1CA-43C3-8E88-E638ADF7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goal formulation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E46E7-D73F-4552-A581-F6DFE726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problem formulation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A9490-DCCA-4D0D-A9C5-9F979FAC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2AC26-2C85-456A-8C0F-F72C0763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E205C-D296-437E-9112-1EE2036B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226C8-6C76-4E00-A17F-292D53EA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61/50</a:t>
            </a:r>
          </a:p>
        </p:txBody>
      </p:sp>
    </p:spTree>
    <p:extLst>
      <p:ext uri="{BB962C8B-B14F-4D97-AF65-F5344CB8AC3E}">
        <p14:creationId xmlns:p14="http://schemas.microsoft.com/office/powerpoint/2010/main" val="1308985850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9922A-6C4E-4474-BE74-EB5B052B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A03C3-3FD1-44C4-91C0-1BA90E17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Module 2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DEF39-8DB6-4F21-ABAC-F1919EAD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02BC5-6840-4B9E-AA75-073D4F0E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Problem Solving and Uninformed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2C012-544D-4F79-94CE-B265C9DB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Problem-solving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BD60D-806B-4B3C-8698-5D2D5EAC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Problem formulation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226B5-CEFD-46B2-AD72-8B9B4F56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State-space representation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C01F1-73D3-429A-BFB9-917D4220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Example problems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78C06-087F-455C-A031-DF1731ED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Tree and graph 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9D703-166E-4597-9D44-9E5F1AA2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Breadth-first 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8FC2B-AD30-4BE5-A168-D298E471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Depth-first 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D6FE93-DB41-4953-9430-70B9A138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Uniform-cost 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EAE5E-ECAD-4B20-906B-E4300841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7912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Explain the module by connecting each outer idea back to the center.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899DF-3CBC-4AAD-8FE2-141582E3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2 • 62/50</a:t>
            </a:r>
          </a:p>
        </p:txBody>
      </p:sp>
    </p:spTree>
    <p:extLst>
      <p:ext uri="{BB962C8B-B14F-4D97-AF65-F5344CB8AC3E}">
        <p14:creationId xmlns:p14="http://schemas.microsoft.com/office/powerpoint/2010/main" val="1014346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2026-08-18T11:20:19.0320000Z</dcterms:created>
  <dcterms:modified xsi:type="dcterms:W3CDTF">2026-08-18T11:20:19.0320000Z</dcterms:modified>
</coreProperties>
</file>