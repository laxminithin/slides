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e8840aaf604a7c" /><Relationship Type="http://schemas.openxmlformats.org/officeDocument/2006/relationships/extended-properties" Target="/docProps/app.xml" Id="Rdcf3169a56354122" /><Relationship Type="http://schemas.openxmlformats.org/officeDocument/2006/relationships/officeDocument" Target="/ppt/presentation.xml" Id="Rd8441624b07f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c21567c4df4a7d"/>
  </p:sldMasterIdLst>
  <p:notesMasterIdLst>
    <p:notesMasterId xmlns:r="http://schemas.openxmlformats.org/officeDocument/2006/relationships" r:id="Reb42154f401b4ea6"/>
  </p:notesMasterIdLst>
  <p:sldIdLst>
    <p:sldId xmlns:r="http://schemas.openxmlformats.org/officeDocument/2006/relationships" id="256" r:id="R7474c4113ded411d"/>
    <p:sldId xmlns:r="http://schemas.openxmlformats.org/officeDocument/2006/relationships" id="257" r:id="R1605c7bf94194d5e"/>
    <p:sldId xmlns:r="http://schemas.openxmlformats.org/officeDocument/2006/relationships" id="258" r:id="Rf46be3b9b8954480"/>
    <p:sldId xmlns:r="http://schemas.openxmlformats.org/officeDocument/2006/relationships" id="259" r:id="R743d61bee7274db9"/>
    <p:sldId xmlns:r="http://schemas.openxmlformats.org/officeDocument/2006/relationships" id="260" r:id="R684335b1d7674b92"/>
    <p:sldId xmlns:r="http://schemas.openxmlformats.org/officeDocument/2006/relationships" id="261" r:id="R1feab42f4b744d1a"/>
    <p:sldId xmlns:r="http://schemas.openxmlformats.org/officeDocument/2006/relationships" id="262" r:id="R9a1647266f7a4542"/>
    <p:sldId xmlns:r="http://schemas.openxmlformats.org/officeDocument/2006/relationships" id="263" r:id="Re4c98ad83b524c46"/>
    <p:sldId xmlns:r="http://schemas.openxmlformats.org/officeDocument/2006/relationships" id="264" r:id="Raa8368c785af4acb"/>
    <p:sldId xmlns:r="http://schemas.openxmlformats.org/officeDocument/2006/relationships" id="265" r:id="R7480f59634144650"/>
    <p:sldId xmlns:r="http://schemas.openxmlformats.org/officeDocument/2006/relationships" id="266" r:id="Ra0ffffd44f664b65"/>
    <p:sldId xmlns:r="http://schemas.openxmlformats.org/officeDocument/2006/relationships" id="267" r:id="Rb9a242673b01443e"/>
    <p:sldId xmlns:r="http://schemas.openxmlformats.org/officeDocument/2006/relationships" id="268" r:id="Rbd6dae0ff1e2453f"/>
    <p:sldId xmlns:r="http://schemas.openxmlformats.org/officeDocument/2006/relationships" id="269" r:id="Rf8b2a998b4014270"/>
    <p:sldId xmlns:r="http://schemas.openxmlformats.org/officeDocument/2006/relationships" id="270" r:id="R418efae81fc043c4"/>
    <p:sldId xmlns:r="http://schemas.openxmlformats.org/officeDocument/2006/relationships" id="271" r:id="R8c252b3e47634e0e"/>
    <p:sldId xmlns:r="http://schemas.openxmlformats.org/officeDocument/2006/relationships" id="272" r:id="R8a8c1348ee4f4b60"/>
    <p:sldId xmlns:r="http://schemas.openxmlformats.org/officeDocument/2006/relationships" id="273" r:id="R54cb356d3fde4ed1"/>
    <p:sldId xmlns:r="http://schemas.openxmlformats.org/officeDocument/2006/relationships" id="274" r:id="R8d7a0638598048dd"/>
    <p:sldId xmlns:r="http://schemas.openxmlformats.org/officeDocument/2006/relationships" id="275" r:id="R0070d4b3ee684e03"/>
    <p:sldId xmlns:r="http://schemas.openxmlformats.org/officeDocument/2006/relationships" id="276" r:id="R9d2f784e86e1426f"/>
    <p:sldId xmlns:r="http://schemas.openxmlformats.org/officeDocument/2006/relationships" id="277" r:id="R76ea6c65560541ff"/>
    <p:sldId xmlns:r="http://schemas.openxmlformats.org/officeDocument/2006/relationships" id="278" r:id="R2c5cfebcf6564b48"/>
    <p:sldId xmlns:r="http://schemas.openxmlformats.org/officeDocument/2006/relationships" id="279" r:id="Rc8823bd7c0c2446e"/>
    <p:sldId xmlns:r="http://schemas.openxmlformats.org/officeDocument/2006/relationships" id="280" r:id="R2bcf1bac2f3c4f3c"/>
    <p:sldId xmlns:r="http://schemas.openxmlformats.org/officeDocument/2006/relationships" id="281" r:id="R42ef4063a7054bc8"/>
    <p:sldId xmlns:r="http://schemas.openxmlformats.org/officeDocument/2006/relationships" id="282" r:id="R1cf80c627a284c21"/>
    <p:sldId xmlns:r="http://schemas.openxmlformats.org/officeDocument/2006/relationships" id="283" r:id="R2f64781b53184ebc"/>
    <p:sldId xmlns:r="http://schemas.openxmlformats.org/officeDocument/2006/relationships" id="284" r:id="R10e7d1d062d94551"/>
    <p:sldId xmlns:r="http://schemas.openxmlformats.org/officeDocument/2006/relationships" id="285" r:id="R30c4cdb09a054ae9"/>
    <p:sldId xmlns:r="http://schemas.openxmlformats.org/officeDocument/2006/relationships" id="286" r:id="R5b2678d490114e56"/>
    <p:sldId xmlns:r="http://schemas.openxmlformats.org/officeDocument/2006/relationships" id="287" r:id="R89df85d5699649a7"/>
    <p:sldId xmlns:r="http://schemas.openxmlformats.org/officeDocument/2006/relationships" id="288" r:id="Rd44698c768e4492e"/>
    <p:sldId xmlns:r="http://schemas.openxmlformats.org/officeDocument/2006/relationships" id="289" r:id="R034cbb68924f418d"/>
    <p:sldId xmlns:r="http://schemas.openxmlformats.org/officeDocument/2006/relationships" id="290" r:id="Re108499b4a3448ac"/>
    <p:sldId xmlns:r="http://schemas.openxmlformats.org/officeDocument/2006/relationships" id="291" r:id="R57761bf7a4864173"/>
    <p:sldId xmlns:r="http://schemas.openxmlformats.org/officeDocument/2006/relationships" id="292" r:id="R9c655d535e424a74"/>
    <p:sldId xmlns:r="http://schemas.openxmlformats.org/officeDocument/2006/relationships" id="293" r:id="R3bee906d35bb4a53"/>
    <p:sldId xmlns:r="http://schemas.openxmlformats.org/officeDocument/2006/relationships" id="294" r:id="R8359bb9aa57a4f10"/>
    <p:sldId xmlns:r="http://schemas.openxmlformats.org/officeDocument/2006/relationships" id="295" r:id="Rec74a12093f04b0e"/>
    <p:sldId xmlns:r="http://schemas.openxmlformats.org/officeDocument/2006/relationships" id="296" r:id="Ref55a67f67004e77"/>
    <p:sldId xmlns:r="http://schemas.openxmlformats.org/officeDocument/2006/relationships" id="297" r:id="R4ac4236cd6fc44e8"/>
    <p:sldId xmlns:r="http://schemas.openxmlformats.org/officeDocument/2006/relationships" id="298" r:id="Rc64d1d00eb194dee"/>
    <p:sldId xmlns:r="http://schemas.openxmlformats.org/officeDocument/2006/relationships" id="299" r:id="R14e3dfcf2e20483c"/>
    <p:sldId xmlns:r="http://schemas.openxmlformats.org/officeDocument/2006/relationships" id="300" r:id="R4539ac03082f4347"/>
    <p:sldId xmlns:r="http://schemas.openxmlformats.org/officeDocument/2006/relationships" id="301" r:id="Ra9c6321841944d67"/>
    <p:sldId xmlns:r="http://schemas.openxmlformats.org/officeDocument/2006/relationships" id="302" r:id="Re491b21139ac466e"/>
    <p:sldId xmlns:r="http://schemas.openxmlformats.org/officeDocument/2006/relationships" id="303" r:id="R94f868ec3ee54ae7"/>
    <p:sldId xmlns:r="http://schemas.openxmlformats.org/officeDocument/2006/relationships" id="304" r:id="R507c8265178347ef"/>
    <p:sldId xmlns:r="http://schemas.openxmlformats.org/officeDocument/2006/relationships" id="305" r:id="R0149a6fa169d408e"/>
    <p:sldId xmlns:r="http://schemas.openxmlformats.org/officeDocument/2006/relationships" id="306" r:id="R57db6e776db44184"/>
    <p:sldId xmlns:r="http://schemas.openxmlformats.org/officeDocument/2006/relationships" id="307" r:id="R95c0616904104bce"/>
    <p:sldId xmlns:r="http://schemas.openxmlformats.org/officeDocument/2006/relationships" id="308" r:id="R282889e5c8fb4645"/>
    <p:sldId xmlns:r="http://schemas.openxmlformats.org/officeDocument/2006/relationships" id="309" r:id="R76186010dd1b4ece"/>
    <p:sldId xmlns:r="http://schemas.openxmlformats.org/officeDocument/2006/relationships" id="310" r:id="Rcaee3ba0b070451e"/>
    <p:sldId xmlns:r="http://schemas.openxmlformats.org/officeDocument/2006/relationships" id="311" r:id="R866aed7169aa4f69"/>
    <p:sldId xmlns:r="http://schemas.openxmlformats.org/officeDocument/2006/relationships" id="312" r:id="R830f921f70474763"/>
    <p:sldId xmlns:r="http://schemas.openxmlformats.org/officeDocument/2006/relationships" id="313" r:id="R1882c3488246488b"/>
    <p:sldId xmlns:r="http://schemas.openxmlformats.org/officeDocument/2006/relationships" id="314" r:id="R2bf7a8f5b3a54f3a"/>
    <p:sldId xmlns:r="http://schemas.openxmlformats.org/officeDocument/2006/relationships" id="315" r:id="R084e8d9a2224477e"/>
    <p:sldId xmlns:r="http://schemas.openxmlformats.org/officeDocument/2006/relationships" id="316" r:id="R15b983c548bf4077"/>
    <p:sldId xmlns:r="http://schemas.openxmlformats.org/officeDocument/2006/relationships" id="317" r:id="Rc1ef5712c8644026"/>
    <p:sldId xmlns:r="http://schemas.openxmlformats.org/officeDocument/2006/relationships" id="318" r:id="R953086562c124225"/>
    <p:sldId xmlns:r="http://schemas.openxmlformats.org/officeDocument/2006/relationships" id="319" r:id="R3d089fb069864ed7"/>
    <p:sldId xmlns:r="http://schemas.openxmlformats.org/officeDocument/2006/relationships" id="320" r:id="R2559adea9d5c4805"/>
    <p:sldId xmlns:r="http://schemas.openxmlformats.org/officeDocument/2006/relationships" id="321" r:id="Rf722db575bc14ea0"/>
    <p:sldId xmlns:r="http://schemas.openxmlformats.org/officeDocument/2006/relationships" id="322" r:id="Rb59aa17497664377"/>
    <p:sldId xmlns:r="http://schemas.openxmlformats.org/officeDocument/2006/relationships" id="323" r:id="R0c57a556f6734aa0"/>
    <p:sldId xmlns:r="http://schemas.openxmlformats.org/officeDocument/2006/relationships" id="324" r:id="Rfffadc6dfbaf440b"/>
    <p:sldId xmlns:r="http://schemas.openxmlformats.org/officeDocument/2006/relationships" id="325" r:id="R9d7eaf67ad524dcc"/>
    <p:sldId xmlns:r="http://schemas.openxmlformats.org/officeDocument/2006/relationships" id="326" r:id="Rd8b1c50bba7741dc"/>
    <p:sldId xmlns:r="http://schemas.openxmlformats.org/officeDocument/2006/relationships" id="327" r:id="R142c2bb3166f4f53"/>
    <p:sldId xmlns:r="http://schemas.openxmlformats.org/officeDocument/2006/relationships" id="328" r:id="R907838661312440e"/>
    <p:sldId xmlns:r="http://schemas.openxmlformats.org/officeDocument/2006/relationships" id="329" r:id="R81cf1a9fa4004c85"/>
    <p:sldId xmlns:r="http://schemas.openxmlformats.org/officeDocument/2006/relationships" id="330" r:id="R1941dbdb389042cb"/>
    <p:sldId xmlns:r="http://schemas.openxmlformats.org/officeDocument/2006/relationships" id="331" r:id="Rfbffda28ff76425d"/>
    <p:sldId xmlns:r="http://schemas.openxmlformats.org/officeDocument/2006/relationships" id="332" r:id="R11b3eff9dd794c93"/>
    <p:sldId xmlns:r="http://schemas.openxmlformats.org/officeDocument/2006/relationships" id="333" r:id="R23aba2cc6abd42cc"/>
    <p:sldId xmlns:r="http://schemas.openxmlformats.org/officeDocument/2006/relationships" id="334" r:id="R5cb28bd084174c40"/>
    <p:sldId xmlns:r="http://schemas.openxmlformats.org/officeDocument/2006/relationships" id="335" r:id="R5bbf2fb083264691"/>
    <p:sldId xmlns:r="http://schemas.openxmlformats.org/officeDocument/2006/relationships" id="336" r:id="R448b62ce9f8d44fd"/>
    <p:sldId xmlns:r="http://schemas.openxmlformats.org/officeDocument/2006/relationships" id="337" r:id="R57b5806134354fb4"/>
    <p:sldId xmlns:r="http://schemas.openxmlformats.org/officeDocument/2006/relationships" id="338" r:id="R3a3585cb9d574dc1"/>
    <p:sldId xmlns:r="http://schemas.openxmlformats.org/officeDocument/2006/relationships" id="339" r:id="R79e38198a7ab4d24"/>
    <p:sldId xmlns:r="http://schemas.openxmlformats.org/officeDocument/2006/relationships" id="340" r:id="R9c60fb54eb4f4d38"/>
    <p:sldId xmlns:r="http://schemas.openxmlformats.org/officeDocument/2006/relationships" id="341" r:id="Rbcad75a58a644e82"/>
    <p:sldId xmlns:r="http://schemas.openxmlformats.org/officeDocument/2006/relationships" id="342" r:id="Rd16d1edbf17f477c"/>
    <p:sldId xmlns:r="http://schemas.openxmlformats.org/officeDocument/2006/relationships" id="343" r:id="R223c44c3022d4dde"/>
    <p:sldId xmlns:r="http://schemas.openxmlformats.org/officeDocument/2006/relationships" id="344" r:id="Rdde2d8817f5342eb"/>
    <p:sldId xmlns:r="http://schemas.openxmlformats.org/officeDocument/2006/relationships" id="345" r:id="Raa1e0d71ac2a4022"/>
    <p:sldId xmlns:r="http://schemas.openxmlformats.org/officeDocument/2006/relationships" id="346" r:id="Raf8d2ff7c4e14b1e"/>
    <p:sldId xmlns:r="http://schemas.openxmlformats.org/officeDocument/2006/relationships" id="347" r:id="R141a61a9653343d7"/>
    <p:sldId xmlns:r="http://schemas.openxmlformats.org/officeDocument/2006/relationships" id="348" r:id="R7e5323aaeaa343c9"/>
    <p:sldId xmlns:r="http://schemas.openxmlformats.org/officeDocument/2006/relationships" id="349" r:id="R7f63ea15f1124162"/>
    <p:sldId xmlns:r="http://schemas.openxmlformats.org/officeDocument/2006/relationships" id="350" r:id="Re15df94f6380427c"/>
    <p:sldId xmlns:r="http://schemas.openxmlformats.org/officeDocument/2006/relationships" id="351" r:id="Rb11f41c5fbf64665"/>
    <p:sldId xmlns:r="http://schemas.openxmlformats.org/officeDocument/2006/relationships" id="352" r:id="R26da75155fe44e6e"/>
    <p:sldId xmlns:r="http://schemas.openxmlformats.org/officeDocument/2006/relationships" id="353" r:id="Re17745c2ea5b406a"/>
    <p:sldId xmlns:r="http://schemas.openxmlformats.org/officeDocument/2006/relationships" id="354" r:id="R593e862b96c44757"/>
    <p:sldId xmlns:r="http://schemas.openxmlformats.org/officeDocument/2006/relationships" id="355" r:id="Rd10057e017c14c76"/>
    <p:sldId xmlns:r="http://schemas.openxmlformats.org/officeDocument/2006/relationships" id="356" r:id="R772af4a1bdab4a06"/>
    <p:sldId xmlns:r="http://schemas.openxmlformats.org/officeDocument/2006/relationships" id="357" r:id="R3ff853b387c542d8"/>
    <p:sldId xmlns:r="http://schemas.openxmlformats.org/officeDocument/2006/relationships" id="358" r:id="R0d2ebe3fe59547f2"/>
    <p:sldId xmlns:r="http://schemas.openxmlformats.org/officeDocument/2006/relationships" id="359" r:id="Rcf3f756db5314348"/>
    <p:sldId xmlns:r="http://schemas.openxmlformats.org/officeDocument/2006/relationships" id="360" r:id="Rbea453ce28d04f98"/>
    <p:sldId xmlns:r="http://schemas.openxmlformats.org/officeDocument/2006/relationships" id="361" r:id="R83e3d53e5d59468f"/>
    <p:sldId xmlns:r="http://schemas.openxmlformats.org/officeDocument/2006/relationships" id="362" r:id="R2fe8e606b492453e"/>
    <p:sldId xmlns:r="http://schemas.openxmlformats.org/officeDocument/2006/relationships" id="363" r:id="R8ad9b3c39d9e4d30"/>
    <p:sldId xmlns:r="http://schemas.openxmlformats.org/officeDocument/2006/relationships" id="364" r:id="Rb8e8407c4d69409c"/>
    <p:sldId xmlns:r="http://schemas.openxmlformats.org/officeDocument/2006/relationships" id="365" r:id="R4e8ec03843084ffa"/>
    <p:sldId xmlns:r="http://schemas.openxmlformats.org/officeDocument/2006/relationships" id="366" r:id="R296838c8cd1f4f37"/>
    <p:sldId xmlns:r="http://schemas.openxmlformats.org/officeDocument/2006/relationships" id="367" r:id="Rea85c389380b4c74"/>
    <p:sldId xmlns:r="http://schemas.openxmlformats.org/officeDocument/2006/relationships" id="368" r:id="Ra514c944dd5b45c8"/>
    <p:sldId xmlns:r="http://schemas.openxmlformats.org/officeDocument/2006/relationships" id="369" r:id="Rc62f1cb0ed014f8d"/>
    <p:sldId xmlns:r="http://schemas.openxmlformats.org/officeDocument/2006/relationships" id="370" r:id="R81cdda4aabe04ce3"/>
    <p:sldId xmlns:r="http://schemas.openxmlformats.org/officeDocument/2006/relationships" id="371" r:id="R98c2f00cb9ad4e10"/>
    <p:sldId xmlns:r="http://schemas.openxmlformats.org/officeDocument/2006/relationships" id="372" r:id="R1649f7150ac34c60"/>
    <p:sldId xmlns:r="http://schemas.openxmlformats.org/officeDocument/2006/relationships" id="373" r:id="Rc8517465325547c8"/>
    <p:sldId xmlns:r="http://schemas.openxmlformats.org/officeDocument/2006/relationships" id="374" r:id="R51dff2f17ad7414c"/>
    <p:sldId xmlns:r="http://schemas.openxmlformats.org/officeDocument/2006/relationships" id="375" r:id="Rea8f3eedab884f46"/>
    <p:sldId xmlns:r="http://schemas.openxmlformats.org/officeDocument/2006/relationships" id="376" r:id="Rf4235e61d748440f"/>
    <p:sldId xmlns:r="http://schemas.openxmlformats.org/officeDocument/2006/relationships" id="377" r:id="Rf3f83bf47f5042d1"/>
    <p:sldId xmlns:r="http://schemas.openxmlformats.org/officeDocument/2006/relationships" id="378" r:id="R2cfa5040b9b44043"/>
    <p:sldId xmlns:r="http://schemas.openxmlformats.org/officeDocument/2006/relationships" id="379" r:id="R5eecf7add9144ca6"/>
    <p:sldId xmlns:r="http://schemas.openxmlformats.org/officeDocument/2006/relationships" id="380" r:id="R5f838bf4e6c54e63"/>
    <p:sldId xmlns:r="http://schemas.openxmlformats.org/officeDocument/2006/relationships" id="381" r:id="R0b892986d2ab40dc"/>
    <p:sldId xmlns:r="http://schemas.openxmlformats.org/officeDocument/2006/relationships" id="382" r:id="R8fae291753674e8b"/>
    <p:sldId xmlns:r="http://schemas.openxmlformats.org/officeDocument/2006/relationships" id="383" r:id="R75f087d0ef6c4aae"/>
    <p:sldId xmlns:r="http://schemas.openxmlformats.org/officeDocument/2006/relationships" id="384" r:id="Rb27f37f6992d48c0"/>
    <p:sldId xmlns:r="http://schemas.openxmlformats.org/officeDocument/2006/relationships" id="385" r:id="R5f7131dd13464d31"/>
    <p:sldId xmlns:r="http://schemas.openxmlformats.org/officeDocument/2006/relationships" id="386" r:id="R9e00e9b7051940aa"/>
    <p:sldId xmlns:r="http://schemas.openxmlformats.org/officeDocument/2006/relationships" id="387" r:id="R86b59eea77244628"/>
    <p:sldId xmlns:r="http://schemas.openxmlformats.org/officeDocument/2006/relationships" id="388" r:id="R2acbe91701e547a3"/>
    <p:sldId xmlns:r="http://schemas.openxmlformats.org/officeDocument/2006/relationships" id="389" r:id="R16c93eb62bf7425d"/>
    <p:sldId xmlns:r="http://schemas.openxmlformats.org/officeDocument/2006/relationships" id="390" r:id="Rfed5217bb00f47d1"/>
    <p:sldId xmlns:r="http://schemas.openxmlformats.org/officeDocument/2006/relationships" id="391" r:id="R90c2e92fcd064ce5"/>
    <p:sldId xmlns:r="http://schemas.openxmlformats.org/officeDocument/2006/relationships" id="392" r:id="R331c7534c0214ddb"/>
    <p:sldId xmlns:r="http://schemas.openxmlformats.org/officeDocument/2006/relationships" id="393" r:id="R742f4a7011674d9c"/>
    <p:sldId xmlns:r="http://schemas.openxmlformats.org/officeDocument/2006/relationships" id="394" r:id="R1428314710b740ac"/>
    <p:sldId xmlns:r="http://schemas.openxmlformats.org/officeDocument/2006/relationships" id="395" r:id="Rd8bec11f4942410a"/>
    <p:sldId xmlns:r="http://schemas.openxmlformats.org/officeDocument/2006/relationships" id="396" r:id="R4dceb6a59ddd485b"/>
    <p:sldId xmlns:r="http://schemas.openxmlformats.org/officeDocument/2006/relationships" id="397" r:id="R3cba9dd4e46e487f"/>
    <p:sldId xmlns:r="http://schemas.openxmlformats.org/officeDocument/2006/relationships" id="398" r:id="Re7c28ebc853c422c"/>
    <p:sldId xmlns:r="http://schemas.openxmlformats.org/officeDocument/2006/relationships" id="399" r:id="R9ab37b9d1f324a2c"/>
    <p:sldId xmlns:r="http://schemas.openxmlformats.org/officeDocument/2006/relationships" id="400" r:id="Rcf5c5642233843cd"/>
    <p:sldId xmlns:r="http://schemas.openxmlformats.org/officeDocument/2006/relationships" id="401" r:id="R61d1d98f44724659"/>
    <p:sldId xmlns:r="http://schemas.openxmlformats.org/officeDocument/2006/relationships" id="402" r:id="R9c9008621621439c"/>
    <p:sldId xmlns:r="http://schemas.openxmlformats.org/officeDocument/2006/relationships" id="403" r:id="R5b0cc54767214b83"/>
    <p:sldId xmlns:r="http://schemas.openxmlformats.org/officeDocument/2006/relationships" id="404" r:id="Re1075d72a6594d57"/>
    <p:sldId xmlns:r="http://schemas.openxmlformats.org/officeDocument/2006/relationships" id="405" r:id="R4cc5d008c94c43a9"/>
    <p:sldId xmlns:r="http://schemas.openxmlformats.org/officeDocument/2006/relationships" id="406" r:id="Rf21e19ecc07b44e8"/>
    <p:sldId xmlns:r="http://schemas.openxmlformats.org/officeDocument/2006/relationships" id="407" r:id="Rfb86a0bc60da4064"/>
    <p:sldId xmlns:r="http://schemas.openxmlformats.org/officeDocument/2006/relationships" id="408" r:id="Raf44eb22eee84e74"/>
    <p:sldId xmlns:r="http://schemas.openxmlformats.org/officeDocument/2006/relationships" id="409" r:id="Reee3f7a0ddd942ec"/>
    <p:sldId xmlns:r="http://schemas.openxmlformats.org/officeDocument/2006/relationships" id="410" r:id="Rce6304d4d79341eb"/>
    <p:sldId xmlns:r="http://schemas.openxmlformats.org/officeDocument/2006/relationships" id="411" r:id="R25018fe913e74a86"/>
    <p:sldId xmlns:r="http://schemas.openxmlformats.org/officeDocument/2006/relationships" id="412" r:id="R5bc5517de5c64a6d"/>
    <p:sldId xmlns:r="http://schemas.openxmlformats.org/officeDocument/2006/relationships" id="413" r:id="R4f7082816dd040b7"/>
    <p:sldId xmlns:r="http://schemas.openxmlformats.org/officeDocument/2006/relationships" id="414" r:id="Rabc4f96845024511"/>
    <p:sldId xmlns:r="http://schemas.openxmlformats.org/officeDocument/2006/relationships" id="415" r:id="Rc83def282f684c1d"/>
    <p:sldId xmlns:r="http://schemas.openxmlformats.org/officeDocument/2006/relationships" id="416" r:id="R30de24b91c0845dc"/>
    <p:sldId xmlns:r="http://schemas.openxmlformats.org/officeDocument/2006/relationships" id="417" r:id="Rc6356e6865954e50"/>
    <p:sldId xmlns:r="http://schemas.openxmlformats.org/officeDocument/2006/relationships" id="418" r:id="R7dbc84d951894f14"/>
    <p:sldId xmlns:r="http://schemas.openxmlformats.org/officeDocument/2006/relationships" id="419" r:id="Rc41e1fd855464b69"/>
    <p:sldId xmlns:r="http://schemas.openxmlformats.org/officeDocument/2006/relationships" id="420" r:id="R4aa418f4f3804b38"/>
    <p:sldId xmlns:r="http://schemas.openxmlformats.org/officeDocument/2006/relationships" id="421" r:id="Rdc0a4c432f37470b"/>
    <p:sldId xmlns:r="http://schemas.openxmlformats.org/officeDocument/2006/relationships" id="422" r:id="R476d8b5eb4924627"/>
    <p:sldId xmlns:r="http://schemas.openxmlformats.org/officeDocument/2006/relationships" id="423" r:id="R13c38a9f27724b52"/>
    <p:sldId xmlns:r="http://schemas.openxmlformats.org/officeDocument/2006/relationships" id="424" r:id="R794ea4fae2e7449a"/>
    <p:sldId xmlns:r="http://schemas.openxmlformats.org/officeDocument/2006/relationships" id="425" r:id="R1d3c968a24da4bfd"/>
    <p:sldId xmlns:r="http://schemas.openxmlformats.org/officeDocument/2006/relationships" id="426" r:id="R71be3d8a8596438c"/>
    <p:sldId xmlns:r="http://schemas.openxmlformats.org/officeDocument/2006/relationships" id="427" r:id="R97160c52af9b45b3"/>
    <p:sldId xmlns:r="http://schemas.openxmlformats.org/officeDocument/2006/relationships" id="428" r:id="R7eb2cf9f19f7428a"/>
    <p:sldId xmlns:r="http://schemas.openxmlformats.org/officeDocument/2006/relationships" id="429" r:id="R8a01bb51f04745a9"/>
    <p:sldId xmlns:r="http://schemas.openxmlformats.org/officeDocument/2006/relationships" id="430" r:id="Rc7273c87582b46bc"/>
    <p:sldId xmlns:r="http://schemas.openxmlformats.org/officeDocument/2006/relationships" id="431" r:id="R0b7e9b5f6974488e"/>
    <p:sldId xmlns:r="http://schemas.openxmlformats.org/officeDocument/2006/relationships" id="432" r:id="R1be66d419c8a4be6"/>
    <p:sldId xmlns:r="http://schemas.openxmlformats.org/officeDocument/2006/relationships" id="433" r:id="R7afbfed72eab4c63"/>
    <p:sldId xmlns:r="http://schemas.openxmlformats.org/officeDocument/2006/relationships" id="434" r:id="R73628f2658774caf"/>
    <p:sldId xmlns:r="http://schemas.openxmlformats.org/officeDocument/2006/relationships" id="435" r:id="R494280b87f024e87"/>
    <p:sldId xmlns:r="http://schemas.openxmlformats.org/officeDocument/2006/relationships" id="436" r:id="Rc10cd84ddf714926"/>
    <p:sldId xmlns:r="http://schemas.openxmlformats.org/officeDocument/2006/relationships" id="437" r:id="Rf492e44b1f35412d"/>
    <p:sldId xmlns:r="http://schemas.openxmlformats.org/officeDocument/2006/relationships" id="438" r:id="Rba4da7dc4fcc4e7b"/>
    <p:sldId xmlns:r="http://schemas.openxmlformats.org/officeDocument/2006/relationships" id="439" r:id="Rac49e91837a2454c"/>
    <p:sldId xmlns:r="http://schemas.openxmlformats.org/officeDocument/2006/relationships" id="440" r:id="R535b8e5077c244e9"/>
    <p:sldId xmlns:r="http://schemas.openxmlformats.org/officeDocument/2006/relationships" id="441" r:id="Re293b3cd2406480a"/>
    <p:sldId xmlns:r="http://schemas.openxmlformats.org/officeDocument/2006/relationships" id="442" r:id="R3bfa8a3820f0489b"/>
    <p:sldId xmlns:r="http://schemas.openxmlformats.org/officeDocument/2006/relationships" id="443" r:id="Red93e6ec4a7944c0"/>
    <p:sldId xmlns:r="http://schemas.openxmlformats.org/officeDocument/2006/relationships" id="444" r:id="R5d417cf8792f41f0"/>
    <p:sldId xmlns:r="http://schemas.openxmlformats.org/officeDocument/2006/relationships" id="445" r:id="R0d6a1b6bb6044471"/>
    <p:sldId xmlns:r="http://schemas.openxmlformats.org/officeDocument/2006/relationships" id="446" r:id="R297f069118e14877"/>
    <p:sldId xmlns:r="http://schemas.openxmlformats.org/officeDocument/2006/relationships" id="447" r:id="Ra68372e735c94fee"/>
    <p:sldId xmlns:r="http://schemas.openxmlformats.org/officeDocument/2006/relationships" id="448" r:id="Reea8039a04dc4190"/>
    <p:sldId xmlns:r="http://schemas.openxmlformats.org/officeDocument/2006/relationships" id="449" r:id="R6bca959f2adf49fa"/>
    <p:sldId xmlns:r="http://schemas.openxmlformats.org/officeDocument/2006/relationships" id="450" r:id="R12cef62cee144362"/>
    <p:sldId xmlns:r="http://schemas.openxmlformats.org/officeDocument/2006/relationships" id="451" r:id="Rb178eb0fba4346b1"/>
    <p:sldId xmlns:r="http://schemas.openxmlformats.org/officeDocument/2006/relationships" id="452" r:id="R1d667b1b62ea4902"/>
    <p:sldId xmlns:r="http://schemas.openxmlformats.org/officeDocument/2006/relationships" id="453" r:id="Re886f4cd18c14f6d"/>
    <p:sldId xmlns:r="http://schemas.openxmlformats.org/officeDocument/2006/relationships" id="454" r:id="R9c78e83d86b6476a"/>
    <p:sldId xmlns:r="http://schemas.openxmlformats.org/officeDocument/2006/relationships" id="455" r:id="R6b5daecbf4894e84"/>
    <p:sldId xmlns:r="http://schemas.openxmlformats.org/officeDocument/2006/relationships" id="456" r:id="R96876f221d1c4ff2"/>
    <p:sldId xmlns:r="http://schemas.openxmlformats.org/officeDocument/2006/relationships" id="457" r:id="R544245fcd58e4a1e"/>
    <p:sldId xmlns:r="http://schemas.openxmlformats.org/officeDocument/2006/relationships" id="458" r:id="R710b775f61dc442b"/>
    <p:sldId xmlns:r="http://schemas.openxmlformats.org/officeDocument/2006/relationships" id="459" r:id="R47b84b4934824370"/>
    <p:sldId xmlns:r="http://schemas.openxmlformats.org/officeDocument/2006/relationships" id="460" r:id="Rf9851ab40d7d4d19"/>
    <p:sldId xmlns:r="http://schemas.openxmlformats.org/officeDocument/2006/relationships" id="461" r:id="R0b5c206491be4bae"/>
    <p:sldId xmlns:r="http://schemas.openxmlformats.org/officeDocument/2006/relationships" id="462" r:id="R5a21f740f2b245d3"/>
    <p:sldId xmlns:r="http://schemas.openxmlformats.org/officeDocument/2006/relationships" id="463" r:id="Rb7d5663f958f4e22"/>
    <p:sldId xmlns:r="http://schemas.openxmlformats.org/officeDocument/2006/relationships" id="464" r:id="R9a1460d9d1d54823"/>
    <p:sldId xmlns:r="http://schemas.openxmlformats.org/officeDocument/2006/relationships" id="465" r:id="R95e4c977599341c9"/>
    <p:sldId xmlns:r="http://schemas.openxmlformats.org/officeDocument/2006/relationships" id="466" r:id="Rb2db47fa07c34b0a"/>
    <p:sldId xmlns:r="http://schemas.openxmlformats.org/officeDocument/2006/relationships" id="467" r:id="R795f32a099624074"/>
    <p:sldId xmlns:r="http://schemas.openxmlformats.org/officeDocument/2006/relationships" id="468" r:id="Rb2fd90b2d24d4ae4"/>
    <p:sldId xmlns:r="http://schemas.openxmlformats.org/officeDocument/2006/relationships" id="469" r:id="R86d9239be90f471a"/>
    <p:sldId xmlns:r="http://schemas.openxmlformats.org/officeDocument/2006/relationships" id="470" r:id="R46373cec32c3449b"/>
    <p:sldId xmlns:r="http://schemas.openxmlformats.org/officeDocument/2006/relationships" id="471" r:id="Ra4a8a45f54fb4c80"/>
    <p:sldId xmlns:r="http://schemas.openxmlformats.org/officeDocument/2006/relationships" id="472" r:id="Rd6c0902f36f64ef1"/>
    <p:sldId xmlns:r="http://schemas.openxmlformats.org/officeDocument/2006/relationships" id="473" r:id="Re69529e08c54436b"/>
    <p:sldId xmlns:r="http://schemas.openxmlformats.org/officeDocument/2006/relationships" id="474" r:id="R1b8960f36c7e4106"/>
    <p:sldId xmlns:r="http://schemas.openxmlformats.org/officeDocument/2006/relationships" id="475" r:id="R5a4fc9d3d18a4d36"/>
    <p:sldId xmlns:r="http://schemas.openxmlformats.org/officeDocument/2006/relationships" id="476" r:id="Rad174d0c101d4a12"/>
    <p:sldId xmlns:r="http://schemas.openxmlformats.org/officeDocument/2006/relationships" id="477" r:id="R7aa06930531e4196"/>
    <p:sldId xmlns:r="http://schemas.openxmlformats.org/officeDocument/2006/relationships" id="478" r:id="Rc8d8192a41394226"/>
    <p:sldId xmlns:r="http://schemas.openxmlformats.org/officeDocument/2006/relationships" id="479" r:id="R43aa3a1512cd47f5"/>
    <p:sldId xmlns:r="http://schemas.openxmlformats.org/officeDocument/2006/relationships" id="480" r:id="R0db94dfdaf374a1d"/>
    <p:sldId xmlns:r="http://schemas.openxmlformats.org/officeDocument/2006/relationships" id="481" r:id="R87fcf4b339ef4f05"/>
    <p:sldId xmlns:r="http://schemas.openxmlformats.org/officeDocument/2006/relationships" id="482" r:id="R797a21f6bbec4e66"/>
    <p:sldId xmlns:r="http://schemas.openxmlformats.org/officeDocument/2006/relationships" id="483" r:id="R1a765c17bd59413c"/>
    <p:sldId xmlns:r="http://schemas.openxmlformats.org/officeDocument/2006/relationships" id="484" r:id="R52bd760e394742a5"/>
    <p:sldId xmlns:r="http://schemas.openxmlformats.org/officeDocument/2006/relationships" id="485" r:id="R947c0533e64c48ac"/>
    <p:sldId xmlns:r="http://schemas.openxmlformats.org/officeDocument/2006/relationships" id="486" r:id="Rbf41e7775f6840cc"/>
    <p:sldId xmlns:r="http://schemas.openxmlformats.org/officeDocument/2006/relationships" id="487" r:id="Raaaee130d19f4325"/>
    <p:sldId xmlns:r="http://schemas.openxmlformats.org/officeDocument/2006/relationships" id="488" r:id="Rcdbd51455c6d476c"/>
    <p:sldId xmlns:r="http://schemas.openxmlformats.org/officeDocument/2006/relationships" id="489" r:id="R39e7ca4525aa46c5"/>
    <p:sldId xmlns:r="http://schemas.openxmlformats.org/officeDocument/2006/relationships" id="490" r:id="Rb01664725afb4097"/>
    <p:sldId xmlns:r="http://schemas.openxmlformats.org/officeDocument/2006/relationships" id="491" r:id="R1109161df6d643a3"/>
    <p:sldId xmlns:r="http://schemas.openxmlformats.org/officeDocument/2006/relationships" id="492" r:id="Rbdc8247b2a784e1e"/>
    <p:sldId xmlns:r="http://schemas.openxmlformats.org/officeDocument/2006/relationships" id="493" r:id="R69f5244de0f64397"/>
    <p:sldId xmlns:r="http://schemas.openxmlformats.org/officeDocument/2006/relationships" id="494" r:id="R57da1d5cd4084fea"/>
    <p:sldId xmlns:r="http://schemas.openxmlformats.org/officeDocument/2006/relationships" id="495" r:id="R0b4fc86080f147b8"/>
    <p:sldId xmlns:r="http://schemas.openxmlformats.org/officeDocument/2006/relationships" id="496" r:id="R71194ed0d3464032"/>
    <p:sldId xmlns:r="http://schemas.openxmlformats.org/officeDocument/2006/relationships" id="497" r:id="R351ff0ff38654d59"/>
    <p:sldId xmlns:r="http://schemas.openxmlformats.org/officeDocument/2006/relationships" id="498" r:id="Rab4a9186376d4bd5"/>
    <p:sldId xmlns:r="http://schemas.openxmlformats.org/officeDocument/2006/relationships" id="499" r:id="R2f9be00d05e343fe"/>
    <p:sldId xmlns:r="http://schemas.openxmlformats.org/officeDocument/2006/relationships" id="500" r:id="Rf580202641ea46f8"/>
    <p:sldId xmlns:r="http://schemas.openxmlformats.org/officeDocument/2006/relationships" id="501" r:id="Rfacbcf6886fe484c"/>
    <p:sldId xmlns:r="http://schemas.openxmlformats.org/officeDocument/2006/relationships" id="502" r:id="Reca0a55496074eff"/>
    <p:sldId xmlns:r="http://schemas.openxmlformats.org/officeDocument/2006/relationships" id="503" r:id="R2867625d651a449e"/>
    <p:sldId xmlns:r="http://schemas.openxmlformats.org/officeDocument/2006/relationships" id="504" r:id="Rb6aff051f935460f"/>
    <p:sldId xmlns:r="http://schemas.openxmlformats.org/officeDocument/2006/relationships" id="505" r:id="Rdffc73b5f0be47ae"/>
    <p:sldId xmlns:r="http://schemas.openxmlformats.org/officeDocument/2006/relationships" id="506" r:id="R9e7bdc64885745a9"/>
    <p:sldId xmlns:r="http://schemas.openxmlformats.org/officeDocument/2006/relationships" id="507" r:id="Rf908198bacee4200"/>
    <p:sldId xmlns:r="http://schemas.openxmlformats.org/officeDocument/2006/relationships" id="508" r:id="R3fc325fc68334faa"/>
    <p:sldId xmlns:r="http://schemas.openxmlformats.org/officeDocument/2006/relationships" id="509" r:id="R5d6f378532494426"/>
    <p:sldId xmlns:r="http://schemas.openxmlformats.org/officeDocument/2006/relationships" id="510" r:id="Rf3cf4350311e4bdb"/>
    <p:sldId xmlns:r="http://schemas.openxmlformats.org/officeDocument/2006/relationships" id="511" r:id="R595487e601464f9d"/>
    <p:sldId xmlns:r="http://schemas.openxmlformats.org/officeDocument/2006/relationships" id="512" r:id="Re2beb9040cb649ac"/>
    <p:sldId xmlns:r="http://schemas.openxmlformats.org/officeDocument/2006/relationships" id="513" r:id="R2836c9f68b9f43a7"/>
    <p:sldId xmlns:r="http://schemas.openxmlformats.org/officeDocument/2006/relationships" id="514" r:id="R4069846ce11c43a3"/>
    <p:sldId xmlns:r="http://schemas.openxmlformats.org/officeDocument/2006/relationships" id="515" r:id="R0c9bae151f534bfb"/>
    <p:sldId xmlns:r="http://schemas.openxmlformats.org/officeDocument/2006/relationships" id="516" r:id="Rbbda36ec9f3e42cf"/>
    <p:sldId xmlns:r="http://schemas.openxmlformats.org/officeDocument/2006/relationships" id="517" r:id="R6f568a82458247fa"/>
    <p:sldId xmlns:r="http://schemas.openxmlformats.org/officeDocument/2006/relationships" id="518" r:id="R73a16c4f5db24826"/>
    <p:sldId xmlns:r="http://schemas.openxmlformats.org/officeDocument/2006/relationships" id="519" r:id="Raec1a77549734e94"/>
    <p:sldId xmlns:r="http://schemas.openxmlformats.org/officeDocument/2006/relationships" id="520" r:id="Rf7f55177922243b1"/>
    <p:sldId xmlns:r="http://schemas.openxmlformats.org/officeDocument/2006/relationships" id="521" r:id="R3eab4fec69cf4b54"/>
    <p:sldId xmlns:r="http://schemas.openxmlformats.org/officeDocument/2006/relationships" id="522" r:id="R27a8df5fabb246cf"/>
    <p:sldId xmlns:r="http://schemas.openxmlformats.org/officeDocument/2006/relationships" id="523" r:id="R749e0daefeeb4744"/>
    <p:sldId xmlns:r="http://schemas.openxmlformats.org/officeDocument/2006/relationships" id="524" r:id="Rbe49308c4efc4269"/>
    <p:sldId xmlns:r="http://schemas.openxmlformats.org/officeDocument/2006/relationships" id="525" r:id="Rfff8275146f34164"/>
    <p:sldId xmlns:r="http://schemas.openxmlformats.org/officeDocument/2006/relationships" id="526" r:id="Re2a3f4fe8e6e4bc4"/>
    <p:sldId xmlns:r="http://schemas.openxmlformats.org/officeDocument/2006/relationships" id="527" r:id="Rbe4342176cfb4076"/>
    <p:sldId xmlns:r="http://schemas.openxmlformats.org/officeDocument/2006/relationships" id="528" r:id="Ref88b0924e2147fe"/>
    <p:sldId xmlns:r="http://schemas.openxmlformats.org/officeDocument/2006/relationships" id="529" r:id="R29c0b1c349b0499b"/>
    <p:sldId xmlns:r="http://schemas.openxmlformats.org/officeDocument/2006/relationships" id="530" r:id="R70bd443a5b764b42"/>
    <p:sldId xmlns:r="http://schemas.openxmlformats.org/officeDocument/2006/relationships" id="531" r:id="R7e62473e32c94c50"/>
    <p:sldId xmlns:r="http://schemas.openxmlformats.org/officeDocument/2006/relationships" id="532" r:id="R9e619f6cabea429e"/>
    <p:sldId xmlns:r="http://schemas.openxmlformats.org/officeDocument/2006/relationships" id="533" r:id="R82d2e83b97a34ceb"/>
    <p:sldId xmlns:r="http://schemas.openxmlformats.org/officeDocument/2006/relationships" id="534" r:id="Raf9d53809a754bee"/>
    <p:sldId xmlns:r="http://schemas.openxmlformats.org/officeDocument/2006/relationships" id="535" r:id="R1c67f3ce5f9844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442176247c41f9" /><Relationship Type="http://schemas.openxmlformats.org/officeDocument/2006/relationships/slideMaster" Target="/ppt/slideMasters/slideMaster1.xml" Id="Rfac21567c4df4a7d" /><Relationship Type="http://schemas.openxmlformats.org/officeDocument/2006/relationships/notesMaster" Target="/ppt/notesMasters/notesMaster1.xml" Id="Reb42154f401b4ea6" /><Relationship Type="http://schemas.openxmlformats.org/officeDocument/2006/relationships/presProps" Target="/ppt/presProps.xml" Id="R79f1fa575c1a471c" /><Relationship Type="http://schemas.openxmlformats.org/officeDocument/2006/relationships/tableStyles" Target="/ppt/tableStyles.xml" Id="R614bc2d06fce409a" /><Relationship Type="http://schemas.openxmlformats.org/officeDocument/2006/relationships/slide" Target="/ppt/slides/slide1.xml" Id="R7474c4113ded411d" /><Relationship Type="http://schemas.openxmlformats.org/officeDocument/2006/relationships/slide" Target="/ppt/slides/slide2.xml" Id="R1605c7bf94194d5e" /><Relationship Type="http://schemas.openxmlformats.org/officeDocument/2006/relationships/slide" Target="/ppt/slides/slide3.xml" Id="Rf46be3b9b8954480" /><Relationship Type="http://schemas.openxmlformats.org/officeDocument/2006/relationships/slide" Target="/ppt/slides/slide4.xml" Id="R743d61bee7274db9" /><Relationship Type="http://schemas.openxmlformats.org/officeDocument/2006/relationships/slide" Target="/ppt/slides/slide5.xml" Id="R684335b1d7674b92" /><Relationship Type="http://schemas.openxmlformats.org/officeDocument/2006/relationships/slide" Target="/ppt/slides/slide6.xml" Id="R1feab42f4b744d1a" /><Relationship Type="http://schemas.openxmlformats.org/officeDocument/2006/relationships/slide" Target="/ppt/slides/slide7.xml" Id="R9a1647266f7a4542" /><Relationship Type="http://schemas.openxmlformats.org/officeDocument/2006/relationships/slide" Target="/ppt/slides/slide8.xml" Id="Re4c98ad83b524c46" /><Relationship Type="http://schemas.openxmlformats.org/officeDocument/2006/relationships/slide" Target="/ppt/slides/slide9.xml" Id="Raa8368c785af4acb" /><Relationship Type="http://schemas.openxmlformats.org/officeDocument/2006/relationships/slide" Target="/ppt/slides/slide10.xml" Id="R7480f59634144650" /><Relationship Type="http://schemas.openxmlformats.org/officeDocument/2006/relationships/slide" Target="/ppt/slides/slide11.xml" Id="Ra0ffffd44f664b65" /><Relationship Type="http://schemas.openxmlformats.org/officeDocument/2006/relationships/slide" Target="/ppt/slides/slide12.xml" Id="Rb9a242673b01443e" /><Relationship Type="http://schemas.openxmlformats.org/officeDocument/2006/relationships/slide" Target="/ppt/slides/slide13.xml" Id="Rbd6dae0ff1e2453f" /><Relationship Type="http://schemas.openxmlformats.org/officeDocument/2006/relationships/slide" Target="/ppt/slides/slide14.xml" Id="Rf8b2a998b4014270" /><Relationship Type="http://schemas.openxmlformats.org/officeDocument/2006/relationships/slide" Target="/ppt/slides/slide15.xml" Id="R418efae81fc043c4" /><Relationship Type="http://schemas.openxmlformats.org/officeDocument/2006/relationships/slide" Target="/ppt/slides/slide16.xml" Id="R8c252b3e47634e0e" /><Relationship Type="http://schemas.openxmlformats.org/officeDocument/2006/relationships/slide" Target="/ppt/slides/slide17.xml" Id="R8a8c1348ee4f4b60" /><Relationship Type="http://schemas.openxmlformats.org/officeDocument/2006/relationships/slide" Target="/ppt/slides/slide18.xml" Id="R54cb356d3fde4ed1" /><Relationship Type="http://schemas.openxmlformats.org/officeDocument/2006/relationships/slide" Target="/ppt/slides/slide19.xml" Id="R8d7a0638598048dd" /><Relationship Type="http://schemas.openxmlformats.org/officeDocument/2006/relationships/slide" Target="/ppt/slides/slide20.xml" Id="R0070d4b3ee684e03" /><Relationship Type="http://schemas.openxmlformats.org/officeDocument/2006/relationships/slide" Target="/ppt/slides/slide21.xml" Id="R9d2f784e86e1426f" /><Relationship Type="http://schemas.openxmlformats.org/officeDocument/2006/relationships/slide" Target="/ppt/slides/slide22.xml" Id="R76ea6c65560541ff" /><Relationship Type="http://schemas.openxmlformats.org/officeDocument/2006/relationships/slide" Target="/ppt/slides/slide23.xml" Id="R2c5cfebcf6564b48" /><Relationship Type="http://schemas.openxmlformats.org/officeDocument/2006/relationships/slide" Target="/ppt/slides/slide24.xml" Id="Rc8823bd7c0c2446e" /><Relationship Type="http://schemas.openxmlformats.org/officeDocument/2006/relationships/slide" Target="/ppt/slides/slide25.xml" Id="R2bcf1bac2f3c4f3c" /><Relationship Type="http://schemas.openxmlformats.org/officeDocument/2006/relationships/slide" Target="/ppt/slides/slide26.xml" Id="R42ef4063a7054bc8" /><Relationship Type="http://schemas.openxmlformats.org/officeDocument/2006/relationships/slide" Target="/ppt/slides/slide27.xml" Id="R1cf80c627a284c21" /><Relationship Type="http://schemas.openxmlformats.org/officeDocument/2006/relationships/slide" Target="/ppt/slides/slide28.xml" Id="R2f64781b53184ebc" /><Relationship Type="http://schemas.openxmlformats.org/officeDocument/2006/relationships/slide" Target="/ppt/slides/slide29.xml" Id="R10e7d1d062d94551" /><Relationship Type="http://schemas.openxmlformats.org/officeDocument/2006/relationships/slide" Target="/ppt/slides/slide30.xml" Id="R30c4cdb09a054ae9" /><Relationship Type="http://schemas.openxmlformats.org/officeDocument/2006/relationships/slide" Target="/ppt/slides/slide31.xml" Id="R5b2678d490114e56" /><Relationship Type="http://schemas.openxmlformats.org/officeDocument/2006/relationships/slide" Target="/ppt/slides/slide32.xml" Id="R89df85d5699649a7" /><Relationship Type="http://schemas.openxmlformats.org/officeDocument/2006/relationships/slide" Target="/ppt/slides/slide33.xml" Id="Rd44698c768e4492e" /><Relationship Type="http://schemas.openxmlformats.org/officeDocument/2006/relationships/slide" Target="/ppt/slides/slide34.xml" Id="R034cbb68924f418d" /><Relationship Type="http://schemas.openxmlformats.org/officeDocument/2006/relationships/slide" Target="/ppt/slides/slide35.xml" Id="Re108499b4a3448ac" /><Relationship Type="http://schemas.openxmlformats.org/officeDocument/2006/relationships/slide" Target="/ppt/slides/slide36.xml" Id="R57761bf7a4864173" /><Relationship Type="http://schemas.openxmlformats.org/officeDocument/2006/relationships/slide" Target="/ppt/slides/slide37.xml" Id="R9c655d535e424a74" /><Relationship Type="http://schemas.openxmlformats.org/officeDocument/2006/relationships/slide" Target="/ppt/slides/slide38.xml" Id="R3bee906d35bb4a53" /><Relationship Type="http://schemas.openxmlformats.org/officeDocument/2006/relationships/slide" Target="/ppt/slides/slide39.xml" Id="R8359bb9aa57a4f10" /><Relationship Type="http://schemas.openxmlformats.org/officeDocument/2006/relationships/slide" Target="/ppt/slides/slide40.xml" Id="Rec74a12093f04b0e" /><Relationship Type="http://schemas.openxmlformats.org/officeDocument/2006/relationships/slide" Target="/ppt/slides/slide41.xml" Id="Ref55a67f67004e77" /><Relationship Type="http://schemas.openxmlformats.org/officeDocument/2006/relationships/slide" Target="/ppt/slides/slide42.xml" Id="R4ac4236cd6fc44e8" /><Relationship Type="http://schemas.openxmlformats.org/officeDocument/2006/relationships/slide" Target="/ppt/slides/slide43.xml" Id="Rc64d1d00eb194dee" /><Relationship Type="http://schemas.openxmlformats.org/officeDocument/2006/relationships/slide" Target="/ppt/slides/slide44.xml" Id="R14e3dfcf2e20483c" /><Relationship Type="http://schemas.openxmlformats.org/officeDocument/2006/relationships/slide" Target="/ppt/slides/slide45.xml" Id="R4539ac03082f4347" /><Relationship Type="http://schemas.openxmlformats.org/officeDocument/2006/relationships/slide" Target="/ppt/slides/slide46.xml" Id="Ra9c6321841944d67" /><Relationship Type="http://schemas.openxmlformats.org/officeDocument/2006/relationships/slide" Target="/ppt/slides/slide47.xml" Id="Re491b21139ac466e" /><Relationship Type="http://schemas.openxmlformats.org/officeDocument/2006/relationships/slide" Target="/ppt/slides/slide48.xml" Id="R94f868ec3ee54ae7" /><Relationship Type="http://schemas.openxmlformats.org/officeDocument/2006/relationships/slide" Target="/ppt/slides/slide49.xml" Id="R507c8265178347ef" /><Relationship Type="http://schemas.openxmlformats.org/officeDocument/2006/relationships/slide" Target="/ppt/slides/slide50.xml" Id="R0149a6fa169d408e" /><Relationship Type="http://schemas.openxmlformats.org/officeDocument/2006/relationships/slide" Target="/ppt/slides/slide51.xml" Id="R57db6e776db44184" /><Relationship Type="http://schemas.openxmlformats.org/officeDocument/2006/relationships/slide" Target="/ppt/slides/slide52.xml" Id="R95c0616904104bce" /><Relationship Type="http://schemas.openxmlformats.org/officeDocument/2006/relationships/slide" Target="/ppt/slides/slide53.xml" Id="R282889e5c8fb4645" /><Relationship Type="http://schemas.openxmlformats.org/officeDocument/2006/relationships/slide" Target="/ppt/slides/slide54.xml" Id="R76186010dd1b4ece" /><Relationship Type="http://schemas.openxmlformats.org/officeDocument/2006/relationships/slide" Target="/ppt/slides/slide55.xml" Id="Rcaee3ba0b070451e" /><Relationship Type="http://schemas.openxmlformats.org/officeDocument/2006/relationships/slide" Target="/ppt/slides/slide56.xml" Id="R866aed7169aa4f69" /><Relationship Type="http://schemas.openxmlformats.org/officeDocument/2006/relationships/slide" Target="/ppt/slides/slide57.xml" Id="R830f921f70474763" /><Relationship Type="http://schemas.openxmlformats.org/officeDocument/2006/relationships/slide" Target="/ppt/slides/slide58.xml" Id="R1882c3488246488b" /><Relationship Type="http://schemas.openxmlformats.org/officeDocument/2006/relationships/slide" Target="/ppt/slides/slide59.xml" Id="R2bf7a8f5b3a54f3a" /><Relationship Type="http://schemas.openxmlformats.org/officeDocument/2006/relationships/slide" Target="/ppt/slides/slide60.xml" Id="R084e8d9a2224477e" /><Relationship Type="http://schemas.openxmlformats.org/officeDocument/2006/relationships/slide" Target="/ppt/slides/slide61.xml" Id="R15b983c548bf4077" /><Relationship Type="http://schemas.openxmlformats.org/officeDocument/2006/relationships/slide" Target="/ppt/slides/slide62.xml" Id="Rc1ef5712c8644026" /><Relationship Type="http://schemas.openxmlformats.org/officeDocument/2006/relationships/slide" Target="/ppt/slides/slide63.xml" Id="R953086562c124225" /><Relationship Type="http://schemas.openxmlformats.org/officeDocument/2006/relationships/slide" Target="/ppt/slides/slide64.xml" Id="R3d089fb069864ed7" /><Relationship Type="http://schemas.openxmlformats.org/officeDocument/2006/relationships/slide" Target="/ppt/slides/slide65.xml" Id="R2559adea9d5c4805" /><Relationship Type="http://schemas.openxmlformats.org/officeDocument/2006/relationships/slide" Target="/ppt/slides/slide66.xml" Id="Rf722db575bc14ea0" /><Relationship Type="http://schemas.openxmlformats.org/officeDocument/2006/relationships/slide" Target="/ppt/slides/slide67.xml" Id="Rb59aa17497664377" /><Relationship Type="http://schemas.openxmlformats.org/officeDocument/2006/relationships/slide" Target="/ppt/slides/slide68.xml" Id="R0c57a556f6734aa0" /><Relationship Type="http://schemas.openxmlformats.org/officeDocument/2006/relationships/slide" Target="/ppt/slides/slide69.xml" Id="Rfffadc6dfbaf440b" /><Relationship Type="http://schemas.openxmlformats.org/officeDocument/2006/relationships/slide" Target="/ppt/slides/slide70.xml" Id="R9d7eaf67ad524dcc" /><Relationship Type="http://schemas.openxmlformats.org/officeDocument/2006/relationships/slide" Target="/ppt/slides/slide71.xml" Id="Rd8b1c50bba7741dc" /><Relationship Type="http://schemas.openxmlformats.org/officeDocument/2006/relationships/slide" Target="/ppt/slides/slide72.xml" Id="R142c2bb3166f4f53" /><Relationship Type="http://schemas.openxmlformats.org/officeDocument/2006/relationships/slide" Target="/ppt/slides/slide73.xml" Id="R907838661312440e" /><Relationship Type="http://schemas.openxmlformats.org/officeDocument/2006/relationships/slide" Target="/ppt/slides/slide74.xml" Id="R81cf1a9fa4004c85" /><Relationship Type="http://schemas.openxmlformats.org/officeDocument/2006/relationships/slide" Target="/ppt/slides/slide75.xml" Id="R1941dbdb389042cb" /><Relationship Type="http://schemas.openxmlformats.org/officeDocument/2006/relationships/slide" Target="/ppt/slides/slide76.xml" Id="Rfbffda28ff76425d" /><Relationship Type="http://schemas.openxmlformats.org/officeDocument/2006/relationships/slide" Target="/ppt/slides/slide77.xml" Id="R11b3eff9dd794c93" /><Relationship Type="http://schemas.openxmlformats.org/officeDocument/2006/relationships/slide" Target="/ppt/slides/slide78.xml" Id="R23aba2cc6abd42cc" /><Relationship Type="http://schemas.openxmlformats.org/officeDocument/2006/relationships/slide" Target="/ppt/slides/slide79.xml" Id="R5cb28bd084174c40" /><Relationship Type="http://schemas.openxmlformats.org/officeDocument/2006/relationships/slide" Target="/ppt/slides/slide80.xml" Id="R5bbf2fb083264691" /><Relationship Type="http://schemas.openxmlformats.org/officeDocument/2006/relationships/slide" Target="/ppt/slides/slide81.xml" Id="R448b62ce9f8d44fd" /><Relationship Type="http://schemas.openxmlformats.org/officeDocument/2006/relationships/slide" Target="/ppt/slides/slide82.xml" Id="R57b5806134354fb4" /><Relationship Type="http://schemas.openxmlformats.org/officeDocument/2006/relationships/slide" Target="/ppt/slides/slide83.xml" Id="R3a3585cb9d574dc1" /><Relationship Type="http://schemas.openxmlformats.org/officeDocument/2006/relationships/slide" Target="/ppt/slides/slide84.xml" Id="R79e38198a7ab4d24" /><Relationship Type="http://schemas.openxmlformats.org/officeDocument/2006/relationships/slide" Target="/ppt/slides/slide85.xml" Id="R9c60fb54eb4f4d38" /><Relationship Type="http://schemas.openxmlformats.org/officeDocument/2006/relationships/slide" Target="/ppt/slides/slide86.xml" Id="Rbcad75a58a644e82" /><Relationship Type="http://schemas.openxmlformats.org/officeDocument/2006/relationships/slide" Target="/ppt/slides/slide87.xml" Id="Rd16d1edbf17f477c" /><Relationship Type="http://schemas.openxmlformats.org/officeDocument/2006/relationships/slide" Target="/ppt/slides/slide88.xml" Id="R223c44c3022d4dde" /><Relationship Type="http://schemas.openxmlformats.org/officeDocument/2006/relationships/slide" Target="/ppt/slides/slide89.xml" Id="Rdde2d8817f5342eb" /><Relationship Type="http://schemas.openxmlformats.org/officeDocument/2006/relationships/slide" Target="/ppt/slides/slide90.xml" Id="Raa1e0d71ac2a4022" /><Relationship Type="http://schemas.openxmlformats.org/officeDocument/2006/relationships/slide" Target="/ppt/slides/slide91.xml" Id="Raf8d2ff7c4e14b1e" /><Relationship Type="http://schemas.openxmlformats.org/officeDocument/2006/relationships/slide" Target="/ppt/slides/slide92.xml" Id="R141a61a9653343d7" /><Relationship Type="http://schemas.openxmlformats.org/officeDocument/2006/relationships/slide" Target="/ppt/slides/slide93.xml" Id="R7e5323aaeaa343c9" /><Relationship Type="http://schemas.openxmlformats.org/officeDocument/2006/relationships/slide" Target="/ppt/slides/slide94.xml" Id="R7f63ea15f1124162" /><Relationship Type="http://schemas.openxmlformats.org/officeDocument/2006/relationships/slide" Target="/ppt/slides/slide95.xml" Id="Re15df94f6380427c" /><Relationship Type="http://schemas.openxmlformats.org/officeDocument/2006/relationships/slide" Target="/ppt/slides/slide96.xml" Id="Rb11f41c5fbf64665" /><Relationship Type="http://schemas.openxmlformats.org/officeDocument/2006/relationships/slide" Target="/ppt/slides/slide97.xml" Id="R26da75155fe44e6e" /><Relationship Type="http://schemas.openxmlformats.org/officeDocument/2006/relationships/slide" Target="/ppt/slides/slide98.xml" Id="Re17745c2ea5b406a" /><Relationship Type="http://schemas.openxmlformats.org/officeDocument/2006/relationships/slide" Target="/ppt/slides/slide99.xml" Id="R593e862b96c44757" /><Relationship Type="http://schemas.openxmlformats.org/officeDocument/2006/relationships/slide" Target="/ppt/slides/slide100.xml" Id="Rd10057e017c14c76" /><Relationship Type="http://schemas.openxmlformats.org/officeDocument/2006/relationships/slide" Target="/ppt/slides/slide101.xml" Id="R772af4a1bdab4a06" /><Relationship Type="http://schemas.openxmlformats.org/officeDocument/2006/relationships/slide" Target="/ppt/slides/slide102.xml" Id="R3ff853b387c542d8" /><Relationship Type="http://schemas.openxmlformats.org/officeDocument/2006/relationships/slide" Target="/ppt/slides/slide103.xml" Id="R0d2ebe3fe59547f2" /><Relationship Type="http://schemas.openxmlformats.org/officeDocument/2006/relationships/slide" Target="/ppt/slides/slide104.xml" Id="Rcf3f756db5314348" /><Relationship Type="http://schemas.openxmlformats.org/officeDocument/2006/relationships/slide" Target="/ppt/slides/slide105.xml" Id="Rbea453ce28d04f98" /><Relationship Type="http://schemas.openxmlformats.org/officeDocument/2006/relationships/slide" Target="/ppt/slides/slide106.xml" Id="R83e3d53e5d59468f" /><Relationship Type="http://schemas.openxmlformats.org/officeDocument/2006/relationships/slide" Target="/ppt/slides/slide107.xml" Id="R2fe8e606b492453e" /><Relationship Type="http://schemas.openxmlformats.org/officeDocument/2006/relationships/slide" Target="/ppt/slides/slide108.xml" Id="R8ad9b3c39d9e4d30" /><Relationship Type="http://schemas.openxmlformats.org/officeDocument/2006/relationships/slide" Target="/ppt/slides/slide109.xml" Id="Rb8e8407c4d69409c" /><Relationship Type="http://schemas.openxmlformats.org/officeDocument/2006/relationships/slide" Target="/ppt/slides/slide110.xml" Id="R4e8ec03843084ffa" /><Relationship Type="http://schemas.openxmlformats.org/officeDocument/2006/relationships/slide" Target="/ppt/slides/slide111.xml" Id="R296838c8cd1f4f37" /><Relationship Type="http://schemas.openxmlformats.org/officeDocument/2006/relationships/slide" Target="/ppt/slides/slide112.xml" Id="Rea85c389380b4c74" /><Relationship Type="http://schemas.openxmlformats.org/officeDocument/2006/relationships/slide" Target="/ppt/slides/slide113.xml" Id="Ra514c944dd5b45c8" /><Relationship Type="http://schemas.openxmlformats.org/officeDocument/2006/relationships/slide" Target="/ppt/slides/slide114.xml" Id="Rc62f1cb0ed014f8d" /><Relationship Type="http://schemas.openxmlformats.org/officeDocument/2006/relationships/slide" Target="/ppt/slides/slide115.xml" Id="R81cdda4aabe04ce3" /><Relationship Type="http://schemas.openxmlformats.org/officeDocument/2006/relationships/slide" Target="/ppt/slides/slide116.xml" Id="R98c2f00cb9ad4e10" /><Relationship Type="http://schemas.openxmlformats.org/officeDocument/2006/relationships/slide" Target="/ppt/slides/slide117.xml" Id="R1649f7150ac34c60" /><Relationship Type="http://schemas.openxmlformats.org/officeDocument/2006/relationships/slide" Target="/ppt/slides/slide118.xml" Id="Rc8517465325547c8" /><Relationship Type="http://schemas.openxmlformats.org/officeDocument/2006/relationships/slide" Target="/ppt/slides/slide119.xml" Id="R51dff2f17ad7414c" /><Relationship Type="http://schemas.openxmlformats.org/officeDocument/2006/relationships/slide" Target="/ppt/slides/slide120.xml" Id="Rea8f3eedab884f46" /><Relationship Type="http://schemas.openxmlformats.org/officeDocument/2006/relationships/slide" Target="/ppt/slides/slide121.xml" Id="Rf4235e61d748440f" /><Relationship Type="http://schemas.openxmlformats.org/officeDocument/2006/relationships/slide" Target="/ppt/slides/slide122.xml" Id="Rf3f83bf47f5042d1" /><Relationship Type="http://schemas.openxmlformats.org/officeDocument/2006/relationships/slide" Target="/ppt/slides/slide123.xml" Id="R2cfa5040b9b44043" /><Relationship Type="http://schemas.openxmlformats.org/officeDocument/2006/relationships/slide" Target="/ppt/slides/slide124.xml" Id="R5eecf7add9144ca6" /><Relationship Type="http://schemas.openxmlformats.org/officeDocument/2006/relationships/slide" Target="/ppt/slides/slide125.xml" Id="R5f838bf4e6c54e63" /><Relationship Type="http://schemas.openxmlformats.org/officeDocument/2006/relationships/slide" Target="/ppt/slides/slide126.xml" Id="R0b892986d2ab40dc" /><Relationship Type="http://schemas.openxmlformats.org/officeDocument/2006/relationships/slide" Target="/ppt/slides/slide127.xml" Id="R8fae291753674e8b" /><Relationship Type="http://schemas.openxmlformats.org/officeDocument/2006/relationships/slide" Target="/ppt/slides/slide128.xml" Id="R75f087d0ef6c4aae" /><Relationship Type="http://schemas.openxmlformats.org/officeDocument/2006/relationships/slide" Target="/ppt/slides/slide129.xml" Id="Rb27f37f6992d48c0" /><Relationship Type="http://schemas.openxmlformats.org/officeDocument/2006/relationships/slide" Target="/ppt/slides/slide130.xml" Id="R5f7131dd13464d31" /><Relationship Type="http://schemas.openxmlformats.org/officeDocument/2006/relationships/slide" Target="/ppt/slides/slide131.xml" Id="R9e00e9b7051940aa" /><Relationship Type="http://schemas.openxmlformats.org/officeDocument/2006/relationships/slide" Target="/ppt/slides/slide132.xml" Id="R86b59eea77244628" /><Relationship Type="http://schemas.openxmlformats.org/officeDocument/2006/relationships/slide" Target="/ppt/slides/slide133.xml" Id="R2acbe91701e547a3" /><Relationship Type="http://schemas.openxmlformats.org/officeDocument/2006/relationships/slide" Target="/ppt/slides/slide134.xml" Id="R16c93eb62bf7425d" /><Relationship Type="http://schemas.openxmlformats.org/officeDocument/2006/relationships/slide" Target="/ppt/slides/slide135.xml" Id="Rfed5217bb00f47d1" /><Relationship Type="http://schemas.openxmlformats.org/officeDocument/2006/relationships/slide" Target="/ppt/slides/slide136.xml" Id="R90c2e92fcd064ce5" /><Relationship Type="http://schemas.openxmlformats.org/officeDocument/2006/relationships/slide" Target="/ppt/slides/slide137.xml" Id="R331c7534c0214ddb" /><Relationship Type="http://schemas.openxmlformats.org/officeDocument/2006/relationships/slide" Target="/ppt/slides/slide138.xml" Id="R742f4a7011674d9c" /><Relationship Type="http://schemas.openxmlformats.org/officeDocument/2006/relationships/slide" Target="/ppt/slides/slide139.xml" Id="R1428314710b740ac" /><Relationship Type="http://schemas.openxmlformats.org/officeDocument/2006/relationships/slide" Target="/ppt/slides/slide140.xml" Id="Rd8bec11f4942410a" /><Relationship Type="http://schemas.openxmlformats.org/officeDocument/2006/relationships/slide" Target="/ppt/slides/slide141.xml" Id="R4dceb6a59ddd485b" /><Relationship Type="http://schemas.openxmlformats.org/officeDocument/2006/relationships/slide" Target="/ppt/slides/slide142.xml" Id="R3cba9dd4e46e487f" /><Relationship Type="http://schemas.openxmlformats.org/officeDocument/2006/relationships/slide" Target="/ppt/slides/slide143.xml" Id="Re7c28ebc853c422c" /><Relationship Type="http://schemas.openxmlformats.org/officeDocument/2006/relationships/slide" Target="/ppt/slides/slide144.xml" Id="R9ab37b9d1f324a2c" /><Relationship Type="http://schemas.openxmlformats.org/officeDocument/2006/relationships/slide" Target="/ppt/slides/slide145.xml" Id="Rcf5c5642233843cd" /><Relationship Type="http://schemas.openxmlformats.org/officeDocument/2006/relationships/slide" Target="/ppt/slides/slide146.xml" Id="R61d1d98f44724659" /><Relationship Type="http://schemas.openxmlformats.org/officeDocument/2006/relationships/slide" Target="/ppt/slides/slide147.xml" Id="R9c9008621621439c" /><Relationship Type="http://schemas.openxmlformats.org/officeDocument/2006/relationships/slide" Target="/ppt/slides/slide148.xml" Id="R5b0cc54767214b83" /><Relationship Type="http://schemas.openxmlformats.org/officeDocument/2006/relationships/slide" Target="/ppt/slides/slide149.xml" Id="Re1075d72a6594d57" /><Relationship Type="http://schemas.openxmlformats.org/officeDocument/2006/relationships/slide" Target="/ppt/slides/slide150.xml" Id="R4cc5d008c94c43a9" /><Relationship Type="http://schemas.openxmlformats.org/officeDocument/2006/relationships/slide" Target="/ppt/slides/slide151.xml" Id="Rf21e19ecc07b44e8" /><Relationship Type="http://schemas.openxmlformats.org/officeDocument/2006/relationships/slide" Target="/ppt/slides/slide152.xml" Id="Rfb86a0bc60da4064" /><Relationship Type="http://schemas.openxmlformats.org/officeDocument/2006/relationships/slide" Target="/ppt/slides/slide153.xml" Id="Raf44eb22eee84e74" /><Relationship Type="http://schemas.openxmlformats.org/officeDocument/2006/relationships/slide" Target="/ppt/slides/slide154.xml" Id="Reee3f7a0ddd942ec" /><Relationship Type="http://schemas.openxmlformats.org/officeDocument/2006/relationships/slide" Target="/ppt/slides/slide155.xml" Id="Rce6304d4d79341eb" /><Relationship Type="http://schemas.openxmlformats.org/officeDocument/2006/relationships/slide" Target="/ppt/slides/slide156.xml" Id="R25018fe913e74a86" /><Relationship Type="http://schemas.openxmlformats.org/officeDocument/2006/relationships/slide" Target="/ppt/slides/slide157.xml" Id="R5bc5517de5c64a6d" /><Relationship Type="http://schemas.openxmlformats.org/officeDocument/2006/relationships/slide" Target="/ppt/slides/slide158.xml" Id="R4f7082816dd040b7" /><Relationship Type="http://schemas.openxmlformats.org/officeDocument/2006/relationships/slide" Target="/ppt/slides/slide159.xml" Id="Rabc4f96845024511" /><Relationship Type="http://schemas.openxmlformats.org/officeDocument/2006/relationships/slide" Target="/ppt/slides/slide160.xml" Id="Rc83def282f684c1d" /><Relationship Type="http://schemas.openxmlformats.org/officeDocument/2006/relationships/slide" Target="/ppt/slides/slide161.xml" Id="R30de24b91c0845dc" /><Relationship Type="http://schemas.openxmlformats.org/officeDocument/2006/relationships/slide" Target="/ppt/slides/slide162.xml" Id="Rc6356e6865954e50" /><Relationship Type="http://schemas.openxmlformats.org/officeDocument/2006/relationships/slide" Target="/ppt/slides/slide163.xml" Id="R7dbc84d951894f14" /><Relationship Type="http://schemas.openxmlformats.org/officeDocument/2006/relationships/slide" Target="/ppt/slides/slide164.xml" Id="Rc41e1fd855464b69" /><Relationship Type="http://schemas.openxmlformats.org/officeDocument/2006/relationships/slide" Target="/ppt/slides/slide165.xml" Id="R4aa418f4f3804b38" /><Relationship Type="http://schemas.openxmlformats.org/officeDocument/2006/relationships/slide" Target="/ppt/slides/slide166.xml" Id="Rdc0a4c432f37470b" /><Relationship Type="http://schemas.openxmlformats.org/officeDocument/2006/relationships/slide" Target="/ppt/slides/slide167.xml" Id="R476d8b5eb4924627" /><Relationship Type="http://schemas.openxmlformats.org/officeDocument/2006/relationships/slide" Target="/ppt/slides/slide168.xml" Id="R13c38a9f27724b52" /><Relationship Type="http://schemas.openxmlformats.org/officeDocument/2006/relationships/slide" Target="/ppt/slides/slide169.xml" Id="R794ea4fae2e7449a" /><Relationship Type="http://schemas.openxmlformats.org/officeDocument/2006/relationships/slide" Target="/ppt/slides/slide170.xml" Id="R1d3c968a24da4bfd" /><Relationship Type="http://schemas.openxmlformats.org/officeDocument/2006/relationships/slide" Target="/ppt/slides/slide171.xml" Id="R71be3d8a8596438c" /><Relationship Type="http://schemas.openxmlformats.org/officeDocument/2006/relationships/slide" Target="/ppt/slides/slide172.xml" Id="R97160c52af9b45b3" /><Relationship Type="http://schemas.openxmlformats.org/officeDocument/2006/relationships/slide" Target="/ppt/slides/slide173.xml" Id="R7eb2cf9f19f7428a" /><Relationship Type="http://schemas.openxmlformats.org/officeDocument/2006/relationships/slide" Target="/ppt/slides/slide174.xml" Id="R8a01bb51f04745a9" /><Relationship Type="http://schemas.openxmlformats.org/officeDocument/2006/relationships/slide" Target="/ppt/slides/slide175.xml" Id="Rc7273c87582b46bc" /><Relationship Type="http://schemas.openxmlformats.org/officeDocument/2006/relationships/slide" Target="/ppt/slides/slide176.xml" Id="R0b7e9b5f6974488e" /><Relationship Type="http://schemas.openxmlformats.org/officeDocument/2006/relationships/slide" Target="/ppt/slides/slide177.xml" Id="R1be66d419c8a4be6" /><Relationship Type="http://schemas.openxmlformats.org/officeDocument/2006/relationships/slide" Target="/ppt/slides/slide178.xml" Id="R7afbfed72eab4c63" /><Relationship Type="http://schemas.openxmlformats.org/officeDocument/2006/relationships/slide" Target="/ppt/slides/slide179.xml" Id="R73628f2658774caf" /><Relationship Type="http://schemas.openxmlformats.org/officeDocument/2006/relationships/slide" Target="/ppt/slides/slide180.xml" Id="R494280b87f024e87" /><Relationship Type="http://schemas.openxmlformats.org/officeDocument/2006/relationships/slide" Target="/ppt/slides/slide181.xml" Id="Rc10cd84ddf714926" /><Relationship Type="http://schemas.openxmlformats.org/officeDocument/2006/relationships/slide" Target="/ppt/slides/slide182.xml" Id="Rf492e44b1f35412d" /><Relationship Type="http://schemas.openxmlformats.org/officeDocument/2006/relationships/slide" Target="/ppt/slides/slide183.xml" Id="Rba4da7dc4fcc4e7b" /><Relationship Type="http://schemas.openxmlformats.org/officeDocument/2006/relationships/slide" Target="/ppt/slides/slide184.xml" Id="Rac49e91837a2454c" /><Relationship Type="http://schemas.openxmlformats.org/officeDocument/2006/relationships/slide" Target="/ppt/slides/slide185.xml" Id="R535b8e5077c244e9" /><Relationship Type="http://schemas.openxmlformats.org/officeDocument/2006/relationships/slide" Target="/ppt/slides/slide186.xml" Id="Re293b3cd2406480a" /><Relationship Type="http://schemas.openxmlformats.org/officeDocument/2006/relationships/slide" Target="/ppt/slides/slide187.xml" Id="R3bfa8a3820f0489b" /><Relationship Type="http://schemas.openxmlformats.org/officeDocument/2006/relationships/slide" Target="/ppt/slides/slide188.xml" Id="Red93e6ec4a7944c0" /><Relationship Type="http://schemas.openxmlformats.org/officeDocument/2006/relationships/slide" Target="/ppt/slides/slide189.xml" Id="R5d417cf8792f41f0" /><Relationship Type="http://schemas.openxmlformats.org/officeDocument/2006/relationships/slide" Target="/ppt/slides/slide190.xml" Id="R0d6a1b6bb6044471" /><Relationship Type="http://schemas.openxmlformats.org/officeDocument/2006/relationships/slide" Target="/ppt/slides/slide191.xml" Id="R297f069118e14877" /><Relationship Type="http://schemas.openxmlformats.org/officeDocument/2006/relationships/slide" Target="/ppt/slides/slide192.xml" Id="Ra68372e735c94fee" /><Relationship Type="http://schemas.openxmlformats.org/officeDocument/2006/relationships/slide" Target="/ppt/slides/slide193.xml" Id="Reea8039a04dc4190" /><Relationship Type="http://schemas.openxmlformats.org/officeDocument/2006/relationships/slide" Target="/ppt/slides/slide194.xml" Id="R6bca959f2adf49fa" /><Relationship Type="http://schemas.openxmlformats.org/officeDocument/2006/relationships/slide" Target="/ppt/slides/slide195.xml" Id="R12cef62cee144362" /><Relationship Type="http://schemas.openxmlformats.org/officeDocument/2006/relationships/slide" Target="/ppt/slides/slide196.xml" Id="Rb178eb0fba4346b1" /><Relationship Type="http://schemas.openxmlformats.org/officeDocument/2006/relationships/slide" Target="/ppt/slides/slide197.xml" Id="R1d667b1b62ea4902" /><Relationship Type="http://schemas.openxmlformats.org/officeDocument/2006/relationships/slide" Target="/ppt/slides/slide198.xml" Id="Re886f4cd18c14f6d" /><Relationship Type="http://schemas.openxmlformats.org/officeDocument/2006/relationships/slide" Target="/ppt/slides/slide199.xml" Id="R9c78e83d86b6476a" /><Relationship Type="http://schemas.openxmlformats.org/officeDocument/2006/relationships/slide" Target="/ppt/slides/slide200.xml" Id="R6b5daecbf4894e84" /><Relationship Type="http://schemas.openxmlformats.org/officeDocument/2006/relationships/slide" Target="/ppt/slides/slide201.xml" Id="R96876f221d1c4ff2" /><Relationship Type="http://schemas.openxmlformats.org/officeDocument/2006/relationships/slide" Target="/ppt/slides/slide202.xml" Id="R544245fcd58e4a1e" /><Relationship Type="http://schemas.openxmlformats.org/officeDocument/2006/relationships/slide" Target="/ppt/slides/slide203.xml" Id="R710b775f61dc442b" /><Relationship Type="http://schemas.openxmlformats.org/officeDocument/2006/relationships/slide" Target="/ppt/slides/slide204.xml" Id="R47b84b4934824370" /><Relationship Type="http://schemas.openxmlformats.org/officeDocument/2006/relationships/slide" Target="/ppt/slides/slide205.xml" Id="Rf9851ab40d7d4d19" /><Relationship Type="http://schemas.openxmlformats.org/officeDocument/2006/relationships/slide" Target="/ppt/slides/slide206.xml" Id="R0b5c206491be4bae" /><Relationship Type="http://schemas.openxmlformats.org/officeDocument/2006/relationships/slide" Target="/ppt/slides/slide207.xml" Id="R5a21f740f2b245d3" /><Relationship Type="http://schemas.openxmlformats.org/officeDocument/2006/relationships/slide" Target="/ppt/slides/slide208.xml" Id="Rb7d5663f958f4e22" /><Relationship Type="http://schemas.openxmlformats.org/officeDocument/2006/relationships/slide" Target="/ppt/slides/slide209.xml" Id="R9a1460d9d1d54823" /><Relationship Type="http://schemas.openxmlformats.org/officeDocument/2006/relationships/slide" Target="/ppt/slides/slide210.xml" Id="R95e4c977599341c9" /><Relationship Type="http://schemas.openxmlformats.org/officeDocument/2006/relationships/slide" Target="/ppt/slides/slide211.xml" Id="Rb2db47fa07c34b0a" /><Relationship Type="http://schemas.openxmlformats.org/officeDocument/2006/relationships/slide" Target="/ppt/slides/slide212.xml" Id="R795f32a099624074" /><Relationship Type="http://schemas.openxmlformats.org/officeDocument/2006/relationships/slide" Target="/ppt/slides/slide213.xml" Id="Rb2fd90b2d24d4ae4" /><Relationship Type="http://schemas.openxmlformats.org/officeDocument/2006/relationships/slide" Target="/ppt/slides/slide214.xml" Id="R86d9239be90f471a" /><Relationship Type="http://schemas.openxmlformats.org/officeDocument/2006/relationships/slide" Target="/ppt/slides/slide215.xml" Id="R46373cec32c3449b" /><Relationship Type="http://schemas.openxmlformats.org/officeDocument/2006/relationships/slide" Target="/ppt/slides/slide216.xml" Id="Ra4a8a45f54fb4c80" /><Relationship Type="http://schemas.openxmlformats.org/officeDocument/2006/relationships/slide" Target="/ppt/slides/slide217.xml" Id="Rd6c0902f36f64ef1" /><Relationship Type="http://schemas.openxmlformats.org/officeDocument/2006/relationships/slide" Target="/ppt/slides/slide218.xml" Id="Re69529e08c54436b" /><Relationship Type="http://schemas.openxmlformats.org/officeDocument/2006/relationships/slide" Target="/ppt/slides/slide219.xml" Id="R1b8960f36c7e4106" /><Relationship Type="http://schemas.openxmlformats.org/officeDocument/2006/relationships/slide" Target="/ppt/slides/slide220.xml" Id="R5a4fc9d3d18a4d36" /><Relationship Type="http://schemas.openxmlformats.org/officeDocument/2006/relationships/slide" Target="/ppt/slides/slide221.xml" Id="Rad174d0c101d4a12" /><Relationship Type="http://schemas.openxmlformats.org/officeDocument/2006/relationships/slide" Target="/ppt/slides/slide222.xml" Id="R7aa06930531e4196" /><Relationship Type="http://schemas.openxmlformats.org/officeDocument/2006/relationships/slide" Target="/ppt/slides/slide223.xml" Id="Rc8d8192a41394226" /><Relationship Type="http://schemas.openxmlformats.org/officeDocument/2006/relationships/slide" Target="/ppt/slides/slide224.xml" Id="R43aa3a1512cd47f5" /><Relationship Type="http://schemas.openxmlformats.org/officeDocument/2006/relationships/slide" Target="/ppt/slides/slide225.xml" Id="R0db94dfdaf374a1d" /><Relationship Type="http://schemas.openxmlformats.org/officeDocument/2006/relationships/slide" Target="/ppt/slides/slide226.xml" Id="R87fcf4b339ef4f05" /><Relationship Type="http://schemas.openxmlformats.org/officeDocument/2006/relationships/slide" Target="/ppt/slides/slide227.xml" Id="R797a21f6bbec4e66" /><Relationship Type="http://schemas.openxmlformats.org/officeDocument/2006/relationships/slide" Target="/ppt/slides/slide228.xml" Id="R1a765c17bd59413c" /><Relationship Type="http://schemas.openxmlformats.org/officeDocument/2006/relationships/slide" Target="/ppt/slides/slide229.xml" Id="R52bd760e394742a5" /><Relationship Type="http://schemas.openxmlformats.org/officeDocument/2006/relationships/slide" Target="/ppt/slides/slide230.xml" Id="R947c0533e64c48ac" /><Relationship Type="http://schemas.openxmlformats.org/officeDocument/2006/relationships/slide" Target="/ppt/slides/slide231.xml" Id="Rbf41e7775f6840cc" /><Relationship Type="http://schemas.openxmlformats.org/officeDocument/2006/relationships/slide" Target="/ppt/slides/slide232.xml" Id="Raaaee130d19f4325" /><Relationship Type="http://schemas.openxmlformats.org/officeDocument/2006/relationships/slide" Target="/ppt/slides/slide233.xml" Id="Rcdbd51455c6d476c" /><Relationship Type="http://schemas.openxmlformats.org/officeDocument/2006/relationships/slide" Target="/ppt/slides/slide234.xml" Id="R39e7ca4525aa46c5" /><Relationship Type="http://schemas.openxmlformats.org/officeDocument/2006/relationships/slide" Target="/ppt/slides/slide235.xml" Id="Rb01664725afb4097" /><Relationship Type="http://schemas.openxmlformats.org/officeDocument/2006/relationships/slide" Target="/ppt/slides/slide236.xml" Id="R1109161df6d643a3" /><Relationship Type="http://schemas.openxmlformats.org/officeDocument/2006/relationships/slide" Target="/ppt/slides/slide237.xml" Id="Rbdc8247b2a784e1e" /><Relationship Type="http://schemas.openxmlformats.org/officeDocument/2006/relationships/slide" Target="/ppt/slides/slide238.xml" Id="R69f5244de0f64397" /><Relationship Type="http://schemas.openxmlformats.org/officeDocument/2006/relationships/slide" Target="/ppt/slides/slide239.xml" Id="R57da1d5cd4084fea" /><Relationship Type="http://schemas.openxmlformats.org/officeDocument/2006/relationships/slide" Target="/ppt/slides/slide240.xml" Id="R0b4fc86080f147b8" /><Relationship Type="http://schemas.openxmlformats.org/officeDocument/2006/relationships/slide" Target="/ppt/slides/slide241.xml" Id="R71194ed0d3464032" /><Relationship Type="http://schemas.openxmlformats.org/officeDocument/2006/relationships/slide" Target="/ppt/slides/slide242.xml" Id="R351ff0ff38654d59" /><Relationship Type="http://schemas.openxmlformats.org/officeDocument/2006/relationships/slide" Target="/ppt/slides/slide243.xml" Id="Rab4a9186376d4bd5" /><Relationship Type="http://schemas.openxmlformats.org/officeDocument/2006/relationships/slide" Target="/ppt/slides/slide244.xml" Id="R2f9be00d05e343fe" /><Relationship Type="http://schemas.openxmlformats.org/officeDocument/2006/relationships/slide" Target="/ppt/slides/slide245.xml" Id="Rf580202641ea46f8" /><Relationship Type="http://schemas.openxmlformats.org/officeDocument/2006/relationships/slide" Target="/ppt/slides/slide246.xml" Id="Rfacbcf6886fe484c" /><Relationship Type="http://schemas.openxmlformats.org/officeDocument/2006/relationships/slide" Target="/ppt/slides/slide247.xml" Id="Reca0a55496074eff" /><Relationship Type="http://schemas.openxmlformats.org/officeDocument/2006/relationships/slide" Target="/ppt/slides/slide248.xml" Id="R2867625d651a449e" /><Relationship Type="http://schemas.openxmlformats.org/officeDocument/2006/relationships/slide" Target="/ppt/slides/slide249.xml" Id="Rb6aff051f935460f" /><Relationship Type="http://schemas.openxmlformats.org/officeDocument/2006/relationships/slide" Target="/ppt/slides/slide250.xml" Id="Rdffc73b5f0be47ae" /><Relationship Type="http://schemas.openxmlformats.org/officeDocument/2006/relationships/slide" Target="/ppt/slides/slide251.xml" Id="R9e7bdc64885745a9" /><Relationship Type="http://schemas.openxmlformats.org/officeDocument/2006/relationships/slide" Target="/ppt/slides/slide252.xml" Id="Rf908198bacee4200" /><Relationship Type="http://schemas.openxmlformats.org/officeDocument/2006/relationships/slide" Target="/ppt/slides/slide253.xml" Id="R3fc325fc68334faa" /><Relationship Type="http://schemas.openxmlformats.org/officeDocument/2006/relationships/slide" Target="/ppt/slides/slide254.xml" Id="R5d6f378532494426" /><Relationship Type="http://schemas.openxmlformats.org/officeDocument/2006/relationships/slide" Target="/ppt/slides/slide255.xml" Id="Rf3cf4350311e4bdb" /><Relationship Type="http://schemas.openxmlformats.org/officeDocument/2006/relationships/slide" Target="/ppt/slides/slide256.xml" Id="R595487e601464f9d" /><Relationship Type="http://schemas.openxmlformats.org/officeDocument/2006/relationships/slide" Target="/ppt/slides/slide257.xml" Id="Re2beb9040cb649ac" /><Relationship Type="http://schemas.openxmlformats.org/officeDocument/2006/relationships/slide" Target="/ppt/slides/slide258.xml" Id="R2836c9f68b9f43a7" /><Relationship Type="http://schemas.openxmlformats.org/officeDocument/2006/relationships/slide" Target="/ppt/slides/slide259.xml" Id="R4069846ce11c43a3" /><Relationship Type="http://schemas.openxmlformats.org/officeDocument/2006/relationships/slide" Target="/ppt/slides/slide260.xml" Id="R0c9bae151f534bfb" /><Relationship Type="http://schemas.openxmlformats.org/officeDocument/2006/relationships/slide" Target="/ppt/slides/slide261.xml" Id="Rbbda36ec9f3e42cf" /><Relationship Type="http://schemas.openxmlformats.org/officeDocument/2006/relationships/slide" Target="/ppt/slides/slide262.xml" Id="R6f568a82458247fa" /><Relationship Type="http://schemas.openxmlformats.org/officeDocument/2006/relationships/slide" Target="/ppt/slides/slide263.xml" Id="R73a16c4f5db24826" /><Relationship Type="http://schemas.openxmlformats.org/officeDocument/2006/relationships/slide" Target="/ppt/slides/slide264.xml" Id="Raec1a77549734e94" /><Relationship Type="http://schemas.openxmlformats.org/officeDocument/2006/relationships/slide" Target="/ppt/slides/slide265.xml" Id="Rf7f55177922243b1" /><Relationship Type="http://schemas.openxmlformats.org/officeDocument/2006/relationships/slide" Target="/ppt/slides/slide266.xml" Id="R3eab4fec69cf4b54" /><Relationship Type="http://schemas.openxmlformats.org/officeDocument/2006/relationships/slide" Target="/ppt/slides/slide267.xml" Id="R27a8df5fabb246cf" /><Relationship Type="http://schemas.openxmlformats.org/officeDocument/2006/relationships/slide" Target="/ppt/slides/slide268.xml" Id="R749e0daefeeb4744" /><Relationship Type="http://schemas.openxmlformats.org/officeDocument/2006/relationships/slide" Target="/ppt/slides/slide269.xml" Id="Rbe49308c4efc4269" /><Relationship Type="http://schemas.openxmlformats.org/officeDocument/2006/relationships/slide" Target="/ppt/slides/slide270.xml" Id="Rfff8275146f34164" /><Relationship Type="http://schemas.openxmlformats.org/officeDocument/2006/relationships/slide" Target="/ppt/slides/slide271.xml" Id="Re2a3f4fe8e6e4bc4" /><Relationship Type="http://schemas.openxmlformats.org/officeDocument/2006/relationships/slide" Target="/ppt/slides/slide272.xml" Id="Rbe4342176cfb4076" /><Relationship Type="http://schemas.openxmlformats.org/officeDocument/2006/relationships/slide" Target="/ppt/slides/slide273.xml" Id="Ref88b0924e2147fe" /><Relationship Type="http://schemas.openxmlformats.org/officeDocument/2006/relationships/slide" Target="/ppt/slides/slide274.xml" Id="R29c0b1c349b0499b" /><Relationship Type="http://schemas.openxmlformats.org/officeDocument/2006/relationships/slide" Target="/ppt/slides/slide275.xml" Id="R70bd443a5b764b42" /><Relationship Type="http://schemas.openxmlformats.org/officeDocument/2006/relationships/slide" Target="/ppt/slides/slide276.xml" Id="R7e62473e32c94c50" /><Relationship Type="http://schemas.openxmlformats.org/officeDocument/2006/relationships/slide" Target="/ppt/slides/slide277.xml" Id="R9e619f6cabea429e" /><Relationship Type="http://schemas.openxmlformats.org/officeDocument/2006/relationships/slide" Target="/ppt/slides/slide278.xml" Id="R82d2e83b97a34ceb" /><Relationship Type="http://schemas.openxmlformats.org/officeDocument/2006/relationships/slide" Target="/ppt/slides/slide279.xml" Id="Raf9d53809a754bee" /><Relationship Type="http://schemas.openxmlformats.org/officeDocument/2006/relationships/slide" Target="/ppt/slides/slide280.xml" Id="R1c67f3ce5f9844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e7039195cb40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36b006a02e456e" /><Relationship Type="http://schemas.openxmlformats.org/officeDocument/2006/relationships/notesMaster" Target="/ppt/notesMasters/notesMaster1.xml" Id="Rc753135a72aa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7d535097e149c1" /><Relationship Type="http://schemas.openxmlformats.org/officeDocument/2006/relationships/notesMaster" Target="/ppt/notesMasters/notesMaster1.xml" Id="R18637848082a44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eeead685b14689" /><Relationship Type="http://schemas.openxmlformats.org/officeDocument/2006/relationships/notesMaster" Target="/ppt/notesMasters/notesMaster1.xml" Id="Rf11ae69262b542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a36ffad12542d0" /><Relationship Type="http://schemas.openxmlformats.org/officeDocument/2006/relationships/notesMaster" Target="/ppt/notesMasters/notesMaster1.xml" Id="Rccf1411e4ebf41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8105bfe72f455c" /><Relationship Type="http://schemas.openxmlformats.org/officeDocument/2006/relationships/notesMaster" Target="/ppt/notesMasters/notesMaster1.xml" Id="R0beb4e398729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82581f333a4054" /><Relationship Type="http://schemas.openxmlformats.org/officeDocument/2006/relationships/notesMaster" Target="/ppt/notesMasters/notesMaster1.xml" Id="Rdc1e6874075542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61995ec156498f" /><Relationship Type="http://schemas.openxmlformats.org/officeDocument/2006/relationships/notesMaster" Target="/ppt/notesMasters/notesMaster1.xml" Id="Rae7554269a7747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8eecc5a27f4cff" /><Relationship Type="http://schemas.openxmlformats.org/officeDocument/2006/relationships/notesMaster" Target="/ppt/notesMasters/notesMaster1.xml" Id="Rbc6765581dfe4a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dadacde9a94187" /><Relationship Type="http://schemas.openxmlformats.org/officeDocument/2006/relationships/notesMaster" Target="/ppt/notesMasters/notesMaster1.xml" Id="Rbbf3da5579e14f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999e8959fb4a59" /><Relationship Type="http://schemas.openxmlformats.org/officeDocument/2006/relationships/notesMaster" Target="/ppt/notesMasters/notesMaster1.xml" Id="Ra9b2124128f640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69d2c2754e4aa4" /><Relationship Type="http://schemas.openxmlformats.org/officeDocument/2006/relationships/notesMaster" Target="/ppt/notesMasters/notesMaster1.xml" Id="R1e360bdd021c42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b80c14468f49b8" /><Relationship Type="http://schemas.openxmlformats.org/officeDocument/2006/relationships/notesMaster" Target="/ppt/notesMasters/notesMaster1.xml" Id="R7783bb4ed4ce40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9ac42425a24ba3" /><Relationship Type="http://schemas.openxmlformats.org/officeDocument/2006/relationships/notesMaster" Target="/ppt/notesMasters/notesMaster1.xml" Id="R304a4c419b254a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c8df1c43ea484d" /><Relationship Type="http://schemas.openxmlformats.org/officeDocument/2006/relationships/notesMaster" Target="/ppt/notesMasters/notesMaster1.xml" Id="R33188aaae30942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104a93a28f4491" /><Relationship Type="http://schemas.openxmlformats.org/officeDocument/2006/relationships/notesMaster" Target="/ppt/notesMasters/notesMaster1.xml" Id="R99bdf1b88a3047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618d66503b4536" /><Relationship Type="http://schemas.openxmlformats.org/officeDocument/2006/relationships/notesMaster" Target="/ppt/notesMasters/notesMaster1.xml" Id="R65833a8fe0b34c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461f215e4e4e0e" /><Relationship Type="http://schemas.openxmlformats.org/officeDocument/2006/relationships/notesMaster" Target="/ppt/notesMasters/notesMaster1.xml" Id="R681d18395b0643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fdd54ad9c54df3" /><Relationship Type="http://schemas.openxmlformats.org/officeDocument/2006/relationships/notesMaster" Target="/ppt/notesMasters/notesMaster1.xml" Id="Re088fd4e747648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c8e97df4f14ef2" /><Relationship Type="http://schemas.openxmlformats.org/officeDocument/2006/relationships/notesMaster" Target="/ppt/notesMasters/notesMaster1.xml" Id="Rbcd05da31b614f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a8e549e4444826" /><Relationship Type="http://schemas.openxmlformats.org/officeDocument/2006/relationships/notesMaster" Target="/ppt/notesMasters/notesMaster1.xml" Id="R168fc93c648847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53aef47a2d436a" /><Relationship Type="http://schemas.openxmlformats.org/officeDocument/2006/relationships/notesMaster" Target="/ppt/notesMasters/notesMaster1.xml" Id="Rc1b32632c9bd47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bcf59120144fa3" /><Relationship Type="http://schemas.openxmlformats.org/officeDocument/2006/relationships/notesMaster" Target="/ppt/notesMasters/notesMaster1.xml" Id="R6b27957d746345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713e46a3f640df" /><Relationship Type="http://schemas.openxmlformats.org/officeDocument/2006/relationships/notesMaster" Target="/ppt/notesMasters/notesMaster1.xml" Id="R33bb29112ced44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3b6331259484921" /><Relationship Type="http://schemas.openxmlformats.org/officeDocument/2006/relationships/notesMaster" Target="/ppt/notesMasters/notesMaster1.xml" Id="Rae0f57aaab7b44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9671430558541a7" /><Relationship Type="http://schemas.openxmlformats.org/officeDocument/2006/relationships/notesMaster" Target="/ppt/notesMasters/notesMaster1.xml" Id="Rc3db25518eef4a6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6fb64fa7f649a2" /><Relationship Type="http://schemas.openxmlformats.org/officeDocument/2006/relationships/notesMaster" Target="/ppt/notesMasters/notesMaster1.xml" Id="Reb881b650c0142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74193928c94573" /><Relationship Type="http://schemas.openxmlformats.org/officeDocument/2006/relationships/notesMaster" Target="/ppt/notesMasters/notesMaster1.xml" Id="Rd86b304e00044ac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69670dd6a34f41" /><Relationship Type="http://schemas.openxmlformats.org/officeDocument/2006/relationships/notesMaster" Target="/ppt/notesMasters/notesMaster1.xml" Id="R1cd7e5a975b746d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98aeb5649b84ddc" /><Relationship Type="http://schemas.openxmlformats.org/officeDocument/2006/relationships/notesMaster" Target="/ppt/notesMasters/notesMaster1.xml" Id="Re3d168e7cb064f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7cdb992ca374a5d" /><Relationship Type="http://schemas.openxmlformats.org/officeDocument/2006/relationships/notesMaster" Target="/ppt/notesMasters/notesMaster1.xml" Id="R331b5bfb53ee448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505e7fb3cb7439d" /><Relationship Type="http://schemas.openxmlformats.org/officeDocument/2006/relationships/notesMaster" Target="/ppt/notesMasters/notesMaster1.xml" Id="R1d95906d893c4f7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64bbb6cdf974a94" /><Relationship Type="http://schemas.openxmlformats.org/officeDocument/2006/relationships/notesMaster" Target="/ppt/notesMasters/notesMaster1.xml" Id="Rda1d120edd8e4f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e1c72e2423d4a14" /><Relationship Type="http://schemas.openxmlformats.org/officeDocument/2006/relationships/notesMaster" Target="/ppt/notesMasters/notesMaster1.xml" Id="R9358af1be89e4ff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6460834d0c6401c" /><Relationship Type="http://schemas.openxmlformats.org/officeDocument/2006/relationships/notesMaster" Target="/ppt/notesMasters/notesMaster1.xml" Id="Rcedde7c51ee0484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49eea493004256" /><Relationship Type="http://schemas.openxmlformats.org/officeDocument/2006/relationships/notesMaster" Target="/ppt/notesMasters/notesMaster1.xml" Id="Rdfe140547d2f475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708ff8901b4aa5" /><Relationship Type="http://schemas.openxmlformats.org/officeDocument/2006/relationships/notesMaster" Target="/ppt/notesMasters/notesMaster1.xml" Id="Rdf99d57dce6e47f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785cc52330c4bb8" /><Relationship Type="http://schemas.openxmlformats.org/officeDocument/2006/relationships/notesMaster" Target="/ppt/notesMasters/notesMaster1.xml" Id="Rc94dbf2b9848417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c09f8a9ab944856" /><Relationship Type="http://schemas.openxmlformats.org/officeDocument/2006/relationships/notesMaster" Target="/ppt/notesMasters/notesMaster1.xml" Id="Rb3a4bbeb53b740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61c422b086640f7" /><Relationship Type="http://schemas.openxmlformats.org/officeDocument/2006/relationships/notesMaster" Target="/ppt/notesMasters/notesMaster1.xml" Id="R3496b7d6bb884a3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d431d5cb2604032" /><Relationship Type="http://schemas.openxmlformats.org/officeDocument/2006/relationships/notesMaster" Target="/ppt/notesMasters/notesMaster1.xml" Id="Recb9b098504e420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3a0f59ed08f4290" /><Relationship Type="http://schemas.openxmlformats.org/officeDocument/2006/relationships/notesMaster" Target="/ppt/notesMasters/notesMaster1.xml" Id="R967e8b86256f4c5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bbec5dc3bf9482b" /><Relationship Type="http://schemas.openxmlformats.org/officeDocument/2006/relationships/notesMaster" Target="/ppt/notesMasters/notesMaster1.xml" Id="R4770f181abcf481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d1c7cdfb3c24e7e" /><Relationship Type="http://schemas.openxmlformats.org/officeDocument/2006/relationships/notesMaster" Target="/ppt/notesMasters/notesMaster1.xml" Id="R922dda523c4f47c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3064f7352584591" /><Relationship Type="http://schemas.openxmlformats.org/officeDocument/2006/relationships/notesMaster" Target="/ppt/notesMasters/notesMaster1.xml" Id="R8c37282145e8434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59783690f81497b" /><Relationship Type="http://schemas.openxmlformats.org/officeDocument/2006/relationships/notesMaster" Target="/ppt/notesMasters/notesMaster1.xml" Id="R543bf9501ce84ea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35a97a01c114c4f" /><Relationship Type="http://schemas.openxmlformats.org/officeDocument/2006/relationships/notesMaster" Target="/ppt/notesMasters/notesMaster1.xml" Id="R74695137724b41d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b88c8201ef941eb" /><Relationship Type="http://schemas.openxmlformats.org/officeDocument/2006/relationships/notesMaster" Target="/ppt/notesMasters/notesMaster1.xml" Id="R39ff8e785e39467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0c280e39c6344ae" /><Relationship Type="http://schemas.openxmlformats.org/officeDocument/2006/relationships/notesMaster" Target="/ppt/notesMasters/notesMaster1.xml" Id="R5a6c1dd6b8b54f9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ee4b5ebb8eb4a65" /><Relationship Type="http://schemas.openxmlformats.org/officeDocument/2006/relationships/notesMaster" Target="/ppt/notesMasters/notesMaster1.xml" Id="R878c53380a5f475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4b516489f2843e8" /><Relationship Type="http://schemas.openxmlformats.org/officeDocument/2006/relationships/notesMaster" Target="/ppt/notesMasters/notesMaster1.xml" Id="R7d23b9c7347a492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e23d62cd31b455f" /><Relationship Type="http://schemas.openxmlformats.org/officeDocument/2006/relationships/notesMaster" Target="/ppt/notesMasters/notesMaster1.xml" Id="R4a09f22b491f47f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5153b2e6a564815" /><Relationship Type="http://schemas.openxmlformats.org/officeDocument/2006/relationships/notesMaster" Target="/ppt/notesMasters/notesMaster1.xml" Id="R9678cdbd4d1a4c2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9e91ab80179457f" /><Relationship Type="http://schemas.openxmlformats.org/officeDocument/2006/relationships/notesMaster" Target="/ppt/notesMasters/notesMaster1.xml" Id="R74201224caee487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a7c1bb1d62543ad" /><Relationship Type="http://schemas.openxmlformats.org/officeDocument/2006/relationships/notesMaster" Target="/ppt/notesMasters/notesMaster1.xml" Id="R64ba6e8fb99340e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0206127c1fe4e46" /><Relationship Type="http://schemas.openxmlformats.org/officeDocument/2006/relationships/notesMaster" Target="/ppt/notesMasters/notesMaster1.xml" Id="R908b62430cab48c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64e70e95d474954" /><Relationship Type="http://schemas.openxmlformats.org/officeDocument/2006/relationships/notesMaster" Target="/ppt/notesMasters/notesMaster1.xml" Id="Rc7e1dec7af6d4db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01c8e6c25a6425b" /><Relationship Type="http://schemas.openxmlformats.org/officeDocument/2006/relationships/notesMaster" Target="/ppt/notesMasters/notesMaster1.xml" Id="R06fbf7d3349c42e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dc003ca87f84316" /><Relationship Type="http://schemas.openxmlformats.org/officeDocument/2006/relationships/notesMaster" Target="/ppt/notesMasters/notesMaster1.xml" Id="Rfba7b1e88c45448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0e92d545eb94848" /><Relationship Type="http://schemas.openxmlformats.org/officeDocument/2006/relationships/notesMaster" Target="/ppt/notesMasters/notesMaster1.xml" Id="R710ea46858a6435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80ff72f9ac24387" /><Relationship Type="http://schemas.openxmlformats.org/officeDocument/2006/relationships/notesMaster" Target="/ppt/notesMasters/notesMaster1.xml" Id="R849b28a68231426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5dd83e3c4274e6a" /><Relationship Type="http://schemas.openxmlformats.org/officeDocument/2006/relationships/notesMaster" Target="/ppt/notesMasters/notesMaster1.xml" Id="R001815f56441441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83600a7d09d4616" /><Relationship Type="http://schemas.openxmlformats.org/officeDocument/2006/relationships/notesMaster" Target="/ppt/notesMasters/notesMaster1.xml" Id="R63fab991e654498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e0f8de16f4c42aa" /><Relationship Type="http://schemas.openxmlformats.org/officeDocument/2006/relationships/notesMaster" Target="/ppt/notesMasters/notesMaster1.xml" Id="R83c4d7ee5ce8473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0713906b17c84c74" /><Relationship Type="http://schemas.openxmlformats.org/officeDocument/2006/relationships/notesMaster" Target="/ppt/notesMasters/notesMaster1.xml" Id="R1edd67bd11864f5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07e74427805741ce" /><Relationship Type="http://schemas.openxmlformats.org/officeDocument/2006/relationships/notesMaster" Target="/ppt/notesMasters/notesMaster1.xml" Id="R09732bc843184ab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f72e3fc72134cbc" /><Relationship Type="http://schemas.openxmlformats.org/officeDocument/2006/relationships/notesMaster" Target="/ppt/notesMasters/notesMaster1.xml" Id="R9f5aa1ef522048f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05e8136b6a4f449f" /><Relationship Type="http://schemas.openxmlformats.org/officeDocument/2006/relationships/notesMaster" Target="/ppt/notesMasters/notesMaster1.xml" Id="R602d224cd52748c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48d14c39f27e46c8" /><Relationship Type="http://schemas.openxmlformats.org/officeDocument/2006/relationships/notesMaster" Target="/ppt/notesMasters/notesMaster1.xml" Id="R045ff85176c3459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b223a9cd695349f7" /><Relationship Type="http://schemas.openxmlformats.org/officeDocument/2006/relationships/notesMaster" Target="/ppt/notesMasters/notesMaster1.xml" Id="Ra6307d0535434d8d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a63bcb04a3449e6" /><Relationship Type="http://schemas.openxmlformats.org/officeDocument/2006/relationships/notesMaster" Target="/ppt/notesMasters/notesMaster1.xml" Id="R229ac436a7ff464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56d71f24d86c4ea4" /><Relationship Type="http://schemas.openxmlformats.org/officeDocument/2006/relationships/notesMaster" Target="/ppt/notesMasters/notesMaster1.xml" Id="R6f55b41377a444e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ad91e898f344c10" /><Relationship Type="http://schemas.openxmlformats.org/officeDocument/2006/relationships/notesMaster" Target="/ppt/notesMasters/notesMaster1.xml" Id="R29746ceca4984ca0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e29014376642403c" /><Relationship Type="http://schemas.openxmlformats.org/officeDocument/2006/relationships/notesMaster" Target="/ppt/notesMasters/notesMaster1.xml" Id="R02d67ba95423493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1cd65e7b44a1479d" /><Relationship Type="http://schemas.openxmlformats.org/officeDocument/2006/relationships/notesMaster" Target="/ppt/notesMasters/notesMaster1.xml" Id="Rb1f04bc4c8364da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163e0d2b5e9d46b6" /><Relationship Type="http://schemas.openxmlformats.org/officeDocument/2006/relationships/notesMaster" Target="/ppt/notesMasters/notesMaster1.xml" Id="R917d423e591541e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e13c45560c94586" /><Relationship Type="http://schemas.openxmlformats.org/officeDocument/2006/relationships/notesMaster" Target="/ppt/notesMasters/notesMaster1.xml" Id="Rf0ef64713eef4216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5d3e7e1867847ad" /><Relationship Type="http://schemas.openxmlformats.org/officeDocument/2006/relationships/notesMaster" Target="/ppt/notesMasters/notesMaster1.xml" Id="R829ed01a7cf64a7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48a1f21c1e4438a" /><Relationship Type="http://schemas.openxmlformats.org/officeDocument/2006/relationships/notesMaster" Target="/ppt/notesMasters/notesMaster1.xml" Id="R31ade636811b47cd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aee5650a0dd43f2" /><Relationship Type="http://schemas.openxmlformats.org/officeDocument/2006/relationships/notesMaster" Target="/ppt/notesMasters/notesMaster1.xml" Id="R0de60ff0de554fc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c10e32842a524816" /><Relationship Type="http://schemas.openxmlformats.org/officeDocument/2006/relationships/notesMaster" Target="/ppt/notesMasters/notesMaster1.xml" Id="R8c26e561204f4c1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82d9ee89d5c440a" /><Relationship Type="http://schemas.openxmlformats.org/officeDocument/2006/relationships/notesMaster" Target="/ppt/notesMasters/notesMaster1.xml" Id="Rc4b44f65ceed40c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a40333ed56db490c" /><Relationship Type="http://schemas.openxmlformats.org/officeDocument/2006/relationships/notesMaster" Target="/ppt/notesMasters/notesMaster1.xml" Id="Rb767d16015a948b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a3b3930272b74735" /><Relationship Type="http://schemas.openxmlformats.org/officeDocument/2006/relationships/notesMaster" Target="/ppt/notesMasters/notesMaster1.xml" Id="R1175d634c941445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9d388f28da14ac2" /><Relationship Type="http://schemas.openxmlformats.org/officeDocument/2006/relationships/notesMaster" Target="/ppt/notesMasters/notesMaster1.xml" Id="Rd29b6fe9e23f4e9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cc19c506fa747ec" /><Relationship Type="http://schemas.openxmlformats.org/officeDocument/2006/relationships/notesMaster" Target="/ppt/notesMasters/notesMaster1.xml" Id="R4900be9982384f3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6cb755ae6d3543d4" /><Relationship Type="http://schemas.openxmlformats.org/officeDocument/2006/relationships/notesMaster" Target="/ppt/notesMasters/notesMaster1.xml" Id="Re905c426f3dc4ce5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1b1594c75ef24ff7" /><Relationship Type="http://schemas.openxmlformats.org/officeDocument/2006/relationships/notesMaster" Target="/ppt/notesMasters/notesMaster1.xml" Id="Rdfe4d4e6020e474d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ab96e7d4f4bb469e" /><Relationship Type="http://schemas.openxmlformats.org/officeDocument/2006/relationships/notesMaster" Target="/ppt/notesMasters/notesMaster1.xml" Id="R1e51dce77e914fee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6f7e271efaa4e71" /><Relationship Type="http://schemas.openxmlformats.org/officeDocument/2006/relationships/notesMaster" Target="/ppt/notesMasters/notesMaster1.xml" Id="Rc40e8eaf4c304b66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2c352c4928d84f7a" /><Relationship Type="http://schemas.openxmlformats.org/officeDocument/2006/relationships/notesMaster" Target="/ppt/notesMasters/notesMaster1.xml" Id="R46dcdbc502bd4f6f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faaa2446528e418a" /><Relationship Type="http://schemas.openxmlformats.org/officeDocument/2006/relationships/notesMaster" Target="/ppt/notesMasters/notesMaster1.xml" Id="Rd481b9847aad4ad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0d97754ce228414c" /><Relationship Type="http://schemas.openxmlformats.org/officeDocument/2006/relationships/notesMaster" Target="/ppt/notesMasters/notesMaster1.xml" Id="Re0606462643f4c17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4fd2488fff384696" /><Relationship Type="http://schemas.openxmlformats.org/officeDocument/2006/relationships/notesMaster" Target="/ppt/notesMasters/notesMaster1.xml" Id="R8f03087c0ef64b83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9881911a48464fa7" /><Relationship Type="http://schemas.openxmlformats.org/officeDocument/2006/relationships/notesMaster" Target="/ppt/notesMasters/notesMaster1.xml" Id="R11b727ebf8ca4850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a63a926be574c89" /><Relationship Type="http://schemas.openxmlformats.org/officeDocument/2006/relationships/notesMaster" Target="/ppt/notesMasters/notesMaster1.xml" Id="R000f0f7bb6814c3f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2a1d74122b1f406c" /><Relationship Type="http://schemas.openxmlformats.org/officeDocument/2006/relationships/notesMaster" Target="/ppt/notesMasters/notesMaster1.xml" Id="Rc74b7f219aac4768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b8f4704b020c465c" /><Relationship Type="http://schemas.openxmlformats.org/officeDocument/2006/relationships/notesMaster" Target="/ppt/notesMasters/notesMaster1.xml" Id="R688872f67fd44b3c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e2c4911d625642b0" /><Relationship Type="http://schemas.openxmlformats.org/officeDocument/2006/relationships/notesMaster" Target="/ppt/notesMasters/notesMaster1.xml" Id="Redfdbc8dcb154c24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907e957fee7e4a8b" /><Relationship Type="http://schemas.openxmlformats.org/officeDocument/2006/relationships/notesMaster" Target="/ppt/notesMasters/notesMaster1.xml" Id="R19999fd781d2400e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dffb19081d746f0" /><Relationship Type="http://schemas.openxmlformats.org/officeDocument/2006/relationships/notesMaster" Target="/ppt/notesMasters/notesMaster1.xml" Id="Rf763ec0ba8fd454d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d20042a97f274b71" /><Relationship Type="http://schemas.openxmlformats.org/officeDocument/2006/relationships/notesMaster" Target="/ppt/notesMasters/notesMaster1.xml" Id="R740ac007bce44bb9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cbb3b20532643a1" /><Relationship Type="http://schemas.openxmlformats.org/officeDocument/2006/relationships/notesMaster" Target="/ppt/notesMasters/notesMaster1.xml" Id="R58e34f7008b7470e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268e0a3b74047f1" /><Relationship Type="http://schemas.openxmlformats.org/officeDocument/2006/relationships/notesMaster" Target="/ppt/notesMasters/notesMaster1.xml" Id="Ra6a016d7bba348f3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e509017b6b264992" /><Relationship Type="http://schemas.openxmlformats.org/officeDocument/2006/relationships/notesMaster" Target="/ppt/notesMasters/notesMaster1.xml" Id="R6c6b6cbec0904c88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e65680972834074" /><Relationship Type="http://schemas.openxmlformats.org/officeDocument/2006/relationships/notesMaster" Target="/ppt/notesMasters/notesMaster1.xml" Id="R71387c2eaacc4c2b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b68baba0660d4dc1" /><Relationship Type="http://schemas.openxmlformats.org/officeDocument/2006/relationships/notesMaster" Target="/ppt/notesMasters/notesMaster1.xml" Id="Rce9192c4406848c2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d7789ffdcbf94367" /><Relationship Type="http://schemas.openxmlformats.org/officeDocument/2006/relationships/notesMaster" Target="/ppt/notesMasters/notesMaster1.xml" Id="R091f0f3f4ff44caf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f1bf9557439247c4" /><Relationship Type="http://schemas.openxmlformats.org/officeDocument/2006/relationships/notesMaster" Target="/ppt/notesMasters/notesMaster1.xml" Id="Ra2072a44fe1e4306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a1c66aa576544aec" /><Relationship Type="http://schemas.openxmlformats.org/officeDocument/2006/relationships/notesMaster" Target="/ppt/notesMasters/notesMaster1.xml" Id="R2055488794354b76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b2eece4d7ef645b5" /><Relationship Type="http://schemas.openxmlformats.org/officeDocument/2006/relationships/notesMaster" Target="/ppt/notesMasters/notesMaster1.xml" Id="R6e12ef154d014362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96bef6d946f34d61" /><Relationship Type="http://schemas.openxmlformats.org/officeDocument/2006/relationships/notesMaster" Target="/ppt/notesMasters/notesMaster1.xml" Id="R95edd97740e54694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e8fe605199fa4513" /><Relationship Type="http://schemas.openxmlformats.org/officeDocument/2006/relationships/notesMaster" Target="/ppt/notesMasters/notesMaster1.xml" Id="Ra16c33d8a2694926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88cda62bbd744a5d" /><Relationship Type="http://schemas.openxmlformats.org/officeDocument/2006/relationships/notesMaster" Target="/ppt/notesMasters/notesMaster1.xml" Id="R3d5d9a3f045947dd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410df59d86374587" /><Relationship Type="http://schemas.openxmlformats.org/officeDocument/2006/relationships/notesMaster" Target="/ppt/notesMasters/notesMaster1.xml" Id="R6adfec55c5b44b6e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b61906d4520744f2" /><Relationship Type="http://schemas.openxmlformats.org/officeDocument/2006/relationships/notesMaster" Target="/ppt/notesMasters/notesMaster1.xml" Id="R96409d27c1f84ec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409a27691f414f18" /><Relationship Type="http://schemas.openxmlformats.org/officeDocument/2006/relationships/notesMaster" Target="/ppt/notesMasters/notesMaster1.xml" Id="Ra08218d57b4a47e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1dfefa4a6f3b4068" /><Relationship Type="http://schemas.openxmlformats.org/officeDocument/2006/relationships/notesMaster" Target="/ppt/notesMasters/notesMaster1.xml" Id="Ra9f6f14f35d64590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8d80bb3673564c5f" /><Relationship Type="http://schemas.openxmlformats.org/officeDocument/2006/relationships/notesMaster" Target="/ppt/notesMasters/notesMaster1.xml" Id="Ra44a890aacce40c3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c70934480a7c4399" /><Relationship Type="http://schemas.openxmlformats.org/officeDocument/2006/relationships/notesMaster" Target="/ppt/notesMasters/notesMaster1.xml" Id="R061ffcf23269484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511cec96d3d44467" /><Relationship Type="http://schemas.openxmlformats.org/officeDocument/2006/relationships/notesMaster" Target="/ppt/notesMasters/notesMaster1.xml" Id="R2b043ba45551460c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6070abc143934ae1" /><Relationship Type="http://schemas.openxmlformats.org/officeDocument/2006/relationships/notesMaster" Target="/ppt/notesMasters/notesMaster1.xml" Id="Ra79eebd419414630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05c6e37679a9457e" /><Relationship Type="http://schemas.openxmlformats.org/officeDocument/2006/relationships/notesMaster" Target="/ppt/notesMasters/notesMaster1.xml" Id="R515f34f6e9b440e4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855f6ff5133b4bbb" /><Relationship Type="http://schemas.openxmlformats.org/officeDocument/2006/relationships/notesMaster" Target="/ppt/notesMasters/notesMaster1.xml" Id="Rb23a3928104a4a2a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f3759494790f4c9b" /><Relationship Type="http://schemas.openxmlformats.org/officeDocument/2006/relationships/notesMaster" Target="/ppt/notesMasters/notesMaster1.xml" Id="Rb2625e9c654a485d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313100874e10459a" /><Relationship Type="http://schemas.openxmlformats.org/officeDocument/2006/relationships/notesMaster" Target="/ppt/notesMasters/notesMaster1.xml" Id="Ra729de6196294749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aa460970108e4e8a" /><Relationship Type="http://schemas.openxmlformats.org/officeDocument/2006/relationships/notesMaster" Target="/ppt/notesMasters/notesMaster1.xml" Id="R548d33e49ae046ba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e656a85350f549fe" /><Relationship Type="http://schemas.openxmlformats.org/officeDocument/2006/relationships/notesMaster" Target="/ppt/notesMasters/notesMaster1.xml" Id="R78c1f7f74c63409e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4585b8fcd3cc43f7" /><Relationship Type="http://schemas.openxmlformats.org/officeDocument/2006/relationships/notesMaster" Target="/ppt/notesMasters/notesMaster1.xml" Id="Rd26e2dc44a904d04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71f5d50362b44d07" /><Relationship Type="http://schemas.openxmlformats.org/officeDocument/2006/relationships/notesMaster" Target="/ppt/notesMasters/notesMaster1.xml" Id="R00dc9e324d0a4e69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61496e320cf54545" /><Relationship Type="http://schemas.openxmlformats.org/officeDocument/2006/relationships/notesMaster" Target="/ppt/notesMasters/notesMaster1.xml" Id="R5366c6a3706841d3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8a2604a4ab04e41" /><Relationship Type="http://schemas.openxmlformats.org/officeDocument/2006/relationships/notesMaster" Target="/ppt/notesMasters/notesMaster1.xml" Id="R741f5c3f6be34b77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42689d6777d64d06" /><Relationship Type="http://schemas.openxmlformats.org/officeDocument/2006/relationships/notesMaster" Target="/ppt/notesMasters/notesMaster1.xml" Id="R5d13fec5e5bd4958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b6811ca8f0734269" /><Relationship Type="http://schemas.openxmlformats.org/officeDocument/2006/relationships/notesMaster" Target="/ppt/notesMasters/notesMaster1.xml" Id="Rbd49b89e8dc04c8f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a45058977a7941af" /><Relationship Type="http://schemas.openxmlformats.org/officeDocument/2006/relationships/notesMaster" Target="/ppt/notesMasters/notesMaster1.xml" Id="Rbc77710143444ba2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299a448890124a02" /><Relationship Type="http://schemas.openxmlformats.org/officeDocument/2006/relationships/notesMaster" Target="/ppt/notesMasters/notesMaster1.xml" Id="Rccad68a244c549bb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0cd38d636bae4703" /><Relationship Type="http://schemas.openxmlformats.org/officeDocument/2006/relationships/notesMaster" Target="/ppt/notesMasters/notesMaster1.xml" Id="R8fa7e8a802894a6b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7ad0a7392b274ef5" /><Relationship Type="http://schemas.openxmlformats.org/officeDocument/2006/relationships/notesMaster" Target="/ppt/notesMasters/notesMaster1.xml" Id="R9433f80e4f5e47f6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8e98710bc01b401c" /><Relationship Type="http://schemas.openxmlformats.org/officeDocument/2006/relationships/notesMaster" Target="/ppt/notesMasters/notesMaster1.xml" Id="R4ac34bd6d2714f24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ab07c8dbd0604663" /><Relationship Type="http://schemas.openxmlformats.org/officeDocument/2006/relationships/notesMaster" Target="/ppt/notesMasters/notesMaster1.xml" Id="R1fc5db19e21147eb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17b2ae15dd6c4e9d" /><Relationship Type="http://schemas.openxmlformats.org/officeDocument/2006/relationships/notesMaster" Target="/ppt/notesMasters/notesMaster1.xml" Id="R0173f7fb65604ca3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3517880cf94e4cd6" /><Relationship Type="http://schemas.openxmlformats.org/officeDocument/2006/relationships/notesMaster" Target="/ppt/notesMasters/notesMaster1.xml" Id="Ra23e14f28b3e4a70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a512c86938e94cd8" /><Relationship Type="http://schemas.openxmlformats.org/officeDocument/2006/relationships/notesMaster" Target="/ppt/notesMasters/notesMaster1.xml" Id="R2315ae5389e4416e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bcd91b5ff6b94292" /><Relationship Type="http://schemas.openxmlformats.org/officeDocument/2006/relationships/notesMaster" Target="/ppt/notesMasters/notesMaster1.xml" Id="Rdda19e4c7a1e4d98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71ba592735a84dcd" /><Relationship Type="http://schemas.openxmlformats.org/officeDocument/2006/relationships/notesMaster" Target="/ppt/notesMasters/notesMaster1.xml" Id="Rdda900b11eba4208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853474ea1bdf4661" /><Relationship Type="http://schemas.openxmlformats.org/officeDocument/2006/relationships/notesMaster" Target="/ppt/notesMasters/notesMaster1.xml" Id="R1675440c8f6445be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5eea0884f33d47ee" /><Relationship Type="http://schemas.openxmlformats.org/officeDocument/2006/relationships/notesMaster" Target="/ppt/notesMasters/notesMaster1.xml" Id="R5873d792b424471d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d9cae671a0754c49" /><Relationship Type="http://schemas.openxmlformats.org/officeDocument/2006/relationships/notesMaster" Target="/ppt/notesMasters/notesMaster1.xml" Id="R088fc08ae6b74a98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871b3d187e544f4a" /><Relationship Type="http://schemas.openxmlformats.org/officeDocument/2006/relationships/notesMaster" Target="/ppt/notesMasters/notesMaster1.xml" Id="R3af8bb87dc9e47d9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93fae621a72d4b84" /><Relationship Type="http://schemas.openxmlformats.org/officeDocument/2006/relationships/notesMaster" Target="/ppt/notesMasters/notesMaster1.xml" Id="Rbb41b79786a34d0e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efff384c1a6e4dcd" /><Relationship Type="http://schemas.openxmlformats.org/officeDocument/2006/relationships/notesMaster" Target="/ppt/notesMasters/notesMaster1.xml" Id="Rbaa9bc1ddd2b4451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6a825b481c3844b6" /><Relationship Type="http://schemas.openxmlformats.org/officeDocument/2006/relationships/notesMaster" Target="/ppt/notesMasters/notesMaster1.xml" Id="Rb01c17611b464623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f5612d5978dc4aeb" /><Relationship Type="http://schemas.openxmlformats.org/officeDocument/2006/relationships/notesMaster" Target="/ppt/notesMasters/notesMaster1.xml" Id="Rabc3d1f0beb046d2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faadb76383d04234" /><Relationship Type="http://schemas.openxmlformats.org/officeDocument/2006/relationships/notesMaster" Target="/ppt/notesMasters/notesMaster1.xml" Id="R783769cec9e744e0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51e6590e21aa4709" /><Relationship Type="http://schemas.openxmlformats.org/officeDocument/2006/relationships/notesMaster" Target="/ppt/notesMasters/notesMaster1.xml" Id="R7698d5aff4e84951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3f201efc85fd4aa5" /><Relationship Type="http://schemas.openxmlformats.org/officeDocument/2006/relationships/notesMaster" Target="/ppt/notesMasters/notesMaster1.xml" Id="Raf2aae141bcf4d4d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e1f4007e9c304a40" /><Relationship Type="http://schemas.openxmlformats.org/officeDocument/2006/relationships/notesMaster" Target="/ppt/notesMasters/notesMaster1.xml" Id="Ree26701ce132433a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79acdb0554ff4de7" /><Relationship Type="http://schemas.openxmlformats.org/officeDocument/2006/relationships/notesMaster" Target="/ppt/notesMasters/notesMaster1.xml" Id="R62ca5d6da88a4d61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5b1afda3908949e9" /><Relationship Type="http://schemas.openxmlformats.org/officeDocument/2006/relationships/notesMaster" Target="/ppt/notesMasters/notesMaster1.xml" Id="Raa438f984b214443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d7d980e0d50f4f1b" /><Relationship Type="http://schemas.openxmlformats.org/officeDocument/2006/relationships/notesMaster" Target="/ppt/notesMasters/notesMaster1.xml" Id="R4a5761473ae44de1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571abf36a3124379" /><Relationship Type="http://schemas.openxmlformats.org/officeDocument/2006/relationships/notesMaster" Target="/ppt/notesMasters/notesMaster1.xml" Id="R823f8b55ef004d52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6719724297b44805" /><Relationship Type="http://schemas.openxmlformats.org/officeDocument/2006/relationships/notesMaster" Target="/ppt/notesMasters/notesMaster1.xml" Id="R2c719b5abdde4b3f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63b84ce392d749c6" /><Relationship Type="http://schemas.openxmlformats.org/officeDocument/2006/relationships/notesMaster" Target="/ppt/notesMasters/notesMaster1.xml" Id="Re81e7357dce5495a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376e5b059a6045d3" /><Relationship Type="http://schemas.openxmlformats.org/officeDocument/2006/relationships/notesMaster" Target="/ppt/notesMasters/notesMaster1.xml" Id="R02ba8c83b09d425d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cd2d599c61774c72" /><Relationship Type="http://schemas.openxmlformats.org/officeDocument/2006/relationships/notesMaster" Target="/ppt/notesMasters/notesMaster1.xml" Id="R794e057e38cf489d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cd12e56591ed4cb6" /><Relationship Type="http://schemas.openxmlformats.org/officeDocument/2006/relationships/notesMaster" Target="/ppt/notesMasters/notesMaster1.xml" Id="R69aeff4b4f3248ca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524cd67956b94a36" /><Relationship Type="http://schemas.openxmlformats.org/officeDocument/2006/relationships/notesMaster" Target="/ppt/notesMasters/notesMaster1.xml" Id="R684c3fea9d4a4762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2b06dd0e8c604375" /><Relationship Type="http://schemas.openxmlformats.org/officeDocument/2006/relationships/notesMaster" Target="/ppt/notesMasters/notesMaster1.xml" Id="R099b385e7f624021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c318df77124f42a2" /><Relationship Type="http://schemas.openxmlformats.org/officeDocument/2006/relationships/notesMaster" Target="/ppt/notesMasters/notesMaster1.xml" Id="R0b7bc2c2bb274006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fe451f1c6e7e44d0" /><Relationship Type="http://schemas.openxmlformats.org/officeDocument/2006/relationships/notesMaster" Target="/ppt/notesMasters/notesMaster1.xml" Id="Rec88cb071c76491c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49ac6fbcb6af4384" /><Relationship Type="http://schemas.openxmlformats.org/officeDocument/2006/relationships/notesMaster" Target="/ppt/notesMasters/notesMaster1.xml" Id="R1c903a2bc0974134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e333d3133b054c3d" /><Relationship Type="http://schemas.openxmlformats.org/officeDocument/2006/relationships/notesMaster" Target="/ppt/notesMasters/notesMaster1.xml" Id="Rb4835eb0d5f540d3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c3927ecb3c9b49de" /><Relationship Type="http://schemas.openxmlformats.org/officeDocument/2006/relationships/notesMaster" Target="/ppt/notesMasters/notesMaster1.xml" Id="R8ed91d00ffb04725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805e37934d3948b0" /><Relationship Type="http://schemas.openxmlformats.org/officeDocument/2006/relationships/notesMaster" Target="/ppt/notesMasters/notesMaster1.xml" Id="R6025139f75c040cc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4b48832035d54220" /><Relationship Type="http://schemas.openxmlformats.org/officeDocument/2006/relationships/notesMaster" Target="/ppt/notesMasters/notesMaster1.xml" Id="R016de54db37249e3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368b1f0654614cb6" /><Relationship Type="http://schemas.openxmlformats.org/officeDocument/2006/relationships/notesMaster" Target="/ppt/notesMasters/notesMaster1.xml" Id="R70367c9ffa6541fb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fd9f149acad448a2" /><Relationship Type="http://schemas.openxmlformats.org/officeDocument/2006/relationships/notesMaster" Target="/ppt/notesMasters/notesMaster1.xml" Id="R92a9c64fd3d54910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f9c50029f8034c7e" /><Relationship Type="http://schemas.openxmlformats.org/officeDocument/2006/relationships/notesMaster" Target="/ppt/notesMasters/notesMaster1.xml" Id="Rdcf185152c2b4159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8b19169311544a85" /><Relationship Type="http://schemas.openxmlformats.org/officeDocument/2006/relationships/notesMaster" Target="/ppt/notesMasters/notesMaster1.xml" Id="Rc0efef7bdd4c4578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265df36eede04fcd" /><Relationship Type="http://schemas.openxmlformats.org/officeDocument/2006/relationships/notesMaster" Target="/ppt/notesMasters/notesMaster1.xml" Id="R0ba9e382c6434aea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69f5520643db4254" /><Relationship Type="http://schemas.openxmlformats.org/officeDocument/2006/relationships/notesMaster" Target="/ppt/notesMasters/notesMaster1.xml" Id="R6e3694b0957448b9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71d51461f4504cdc" /><Relationship Type="http://schemas.openxmlformats.org/officeDocument/2006/relationships/notesMaster" Target="/ppt/notesMasters/notesMaster1.xml" Id="Rac6c55cdf1ea4a88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cba6038764644cad" /><Relationship Type="http://schemas.openxmlformats.org/officeDocument/2006/relationships/notesMaster" Target="/ppt/notesMasters/notesMaster1.xml" Id="Rd17bb834b8184dbf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aa9bb9091c8043e8" /><Relationship Type="http://schemas.openxmlformats.org/officeDocument/2006/relationships/notesMaster" Target="/ppt/notesMasters/notesMaster1.xml" Id="R23dc2cc4f3474e9b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05abbc9ca6994c67" /><Relationship Type="http://schemas.openxmlformats.org/officeDocument/2006/relationships/notesMaster" Target="/ppt/notesMasters/notesMaster1.xml" Id="Rb441fefb05284724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3afaa9d4d7b444d6" /><Relationship Type="http://schemas.openxmlformats.org/officeDocument/2006/relationships/notesMaster" Target="/ppt/notesMasters/notesMaster1.xml" Id="R9eeea527e0574e0a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82fdbdccb4114762" /><Relationship Type="http://schemas.openxmlformats.org/officeDocument/2006/relationships/notesMaster" Target="/ppt/notesMasters/notesMaster1.xml" Id="Rf2307c77702d4782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94a673d4b3f94e8a" /><Relationship Type="http://schemas.openxmlformats.org/officeDocument/2006/relationships/notesMaster" Target="/ppt/notesMasters/notesMaster1.xml" Id="Re38c2746e41145b2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446033068bd749df" /><Relationship Type="http://schemas.openxmlformats.org/officeDocument/2006/relationships/notesMaster" Target="/ppt/notesMasters/notesMaster1.xml" Id="Rafd9dc697e1a4501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b680981a99ab40c4" /><Relationship Type="http://schemas.openxmlformats.org/officeDocument/2006/relationships/notesMaster" Target="/ppt/notesMasters/notesMaster1.xml" Id="Rbc86c7f67eff427f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197654c81e7045f9" /><Relationship Type="http://schemas.openxmlformats.org/officeDocument/2006/relationships/notesMaster" Target="/ppt/notesMasters/notesMaster1.xml" Id="Re4d0770d4f2a4ba0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36eac0e65d444c28" /><Relationship Type="http://schemas.openxmlformats.org/officeDocument/2006/relationships/notesMaster" Target="/ppt/notesMasters/notesMaster1.xml" Id="Rccec87196a624b32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55093bbf8d78487e" /><Relationship Type="http://schemas.openxmlformats.org/officeDocument/2006/relationships/notesMaster" Target="/ppt/notesMasters/notesMaster1.xml" Id="R3d4ba3bd277742e4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f98a0f5920e2491d" /><Relationship Type="http://schemas.openxmlformats.org/officeDocument/2006/relationships/notesMaster" Target="/ppt/notesMasters/notesMaster1.xml" Id="R8366eccaf30b42e4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6df6c2e25bb94f3b" /><Relationship Type="http://schemas.openxmlformats.org/officeDocument/2006/relationships/notesMaster" Target="/ppt/notesMasters/notesMaster1.xml" Id="R2ce2467bcb0b4552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41032ca4121242d5" /><Relationship Type="http://schemas.openxmlformats.org/officeDocument/2006/relationships/notesMaster" Target="/ppt/notesMasters/notesMaster1.xml" Id="Rb454f00ff0f74d84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20e5d3a4a1d04c02" /><Relationship Type="http://schemas.openxmlformats.org/officeDocument/2006/relationships/notesMaster" Target="/ppt/notesMasters/notesMaster1.xml" Id="R762771587e36400d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36681a8795f04b12" /><Relationship Type="http://schemas.openxmlformats.org/officeDocument/2006/relationships/notesMaster" Target="/ppt/notesMasters/notesMaster1.xml" Id="R832b7c43f768452d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b4a2b42cffce4086" /><Relationship Type="http://schemas.openxmlformats.org/officeDocument/2006/relationships/notesMaster" Target="/ppt/notesMasters/notesMaster1.xml" Id="Rc187b282836d4cb7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1b382b0867364fcc" /><Relationship Type="http://schemas.openxmlformats.org/officeDocument/2006/relationships/notesMaster" Target="/ppt/notesMasters/notesMaster1.xml" Id="Re39fd7092eb04da4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d4ec9fed9c9b4766" /><Relationship Type="http://schemas.openxmlformats.org/officeDocument/2006/relationships/notesMaster" Target="/ppt/notesMasters/notesMaster1.xml" Id="R45c3673ffa7640cb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9573e5b0ddc64bcb" /><Relationship Type="http://schemas.openxmlformats.org/officeDocument/2006/relationships/notesMaster" Target="/ppt/notesMasters/notesMaster1.xml" Id="R6612b532ab264c76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3a9aeb9ee8a9433f" /><Relationship Type="http://schemas.openxmlformats.org/officeDocument/2006/relationships/notesMaster" Target="/ppt/notesMasters/notesMaster1.xml" Id="R2be611156a6f440c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fd22c37774b34b15" /><Relationship Type="http://schemas.openxmlformats.org/officeDocument/2006/relationships/notesMaster" Target="/ppt/notesMasters/notesMaster1.xml" Id="R0a39f7c5b48a4d76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574f397293e849ec" /><Relationship Type="http://schemas.openxmlformats.org/officeDocument/2006/relationships/notesMaster" Target="/ppt/notesMasters/notesMaster1.xml" Id="R940f9e69d0154834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e9416042cb354a0d" /><Relationship Type="http://schemas.openxmlformats.org/officeDocument/2006/relationships/notesMaster" Target="/ppt/notesMasters/notesMaster1.xml" Id="Rf044e3ead0e94bb7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0ced914a95c84a7d" /><Relationship Type="http://schemas.openxmlformats.org/officeDocument/2006/relationships/notesMaster" Target="/ppt/notesMasters/notesMaster1.xml" Id="R9a634b47fff24a4f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ca2d6857dc7f48df" /><Relationship Type="http://schemas.openxmlformats.org/officeDocument/2006/relationships/notesMaster" Target="/ppt/notesMasters/notesMaster1.xml" Id="R709206b8298648f8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b7c0e1c40597498f" /><Relationship Type="http://schemas.openxmlformats.org/officeDocument/2006/relationships/notesMaster" Target="/ppt/notesMasters/notesMaster1.xml" Id="Rd528820bd486426d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34d90a42ee484560" /><Relationship Type="http://schemas.openxmlformats.org/officeDocument/2006/relationships/notesMaster" Target="/ppt/notesMasters/notesMaster1.xml" Id="R2fc527c4ece5415d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6e38f970996c458f" /><Relationship Type="http://schemas.openxmlformats.org/officeDocument/2006/relationships/notesMaster" Target="/ppt/notesMasters/notesMaster1.xml" Id="Rd5eda83569e44a50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8ea3c6db5b554fc3" /><Relationship Type="http://schemas.openxmlformats.org/officeDocument/2006/relationships/notesMaster" Target="/ppt/notesMasters/notesMaster1.xml" Id="R0b31f001cef44b58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1a5659828149451d" /><Relationship Type="http://schemas.openxmlformats.org/officeDocument/2006/relationships/notesMaster" Target="/ppt/notesMasters/notesMaster1.xml" Id="Rc7738c92ec7146e4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0ecb04b4904c4e87" /><Relationship Type="http://schemas.openxmlformats.org/officeDocument/2006/relationships/notesMaster" Target="/ppt/notesMasters/notesMaster1.xml" Id="R79ab8a35db814591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98a6b738c4ca4371" /><Relationship Type="http://schemas.openxmlformats.org/officeDocument/2006/relationships/notesMaster" Target="/ppt/notesMasters/notesMaster1.xml" Id="Rbb79864156824ff3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c867a1055c424d86" /><Relationship Type="http://schemas.openxmlformats.org/officeDocument/2006/relationships/notesMaster" Target="/ppt/notesMasters/notesMaster1.xml" Id="R76694b9f223c4b85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dc8e876333b24c00" /><Relationship Type="http://schemas.openxmlformats.org/officeDocument/2006/relationships/notesMaster" Target="/ppt/notesMasters/notesMaster1.xml" Id="R55c907ecd49740ea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0d18c912f7c24266" /><Relationship Type="http://schemas.openxmlformats.org/officeDocument/2006/relationships/notesMaster" Target="/ppt/notesMasters/notesMaster1.xml" Id="Rf10b9408176c4baf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9dea656fe5aa4e26" /><Relationship Type="http://schemas.openxmlformats.org/officeDocument/2006/relationships/notesMaster" Target="/ppt/notesMasters/notesMaster1.xml" Id="R10881938d8834ebd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d64a8696f8fd45d7" /><Relationship Type="http://schemas.openxmlformats.org/officeDocument/2006/relationships/notesMaster" Target="/ppt/notesMasters/notesMaster1.xml" Id="R739f0c5890214bdc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85fae1ea421e407f" /><Relationship Type="http://schemas.openxmlformats.org/officeDocument/2006/relationships/notesMaster" Target="/ppt/notesMasters/notesMaster1.xml" Id="R19182dd79b8a494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9868974194904ae3" /><Relationship Type="http://schemas.openxmlformats.org/officeDocument/2006/relationships/notesMaster" Target="/ppt/notesMasters/notesMaster1.xml" Id="Rf36d5d9142d94b50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39a4a274e38947b0" /><Relationship Type="http://schemas.openxmlformats.org/officeDocument/2006/relationships/notesMaster" Target="/ppt/notesMasters/notesMaster1.xml" Id="R4c219b9c79694018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9a833e30422e4070" /><Relationship Type="http://schemas.openxmlformats.org/officeDocument/2006/relationships/notesMaster" Target="/ppt/notesMasters/notesMaster1.xml" Id="R2450c0095b4c4798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403140aa2276487c" /><Relationship Type="http://schemas.openxmlformats.org/officeDocument/2006/relationships/notesMaster" Target="/ppt/notesMasters/notesMaster1.xml" Id="Rb048d0c0785149f6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199df4e06a0f4d7e" /><Relationship Type="http://schemas.openxmlformats.org/officeDocument/2006/relationships/notesMaster" Target="/ppt/notesMasters/notesMaster1.xml" Id="Ra1b71527f9344c7e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dc6590361eae4643" /><Relationship Type="http://schemas.openxmlformats.org/officeDocument/2006/relationships/notesMaster" Target="/ppt/notesMasters/notesMaster1.xml" Id="Rc234a037730a4e65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9a8d11bd19e941a7" /><Relationship Type="http://schemas.openxmlformats.org/officeDocument/2006/relationships/notesMaster" Target="/ppt/notesMasters/notesMaster1.xml" Id="R1265b78e8d974217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b12d14e4f9b345ba" /><Relationship Type="http://schemas.openxmlformats.org/officeDocument/2006/relationships/notesMaster" Target="/ppt/notesMasters/notesMaster1.xml" Id="R6fd81cf6c41d4089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2a91b463f3db4392" /><Relationship Type="http://schemas.openxmlformats.org/officeDocument/2006/relationships/notesMaster" Target="/ppt/notesMasters/notesMaster1.xml" Id="R8ac348863d114bcf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473bb4523da941b6" /><Relationship Type="http://schemas.openxmlformats.org/officeDocument/2006/relationships/notesMaster" Target="/ppt/notesMasters/notesMaster1.xml" Id="Rd9612e2ece434333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69c94b9218b64d83" /><Relationship Type="http://schemas.openxmlformats.org/officeDocument/2006/relationships/notesMaster" Target="/ppt/notesMasters/notesMaster1.xml" Id="R98ba608b7ff14432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702d7465644e40ee" /><Relationship Type="http://schemas.openxmlformats.org/officeDocument/2006/relationships/notesMaster" Target="/ppt/notesMasters/notesMaster1.xml" Id="Rb419d9aeed504831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a071854017344f39" /><Relationship Type="http://schemas.openxmlformats.org/officeDocument/2006/relationships/notesMaster" Target="/ppt/notesMasters/notesMaster1.xml" Id="R12c3819ce2ec4c65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accc919780a3447e" /><Relationship Type="http://schemas.openxmlformats.org/officeDocument/2006/relationships/notesMaster" Target="/ppt/notesMasters/notesMaster1.xml" Id="Ra6b91678810e41ec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7f112c453e2f4b75" /><Relationship Type="http://schemas.openxmlformats.org/officeDocument/2006/relationships/notesMaster" Target="/ppt/notesMasters/notesMaster1.xml" Id="R012df5b736114d15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e5c4496320854076" /><Relationship Type="http://schemas.openxmlformats.org/officeDocument/2006/relationships/notesMaster" Target="/ppt/notesMasters/notesMaster1.xml" Id="R4421cc88d2a64b4f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1da11b6c633549cc" /><Relationship Type="http://schemas.openxmlformats.org/officeDocument/2006/relationships/notesMaster" Target="/ppt/notesMasters/notesMaster1.xml" Id="R7678fe790a754552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74d95592d8a148b4" /><Relationship Type="http://schemas.openxmlformats.org/officeDocument/2006/relationships/notesMaster" Target="/ppt/notesMasters/notesMaster1.xml" Id="Rcb63e9787a96416d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42f4adfee8b84783" /><Relationship Type="http://schemas.openxmlformats.org/officeDocument/2006/relationships/notesMaster" Target="/ppt/notesMasters/notesMaster1.xml" Id="Rf098291021d14e9d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0371fd2fb27e4781" /><Relationship Type="http://schemas.openxmlformats.org/officeDocument/2006/relationships/notesMaster" Target="/ppt/notesMasters/notesMaster1.xml" Id="Rbe5206300d6f42c9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c0f35c5746d845b5" /><Relationship Type="http://schemas.openxmlformats.org/officeDocument/2006/relationships/notesMaster" Target="/ppt/notesMasters/notesMaster1.xml" Id="R86c8777847c4411c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b2c814d740d84461" /><Relationship Type="http://schemas.openxmlformats.org/officeDocument/2006/relationships/notesMaster" Target="/ppt/notesMasters/notesMaster1.xml" Id="R1df06bc951814422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867216af48fc4e90" /><Relationship Type="http://schemas.openxmlformats.org/officeDocument/2006/relationships/notesMaster" Target="/ppt/notesMasters/notesMaster1.xml" Id="Rd41f5c1c23334534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90bb4f9ea0574f75" /><Relationship Type="http://schemas.openxmlformats.org/officeDocument/2006/relationships/notesMaster" Target="/ppt/notesMasters/notesMaster1.xml" Id="R15abccafa21745f3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a39b320c12f74791" /><Relationship Type="http://schemas.openxmlformats.org/officeDocument/2006/relationships/notesMaster" Target="/ppt/notesMasters/notesMaster1.xml" Id="R7b188eea0e9b4933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a2d58b18a8b94c2f" /><Relationship Type="http://schemas.openxmlformats.org/officeDocument/2006/relationships/notesMaster" Target="/ppt/notesMasters/notesMaster1.xml" Id="R346350d021f24a56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e0ed8f0c7af54d70" /><Relationship Type="http://schemas.openxmlformats.org/officeDocument/2006/relationships/notesMaster" Target="/ppt/notesMasters/notesMaster1.xml" Id="R103f13ad5b444174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34bb292526c04c76" /><Relationship Type="http://schemas.openxmlformats.org/officeDocument/2006/relationships/notesMaster" Target="/ppt/notesMasters/notesMaster1.xml" Id="R576a24db8ef7496e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88b73cbfc08a42e3" /><Relationship Type="http://schemas.openxmlformats.org/officeDocument/2006/relationships/notesMaster" Target="/ppt/notesMasters/notesMaster1.xml" Id="R111872fae3ae4e09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7602fa834a594206" /><Relationship Type="http://schemas.openxmlformats.org/officeDocument/2006/relationships/notesMaster" Target="/ppt/notesMasters/notesMaster1.xml" Id="R78b2b95c1d07493f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9b5d2e1737f34928" /><Relationship Type="http://schemas.openxmlformats.org/officeDocument/2006/relationships/notesMaster" Target="/ppt/notesMasters/notesMaster1.xml" Id="R69ff095c74134352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4d834092b3e94275" /><Relationship Type="http://schemas.openxmlformats.org/officeDocument/2006/relationships/notesMaster" Target="/ppt/notesMasters/notesMaster1.xml" Id="R8fd49a4425bc4825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04a49de0d649450b" /><Relationship Type="http://schemas.openxmlformats.org/officeDocument/2006/relationships/notesMaster" Target="/ppt/notesMasters/notesMaster1.xml" Id="Rd38e2b67897e4fe6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2a82c8c15da4410d" /><Relationship Type="http://schemas.openxmlformats.org/officeDocument/2006/relationships/notesMaster" Target="/ppt/notesMasters/notesMaster1.xml" Id="R48e1ebbac36640b1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6a6f53e1bc1e446f" /><Relationship Type="http://schemas.openxmlformats.org/officeDocument/2006/relationships/notesMaster" Target="/ppt/notesMasters/notesMaster1.xml" Id="R2facb1a8f45e4276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8195ce230d8746d8" /><Relationship Type="http://schemas.openxmlformats.org/officeDocument/2006/relationships/notesMaster" Target="/ppt/notesMasters/notesMaster1.xml" Id="R1f0319782481443b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475f517e3de04699" /><Relationship Type="http://schemas.openxmlformats.org/officeDocument/2006/relationships/notesMaster" Target="/ppt/notesMasters/notesMaster1.xml" Id="Rc380eaf6a23d4454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94bfcf5501f9461b" /><Relationship Type="http://schemas.openxmlformats.org/officeDocument/2006/relationships/notesMaster" Target="/ppt/notesMasters/notesMaster1.xml" Id="Rf605c9aff74143bb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aeb11c5e3f324fea" /><Relationship Type="http://schemas.openxmlformats.org/officeDocument/2006/relationships/notesMaster" Target="/ppt/notesMasters/notesMaster1.xml" Id="R4544a64344c646cf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4098202482bb43f0" /><Relationship Type="http://schemas.openxmlformats.org/officeDocument/2006/relationships/notesMaster" Target="/ppt/notesMasters/notesMaster1.xml" Id="Recc1c1e9748e49ac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6ec1e9dcf3954ff9" /><Relationship Type="http://schemas.openxmlformats.org/officeDocument/2006/relationships/notesMaster" Target="/ppt/notesMasters/notesMaster1.xml" Id="R8547e712bd614435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e4a6d75e64a34d8a" /><Relationship Type="http://schemas.openxmlformats.org/officeDocument/2006/relationships/notesMaster" Target="/ppt/notesMasters/notesMaster1.xml" Id="R0055e5e100084099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2c08dc8cd4154dcc" /><Relationship Type="http://schemas.openxmlformats.org/officeDocument/2006/relationships/notesMaster" Target="/ppt/notesMasters/notesMaster1.xml" Id="Rb54f12fffc6f49e3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e20bc1c4b09e4348" /><Relationship Type="http://schemas.openxmlformats.org/officeDocument/2006/relationships/notesMaster" Target="/ppt/notesMasters/notesMaster1.xml" Id="R6f8774cb83714b28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a6f4e685a2564fdd" /><Relationship Type="http://schemas.openxmlformats.org/officeDocument/2006/relationships/notesMaster" Target="/ppt/notesMasters/notesMaster1.xml" Id="Ra14ad4a200314c4a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59af119ff5494095" /><Relationship Type="http://schemas.openxmlformats.org/officeDocument/2006/relationships/notesMaster" Target="/ppt/notesMasters/notesMaster1.xml" Id="R65f8ea93763b403c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ea6eda2c419945ec" /><Relationship Type="http://schemas.openxmlformats.org/officeDocument/2006/relationships/notesMaster" Target="/ppt/notesMasters/notesMaster1.xml" Id="R191ec8b7a0504afe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2108060bc8704b24" /><Relationship Type="http://schemas.openxmlformats.org/officeDocument/2006/relationships/notesMaster" Target="/ppt/notesMasters/notesMaster1.xml" Id="Rc80909b3701d4c2f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e3e44fdb8d90491a" /><Relationship Type="http://schemas.openxmlformats.org/officeDocument/2006/relationships/notesMaster" Target="/ppt/notesMasters/notesMaster1.xml" Id="Re1b42a4e3a2047e4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c85383316b184527" /><Relationship Type="http://schemas.openxmlformats.org/officeDocument/2006/relationships/notesMaster" Target="/ppt/notesMasters/notesMaster1.xml" Id="Rc0f4ddeffe6c45e5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6c8a57eb44084a79" /><Relationship Type="http://schemas.openxmlformats.org/officeDocument/2006/relationships/notesMaster" Target="/ppt/notesMasters/notesMaster1.xml" Id="R642a363e803b4db9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265aec1e9f86478a" /><Relationship Type="http://schemas.openxmlformats.org/officeDocument/2006/relationships/notesMaster" Target="/ppt/notesMasters/notesMaster1.xml" Id="Ra6f514e45c4f4342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ef5fddd9487d412a" /><Relationship Type="http://schemas.openxmlformats.org/officeDocument/2006/relationships/notesMaster" Target="/ppt/notesMasters/notesMaster1.xml" Id="Rdd42baf72d944654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6c8531adea494c9a" /><Relationship Type="http://schemas.openxmlformats.org/officeDocument/2006/relationships/notesMaster" Target="/ppt/notesMasters/notesMaster1.xml" Id="R3b0e40979e064eb4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6b50c8c1c2b143d8" /><Relationship Type="http://schemas.openxmlformats.org/officeDocument/2006/relationships/notesMaster" Target="/ppt/notesMasters/notesMaster1.xml" Id="Rf8d43c58a615422e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518941dccca04e5e" /><Relationship Type="http://schemas.openxmlformats.org/officeDocument/2006/relationships/notesMaster" Target="/ppt/notesMasters/notesMaster1.xml" Id="Rff4eacfc2b8344c4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342a9cfe68834443" /><Relationship Type="http://schemas.openxmlformats.org/officeDocument/2006/relationships/notesMaster" Target="/ppt/notesMasters/notesMaster1.xml" Id="R78c01ef56a2a4615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1bdeebbd177d4e58" /><Relationship Type="http://schemas.openxmlformats.org/officeDocument/2006/relationships/notesMaster" Target="/ppt/notesMasters/notesMaster1.xml" Id="R7b89701959d7459d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0fd4e3a0f4bc4b51" /><Relationship Type="http://schemas.openxmlformats.org/officeDocument/2006/relationships/notesMaster" Target="/ppt/notesMasters/notesMaster1.xml" Id="R0c01a610fae44e10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e693b3dd41e143d7" /><Relationship Type="http://schemas.openxmlformats.org/officeDocument/2006/relationships/notesMaster" Target="/ppt/notesMasters/notesMaster1.xml" Id="R12afbd12c00542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course as a rational-agent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module-wise PDFs and textbook extracts in public/Artificial Intelligence/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each module row, then the MISSING = 0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module-wise PDFs and textbook extracts in public/Artificial Intelligence/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31c5f0aa746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07939789e4eab" /><Relationship Type="http://schemas.openxmlformats.org/officeDocument/2006/relationships/slideLayout" Target="/ppt/slideLayouts/slideLayout1.xml" Id="R6305454194b443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5454194b443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849e3cdf542c2" /><Relationship Type="http://schemas.openxmlformats.org/officeDocument/2006/relationships/notesSlide" Target="/ppt/notesSlides/notesSlide1.xml" Id="R284980af76c742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ece0767b24287" /><Relationship Type="http://schemas.openxmlformats.org/officeDocument/2006/relationships/notesSlide" Target="/ppt/notesSlides/notesSlide2.xml" Id="R3568f58aa42242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9575985084b84" /><Relationship Type="http://schemas.openxmlformats.org/officeDocument/2006/relationships/notesSlide" Target="/ppt/notesSlides/notesSlide3.xml" Id="Rfb709110d5294f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313e024264fff" /><Relationship Type="http://schemas.openxmlformats.org/officeDocument/2006/relationships/notesSlide" Target="/ppt/notesSlides/notesSlide4.xml" Id="R96e3a1ef181a4b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092a61b814d50" /><Relationship Type="http://schemas.openxmlformats.org/officeDocument/2006/relationships/notesSlide" Target="/ppt/notesSlides/notesSlide5.xml" Id="Red3828d2ffb44b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46f432cb54718" /><Relationship Type="http://schemas.openxmlformats.org/officeDocument/2006/relationships/notesSlide" Target="/ppt/notesSlides/notesSlide6.xml" Id="R2397e796e0e84a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23a75998742e1" /><Relationship Type="http://schemas.openxmlformats.org/officeDocument/2006/relationships/notesSlide" Target="/ppt/notesSlides/notesSlide7.xml" Id="Rb7456effa2984a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bfa22c7c042c3" /><Relationship Type="http://schemas.openxmlformats.org/officeDocument/2006/relationships/notesSlide" Target="/ppt/notesSlides/notesSlide8.xml" Id="R4247c885689846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0abd71a224073" /><Relationship Type="http://schemas.openxmlformats.org/officeDocument/2006/relationships/notesSlide" Target="/ppt/notesSlides/notesSlide9.xml" Id="R7baaca7a6d784c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1310dbf9e4f1e" /><Relationship Type="http://schemas.openxmlformats.org/officeDocument/2006/relationships/notesSlide" Target="/ppt/notesSlides/notesSlide10.xml" Id="R7124960540e94d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a14b0118e4b9b" /><Relationship Type="http://schemas.openxmlformats.org/officeDocument/2006/relationships/notesSlide" Target="/ppt/notesSlides/notesSlide11.xml" Id="R6f000069627244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f9a908fdb472b" /><Relationship Type="http://schemas.openxmlformats.org/officeDocument/2006/relationships/notesSlide" Target="/ppt/notesSlides/notesSlide12.xml" Id="R9b413ce5613c4e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684254b144036" /><Relationship Type="http://schemas.openxmlformats.org/officeDocument/2006/relationships/notesSlide" Target="/ppt/notesSlides/notesSlide13.xml" Id="R22ee8dcd103840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3266cd4a3485f" /><Relationship Type="http://schemas.openxmlformats.org/officeDocument/2006/relationships/notesSlide" Target="/ppt/notesSlides/notesSlide14.xml" Id="R1a11efd681f843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f4b9980c44f9e" /><Relationship Type="http://schemas.openxmlformats.org/officeDocument/2006/relationships/notesSlide" Target="/ppt/notesSlides/notesSlide15.xml" Id="Red9f55b7ad674f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1a6a3d01445ac" /><Relationship Type="http://schemas.openxmlformats.org/officeDocument/2006/relationships/notesSlide" Target="/ppt/notesSlides/notesSlide16.xml" Id="Ra63b5573a3fb48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3e058bbed49e9" /><Relationship Type="http://schemas.openxmlformats.org/officeDocument/2006/relationships/notesSlide" Target="/ppt/notesSlides/notesSlide17.xml" Id="R9b1a7925934449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f6c864ac04a57" /><Relationship Type="http://schemas.openxmlformats.org/officeDocument/2006/relationships/notesSlide" Target="/ppt/notesSlides/notesSlide18.xml" Id="Rb3c8e3cb439448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db71ea6614e6e" /><Relationship Type="http://schemas.openxmlformats.org/officeDocument/2006/relationships/notesSlide" Target="/ppt/notesSlides/notesSlide19.xml" Id="Rb2515c36123144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bd61399bc4a7c" /><Relationship Type="http://schemas.openxmlformats.org/officeDocument/2006/relationships/notesSlide" Target="/ppt/notesSlides/notesSlide20.xml" Id="R54d7182a474240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a1ffedd7e4b46" /><Relationship Type="http://schemas.openxmlformats.org/officeDocument/2006/relationships/notesSlide" Target="/ppt/notesSlides/notesSlide21.xml" Id="Rf3eec853671d439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f56cd19a74cd6" /><Relationship Type="http://schemas.openxmlformats.org/officeDocument/2006/relationships/notesSlide" Target="/ppt/notesSlides/notesSlide22.xml" Id="Rf4717a11d48642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8ab91c5194c31" /><Relationship Type="http://schemas.openxmlformats.org/officeDocument/2006/relationships/notesSlide" Target="/ppt/notesSlides/notesSlide23.xml" Id="R882444f15559450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279e58aed47ea" /><Relationship Type="http://schemas.openxmlformats.org/officeDocument/2006/relationships/notesSlide" Target="/ppt/notesSlides/notesSlide24.xml" Id="R431e38862fc0488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269f4584a4464" /><Relationship Type="http://schemas.openxmlformats.org/officeDocument/2006/relationships/notesSlide" Target="/ppt/notesSlides/notesSlide25.xml" Id="R3a69dba8554440a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6cc48c8f1476f" /><Relationship Type="http://schemas.openxmlformats.org/officeDocument/2006/relationships/notesSlide" Target="/ppt/notesSlides/notesSlide26.xml" Id="R11fa898189e644d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5b77a2bdc4648" /><Relationship Type="http://schemas.openxmlformats.org/officeDocument/2006/relationships/notesSlide" Target="/ppt/notesSlides/notesSlide27.xml" Id="R19047973cf4f464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2f289f8e64c54" /><Relationship Type="http://schemas.openxmlformats.org/officeDocument/2006/relationships/notesSlide" Target="/ppt/notesSlides/notesSlide28.xml" Id="R1ea7fea7eeaf44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11f1693914f80" /><Relationship Type="http://schemas.openxmlformats.org/officeDocument/2006/relationships/notesSlide" Target="/ppt/notesSlides/notesSlide29.xml" Id="Re5e57ea056f14a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fedd3b0274ecf" /><Relationship Type="http://schemas.openxmlformats.org/officeDocument/2006/relationships/notesSlide" Target="/ppt/notesSlides/notesSlide30.xml" Id="R1ec8f70fc6854e9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8f50e70c94082" /><Relationship Type="http://schemas.openxmlformats.org/officeDocument/2006/relationships/notesSlide" Target="/ppt/notesSlides/notesSlide31.xml" Id="Rbfdde0c8cac94da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0bf3f3e034761" /><Relationship Type="http://schemas.openxmlformats.org/officeDocument/2006/relationships/notesSlide" Target="/ppt/notesSlides/notesSlide32.xml" Id="R7f4a18510fba498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452c10d8e4871" /><Relationship Type="http://schemas.openxmlformats.org/officeDocument/2006/relationships/notesSlide" Target="/ppt/notesSlides/notesSlide33.xml" Id="R156c140f307245e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70581e7254599" /><Relationship Type="http://schemas.openxmlformats.org/officeDocument/2006/relationships/notesSlide" Target="/ppt/notesSlides/notesSlide34.xml" Id="R39b4c6887e394a1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26a0fa97e4b03" /><Relationship Type="http://schemas.openxmlformats.org/officeDocument/2006/relationships/notesSlide" Target="/ppt/notesSlides/notesSlide35.xml" Id="Re66093e05c53403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07c7d20c948a9" /><Relationship Type="http://schemas.openxmlformats.org/officeDocument/2006/relationships/notesSlide" Target="/ppt/notesSlides/notesSlide36.xml" Id="R17691e63d78e40d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e5f5d30874aff" /><Relationship Type="http://schemas.openxmlformats.org/officeDocument/2006/relationships/notesSlide" Target="/ppt/notesSlides/notesSlide37.xml" Id="Rf99c574a4305487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e4a15395242ed" /><Relationship Type="http://schemas.openxmlformats.org/officeDocument/2006/relationships/notesSlide" Target="/ppt/notesSlides/notesSlide38.xml" Id="R075b24b1221347d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1423f1e894f6a" /><Relationship Type="http://schemas.openxmlformats.org/officeDocument/2006/relationships/notesSlide" Target="/ppt/notesSlides/notesSlide39.xml" Id="R241e895b687546c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df9700b7a4622" /><Relationship Type="http://schemas.openxmlformats.org/officeDocument/2006/relationships/notesSlide" Target="/ppt/notesSlides/notesSlide40.xml" Id="Rce456e6f1c9945a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e5844da954f4a" /><Relationship Type="http://schemas.openxmlformats.org/officeDocument/2006/relationships/notesSlide" Target="/ppt/notesSlides/notesSlide41.xml" Id="R69f7035ed45a4a1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e4482bf754301" /><Relationship Type="http://schemas.openxmlformats.org/officeDocument/2006/relationships/notesSlide" Target="/ppt/notesSlides/notesSlide42.xml" Id="Ra1af02ccab69489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8e7d613594327" /><Relationship Type="http://schemas.openxmlformats.org/officeDocument/2006/relationships/notesSlide" Target="/ppt/notesSlides/notesSlide43.xml" Id="R50e0365c8f3c483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ec03fafe74387" /><Relationship Type="http://schemas.openxmlformats.org/officeDocument/2006/relationships/notesSlide" Target="/ppt/notesSlides/notesSlide44.xml" Id="R26ba06a5422045a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70a3931df452f" /><Relationship Type="http://schemas.openxmlformats.org/officeDocument/2006/relationships/notesSlide" Target="/ppt/notesSlides/notesSlide45.xml" Id="R24aa58a9e7ea40c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5a8017956416e" /><Relationship Type="http://schemas.openxmlformats.org/officeDocument/2006/relationships/notesSlide" Target="/ppt/notesSlides/notesSlide46.xml" Id="Re6f76b8f0eee425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c4b7d8ab947d9" /><Relationship Type="http://schemas.openxmlformats.org/officeDocument/2006/relationships/notesSlide" Target="/ppt/notesSlides/notesSlide47.xml" Id="Rf92d53daf843481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03649435e4e23" /><Relationship Type="http://schemas.openxmlformats.org/officeDocument/2006/relationships/notesSlide" Target="/ppt/notesSlides/notesSlide48.xml" Id="R38eb30b0df4141a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fcc05ab744223" /><Relationship Type="http://schemas.openxmlformats.org/officeDocument/2006/relationships/notesSlide" Target="/ppt/notesSlides/notesSlide49.xml" Id="R0c5aeb8c903e406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10fc71d724a91" /><Relationship Type="http://schemas.openxmlformats.org/officeDocument/2006/relationships/notesSlide" Target="/ppt/notesSlides/notesSlide50.xml" Id="R632a66e9b3e34fe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b31fa2f334173" /><Relationship Type="http://schemas.openxmlformats.org/officeDocument/2006/relationships/notesSlide" Target="/ppt/notesSlides/notesSlide51.xml" Id="R7eb6dea6e4764b0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831a4a19f4482" /><Relationship Type="http://schemas.openxmlformats.org/officeDocument/2006/relationships/notesSlide" Target="/ppt/notesSlides/notesSlide52.xml" Id="R7cdc172884cd4d2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2b3fc48c745bf" /><Relationship Type="http://schemas.openxmlformats.org/officeDocument/2006/relationships/notesSlide" Target="/ppt/notesSlides/notesSlide53.xml" Id="R162341bfcbda4c9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ac5257fa046f1" /><Relationship Type="http://schemas.openxmlformats.org/officeDocument/2006/relationships/notesSlide" Target="/ppt/notesSlides/notesSlide54.xml" Id="R120c4791fefa4b9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fbb26397946a5" /><Relationship Type="http://schemas.openxmlformats.org/officeDocument/2006/relationships/notesSlide" Target="/ppt/notesSlides/notesSlide55.xml" Id="R1e61b107fc7b46a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0344b08c9432b" /><Relationship Type="http://schemas.openxmlformats.org/officeDocument/2006/relationships/notesSlide" Target="/ppt/notesSlides/notesSlide56.xml" Id="R559192f21d3c46f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770b632b44b62" /><Relationship Type="http://schemas.openxmlformats.org/officeDocument/2006/relationships/notesSlide" Target="/ppt/notesSlides/notesSlide57.xml" Id="R601174885a63405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0778ff5a24070" /><Relationship Type="http://schemas.openxmlformats.org/officeDocument/2006/relationships/notesSlide" Target="/ppt/notesSlides/notesSlide58.xml" Id="R42c389ee518f491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c71c08970434b" /><Relationship Type="http://schemas.openxmlformats.org/officeDocument/2006/relationships/notesSlide" Target="/ppt/notesSlides/notesSlide59.xml" Id="R9931e6bc68b0404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ca2d016d84848" /><Relationship Type="http://schemas.openxmlformats.org/officeDocument/2006/relationships/notesSlide" Target="/ppt/notesSlides/notesSlide60.xml" Id="Rffa437474aa74b6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6664d9c004393" /><Relationship Type="http://schemas.openxmlformats.org/officeDocument/2006/relationships/notesSlide" Target="/ppt/notesSlides/notesSlide61.xml" Id="R84642b44cb5a486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1f5d0e2834ab8" /><Relationship Type="http://schemas.openxmlformats.org/officeDocument/2006/relationships/notesSlide" Target="/ppt/notesSlides/notesSlide62.xml" Id="Rba51842e11ba448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79582bb4d4215" /><Relationship Type="http://schemas.openxmlformats.org/officeDocument/2006/relationships/notesSlide" Target="/ppt/notesSlides/notesSlide63.xml" Id="Rb146e3e21fd340e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86380fb394137" /><Relationship Type="http://schemas.openxmlformats.org/officeDocument/2006/relationships/notesSlide" Target="/ppt/notesSlides/notesSlide64.xml" Id="R1d5d6b1047694aa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0a007f12d405b" /><Relationship Type="http://schemas.openxmlformats.org/officeDocument/2006/relationships/notesSlide" Target="/ppt/notesSlides/notesSlide65.xml" Id="R9966cdbb0f1f409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92616d9804fc3" /><Relationship Type="http://schemas.openxmlformats.org/officeDocument/2006/relationships/notesSlide" Target="/ppt/notesSlides/notesSlide66.xml" Id="R55eb478fe2594ed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2c048aea34f76" /><Relationship Type="http://schemas.openxmlformats.org/officeDocument/2006/relationships/notesSlide" Target="/ppt/notesSlides/notesSlide67.xml" Id="Re5b8eabea09b428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fbaae5f6a4658" /><Relationship Type="http://schemas.openxmlformats.org/officeDocument/2006/relationships/notesSlide" Target="/ppt/notesSlides/notesSlide68.xml" Id="R3e6641308047452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6e6ed1f05441a" /><Relationship Type="http://schemas.openxmlformats.org/officeDocument/2006/relationships/notesSlide" Target="/ppt/notesSlides/notesSlide69.xml" Id="Rd24fd538e91c43b9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ce7cc5ef649b1" /><Relationship Type="http://schemas.openxmlformats.org/officeDocument/2006/relationships/notesSlide" Target="/ppt/notesSlides/notesSlide70.xml" Id="Rd52b1b8e823a4d8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020529e1240cc" /><Relationship Type="http://schemas.openxmlformats.org/officeDocument/2006/relationships/notesSlide" Target="/ppt/notesSlides/notesSlide71.xml" Id="R00e59f6ea795471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2e5d067a24693" /><Relationship Type="http://schemas.openxmlformats.org/officeDocument/2006/relationships/notesSlide" Target="/ppt/notesSlides/notesSlide72.xml" Id="R97724348616a4b3f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7000137794ede" /><Relationship Type="http://schemas.openxmlformats.org/officeDocument/2006/relationships/notesSlide" Target="/ppt/notesSlides/notesSlide73.xml" Id="R504f6e22a99c480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cf3ff407f473a" /><Relationship Type="http://schemas.openxmlformats.org/officeDocument/2006/relationships/notesSlide" Target="/ppt/notesSlides/notesSlide74.xml" Id="Ra83e0779887041d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e8d01d8284978" /><Relationship Type="http://schemas.openxmlformats.org/officeDocument/2006/relationships/notesSlide" Target="/ppt/notesSlides/notesSlide75.xml" Id="R6fea249af6dc407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ee53bf78f4648" /><Relationship Type="http://schemas.openxmlformats.org/officeDocument/2006/relationships/notesSlide" Target="/ppt/notesSlides/notesSlide76.xml" Id="R174df86acc5347e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e215f5e644d64" /><Relationship Type="http://schemas.openxmlformats.org/officeDocument/2006/relationships/notesSlide" Target="/ppt/notesSlides/notesSlide77.xml" Id="Rec6b0cffc06542c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02fbb13a84c69" /><Relationship Type="http://schemas.openxmlformats.org/officeDocument/2006/relationships/notesSlide" Target="/ppt/notesSlides/notesSlide78.xml" Id="Rac5789c41bd84cd3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cb4ef6e174c60" /><Relationship Type="http://schemas.openxmlformats.org/officeDocument/2006/relationships/notesSlide" Target="/ppt/notesSlides/notesSlide79.xml" Id="Recb11b9b4e3a463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04fafe448448a" /><Relationship Type="http://schemas.openxmlformats.org/officeDocument/2006/relationships/notesSlide" Target="/ppt/notesSlides/notesSlide80.xml" Id="R06386b013ead4217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3c1a3a8ad47d8" /><Relationship Type="http://schemas.openxmlformats.org/officeDocument/2006/relationships/notesSlide" Target="/ppt/notesSlides/notesSlide81.xml" Id="Rb9c25f52514f4517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483e5aa5f4971" /><Relationship Type="http://schemas.openxmlformats.org/officeDocument/2006/relationships/notesSlide" Target="/ppt/notesSlides/notesSlide82.xml" Id="R011c5930ceb245e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42b40230d402a" /><Relationship Type="http://schemas.openxmlformats.org/officeDocument/2006/relationships/notesSlide" Target="/ppt/notesSlides/notesSlide83.xml" Id="R0fcc2e5356874f05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1dabec32f4485" /><Relationship Type="http://schemas.openxmlformats.org/officeDocument/2006/relationships/notesSlide" Target="/ppt/notesSlides/notesSlide84.xml" Id="Rea1fc74d81ee4591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cc70a9b494529" /><Relationship Type="http://schemas.openxmlformats.org/officeDocument/2006/relationships/notesSlide" Target="/ppt/notesSlides/notesSlide85.xml" Id="R3b0edfea846446e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c9402603149d1" /><Relationship Type="http://schemas.openxmlformats.org/officeDocument/2006/relationships/notesSlide" Target="/ppt/notesSlides/notesSlide86.xml" Id="Rf232902a878e45bc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28b04b7cb4a7c" /><Relationship Type="http://schemas.openxmlformats.org/officeDocument/2006/relationships/notesSlide" Target="/ppt/notesSlides/notesSlide87.xml" Id="Rcca4277ce74f4060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00d8a45d94a7d" /><Relationship Type="http://schemas.openxmlformats.org/officeDocument/2006/relationships/notesSlide" Target="/ppt/notesSlides/notesSlide88.xml" Id="Re14be2591d274e2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e3614a43e4296" /><Relationship Type="http://schemas.openxmlformats.org/officeDocument/2006/relationships/notesSlide" Target="/ppt/notesSlides/notesSlide89.xml" Id="Re74f4bcf7c5e4f4a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d8799bbe4470e" /><Relationship Type="http://schemas.openxmlformats.org/officeDocument/2006/relationships/notesSlide" Target="/ppt/notesSlides/notesSlide90.xml" Id="Rd3cfb9eeaf5943f9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f1ac8bdb54d9e" /><Relationship Type="http://schemas.openxmlformats.org/officeDocument/2006/relationships/notesSlide" Target="/ppt/notesSlides/notesSlide91.xml" Id="Rcba08348c1324129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b6b542f8c48a7" /><Relationship Type="http://schemas.openxmlformats.org/officeDocument/2006/relationships/notesSlide" Target="/ppt/notesSlides/notesSlide92.xml" Id="Rdebfc34e5df14af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f9c304cfe4a76" /><Relationship Type="http://schemas.openxmlformats.org/officeDocument/2006/relationships/notesSlide" Target="/ppt/notesSlides/notesSlide93.xml" Id="R70ff303b25c2470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b05fb042c4a47" /><Relationship Type="http://schemas.openxmlformats.org/officeDocument/2006/relationships/notesSlide" Target="/ppt/notesSlides/notesSlide94.xml" Id="R10296196fd2e4d33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1959c58b461c" /><Relationship Type="http://schemas.openxmlformats.org/officeDocument/2006/relationships/notesSlide" Target="/ppt/notesSlides/notesSlide95.xml" Id="R7b1ef8b221b44c6b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8a3d257ee45bc" /><Relationship Type="http://schemas.openxmlformats.org/officeDocument/2006/relationships/notesSlide" Target="/ppt/notesSlides/notesSlide96.xml" Id="R2d78b8babf39418f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418b4b6a747be" /><Relationship Type="http://schemas.openxmlformats.org/officeDocument/2006/relationships/notesSlide" Target="/ppt/notesSlides/notesSlide97.xml" Id="R4f16ff6b18064838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42f2683e447f6" /><Relationship Type="http://schemas.openxmlformats.org/officeDocument/2006/relationships/notesSlide" Target="/ppt/notesSlides/notesSlide98.xml" Id="R564b0ea0bdaf4269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41681ebc94684" /><Relationship Type="http://schemas.openxmlformats.org/officeDocument/2006/relationships/notesSlide" Target="/ppt/notesSlides/notesSlide99.xml" Id="R2e52dce9db204844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c9aefc20e48e5" /><Relationship Type="http://schemas.openxmlformats.org/officeDocument/2006/relationships/notesSlide" Target="/ppt/notesSlides/notesSlide100.xml" Id="Rc1dff847ea354f9d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07deb756a4901" /><Relationship Type="http://schemas.openxmlformats.org/officeDocument/2006/relationships/notesSlide" Target="/ppt/notesSlides/notesSlide101.xml" Id="R4bef170df8124d25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77030b47248a8" /><Relationship Type="http://schemas.openxmlformats.org/officeDocument/2006/relationships/notesSlide" Target="/ppt/notesSlides/notesSlide102.xml" Id="R19c69d5005c94c3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e83c5ec8b46f6" /><Relationship Type="http://schemas.openxmlformats.org/officeDocument/2006/relationships/notesSlide" Target="/ppt/notesSlides/notesSlide103.xml" Id="R4846396e85794c1e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cd952e02b492b" /><Relationship Type="http://schemas.openxmlformats.org/officeDocument/2006/relationships/notesSlide" Target="/ppt/notesSlides/notesSlide104.xml" Id="R5e0861929bf5485c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aeb9ca700498a" /><Relationship Type="http://schemas.openxmlformats.org/officeDocument/2006/relationships/notesSlide" Target="/ppt/notesSlides/notesSlide105.xml" Id="Rdc6f9736690c426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25df968564608" /><Relationship Type="http://schemas.openxmlformats.org/officeDocument/2006/relationships/notesSlide" Target="/ppt/notesSlides/notesSlide106.xml" Id="R88fbcb829f29424d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0f941ae424218" /><Relationship Type="http://schemas.openxmlformats.org/officeDocument/2006/relationships/notesSlide" Target="/ppt/notesSlides/notesSlide107.xml" Id="R0fc008d25c2948ef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af360f9e243c9" /><Relationship Type="http://schemas.openxmlformats.org/officeDocument/2006/relationships/notesSlide" Target="/ppt/notesSlides/notesSlide108.xml" Id="R3e5f37cd8f0743f3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b66805f7f4468" /><Relationship Type="http://schemas.openxmlformats.org/officeDocument/2006/relationships/notesSlide" Target="/ppt/notesSlides/notesSlide109.xml" Id="R3ab28aad0d8b4705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ea9c227d74992" /><Relationship Type="http://schemas.openxmlformats.org/officeDocument/2006/relationships/notesSlide" Target="/ppt/notesSlides/notesSlide110.xml" Id="R3d7b52750e244f2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b3f81944e418e" /><Relationship Type="http://schemas.openxmlformats.org/officeDocument/2006/relationships/notesSlide" Target="/ppt/notesSlides/notesSlide111.xml" Id="Rf6754dd244904831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b5671286d4057" /><Relationship Type="http://schemas.openxmlformats.org/officeDocument/2006/relationships/notesSlide" Target="/ppt/notesSlides/notesSlide112.xml" Id="R6c45fd78e2f64798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1fa1aa1c14ae5" /><Relationship Type="http://schemas.openxmlformats.org/officeDocument/2006/relationships/notesSlide" Target="/ppt/notesSlides/notesSlide113.xml" Id="R42c38a8319344c2a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107f5a1954102" /><Relationship Type="http://schemas.openxmlformats.org/officeDocument/2006/relationships/notesSlide" Target="/ppt/notesSlides/notesSlide114.xml" Id="R025fc466a34f43e9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054ebb9884859" /><Relationship Type="http://schemas.openxmlformats.org/officeDocument/2006/relationships/notesSlide" Target="/ppt/notesSlides/notesSlide115.xml" Id="R4e356cfb083a4a7b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0f8d909204e8f" /><Relationship Type="http://schemas.openxmlformats.org/officeDocument/2006/relationships/notesSlide" Target="/ppt/notesSlides/notesSlide116.xml" Id="Rca1af4a64d004713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eaba8ba82407d" /><Relationship Type="http://schemas.openxmlformats.org/officeDocument/2006/relationships/notesSlide" Target="/ppt/notesSlides/notesSlide117.xml" Id="Rec94880c76ed4416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910731a5c488a" /><Relationship Type="http://schemas.openxmlformats.org/officeDocument/2006/relationships/notesSlide" Target="/ppt/notesSlides/notesSlide118.xml" Id="R6d4a9f5e14eb4c50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7a7a6a7334c5d" /><Relationship Type="http://schemas.openxmlformats.org/officeDocument/2006/relationships/notesSlide" Target="/ppt/notesSlides/notesSlide119.xml" Id="Rdb1f5478b2114f89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95739dac54001" /><Relationship Type="http://schemas.openxmlformats.org/officeDocument/2006/relationships/notesSlide" Target="/ppt/notesSlides/notesSlide120.xml" Id="R88b439ec99664231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b8d14c434458c" /><Relationship Type="http://schemas.openxmlformats.org/officeDocument/2006/relationships/notesSlide" Target="/ppt/notesSlides/notesSlide121.xml" Id="R05690173d3524fc5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a7278016b4cf6" /><Relationship Type="http://schemas.openxmlformats.org/officeDocument/2006/relationships/notesSlide" Target="/ppt/notesSlides/notesSlide122.xml" Id="R928e30038dcb4c6b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513394b65471d" /><Relationship Type="http://schemas.openxmlformats.org/officeDocument/2006/relationships/notesSlide" Target="/ppt/notesSlides/notesSlide123.xml" Id="Ra34dedbc95d24f70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29b11c02545df" /><Relationship Type="http://schemas.openxmlformats.org/officeDocument/2006/relationships/notesSlide" Target="/ppt/notesSlides/notesSlide124.xml" Id="R60be3eb07c3e47ab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bfab2d58549ce" /><Relationship Type="http://schemas.openxmlformats.org/officeDocument/2006/relationships/notesSlide" Target="/ppt/notesSlides/notesSlide125.xml" Id="R0ff236392238493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33366458847c3" /><Relationship Type="http://schemas.openxmlformats.org/officeDocument/2006/relationships/notesSlide" Target="/ppt/notesSlides/notesSlide126.xml" Id="R6bba4eea044a4a4c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20e7011ba4d49" /><Relationship Type="http://schemas.openxmlformats.org/officeDocument/2006/relationships/notesSlide" Target="/ppt/notesSlides/notesSlide127.xml" Id="Reedf31fe1a6b454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0caf299634d50" /><Relationship Type="http://schemas.openxmlformats.org/officeDocument/2006/relationships/notesSlide" Target="/ppt/notesSlides/notesSlide128.xml" Id="Re8b0c44f34d24f87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1c83b42b049b9" /><Relationship Type="http://schemas.openxmlformats.org/officeDocument/2006/relationships/notesSlide" Target="/ppt/notesSlides/notesSlide129.xml" Id="R83847480d8694e45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3edc527ba4d38" /><Relationship Type="http://schemas.openxmlformats.org/officeDocument/2006/relationships/notesSlide" Target="/ppt/notesSlides/notesSlide130.xml" Id="R4ed106ea7a5347b3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2f316f6804461" /><Relationship Type="http://schemas.openxmlformats.org/officeDocument/2006/relationships/notesSlide" Target="/ppt/notesSlides/notesSlide131.xml" Id="Rd19c2154df6b4b69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1d47da8c347e6" /><Relationship Type="http://schemas.openxmlformats.org/officeDocument/2006/relationships/notesSlide" Target="/ppt/notesSlides/notesSlide132.xml" Id="R39a61de9385f4ad8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de8e6e7bc43f4" /><Relationship Type="http://schemas.openxmlformats.org/officeDocument/2006/relationships/notesSlide" Target="/ppt/notesSlides/notesSlide133.xml" Id="R71493e9cc17141de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0b709234d4720" /><Relationship Type="http://schemas.openxmlformats.org/officeDocument/2006/relationships/notesSlide" Target="/ppt/notesSlides/notesSlide134.xml" Id="R0ec5c42df2b64f23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e2baeee444654" /><Relationship Type="http://schemas.openxmlformats.org/officeDocument/2006/relationships/notesSlide" Target="/ppt/notesSlides/notesSlide135.xml" Id="R34bd93da88474055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efd43bd1c49a6" /><Relationship Type="http://schemas.openxmlformats.org/officeDocument/2006/relationships/notesSlide" Target="/ppt/notesSlides/notesSlide136.xml" Id="R000a1f6986034495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00d7670e44e28" /><Relationship Type="http://schemas.openxmlformats.org/officeDocument/2006/relationships/notesSlide" Target="/ppt/notesSlides/notesSlide137.xml" Id="Rf359e42fb23c4231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6a131749c403d" /><Relationship Type="http://schemas.openxmlformats.org/officeDocument/2006/relationships/notesSlide" Target="/ppt/notesSlides/notesSlide138.xml" Id="R171151a0b5924858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2c0b414eb4549" /><Relationship Type="http://schemas.openxmlformats.org/officeDocument/2006/relationships/notesSlide" Target="/ppt/notesSlides/notesSlide139.xml" Id="R126b09bf40a041dd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6fa95f95447a5" /><Relationship Type="http://schemas.openxmlformats.org/officeDocument/2006/relationships/notesSlide" Target="/ppt/notesSlides/notesSlide140.xml" Id="R09296cefff8a4c9a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41f8618fc4b81" /><Relationship Type="http://schemas.openxmlformats.org/officeDocument/2006/relationships/notesSlide" Target="/ppt/notesSlides/notesSlide141.xml" Id="Rb18ef4fc4b2f4cea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a977af20146a0" /><Relationship Type="http://schemas.openxmlformats.org/officeDocument/2006/relationships/notesSlide" Target="/ppt/notesSlides/notesSlide142.xml" Id="Rea3a65361641444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fe3330d49418b" /><Relationship Type="http://schemas.openxmlformats.org/officeDocument/2006/relationships/notesSlide" Target="/ppt/notesSlides/notesSlide143.xml" Id="R55b80a79b6ff4c68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da59a7762414a" /><Relationship Type="http://schemas.openxmlformats.org/officeDocument/2006/relationships/notesSlide" Target="/ppt/notesSlides/notesSlide144.xml" Id="Rd51e971f325047db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3322188644e38" /><Relationship Type="http://schemas.openxmlformats.org/officeDocument/2006/relationships/notesSlide" Target="/ppt/notesSlides/notesSlide145.xml" Id="Rf20e7a631afd40a9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671ef60ff400b" /><Relationship Type="http://schemas.openxmlformats.org/officeDocument/2006/relationships/notesSlide" Target="/ppt/notesSlides/notesSlide146.xml" Id="Rff4605d6c2884350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232008574e55" /><Relationship Type="http://schemas.openxmlformats.org/officeDocument/2006/relationships/notesSlide" Target="/ppt/notesSlides/notesSlide147.xml" Id="R5dde62e2781c4993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f28f09eb945ad" /><Relationship Type="http://schemas.openxmlformats.org/officeDocument/2006/relationships/notesSlide" Target="/ppt/notesSlides/notesSlide148.xml" Id="Rcd3d8b732c794550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53a97b7fe4386" /><Relationship Type="http://schemas.openxmlformats.org/officeDocument/2006/relationships/notesSlide" Target="/ppt/notesSlides/notesSlide149.xml" Id="R40c897370b6b4eaa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d9aa72b8442a6" /><Relationship Type="http://schemas.openxmlformats.org/officeDocument/2006/relationships/notesSlide" Target="/ppt/notesSlides/notesSlide150.xml" Id="Ra67bdc97fd434ae7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37569ad9045ae" /><Relationship Type="http://schemas.openxmlformats.org/officeDocument/2006/relationships/notesSlide" Target="/ppt/notesSlides/notesSlide151.xml" Id="R77bf25090a5b4867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f8ef460b64962" /><Relationship Type="http://schemas.openxmlformats.org/officeDocument/2006/relationships/notesSlide" Target="/ppt/notesSlides/notesSlide152.xml" Id="Rb70e1f25a5574de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add5964614b63" /><Relationship Type="http://schemas.openxmlformats.org/officeDocument/2006/relationships/notesSlide" Target="/ppt/notesSlides/notesSlide153.xml" Id="Rc52f222e2268421d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fb01ec2684027" /><Relationship Type="http://schemas.openxmlformats.org/officeDocument/2006/relationships/notesSlide" Target="/ppt/notesSlides/notesSlide154.xml" Id="Ra44a8b1a4f7b4f34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c1139632a4d7a" /><Relationship Type="http://schemas.openxmlformats.org/officeDocument/2006/relationships/notesSlide" Target="/ppt/notesSlides/notesSlide155.xml" Id="R9a791d25a76c44d1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be3073f21476d" /><Relationship Type="http://schemas.openxmlformats.org/officeDocument/2006/relationships/notesSlide" Target="/ppt/notesSlides/notesSlide156.xml" Id="Rc37f56e752024834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a2dfb3a194ce7" /><Relationship Type="http://schemas.openxmlformats.org/officeDocument/2006/relationships/notesSlide" Target="/ppt/notesSlides/notesSlide157.xml" Id="R5efe4fcd671e4470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b31d1148e449d" /><Relationship Type="http://schemas.openxmlformats.org/officeDocument/2006/relationships/notesSlide" Target="/ppt/notesSlides/notesSlide158.xml" Id="Re0baf3ddf68c4a30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ad74b84f747ec" /><Relationship Type="http://schemas.openxmlformats.org/officeDocument/2006/relationships/notesSlide" Target="/ppt/notesSlides/notesSlide159.xml" Id="R1803994130734d3f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93e4c18564d40" /><Relationship Type="http://schemas.openxmlformats.org/officeDocument/2006/relationships/notesSlide" Target="/ppt/notesSlides/notesSlide160.xml" Id="R632779bb077f4d81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92b4a2bb941f8" /><Relationship Type="http://schemas.openxmlformats.org/officeDocument/2006/relationships/notesSlide" Target="/ppt/notesSlides/notesSlide161.xml" Id="R762567847e2f485b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aa25d56074998" /><Relationship Type="http://schemas.openxmlformats.org/officeDocument/2006/relationships/notesSlide" Target="/ppt/notesSlides/notesSlide162.xml" Id="Rc14b9f16d01943c9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2e5da2ed9402a" /><Relationship Type="http://schemas.openxmlformats.org/officeDocument/2006/relationships/notesSlide" Target="/ppt/notesSlides/notesSlide163.xml" Id="R74ed4d6c65de4211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571d98daa4225" /><Relationship Type="http://schemas.openxmlformats.org/officeDocument/2006/relationships/notesSlide" Target="/ppt/notesSlides/notesSlide164.xml" Id="R30d55c2ff1f54302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a27d5f69b46a1" /><Relationship Type="http://schemas.openxmlformats.org/officeDocument/2006/relationships/notesSlide" Target="/ppt/notesSlides/notesSlide165.xml" Id="R516cd0d2b37e4197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5a2c192b7473a" /><Relationship Type="http://schemas.openxmlformats.org/officeDocument/2006/relationships/notesSlide" Target="/ppt/notesSlides/notesSlide166.xml" Id="Rcd9b0c8b9b514fbe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06e7292324821" /><Relationship Type="http://schemas.openxmlformats.org/officeDocument/2006/relationships/notesSlide" Target="/ppt/notesSlides/notesSlide167.xml" Id="R990f763287844bd8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a40dc61744d97" /><Relationship Type="http://schemas.openxmlformats.org/officeDocument/2006/relationships/notesSlide" Target="/ppt/notesSlides/notesSlide168.xml" Id="R9803c3c9efed4e5b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dba296254997" /><Relationship Type="http://schemas.openxmlformats.org/officeDocument/2006/relationships/notesSlide" Target="/ppt/notesSlides/notesSlide169.xml" Id="Ra109048d78bf4e8f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733d7597f4ef0" /><Relationship Type="http://schemas.openxmlformats.org/officeDocument/2006/relationships/notesSlide" Target="/ppt/notesSlides/notesSlide170.xml" Id="R13e1ae9af10447c5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4419349154d9c" /><Relationship Type="http://schemas.openxmlformats.org/officeDocument/2006/relationships/notesSlide" Target="/ppt/notesSlides/notesSlide171.xml" Id="R38b248b248c74c96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a20b9cd5c4bf2" /><Relationship Type="http://schemas.openxmlformats.org/officeDocument/2006/relationships/notesSlide" Target="/ppt/notesSlides/notesSlide172.xml" Id="R5d84237d9d274b23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2e83f97c543f1" /><Relationship Type="http://schemas.openxmlformats.org/officeDocument/2006/relationships/notesSlide" Target="/ppt/notesSlides/notesSlide173.xml" Id="R77982f89e8064b68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ac3cec7d145ac" /><Relationship Type="http://schemas.openxmlformats.org/officeDocument/2006/relationships/notesSlide" Target="/ppt/notesSlides/notesSlide174.xml" Id="R999d2e75c471441d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d2b1f7c9e4045" /><Relationship Type="http://schemas.openxmlformats.org/officeDocument/2006/relationships/notesSlide" Target="/ppt/notesSlides/notesSlide175.xml" Id="Rd594d14c5ff643b5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e7441946f4121" /><Relationship Type="http://schemas.openxmlformats.org/officeDocument/2006/relationships/notesSlide" Target="/ppt/notesSlides/notesSlide176.xml" Id="R289274d319c64fa8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6b0c0878441a3" /><Relationship Type="http://schemas.openxmlformats.org/officeDocument/2006/relationships/notesSlide" Target="/ppt/notesSlides/notesSlide177.xml" Id="Rb411870dda0f4e1e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6da4b6bdf4104" /><Relationship Type="http://schemas.openxmlformats.org/officeDocument/2006/relationships/notesSlide" Target="/ppt/notesSlides/notesSlide178.xml" Id="Rc8cb9f2967804726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9c927c0354f1b" /><Relationship Type="http://schemas.openxmlformats.org/officeDocument/2006/relationships/notesSlide" Target="/ppt/notesSlides/notesSlide179.xml" Id="Rd077ad2c6c5a463a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a10c9a8164d61" /><Relationship Type="http://schemas.openxmlformats.org/officeDocument/2006/relationships/notesSlide" Target="/ppt/notesSlides/notesSlide180.xml" Id="R2b51ced9a02c46c6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ab0a3311b486c" /><Relationship Type="http://schemas.openxmlformats.org/officeDocument/2006/relationships/notesSlide" Target="/ppt/notesSlides/notesSlide181.xml" Id="Rc8cbf522e1274ff2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1fef53c2648f2" /><Relationship Type="http://schemas.openxmlformats.org/officeDocument/2006/relationships/notesSlide" Target="/ppt/notesSlides/notesSlide182.xml" Id="R9f25f503f25e450a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0dbdc4742433a" /><Relationship Type="http://schemas.openxmlformats.org/officeDocument/2006/relationships/notesSlide" Target="/ppt/notesSlides/notesSlide183.xml" Id="R6637ca6414dc4996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cd8342c6e451c" /><Relationship Type="http://schemas.openxmlformats.org/officeDocument/2006/relationships/notesSlide" Target="/ppt/notesSlides/notesSlide184.xml" Id="R6e55928c1e9b4f3e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ad52e9c84461d" /><Relationship Type="http://schemas.openxmlformats.org/officeDocument/2006/relationships/notesSlide" Target="/ppt/notesSlides/notesSlide185.xml" Id="Rf37c26d84c08499d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2d1c64cb04cf7" /><Relationship Type="http://schemas.openxmlformats.org/officeDocument/2006/relationships/notesSlide" Target="/ppt/notesSlides/notesSlide186.xml" Id="Re103b46eb2d84813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b34212e594cb2" /><Relationship Type="http://schemas.openxmlformats.org/officeDocument/2006/relationships/notesSlide" Target="/ppt/notesSlides/notesSlide187.xml" Id="R5bdcaa803fcd4fb1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fbd17b55745e3" /><Relationship Type="http://schemas.openxmlformats.org/officeDocument/2006/relationships/notesSlide" Target="/ppt/notesSlides/notesSlide188.xml" Id="R8a012bbee1d64e70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52952b9004383" /><Relationship Type="http://schemas.openxmlformats.org/officeDocument/2006/relationships/notesSlide" Target="/ppt/notesSlides/notesSlide189.xml" Id="Ref1d7d49b7d44bed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8d0e9340c4c4e" /><Relationship Type="http://schemas.openxmlformats.org/officeDocument/2006/relationships/notesSlide" Target="/ppt/notesSlides/notesSlide190.xml" Id="R3e227d5dea674baa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84d243a5b482c" /><Relationship Type="http://schemas.openxmlformats.org/officeDocument/2006/relationships/notesSlide" Target="/ppt/notesSlides/notesSlide191.xml" Id="R53a874c43a444e20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e73a28fb64db3" /><Relationship Type="http://schemas.openxmlformats.org/officeDocument/2006/relationships/notesSlide" Target="/ppt/notesSlides/notesSlide192.xml" Id="R96665996e7c74866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7272ce3e5465b" /><Relationship Type="http://schemas.openxmlformats.org/officeDocument/2006/relationships/notesSlide" Target="/ppt/notesSlides/notesSlide193.xml" Id="Rc19cb8b549774e87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4a65b5bbe487f" /><Relationship Type="http://schemas.openxmlformats.org/officeDocument/2006/relationships/notesSlide" Target="/ppt/notesSlides/notesSlide194.xml" Id="Re194d2bd1453492f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913a096544f23" /><Relationship Type="http://schemas.openxmlformats.org/officeDocument/2006/relationships/notesSlide" Target="/ppt/notesSlides/notesSlide195.xml" Id="R22fef241e9a4472c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3733c605c4435" /><Relationship Type="http://schemas.openxmlformats.org/officeDocument/2006/relationships/notesSlide" Target="/ppt/notesSlides/notesSlide196.xml" Id="R7573610e0f154616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9a536b0d948bb" /><Relationship Type="http://schemas.openxmlformats.org/officeDocument/2006/relationships/notesSlide" Target="/ppt/notesSlides/notesSlide197.xml" Id="R80cf16f483ca4223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81e73538d4da2" /><Relationship Type="http://schemas.openxmlformats.org/officeDocument/2006/relationships/notesSlide" Target="/ppt/notesSlides/notesSlide198.xml" Id="Rf51b956cd371402f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9f34a19eb4cf1" /><Relationship Type="http://schemas.openxmlformats.org/officeDocument/2006/relationships/notesSlide" Target="/ppt/notesSlides/notesSlide199.xml" Id="Rb834a46b40e840aa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f26eea74c422b" /><Relationship Type="http://schemas.openxmlformats.org/officeDocument/2006/relationships/notesSlide" Target="/ppt/notesSlides/notesSlide200.xml" Id="R17ad32976dd849b6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477bd40294bed" /><Relationship Type="http://schemas.openxmlformats.org/officeDocument/2006/relationships/notesSlide" Target="/ppt/notesSlides/notesSlide201.xml" Id="R360776f52125425b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64991d0ed4c2d" /><Relationship Type="http://schemas.openxmlformats.org/officeDocument/2006/relationships/notesSlide" Target="/ppt/notesSlides/notesSlide202.xml" Id="R5b1a44994f4c4ed5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8d88737a94f00" /><Relationship Type="http://schemas.openxmlformats.org/officeDocument/2006/relationships/notesSlide" Target="/ppt/notesSlides/notesSlide203.xml" Id="R8f53f48b77624f48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fc08ada05433d" /><Relationship Type="http://schemas.openxmlformats.org/officeDocument/2006/relationships/notesSlide" Target="/ppt/notesSlides/notesSlide204.xml" Id="R538b40f6b37e452c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0498664714ef7" /><Relationship Type="http://schemas.openxmlformats.org/officeDocument/2006/relationships/notesSlide" Target="/ppt/notesSlides/notesSlide205.xml" Id="Rf7adf3c5cab74315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fadda45b444a5" /><Relationship Type="http://schemas.openxmlformats.org/officeDocument/2006/relationships/notesSlide" Target="/ppt/notesSlides/notesSlide206.xml" Id="Rb873487eb59b452a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5e1e1bf0e40a9" /><Relationship Type="http://schemas.openxmlformats.org/officeDocument/2006/relationships/notesSlide" Target="/ppt/notesSlides/notesSlide207.xml" Id="R7ab093b32023431c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777cfb90c44b7" /><Relationship Type="http://schemas.openxmlformats.org/officeDocument/2006/relationships/notesSlide" Target="/ppt/notesSlides/notesSlide208.xml" Id="R7ee42346530d4114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9bba454f042dd" /><Relationship Type="http://schemas.openxmlformats.org/officeDocument/2006/relationships/notesSlide" Target="/ppt/notesSlides/notesSlide209.xml" Id="Re92bb0cbb60b4cc8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ee411224e4de0" /><Relationship Type="http://schemas.openxmlformats.org/officeDocument/2006/relationships/notesSlide" Target="/ppt/notesSlides/notesSlide210.xml" Id="R3f557130b5a345e9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10dfd26be492a" /><Relationship Type="http://schemas.openxmlformats.org/officeDocument/2006/relationships/notesSlide" Target="/ppt/notesSlides/notesSlide211.xml" Id="Rf80a657cc0e94680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21e96a7bc43eb" /><Relationship Type="http://schemas.openxmlformats.org/officeDocument/2006/relationships/notesSlide" Target="/ppt/notesSlides/notesSlide212.xml" Id="R89acb902cc564432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56c788f5b42d9" /><Relationship Type="http://schemas.openxmlformats.org/officeDocument/2006/relationships/notesSlide" Target="/ppt/notesSlides/notesSlide213.xml" Id="Rb6cb52bffdb44006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fe8d6856544f9" /><Relationship Type="http://schemas.openxmlformats.org/officeDocument/2006/relationships/notesSlide" Target="/ppt/notesSlides/notesSlide214.xml" Id="Rfc6df3f29e334c51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af4c41d4f4d7b" /><Relationship Type="http://schemas.openxmlformats.org/officeDocument/2006/relationships/notesSlide" Target="/ppt/notesSlides/notesSlide215.xml" Id="R4d1780096d984404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272eb17694f52" /><Relationship Type="http://schemas.openxmlformats.org/officeDocument/2006/relationships/notesSlide" Target="/ppt/notesSlides/notesSlide216.xml" Id="R3b01d67daf4e4be2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d2542e78e4ca5" /><Relationship Type="http://schemas.openxmlformats.org/officeDocument/2006/relationships/notesSlide" Target="/ppt/notesSlides/notesSlide217.xml" Id="Rfa4f6c34e3134047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9578f146f488c" /><Relationship Type="http://schemas.openxmlformats.org/officeDocument/2006/relationships/notesSlide" Target="/ppt/notesSlides/notesSlide218.xml" Id="R688527de8e5643be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f1701eac5437e" /><Relationship Type="http://schemas.openxmlformats.org/officeDocument/2006/relationships/notesSlide" Target="/ppt/notesSlides/notesSlide219.xml" Id="R313929f30fe44b0c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9483d865446a5" /><Relationship Type="http://schemas.openxmlformats.org/officeDocument/2006/relationships/notesSlide" Target="/ppt/notesSlides/notesSlide220.xml" Id="R0eac36488fb84923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594e6bff54b47" /><Relationship Type="http://schemas.openxmlformats.org/officeDocument/2006/relationships/notesSlide" Target="/ppt/notesSlides/notesSlide221.xml" Id="Rc2b12f9e87c2496d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ab87026d64f11" /><Relationship Type="http://schemas.openxmlformats.org/officeDocument/2006/relationships/notesSlide" Target="/ppt/notesSlides/notesSlide222.xml" Id="Rcab0166b46ba42bb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03bee548b4fbd" /><Relationship Type="http://schemas.openxmlformats.org/officeDocument/2006/relationships/notesSlide" Target="/ppt/notesSlides/notesSlide223.xml" Id="R23eb434ecf72407c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3dc31bf004779" /><Relationship Type="http://schemas.openxmlformats.org/officeDocument/2006/relationships/notesSlide" Target="/ppt/notesSlides/notesSlide224.xml" Id="R7940ec024c2d46b5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2cc2f31fa4cad" /><Relationship Type="http://schemas.openxmlformats.org/officeDocument/2006/relationships/notesSlide" Target="/ppt/notesSlides/notesSlide225.xml" Id="R59632a03448b465c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28a88762149e5" /><Relationship Type="http://schemas.openxmlformats.org/officeDocument/2006/relationships/notesSlide" Target="/ppt/notesSlides/notesSlide226.xml" Id="R6a20ae8514334b5f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a7ac690fc4059" /><Relationship Type="http://schemas.openxmlformats.org/officeDocument/2006/relationships/notesSlide" Target="/ppt/notesSlides/notesSlide227.xml" Id="R0596788192b646e9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a2fdd120d4a6e" /><Relationship Type="http://schemas.openxmlformats.org/officeDocument/2006/relationships/notesSlide" Target="/ppt/notesSlides/notesSlide228.xml" Id="R32dbd0ef19c144b1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764fc3a8e4760" /><Relationship Type="http://schemas.openxmlformats.org/officeDocument/2006/relationships/notesSlide" Target="/ppt/notesSlides/notesSlide229.xml" Id="R193ea55608a2468f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0f0bff61d4b1c" /><Relationship Type="http://schemas.openxmlformats.org/officeDocument/2006/relationships/notesSlide" Target="/ppt/notesSlides/notesSlide230.xml" Id="R12cc080a39184aab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03e76c9f14697" /><Relationship Type="http://schemas.openxmlformats.org/officeDocument/2006/relationships/notesSlide" Target="/ppt/notesSlides/notesSlide231.xml" Id="Rd2faa77ae55f4224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63b203bbd4e23" /><Relationship Type="http://schemas.openxmlformats.org/officeDocument/2006/relationships/notesSlide" Target="/ppt/notesSlides/notesSlide232.xml" Id="R624c6a0841c14c03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afab23bca402a" /><Relationship Type="http://schemas.openxmlformats.org/officeDocument/2006/relationships/notesSlide" Target="/ppt/notesSlides/notesSlide233.xml" Id="R668e39fe20c441c7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670831043432b" /><Relationship Type="http://schemas.openxmlformats.org/officeDocument/2006/relationships/notesSlide" Target="/ppt/notesSlides/notesSlide234.xml" Id="R2c058cc2092e496a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3ea95766f4c08" /><Relationship Type="http://schemas.openxmlformats.org/officeDocument/2006/relationships/notesSlide" Target="/ppt/notesSlides/notesSlide235.xml" Id="Rd85d25936a1f47cd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b48e85b5b4647" /><Relationship Type="http://schemas.openxmlformats.org/officeDocument/2006/relationships/notesSlide" Target="/ppt/notesSlides/notesSlide236.xml" Id="R33f49104d1e24c47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aa774c0e9413e" /><Relationship Type="http://schemas.openxmlformats.org/officeDocument/2006/relationships/notesSlide" Target="/ppt/notesSlides/notesSlide237.xml" Id="R271913f813794c47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72876316b4841" /><Relationship Type="http://schemas.openxmlformats.org/officeDocument/2006/relationships/notesSlide" Target="/ppt/notesSlides/notesSlide238.xml" Id="R2c7b12c3261e47ae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4dd61201c4ad8" /><Relationship Type="http://schemas.openxmlformats.org/officeDocument/2006/relationships/notesSlide" Target="/ppt/notesSlides/notesSlide239.xml" Id="R8064318863324e04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87f5ad5b24a75" /><Relationship Type="http://schemas.openxmlformats.org/officeDocument/2006/relationships/notesSlide" Target="/ppt/notesSlides/notesSlide240.xml" Id="R0c1c1fcc48c141f1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6360c8b174410" /><Relationship Type="http://schemas.openxmlformats.org/officeDocument/2006/relationships/notesSlide" Target="/ppt/notesSlides/notesSlide241.xml" Id="Rf15b70314ea342a6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ed6052a0a49c6" /><Relationship Type="http://schemas.openxmlformats.org/officeDocument/2006/relationships/notesSlide" Target="/ppt/notesSlides/notesSlide242.xml" Id="Re1d032aceb364662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4a46fe7654495" /><Relationship Type="http://schemas.openxmlformats.org/officeDocument/2006/relationships/notesSlide" Target="/ppt/notesSlides/notesSlide243.xml" Id="Rc982aee628164841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efbf753bd41cd" /><Relationship Type="http://schemas.openxmlformats.org/officeDocument/2006/relationships/notesSlide" Target="/ppt/notesSlides/notesSlide244.xml" Id="R2ec5e022066440c0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d18e0e1834bea" /><Relationship Type="http://schemas.openxmlformats.org/officeDocument/2006/relationships/notesSlide" Target="/ppt/notesSlides/notesSlide245.xml" Id="R619a40444f884120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a1f65bb9048d2" /><Relationship Type="http://schemas.openxmlformats.org/officeDocument/2006/relationships/notesSlide" Target="/ppt/notesSlides/notesSlide246.xml" Id="Rae9e895e05834217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9fba775c34954" /><Relationship Type="http://schemas.openxmlformats.org/officeDocument/2006/relationships/notesSlide" Target="/ppt/notesSlides/notesSlide247.xml" Id="R0fa7e86cf0964f3d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c5bbe4da6405c" /><Relationship Type="http://schemas.openxmlformats.org/officeDocument/2006/relationships/notesSlide" Target="/ppt/notesSlides/notesSlide248.xml" Id="Rf0c19eedf4814e86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cfbb271c5476a" /><Relationship Type="http://schemas.openxmlformats.org/officeDocument/2006/relationships/notesSlide" Target="/ppt/notesSlides/notesSlide249.xml" Id="Re3384f7cf1c14ff1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e302bfdcf4afb" /><Relationship Type="http://schemas.openxmlformats.org/officeDocument/2006/relationships/notesSlide" Target="/ppt/notesSlides/notesSlide250.xml" Id="Rb8d7d460c48c488e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354837f79403e" /><Relationship Type="http://schemas.openxmlformats.org/officeDocument/2006/relationships/notesSlide" Target="/ppt/notesSlides/notesSlide251.xml" Id="Rfc856167b9054f69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3dcef9ece4d9c" /><Relationship Type="http://schemas.openxmlformats.org/officeDocument/2006/relationships/notesSlide" Target="/ppt/notesSlides/notesSlide252.xml" Id="Rdeec39cb9a194d04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f5bd58e7c477e" /><Relationship Type="http://schemas.openxmlformats.org/officeDocument/2006/relationships/notesSlide" Target="/ppt/notesSlides/notesSlide253.xml" Id="R028ef2d0667c4477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40fc40482438d" /><Relationship Type="http://schemas.openxmlformats.org/officeDocument/2006/relationships/notesSlide" Target="/ppt/notesSlides/notesSlide254.xml" Id="Recf05c4af95543e3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f9801f82f4252" /><Relationship Type="http://schemas.openxmlformats.org/officeDocument/2006/relationships/notesSlide" Target="/ppt/notesSlides/notesSlide255.xml" Id="Rb4f44ac4b0c34cc8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f503782724dac" /><Relationship Type="http://schemas.openxmlformats.org/officeDocument/2006/relationships/notesSlide" Target="/ppt/notesSlides/notesSlide256.xml" Id="R8d64ff302c2a4e25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f92624f4e4396" /><Relationship Type="http://schemas.openxmlformats.org/officeDocument/2006/relationships/notesSlide" Target="/ppt/notesSlides/notesSlide257.xml" Id="R35429190332e4dfb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bb0025a60490b" /><Relationship Type="http://schemas.openxmlformats.org/officeDocument/2006/relationships/notesSlide" Target="/ppt/notesSlides/notesSlide258.xml" Id="R05bd5215d6d74704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2c3b03e97425d" /><Relationship Type="http://schemas.openxmlformats.org/officeDocument/2006/relationships/notesSlide" Target="/ppt/notesSlides/notesSlide259.xml" Id="R6e897c11f7134d3e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dd3a0bf3b4e62" /><Relationship Type="http://schemas.openxmlformats.org/officeDocument/2006/relationships/notesSlide" Target="/ppt/notesSlides/notesSlide260.xml" Id="R4c5ee801464c498c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fc2ec8540485d" /><Relationship Type="http://schemas.openxmlformats.org/officeDocument/2006/relationships/notesSlide" Target="/ppt/notesSlides/notesSlide261.xml" Id="R6796928c38fa4b9a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9673fcdd24191" /><Relationship Type="http://schemas.openxmlformats.org/officeDocument/2006/relationships/notesSlide" Target="/ppt/notesSlides/notesSlide262.xml" Id="Rb3a1030b4c0a44e5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d74cb6b4f4896" /><Relationship Type="http://schemas.openxmlformats.org/officeDocument/2006/relationships/notesSlide" Target="/ppt/notesSlides/notesSlide263.xml" Id="R4e0a0a01d5b541c2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63187f16d455c" /><Relationship Type="http://schemas.openxmlformats.org/officeDocument/2006/relationships/notesSlide" Target="/ppt/notesSlides/notesSlide264.xml" Id="R56fe5418e1ff4012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3acf3403e46e6" /><Relationship Type="http://schemas.openxmlformats.org/officeDocument/2006/relationships/notesSlide" Target="/ppt/notesSlides/notesSlide265.xml" Id="R94334d5680cc4d34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d3903b1024f91" /><Relationship Type="http://schemas.openxmlformats.org/officeDocument/2006/relationships/notesSlide" Target="/ppt/notesSlides/notesSlide266.xml" Id="R4727dff2a68146e6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2779a091a47f2" /><Relationship Type="http://schemas.openxmlformats.org/officeDocument/2006/relationships/notesSlide" Target="/ppt/notesSlides/notesSlide267.xml" Id="R53a29a9e22a64601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99189812c45bf" /><Relationship Type="http://schemas.openxmlformats.org/officeDocument/2006/relationships/notesSlide" Target="/ppt/notesSlides/notesSlide268.xml" Id="Rbb458f6b6e59429c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9a3f3952e448c" /><Relationship Type="http://schemas.openxmlformats.org/officeDocument/2006/relationships/notesSlide" Target="/ppt/notesSlides/notesSlide269.xml" Id="Rc0af9289fe794057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c554d509649ab" /><Relationship Type="http://schemas.openxmlformats.org/officeDocument/2006/relationships/notesSlide" Target="/ppt/notesSlides/notesSlide270.xml" Id="R03dede43332e4490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6bd5c261c486b" /><Relationship Type="http://schemas.openxmlformats.org/officeDocument/2006/relationships/notesSlide" Target="/ppt/notesSlides/notesSlide271.xml" Id="Rc98029e0d87e4537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5f2f4a4334b66" /><Relationship Type="http://schemas.openxmlformats.org/officeDocument/2006/relationships/notesSlide" Target="/ppt/notesSlides/notesSlide272.xml" Id="R3b725c58b1084470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1b55c5c7644f5" /><Relationship Type="http://schemas.openxmlformats.org/officeDocument/2006/relationships/notesSlide" Target="/ppt/notesSlides/notesSlide273.xml" Id="R411a32ddc1394fd4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433e160a64c05" /><Relationship Type="http://schemas.openxmlformats.org/officeDocument/2006/relationships/notesSlide" Target="/ppt/notesSlides/notesSlide274.xml" Id="Rd3bf8e650eb8436f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b20f447924cef" /><Relationship Type="http://schemas.openxmlformats.org/officeDocument/2006/relationships/notesSlide" Target="/ppt/notesSlides/notesSlide275.xml" Id="Re9d4732d63c64720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6ea9cc72a417c" /><Relationship Type="http://schemas.openxmlformats.org/officeDocument/2006/relationships/notesSlide" Target="/ppt/notesSlides/notesSlide276.xml" Id="Rd03f3f61e0c8472a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354f64622416f" /><Relationship Type="http://schemas.openxmlformats.org/officeDocument/2006/relationships/notesSlide" Target="/ppt/notesSlides/notesSlide277.xml" Id="R5f95120ac4b34d24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411729e264811" /><Relationship Type="http://schemas.openxmlformats.org/officeDocument/2006/relationships/notesSlide" Target="/ppt/notesSlides/notesSlide278.xml" Id="R3574bfa8eedd445e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a19ea5fb747e9" /><Relationship Type="http://schemas.openxmlformats.org/officeDocument/2006/relationships/notesSlide" Target="/ppt/notesSlides/notesSlide279.xml" Id="R14782cecded34e11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acdb261e74141" /><Relationship Type="http://schemas.openxmlformats.org/officeDocument/2006/relationships/notesSlide" Target="/ppt/notesSlides/notesSlide280.xml" Id="Rd27355179a19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7F14F-DEA8-4D13-90A7-76AE5019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1F3A"/>
                </a:solidFill>
              </a:defRPr>
            </a:pPr>
            <a:r>
              <a:rPr sz="4200" b="1">
                <a:solidFill>
                  <a:srgbClr val="0B1F3A"/>
                </a:solidFill>
              </a:rPr>
              <a:t>Artificial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2E4C9-5ECF-4D47-9D9F-8EFACA00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9"/>
                </a:solidFill>
              </a:defRPr>
            </a:pPr>
            <a:r>
              <a:rPr sz="1950" b="0">
                <a:solidFill>
                  <a:srgbClr val="526079"/>
                </a:solidFill>
              </a:rPr>
              <a:t>VTU BCS515B complete module-wise expanded teaching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1369B-090B-4F6F-AB2C-FC41E7CD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619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5 modules • 50 slides each • syllabus cross-checked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244D1-0153-45AE-BA19-F16B029D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551A2-2A25-4A50-B4F0-59F6C9F1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545E8-279C-46F3-B102-EF69416A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A6A9B-A926-425E-A41D-0113846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D2F33-F43C-4CCD-8D53-30DFA9CC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</p:spTree>
    <p:extLst>
      <p:ext uri="{BB962C8B-B14F-4D97-AF65-F5344CB8AC3E}">
        <p14:creationId xmlns:p14="http://schemas.microsoft.com/office/powerpoint/2010/main" val="231206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0E933-5ADF-4E56-84E0-DB1C1D8B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CE104-D32B-4D1D-811B-1D318B1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Complete VTU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617F0-459B-4103-9FA9-EBCE5FC5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A2E5C-3D12-4A46-8E75-77E65429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ED3E1-E8A1-4DC1-AE76-1248A207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04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What is AI?; The state of the art; Agents and environment; Concept of rationality; Nature of environments; Structure of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94534-1E29-4A5D-9ABF-E9F29BBC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6210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0CA6B-D92D-49BC-8D0F-1B4C0D5F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6210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50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F7B82-6F4F-49CF-92E2-D2EAFCB0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Module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904FE-0B9E-4717-87F2-95BA5F49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Problem-solving agents; Example problems; Searching for solutions; Uninformed search strategies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683CD-7AA6-464F-9DB9-7A03DD8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4315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1D7DC-9F52-47C1-A3C9-92F0342C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4315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50 slides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6B404-D050-4C0C-A707-B3FE215C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Module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31542-3ED2-441C-8F7E-0B5F15A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670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Informed search strategies; Heuristic functions; Knowledge-based agents; Wumpus world; Logic; Propositional logic; Reasoning patterns in propositional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91C72-DE2C-4439-B2B3-F4E8E0B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4FD5A-E6BA-4F3F-9624-968B2D9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2420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50 slides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8E347-92BD-4449-996B-C06E3BDD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Module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495AC-2DA4-4D52-8748-F2EA94F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Representation revisited; Syntax and semantics of first-order logic; Using first-order logic; Knowledge engineering in FOL; Propositional versus first-order inference; Unification; Forward chaining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E6B3B-9901-4366-B5FC-25BDD27A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27DD4-3A4C-454E-A492-A0A61A32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0525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50 slides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90FA9-D522-4817-9A83-A5D623B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066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Module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2C0C6-6146-4E4B-92CE-96FB2C5B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291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3A"/>
                </a:solidFill>
              </a:defRPr>
            </a:pPr>
            <a:r>
              <a:rPr sz="1275" b="0">
                <a:solidFill>
                  <a:srgbClr val="0B1F3A"/>
                </a:solidFill>
              </a:rPr>
              <a:t>Backward chaining; Resolution; Definition of classical planning; Algorithms for planning as state-space search; Planning graphs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07B81-3951-4BCF-8A35-936D1C5B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8630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6B76D-CA66-43E6-85F4-E2918CE0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686300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50 slides</a:t>
            </a:r>
          </a:p>
        </p:txBody>
      </p:sp>
    </p:spTree>
    <p:extLst>
      <p:ext uri="{BB962C8B-B14F-4D97-AF65-F5344CB8AC3E}">
        <p14:creationId xmlns:p14="http://schemas.microsoft.com/office/powerpoint/2010/main" val="6533007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9403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569565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53646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455316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446116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423267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748245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863817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285677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145300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642958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4955746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0435066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7748605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954285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310647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5122426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413933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8103007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723886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3130066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6384716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2607118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1001451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285545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1943707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2263557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0592613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7086179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1057959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0407623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2620137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8336439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19948848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398876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1265527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4844975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5789543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4898938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534821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6245759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1630934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6970678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33829116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8374440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6201331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98193701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380250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66033967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5900304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7318946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19745688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4433044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7064107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2213504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0314129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14309882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85353690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3142814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47269270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8551623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57074530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4551338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0456349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87438493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74330162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29812110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24343606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31628545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19103110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27871150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7375519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10272911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07997060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64033752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5233075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35164224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02270063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34135099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73023659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80537244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73316104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8297775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9229047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39995378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60954979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2169157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38020136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20094133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0970901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7255348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75158850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12993929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79063134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81270045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77666615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58857758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17703729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50752778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92470751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51493748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0608360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69486121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10637047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93003885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87450919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78873997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83547289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84910569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16452521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81415185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24648062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63400718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5488454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2625552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05114037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00537401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50351095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57050813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13896608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5873012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44948093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52954502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13057447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6885789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46431650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66687292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67419856"/>
      </p:ext>
    </p:extLst>
  </p:cSld>
</p:sld>
</file>

<file path=ppt/slides/slide1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85255725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9628126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3729073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37176559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77261135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09835174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57889322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95264527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01445719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3048747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75677121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92411279"/>
      </p:ext>
    </p:extLst>
  </p:cSld>
</p:sld>
</file>

<file path=ppt/slides/slide1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73426441"/>
      </p:ext>
    </p:extLst>
  </p:cSld>
</p:sld>
</file>

<file path=ppt/slides/slide1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58298318"/>
      </p:ext>
    </p:extLst>
  </p:cSld>
</p:sld>
</file>

<file path=ppt/slides/slide1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59843767"/>
      </p:ext>
    </p:extLst>
  </p:cSld>
</p:sld>
</file>

<file path=ppt/slides/slide1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2189486"/>
      </p:ext>
    </p:extLst>
  </p:cSld>
</p:sld>
</file>

<file path=ppt/slides/slide1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15190263"/>
      </p:ext>
    </p:extLst>
  </p:cSld>
</p:sld>
</file>

<file path=ppt/slides/slide1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7607395"/>
      </p:ext>
    </p:extLst>
  </p:cSld>
</p:sld>
</file>

<file path=ppt/slides/slide1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855158"/>
      </p:ext>
    </p:extLst>
  </p:cSld>
</p:sld>
</file>

<file path=ppt/slides/slide1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54873991"/>
      </p:ext>
    </p:extLst>
  </p:cSld>
</p:sld>
</file>

<file path=ppt/slides/slide1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26636815"/>
      </p:ext>
    </p:extLst>
  </p:cSld>
</p:sld>
</file>

<file path=ppt/slides/slide1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86431562"/>
      </p:ext>
    </p:extLst>
  </p:cSld>
</p:sld>
</file>

<file path=ppt/slides/slide1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88518817"/>
      </p:ext>
    </p:extLst>
  </p:cSld>
</p:sld>
</file>

<file path=ppt/slides/slide1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93947416"/>
      </p:ext>
    </p:extLst>
  </p:cSld>
</p:sld>
</file>

<file path=ppt/slides/slide1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30105817"/>
      </p:ext>
    </p:extLst>
  </p:cSld>
</p:sld>
</file>

<file path=ppt/slides/slide1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81051810"/>
      </p:ext>
    </p:extLst>
  </p:cSld>
</p:sld>
</file>

<file path=ppt/slides/slide1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48035553"/>
      </p:ext>
    </p:extLst>
  </p:cSld>
</p:sld>
</file>

<file path=ppt/slides/slide1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73711854"/>
      </p:ext>
    </p:extLst>
  </p:cSld>
</p:sld>
</file>

<file path=ppt/slides/slide1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45369667"/>
      </p:ext>
    </p:extLst>
  </p:cSld>
</p:sld>
</file>

<file path=ppt/slides/slide1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50116746"/>
      </p:ext>
    </p:extLst>
  </p:cSld>
</p:sld>
</file>

<file path=ppt/slides/slide1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82701208"/>
      </p:ext>
    </p:extLst>
  </p:cSld>
</p:sld>
</file>

<file path=ppt/slides/slide1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58520754"/>
      </p:ext>
    </p:extLst>
  </p:cSld>
</p:sld>
</file>

<file path=ppt/slides/slide1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40801889"/>
      </p:ext>
    </p:extLst>
  </p:cSld>
</p:sld>
</file>

<file path=ppt/slides/slide1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3382268"/>
      </p:ext>
    </p:extLst>
  </p:cSld>
</p:sld>
</file>

<file path=ppt/slides/slide1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50173713"/>
      </p:ext>
    </p:extLst>
  </p:cSld>
</p:sld>
</file>

<file path=ppt/slides/slide1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60517171"/>
      </p:ext>
    </p:extLst>
  </p:cSld>
</p:sld>
</file>

<file path=ppt/slides/slide1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30650379"/>
      </p:ext>
    </p:extLst>
  </p:cSld>
</p:sld>
</file>

<file path=ppt/slides/slide1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92508142"/>
      </p:ext>
    </p:extLst>
  </p:cSld>
</p:sld>
</file>

<file path=ppt/slides/slide1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10301812"/>
      </p:ext>
    </p:extLst>
  </p:cSld>
</p:sld>
</file>

<file path=ppt/slides/slide1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99851984"/>
      </p:ext>
    </p:extLst>
  </p:cSld>
</p:sld>
</file>

<file path=ppt/slides/slide1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32879828"/>
      </p:ext>
    </p:extLst>
  </p:cSld>
</p:sld>
</file>

<file path=ppt/slides/slide1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10308915"/>
      </p:ext>
    </p:extLst>
  </p:cSld>
</p:sld>
</file>

<file path=ppt/slides/slide1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45112996"/>
      </p:ext>
    </p:extLst>
  </p:cSld>
</p:sld>
</file>

<file path=ppt/slides/slide1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14633834"/>
      </p:ext>
    </p:extLst>
  </p:cSld>
</p:sld>
</file>

<file path=ppt/slides/slide1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48665896"/>
      </p:ext>
    </p:extLst>
  </p:cSld>
</p:sld>
</file>

<file path=ppt/slides/slide1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06974565"/>
      </p:ext>
    </p:extLst>
  </p:cSld>
</p:sld>
</file>

<file path=ppt/slides/slide1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8180950"/>
      </p:ext>
    </p:extLst>
  </p:cSld>
</p:sld>
</file>

<file path=ppt/slides/slide1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57589594"/>
      </p:ext>
    </p:extLst>
  </p:cSld>
</p:sld>
</file>

<file path=ppt/slides/slide1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17445890"/>
      </p:ext>
    </p:extLst>
  </p:cSld>
</p:sld>
</file>

<file path=ppt/slides/slide1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68400378"/>
      </p:ext>
    </p:extLst>
  </p:cSld>
</p:sld>
</file>

<file path=ppt/slides/slide1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60875068"/>
      </p:ext>
    </p:extLst>
  </p:cSld>
</p:sld>
</file>

<file path=ppt/slides/slide1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35789271"/>
      </p:ext>
    </p:extLst>
  </p:cSld>
</p:sld>
</file>

<file path=ppt/slides/slide1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30769247"/>
      </p:ext>
    </p:extLst>
  </p:cSld>
</p:sld>
</file>

<file path=ppt/slides/slide1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2521449"/>
      </p:ext>
    </p:extLst>
  </p:cSld>
</p:sld>
</file>

<file path=ppt/slides/slide1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39110603"/>
      </p:ext>
    </p:extLst>
  </p:cSld>
</p:sld>
</file>

<file path=ppt/slides/slide1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71465032"/>
      </p:ext>
    </p:extLst>
  </p:cSld>
</p:sld>
</file>

<file path=ppt/slides/slide1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52941808"/>
      </p:ext>
    </p:extLst>
  </p:cSld>
</p:sld>
</file>

<file path=ppt/slides/slide1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63573360"/>
      </p:ext>
    </p:extLst>
  </p:cSld>
</p:sld>
</file>

<file path=ppt/slides/slide1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71178739"/>
      </p:ext>
    </p:extLst>
  </p:cSld>
</p:sld>
</file>

<file path=ppt/slides/slide1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01070072"/>
      </p:ext>
    </p:extLst>
  </p:cSld>
</p:sld>
</file>

<file path=ppt/slides/slide1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71559792"/>
      </p:ext>
    </p:extLst>
  </p:cSld>
</p:sld>
</file>

<file path=ppt/slides/slide1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95432839"/>
      </p:ext>
    </p:extLst>
  </p:cSld>
</p:sld>
</file>

<file path=ppt/slides/slide1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77577400"/>
      </p:ext>
    </p:extLst>
  </p:cSld>
</p:sld>
</file>

<file path=ppt/slides/slide1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86448882"/>
      </p:ext>
    </p:extLst>
  </p:cSld>
</p:sld>
</file>

<file path=ppt/slides/slide1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7755040"/>
      </p:ext>
    </p:extLst>
  </p:cSld>
</p:sld>
</file>

<file path=ppt/slides/slide1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84861759"/>
      </p:ext>
    </p:extLst>
  </p:cSld>
</p:sld>
</file>

<file path=ppt/slides/slide1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0779296"/>
      </p:ext>
    </p:extLst>
  </p:cSld>
</p:sld>
</file>

<file path=ppt/slides/slide1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46514517"/>
      </p:ext>
    </p:extLst>
  </p:cSld>
</p:sld>
</file>

<file path=ppt/slides/slide1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36713137"/>
      </p:ext>
    </p:extLst>
  </p:cSld>
</p:sld>
</file>

<file path=ppt/slides/slide2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04852060"/>
      </p:ext>
    </p:extLst>
  </p:cSld>
</p:sld>
</file>

<file path=ppt/slides/slide2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60968444"/>
      </p:ext>
    </p:extLst>
  </p:cSld>
</p:sld>
</file>

<file path=ppt/slides/slide2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25769398"/>
      </p:ext>
    </p:extLst>
  </p:cSld>
</p:sld>
</file>

<file path=ppt/slides/slide2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02665456"/>
      </p:ext>
    </p:extLst>
  </p:cSld>
</p:sld>
</file>

<file path=ppt/slides/slide2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5092690"/>
      </p:ext>
    </p:extLst>
  </p:cSld>
</p:sld>
</file>

<file path=ppt/slides/slide2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35231186"/>
      </p:ext>
    </p:extLst>
  </p:cSld>
</p:sld>
</file>

<file path=ppt/slides/slide2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0913962"/>
      </p:ext>
    </p:extLst>
  </p:cSld>
</p:sld>
</file>

<file path=ppt/slides/slide2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78575224"/>
      </p:ext>
    </p:extLst>
  </p:cSld>
</p:sld>
</file>

<file path=ppt/slides/slide2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65124243"/>
      </p:ext>
    </p:extLst>
  </p:cSld>
</p:sld>
</file>

<file path=ppt/slides/slide2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34234831"/>
      </p:ext>
    </p:extLst>
  </p:cSld>
</p:sld>
</file>

<file path=ppt/slides/slide2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21954828"/>
      </p:ext>
    </p:extLst>
  </p:cSld>
</p:sld>
</file>

<file path=ppt/slides/slide2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4475248"/>
      </p:ext>
    </p:extLst>
  </p:cSld>
</p:sld>
</file>

<file path=ppt/slides/slide2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31505241"/>
      </p:ext>
    </p:extLst>
  </p:cSld>
</p:sld>
</file>

<file path=ppt/slides/slide2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19375768"/>
      </p:ext>
    </p:extLst>
  </p:cSld>
</p:sld>
</file>

<file path=ppt/slides/slide2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64276607"/>
      </p:ext>
    </p:extLst>
  </p:cSld>
</p:sld>
</file>

<file path=ppt/slides/slide2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32453164"/>
      </p:ext>
    </p:extLst>
  </p:cSld>
</p:sld>
</file>

<file path=ppt/slides/slide2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92866682"/>
      </p:ext>
    </p:extLst>
  </p:cSld>
</p:sld>
</file>

<file path=ppt/slides/slide2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84173956"/>
      </p:ext>
    </p:extLst>
  </p:cSld>
</p:sld>
</file>

<file path=ppt/slides/slide2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24308785"/>
      </p:ext>
    </p:extLst>
  </p:cSld>
</p:sld>
</file>

<file path=ppt/slides/slide2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01656840"/>
      </p:ext>
    </p:extLst>
  </p:cSld>
</p:sld>
</file>

<file path=ppt/slides/slide2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27008971"/>
      </p:ext>
    </p:extLst>
  </p:cSld>
</p:sld>
</file>

<file path=ppt/slides/slide2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47082962"/>
      </p:ext>
    </p:extLst>
  </p:cSld>
</p:sld>
</file>

<file path=ppt/slides/slide2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68098730"/>
      </p:ext>
    </p:extLst>
  </p:cSld>
</p:sld>
</file>

<file path=ppt/slides/slide2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60329117"/>
      </p:ext>
    </p:extLst>
  </p:cSld>
</p:sld>
</file>

<file path=ppt/slides/slide2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83767645"/>
      </p:ext>
    </p:extLst>
  </p:cSld>
</p:sld>
</file>

<file path=ppt/slides/slide2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47242232"/>
      </p:ext>
    </p:extLst>
  </p:cSld>
</p:sld>
</file>

<file path=ppt/slides/slide2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230586"/>
      </p:ext>
    </p:extLst>
  </p:cSld>
</p:sld>
</file>

<file path=ppt/slides/slide2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52132886"/>
      </p:ext>
    </p:extLst>
  </p:cSld>
</p:sld>
</file>

<file path=ppt/slides/slide2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0490349"/>
      </p:ext>
    </p:extLst>
  </p:cSld>
</p:sld>
</file>

<file path=ppt/slides/slide2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95226187"/>
      </p:ext>
    </p:extLst>
  </p:cSld>
</p:sld>
</file>

<file path=ppt/slides/slide2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77786245"/>
      </p:ext>
    </p:extLst>
  </p:cSld>
</p:sld>
</file>

<file path=ppt/slides/slide2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62359184"/>
      </p:ext>
    </p:extLst>
  </p:cSld>
</p:sld>
</file>

<file path=ppt/slides/slide2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59877751"/>
      </p:ext>
    </p:extLst>
  </p:cSld>
</p:sld>
</file>

<file path=ppt/slides/slide2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8589395"/>
      </p:ext>
    </p:extLst>
  </p:cSld>
</p:sld>
</file>

<file path=ppt/slides/slide2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88473979"/>
      </p:ext>
    </p:extLst>
  </p:cSld>
</p:sld>
</file>

<file path=ppt/slides/slide2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07101133"/>
      </p:ext>
    </p:extLst>
  </p:cSld>
</p:sld>
</file>

<file path=ppt/slides/slide2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3990525"/>
      </p:ext>
    </p:extLst>
  </p:cSld>
</p:sld>
</file>

<file path=ppt/slides/slide2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3118035"/>
      </p:ext>
    </p:extLst>
  </p:cSld>
</p:sld>
</file>

<file path=ppt/slides/slide2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29542427"/>
      </p:ext>
    </p:extLst>
  </p:cSld>
</p:sld>
</file>

<file path=ppt/slides/slide2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58307298"/>
      </p:ext>
    </p:extLst>
  </p:cSld>
</p:sld>
</file>

<file path=ppt/slides/slide2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61714612"/>
      </p:ext>
    </p:extLst>
  </p:cSld>
</p:sld>
</file>

<file path=ppt/slides/slide2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92428713"/>
      </p:ext>
    </p:extLst>
  </p:cSld>
</p:sld>
</file>

<file path=ppt/slides/slide2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72481535"/>
      </p:ext>
    </p:extLst>
  </p:cSld>
</p:sld>
</file>

<file path=ppt/slides/slide2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22475675"/>
      </p:ext>
    </p:extLst>
  </p:cSld>
</p:sld>
</file>

<file path=ppt/slides/slide2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798824035"/>
      </p:ext>
    </p:extLst>
  </p:cSld>
</p:sld>
</file>

<file path=ppt/slides/slide2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16997105"/>
      </p:ext>
    </p:extLst>
  </p:cSld>
</p:sld>
</file>

<file path=ppt/slides/slide2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8649291"/>
      </p:ext>
    </p:extLst>
  </p:cSld>
</p:sld>
</file>

<file path=ppt/slides/slide2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08337849"/>
      </p:ext>
    </p:extLst>
  </p:cSld>
</p:sld>
</file>

<file path=ppt/slides/slide2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29153525"/>
      </p:ext>
    </p:extLst>
  </p:cSld>
</p:sld>
</file>

<file path=ppt/slides/slide2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52194964"/>
      </p:ext>
    </p:extLst>
  </p:cSld>
</p:sld>
</file>

<file path=ppt/slides/slide2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20653309"/>
      </p:ext>
    </p:extLst>
  </p:cSld>
</p:sld>
</file>

<file path=ppt/slides/slide2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67654876"/>
      </p:ext>
    </p:extLst>
  </p:cSld>
</p:sld>
</file>

<file path=ppt/slides/slide2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83303583"/>
      </p:ext>
    </p:extLst>
  </p:cSld>
</p:sld>
</file>

<file path=ppt/slides/slide2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7233117"/>
      </p:ext>
    </p:extLst>
  </p:cSld>
</p:sld>
</file>

<file path=ppt/slides/slide2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82094347"/>
      </p:ext>
    </p:extLst>
  </p:cSld>
</p:sld>
</file>

<file path=ppt/slides/slide2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64808423"/>
      </p:ext>
    </p:extLst>
  </p:cSld>
</p:sld>
</file>

<file path=ppt/slides/slide2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67620164"/>
      </p:ext>
    </p:extLst>
  </p:cSld>
</p:sld>
</file>

<file path=ppt/slides/slide2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63447343"/>
      </p:ext>
    </p:extLst>
  </p:cSld>
</p:sld>
</file>

<file path=ppt/slides/slide2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68638034"/>
      </p:ext>
    </p:extLst>
  </p:cSld>
</p:sld>
</file>

<file path=ppt/slides/slide2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71962549"/>
      </p:ext>
    </p:extLst>
  </p:cSld>
</p:sld>
</file>

<file path=ppt/slides/slide2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823351496"/>
      </p:ext>
    </p:extLst>
  </p:cSld>
</p:sld>
</file>

<file path=ppt/slides/slide2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57880710"/>
      </p:ext>
    </p:extLst>
  </p:cSld>
</p:sld>
</file>

<file path=ppt/slides/slide2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02350511"/>
      </p:ext>
    </p:extLst>
  </p:cSld>
</p:sld>
</file>

<file path=ppt/slides/slide2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8950619"/>
      </p:ext>
    </p:extLst>
  </p:cSld>
</p:sld>
</file>

<file path=ppt/slides/slide2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852753853"/>
      </p:ext>
    </p:extLst>
  </p:cSld>
</p:sld>
</file>

<file path=ppt/slides/slide2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76421649"/>
      </p:ext>
    </p:extLst>
  </p:cSld>
</p:sld>
</file>

<file path=ppt/slides/slide2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57642541"/>
      </p:ext>
    </p:extLst>
  </p:cSld>
</p:sld>
</file>

<file path=ppt/slides/slide2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47767133"/>
      </p:ext>
    </p:extLst>
  </p:cSld>
</p:sld>
</file>

<file path=ppt/slides/slide2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23120883"/>
      </p:ext>
    </p:extLst>
  </p:cSld>
</p:sld>
</file>

<file path=ppt/slides/slide2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13044842"/>
      </p:ext>
    </p:extLst>
  </p:cSld>
</p:sld>
</file>

<file path=ppt/slides/slide2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37143617"/>
      </p:ext>
    </p:extLst>
  </p:cSld>
</p:sld>
</file>

<file path=ppt/slides/slide2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9106220"/>
      </p:ext>
    </p:extLst>
  </p:cSld>
</p:sld>
</file>

<file path=ppt/slides/slide2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95931331"/>
      </p:ext>
    </p:extLst>
  </p:cSld>
</p:sld>
</file>

<file path=ppt/slides/slide2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22206301"/>
      </p:ext>
    </p:extLst>
  </p:cSld>
</p:sld>
</file>

<file path=ppt/slides/slide2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65688581"/>
      </p:ext>
    </p:extLst>
  </p:cSld>
</p:sld>
</file>

<file path=ppt/slides/slide2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468084598"/>
      </p:ext>
    </p:extLst>
  </p:cSld>
</p:sld>
</file>

<file path=ppt/slides/slide2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736308794"/>
      </p:ext>
    </p:extLst>
  </p:cSld>
</p:sld>
</file>

<file path=ppt/slides/slide2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16125180"/>
      </p:ext>
    </p:extLst>
  </p:cSld>
</p:sld>
</file>

<file path=ppt/slides/slide2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49638102"/>
      </p:ext>
    </p:extLst>
  </p:cSld>
</p:sld>
</file>

<file path=ppt/slides/slide2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7036682"/>
      </p:ext>
    </p:extLst>
  </p:cSld>
</p:sld>
</file>

<file path=ppt/slides/slide2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38740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2026-08-18T11:20:20.5100000Z</dcterms:created>
  <dcterms:modified xsi:type="dcterms:W3CDTF">2026-08-18T11:20:20.5100000Z</dcterms:modified>
</coreProperties>
</file>