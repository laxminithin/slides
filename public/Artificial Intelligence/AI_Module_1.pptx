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2842e7e46f4bde" /><Relationship Type="http://schemas.openxmlformats.org/officeDocument/2006/relationships/extended-properties" Target="/docProps/app.xml" Id="R114a084274564139" /><Relationship Type="http://schemas.openxmlformats.org/officeDocument/2006/relationships/officeDocument" Target="/ppt/presentation.xml" Id="Rff794e5959cf48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83d006fcd7408f"/>
  </p:sldMasterIdLst>
  <p:notesMasterIdLst>
    <p:notesMasterId xmlns:r="http://schemas.openxmlformats.org/officeDocument/2006/relationships" r:id="R1a22653b724a401a"/>
  </p:notesMasterIdLst>
  <p:sldIdLst>
    <p:sldId xmlns:r="http://schemas.openxmlformats.org/officeDocument/2006/relationships" id="256" r:id="Rc55d7f0681cb4219"/>
    <p:sldId xmlns:r="http://schemas.openxmlformats.org/officeDocument/2006/relationships" id="257" r:id="R2e62c2ff492d4abc"/>
    <p:sldId xmlns:r="http://schemas.openxmlformats.org/officeDocument/2006/relationships" id="258" r:id="R87063f78dcd540c9"/>
    <p:sldId xmlns:r="http://schemas.openxmlformats.org/officeDocument/2006/relationships" id="259" r:id="R4c5a6f54054b4e7e"/>
    <p:sldId xmlns:r="http://schemas.openxmlformats.org/officeDocument/2006/relationships" id="260" r:id="Rfdb42cd2b39e4a31"/>
    <p:sldId xmlns:r="http://schemas.openxmlformats.org/officeDocument/2006/relationships" id="261" r:id="Radd637df19124cba"/>
    <p:sldId xmlns:r="http://schemas.openxmlformats.org/officeDocument/2006/relationships" id="262" r:id="Re2907d8c226a4cfa"/>
    <p:sldId xmlns:r="http://schemas.openxmlformats.org/officeDocument/2006/relationships" id="263" r:id="Rcdd9e728187e4ef2"/>
    <p:sldId xmlns:r="http://schemas.openxmlformats.org/officeDocument/2006/relationships" id="264" r:id="R236f87994f204c27"/>
    <p:sldId xmlns:r="http://schemas.openxmlformats.org/officeDocument/2006/relationships" id="265" r:id="R441f020c6ff4456c"/>
    <p:sldId xmlns:r="http://schemas.openxmlformats.org/officeDocument/2006/relationships" id="266" r:id="R96c0a02c7a2a42dc"/>
    <p:sldId xmlns:r="http://schemas.openxmlformats.org/officeDocument/2006/relationships" id="267" r:id="R7bbd60268dab45c6"/>
    <p:sldId xmlns:r="http://schemas.openxmlformats.org/officeDocument/2006/relationships" id="268" r:id="R72075b15dbe747c4"/>
    <p:sldId xmlns:r="http://schemas.openxmlformats.org/officeDocument/2006/relationships" id="269" r:id="R0e6c66fdce2e4663"/>
    <p:sldId xmlns:r="http://schemas.openxmlformats.org/officeDocument/2006/relationships" id="270" r:id="R65e83c237ac44d9d"/>
    <p:sldId xmlns:r="http://schemas.openxmlformats.org/officeDocument/2006/relationships" id="271" r:id="R03fbc604f37d4b32"/>
    <p:sldId xmlns:r="http://schemas.openxmlformats.org/officeDocument/2006/relationships" id="272" r:id="R3521f8ef46474362"/>
    <p:sldId xmlns:r="http://schemas.openxmlformats.org/officeDocument/2006/relationships" id="273" r:id="Rd245096a3b414daa"/>
    <p:sldId xmlns:r="http://schemas.openxmlformats.org/officeDocument/2006/relationships" id="274" r:id="R54e32f5d54664c66"/>
    <p:sldId xmlns:r="http://schemas.openxmlformats.org/officeDocument/2006/relationships" id="275" r:id="R53856dced6254893"/>
    <p:sldId xmlns:r="http://schemas.openxmlformats.org/officeDocument/2006/relationships" id="276" r:id="Re59325de96dc40e6"/>
    <p:sldId xmlns:r="http://schemas.openxmlformats.org/officeDocument/2006/relationships" id="277" r:id="Rbecac071e5e54f3c"/>
    <p:sldId xmlns:r="http://schemas.openxmlformats.org/officeDocument/2006/relationships" id="278" r:id="R80aaa11a86d04888"/>
    <p:sldId xmlns:r="http://schemas.openxmlformats.org/officeDocument/2006/relationships" id="279" r:id="Rc1541fec4bf84cf6"/>
    <p:sldId xmlns:r="http://schemas.openxmlformats.org/officeDocument/2006/relationships" id="280" r:id="Rf10f4cca89de44ca"/>
    <p:sldId xmlns:r="http://schemas.openxmlformats.org/officeDocument/2006/relationships" id="281" r:id="Rf33d44f117b04a0f"/>
    <p:sldId xmlns:r="http://schemas.openxmlformats.org/officeDocument/2006/relationships" id="282" r:id="Rd19b58a059f84409"/>
    <p:sldId xmlns:r="http://schemas.openxmlformats.org/officeDocument/2006/relationships" id="283" r:id="R052e0684452c491e"/>
    <p:sldId xmlns:r="http://schemas.openxmlformats.org/officeDocument/2006/relationships" id="284" r:id="Raf825f46b6534cac"/>
    <p:sldId xmlns:r="http://schemas.openxmlformats.org/officeDocument/2006/relationships" id="285" r:id="Re06aeea33a9342bf"/>
    <p:sldId xmlns:r="http://schemas.openxmlformats.org/officeDocument/2006/relationships" id="286" r:id="R233dddc55903401c"/>
    <p:sldId xmlns:r="http://schemas.openxmlformats.org/officeDocument/2006/relationships" id="287" r:id="R3284e4ac4d3e4100"/>
    <p:sldId xmlns:r="http://schemas.openxmlformats.org/officeDocument/2006/relationships" id="288" r:id="Re9bd4bd98d0e4149"/>
    <p:sldId xmlns:r="http://schemas.openxmlformats.org/officeDocument/2006/relationships" id="289" r:id="R54035fe5b3494be3"/>
    <p:sldId xmlns:r="http://schemas.openxmlformats.org/officeDocument/2006/relationships" id="290" r:id="Rd953c2a70ada443b"/>
    <p:sldId xmlns:r="http://schemas.openxmlformats.org/officeDocument/2006/relationships" id="291" r:id="R521dfa1e1f22443c"/>
    <p:sldId xmlns:r="http://schemas.openxmlformats.org/officeDocument/2006/relationships" id="292" r:id="R2c4b608dd5874a06"/>
    <p:sldId xmlns:r="http://schemas.openxmlformats.org/officeDocument/2006/relationships" id="293" r:id="R1ac6e98174e74b6d"/>
    <p:sldId xmlns:r="http://schemas.openxmlformats.org/officeDocument/2006/relationships" id="294" r:id="R212379f7818a4c7b"/>
    <p:sldId xmlns:r="http://schemas.openxmlformats.org/officeDocument/2006/relationships" id="295" r:id="Rcafbfb744f5d45b5"/>
    <p:sldId xmlns:r="http://schemas.openxmlformats.org/officeDocument/2006/relationships" id="296" r:id="R2200e1a216ea43c8"/>
    <p:sldId xmlns:r="http://schemas.openxmlformats.org/officeDocument/2006/relationships" id="297" r:id="Ra35ccdd919f64c53"/>
    <p:sldId xmlns:r="http://schemas.openxmlformats.org/officeDocument/2006/relationships" id="298" r:id="R00b06aea662f4dd5"/>
    <p:sldId xmlns:r="http://schemas.openxmlformats.org/officeDocument/2006/relationships" id="299" r:id="R83820ad6d65d4a5d"/>
    <p:sldId xmlns:r="http://schemas.openxmlformats.org/officeDocument/2006/relationships" id="300" r:id="R78e21af92ce34d60"/>
    <p:sldId xmlns:r="http://schemas.openxmlformats.org/officeDocument/2006/relationships" id="301" r:id="Rfbed9775feb646c8"/>
    <p:sldId xmlns:r="http://schemas.openxmlformats.org/officeDocument/2006/relationships" id="302" r:id="Rd8821e6ea71a4938"/>
    <p:sldId xmlns:r="http://schemas.openxmlformats.org/officeDocument/2006/relationships" id="303" r:id="Rae8235a9227f4196"/>
    <p:sldId xmlns:r="http://schemas.openxmlformats.org/officeDocument/2006/relationships" id="304" r:id="R03fa232463a64831"/>
    <p:sldId xmlns:r="http://schemas.openxmlformats.org/officeDocument/2006/relationships" id="305" r:id="R0ad3269e01a34b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0d63124ee64c56" /><Relationship Type="http://schemas.openxmlformats.org/officeDocument/2006/relationships/slideMaster" Target="/ppt/slideMasters/slideMaster1.xml" Id="R4083d006fcd7408f" /><Relationship Type="http://schemas.openxmlformats.org/officeDocument/2006/relationships/notesMaster" Target="/ppt/notesMasters/notesMaster1.xml" Id="R1a22653b724a401a" /><Relationship Type="http://schemas.openxmlformats.org/officeDocument/2006/relationships/presProps" Target="/ppt/presProps.xml" Id="Rf8129aea3e4141f7" /><Relationship Type="http://schemas.openxmlformats.org/officeDocument/2006/relationships/tableStyles" Target="/ppt/tableStyles.xml" Id="R212e665f8ab64807" /><Relationship Type="http://schemas.openxmlformats.org/officeDocument/2006/relationships/slide" Target="/ppt/slides/slide1.xml" Id="Rc55d7f0681cb4219" /><Relationship Type="http://schemas.openxmlformats.org/officeDocument/2006/relationships/slide" Target="/ppt/slides/slide2.xml" Id="R2e62c2ff492d4abc" /><Relationship Type="http://schemas.openxmlformats.org/officeDocument/2006/relationships/slide" Target="/ppt/slides/slide3.xml" Id="R87063f78dcd540c9" /><Relationship Type="http://schemas.openxmlformats.org/officeDocument/2006/relationships/slide" Target="/ppt/slides/slide4.xml" Id="R4c5a6f54054b4e7e" /><Relationship Type="http://schemas.openxmlformats.org/officeDocument/2006/relationships/slide" Target="/ppt/slides/slide5.xml" Id="Rfdb42cd2b39e4a31" /><Relationship Type="http://schemas.openxmlformats.org/officeDocument/2006/relationships/slide" Target="/ppt/slides/slide6.xml" Id="Radd637df19124cba" /><Relationship Type="http://schemas.openxmlformats.org/officeDocument/2006/relationships/slide" Target="/ppt/slides/slide7.xml" Id="Re2907d8c226a4cfa" /><Relationship Type="http://schemas.openxmlformats.org/officeDocument/2006/relationships/slide" Target="/ppt/slides/slide8.xml" Id="Rcdd9e728187e4ef2" /><Relationship Type="http://schemas.openxmlformats.org/officeDocument/2006/relationships/slide" Target="/ppt/slides/slide9.xml" Id="R236f87994f204c27" /><Relationship Type="http://schemas.openxmlformats.org/officeDocument/2006/relationships/slide" Target="/ppt/slides/slide10.xml" Id="R441f020c6ff4456c" /><Relationship Type="http://schemas.openxmlformats.org/officeDocument/2006/relationships/slide" Target="/ppt/slides/slide11.xml" Id="R96c0a02c7a2a42dc" /><Relationship Type="http://schemas.openxmlformats.org/officeDocument/2006/relationships/slide" Target="/ppt/slides/slide12.xml" Id="R7bbd60268dab45c6" /><Relationship Type="http://schemas.openxmlformats.org/officeDocument/2006/relationships/slide" Target="/ppt/slides/slide13.xml" Id="R72075b15dbe747c4" /><Relationship Type="http://schemas.openxmlformats.org/officeDocument/2006/relationships/slide" Target="/ppt/slides/slide14.xml" Id="R0e6c66fdce2e4663" /><Relationship Type="http://schemas.openxmlformats.org/officeDocument/2006/relationships/slide" Target="/ppt/slides/slide15.xml" Id="R65e83c237ac44d9d" /><Relationship Type="http://schemas.openxmlformats.org/officeDocument/2006/relationships/slide" Target="/ppt/slides/slide16.xml" Id="R03fbc604f37d4b32" /><Relationship Type="http://schemas.openxmlformats.org/officeDocument/2006/relationships/slide" Target="/ppt/slides/slide17.xml" Id="R3521f8ef46474362" /><Relationship Type="http://schemas.openxmlformats.org/officeDocument/2006/relationships/slide" Target="/ppt/slides/slide18.xml" Id="Rd245096a3b414daa" /><Relationship Type="http://schemas.openxmlformats.org/officeDocument/2006/relationships/slide" Target="/ppt/slides/slide19.xml" Id="R54e32f5d54664c66" /><Relationship Type="http://schemas.openxmlformats.org/officeDocument/2006/relationships/slide" Target="/ppt/slides/slide20.xml" Id="R53856dced6254893" /><Relationship Type="http://schemas.openxmlformats.org/officeDocument/2006/relationships/slide" Target="/ppt/slides/slide21.xml" Id="Re59325de96dc40e6" /><Relationship Type="http://schemas.openxmlformats.org/officeDocument/2006/relationships/slide" Target="/ppt/slides/slide22.xml" Id="Rbecac071e5e54f3c" /><Relationship Type="http://schemas.openxmlformats.org/officeDocument/2006/relationships/slide" Target="/ppt/slides/slide23.xml" Id="R80aaa11a86d04888" /><Relationship Type="http://schemas.openxmlformats.org/officeDocument/2006/relationships/slide" Target="/ppt/slides/slide24.xml" Id="Rc1541fec4bf84cf6" /><Relationship Type="http://schemas.openxmlformats.org/officeDocument/2006/relationships/slide" Target="/ppt/slides/slide25.xml" Id="Rf10f4cca89de44ca" /><Relationship Type="http://schemas.openxmlformats.org/officeDocument/2006/relationships/slide" Target="/ppt/slides/slide26.xml" Id="Rf33d44f117b04a0f" /><Relationship Type="http://schemas.openxmlformats.org/officeDocument/2006/relationships/slide" Target="/ppt/slides/slide27.xml" Id="Rd19b58a059f84409" /><Relationship Type="http://schemas.openxmlformats.org/officeDocument/2006/relationships/slide" Target="/ppt/slides/slide28.xml" Id="R052e0684452c491e" /><Relationship Type="http://schemas.openxmlformats.org/officeDocument/2006/relationships/slide" Target="/ppt/slides/slide29.xml" Id="Raf825f46b6534cac" /><Relationship Type="http://schemas.openxmlformats.org/officeDocument/2006/relationships/slide" Target="/ppt/slides/slide30.xml" Id="Re06aeea33a9342bf" /><Relationship Type="http://schemas.openxmlformats.org/officeDocument/2006/relationships/slide" Target="/ppt/slides/slide31.xml" Id="R233dddc55903401c" /><Relationship Type="http://schemas.openxmlformats.org/officeDocument/2006/relationships/slide" Target="/ppt/slides/slide32.xml" Id="R3284e4ac4d3e4100" /><Relationship Type="http://schemas.openxmlformats.org/officeDocument/2006/relationships/slide" Target="/ppt/slides/slide33.xml" Id="Re9bd4bd98d0e4149" /><Relationship Type="http://schemas.openxmlformats.org/officeDocument/2006/relationships/slide" Target="/ppt/slides/slide34.xml" Id="R54035fe5b3494be3" /><Relationship Type="http://schemas.openxmlformats.org/officeDocument/2006/relationships/slide" Target="/ppt/slides/slide35.xml" Id="Rd953c2a70ada443b" /><Relationship Type="http://schemas.openxmlformats.org/officeDocument/2006/relationships/slide" Target="/ppt/slides/slide36.xml" Id="R521dfa1e1f22443c" /><Relationship Type="http://schemas.openxmlformats.org/officeDocument/2006/relationships/slide" Target="/ppt/slides/slide37.xml" Id="R2c4b608dd5874a06" /><Relationship Type="http://schemas.openxmlformats.org/officeDocument/2006/relationships/slide" Target="/ppt/slides/slide38.xml" Id="R1ac6e98174e74b6d" /><Relationship Type="http://schemas.openxmlformats.org/officeDocument/2006/relationships/slide" Target="/ppt/slides/slide39.xml" Id="R212379f7818a4c7b" /><Relationship Type="http://schemas.openxmlformats.org/officeDocument/2006/relationships/slide" Target="/ppt/slides/slide40.xml" Id="Rcafbfb744f5d45b5" /><Relationship Type="http://schemas.openxmlformats.org/officeDocument/2006/relationships/slide" Target="/ppt/slides/slide41.xml" Id="R2200e1a216ea43c8" /><Relationship Type="http://schemas.openxmlformats.org/officeDocument/2006/relationships/slide" Target="/ppt/slides/slide42.xml" Id="Ra35ccdd919f64c53" /><Relationship Type="http://schemas.openxmlformats.org/officeDocument/2006/relationships/slide" Target="/ppt/slides/slide43.xml" Id="R00b06aea662f4dd5" /><Relationship Type="http://schemas.openxmlformats.org/officeDocument/2006/relationships/slide" Target="/ppt/slides/slide44.xml" Id="R83820ad6d65d4a5d" /><Relationship Type="http://schemas.openxmlformats.org/officeDocument/2006/relationships/slide" Target="/ppt/slides/slide45.xml" Id="R78e21af92ce34d60" /><Relationship Type="http://schemas.openxmlformats.org/officeDocument/2006/relationships/slide" Target="/ppt/slides/slide46.xml" Id="Rfbed9775feb646c8" /><Relationship Type="http://schemas.openxmlformats.org/officeDocument/2006/relationships/slide" Target="/ppt/slides/slide47.xml" Id="Rd8821e6ea71a4938" /><Relationship Type="http://schemas.openxmlformats.org/officeDocument/2006/relationships/slide" Target="/ppt/slides/slide48.xml" Id="Rae8235a9227f4196" /><Relationship Type="http://schemas.openxmlformats.org/officeDocument/2006/relationships/slide" Target="/ppt/slides/slide49.xml" Id="R03fa232463a64831" /><Relationship Type="http://schemas.openxmlformats.org/officeDocument/2006/relationships/slide" Target="/ppt/slides/slide50.xml" Id="R0ad3269e01a34b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826f4dcce943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aacc08be7c4303" /><Relationship Type="http://schemas.openxmlformats.org/officeDocument/2006/relationships/notesMaster" Target="/ppt/notesMasters/notesMaster1.xml" Id="Rd92cfc47135a48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a3c102d2674e0a" /><Relationship Type="http://schemas.openxmlformats.org/officeDocument/2006/relationships/notesMaster" Target="/ppt/notesMasters/notesMaster1.xml" Id="R533eafbc60234d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a77897615c4722" /><Relationship Type="http://schemas.openxmlformats.org/officeDocument/2006/relationships/notesMaster" Target="/ppt/notesMasters/notesMaster1.xml" Id="R9ebe9a1703c341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a587000adc4f96" /><Relationship Type="http://schemas.openxmlformats.org/officeDocument/2006/relationships/notesMaster" Target="/ppt/notesMasters/notesMaster1.xml" Id="R316267245ce346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9e127591e64170" /><Relationship Type="http://schemas.openxmlformats.org/officeDocument/2006/relationships/notesMaster" Target="/ppt/notesMasters/notesMaster1.xml" Id="Rc7f108345a6c4d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7d9f58f27342fb" /><Relationship Type="http://schemas.openxmlformats.org/officeDocument/2006/relationships/notesMaster" Target="/ppt/notesMasters/notesMaster1.xml" Id="R030ba682cea943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0af244c1a4448d" /><Relationship Type="http://schemas.openxmlformats.org/officeDocument/2006/relationships/notesMaster" Target="/ppt/notesMasters/notesMaster1.xml" Id="Rd2c531f57a5b44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095a61c17249a7" /><Relationship Type="http://schemas.openxmlformats.org/officeDocument/2006/relationships/notesMaster" Target="/ppt/notesMasters/notesMaster1.xml" Id="Rbef4a7366c404e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e5d8795dd24595" /><Relationship Type="http://schemas.openxmlformats.org/officeDocument/2006/relationships/notesMaster" Target="/ppt/notesMasters/notesMaster1.xml" Id="R7300fd9a205d4f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1d0ec81fea4de2" /><Relationship Type="http://schemas.openxmlformats.org/officeDocument/2006/relationships/notesMaster" Target="/ppt/notesMasters/notesMaster1.xml" Id="Re26610fb9bb442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0e112cd0d541e6" /><Relationship Type="http://schemas.openxmlformats.org/officeDocument/2006/relationships/notesMaster" Target="/ppt/notesMasters/notesMaster1.xml" Id="R44eb08a31b1c4f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eeaf59d7814724" /><Relationship Type="http://schemas.openxmlformats.org/officeDocument/2006/relationships/notesMaster" Target="/ppt/notesMasters/notesMaster1.xml" Id="Rb9a7f756067e46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49d6e9ad4e4f99" /><Relationship Type="http://schemas.openxmlformats.org/officeDocument/2006/relationships/notesMaster" Target="/ppt/notesMasters/notesMaster1.xml" Id="Rec653348d7394b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628ce475da4ec4" /><Relationship Type="http://schemas.openxmlformats.org/officeDocument/2006/relationships/notesMaster" Target="/ppt/notesMasters/notesMaster1.xml" Id="Rc95da78916bb49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4259a375214cc2" /><Relationship Type="http://schemas.openxmlformats.org/officeDocument/2006/relationships/notesMaster" Target="/ppt/notesMasters/notesMaster1.xml" Id="R788c26af8b414d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a376947fd84d4d" /><Relationship Type="http://schemas.openxmlformats.org/officeDocument/2006/relationships/notesMaster" Target="/ppt/notesMasters/notesMaster1.xml" Id="Rd5af7d5b15674c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56542a78484523" /><Relationship Type="http://schemas.openxmlformats.org/officeDocument/2006/relationships/notesMaster" Target="/ppt/notesMasters/notesMaster1.xml" Id="R46e5a12ca07b4b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cff6318f0c40ce" /><Relationship Type="http://schemas.openxmlformats.org/officeDocument/2006/relationships/notesMaster" Target="/ppt/notesMasters/notesMaster1.xml" Id="Rb4e4921c862e4da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a326a91f8e4ab4" /><Relationship Type="http://schemas.openxmlformats.org/officeDocument/2006/relationships/notesMaster" Target="/ppt/notesMasters/notesMaster1.xml" Id="R94452676af4345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a54e1ce854407a" /><Relationship Type="http://schemas.openxmlformats.org/officeDocument/2006/relationships/notesMaster" Target="/ppt/notesMasters/notesMaster1.xml" Id="R431381e482574f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dc72df1aa6402f" /><Relationship Type="http://schemas.openxmlformats.org/officeDocument/2006/relationships/notesMaster" Target="/ppt/notesMasters/notesMaster1.xml" Id="Rbe177cab3589491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3a24b650944541" /><Relationship Type="http://schemas.openxmlformats.org/officeDocument/2006/relationships/notesMaster" Target="/ppt/notesMasters/notesMaster1.xml" Id="R653623c0f58641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950886af7464287" /><Relationship Type="http://schemas.openxmlformats.org/officeDocument/2006/relationships/notesMaster" Target="/ppt/notesMasters/notesMaster1.xml" Id="R891ffb9c058c4af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c62b93383542c2" /><Relationship Type="http://schemas.openxmlformats.org/officeDocument/2006/relationships/notesMaster" Target="/ppt/notesMasters/notesMaster1.xml" Id="Rca8d2b1ce97d49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9c5a60a6a34890" /><Relationship Type="http://schemas.openxmlformats.org/officeDocument/2006/relationships/notesMaster" Target="/ppt/notesMasters/notesMaster1.xml" Id="R29799931cc2a400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c04e8cfc8647a4" /><Relationship Type="http://schemas.openxmlformats.org/officeDocument/2006/relationships/notesMaster" Target="/ppt/notesMasters/notesMaster1.xml" Id="R2cd37bf4c5114cd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63297e1ace74199" /><Relationship Type="http://schemas.openxmlformats.org/officeDocument/2006/relationships/notesMaster" Target="/ppt/notesMasters/notesMaster1.xml" Id="R0c6a6b7df6c14c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8cba79c5f34f81" /><Relationship Type="http://schemas.openxmlformats.org/officeDocument/2006/relationships/notesMaster" Target="/ppt/notesMasters/notesMaster1.xml" Id="Rb2d57d14fe48481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063ba6203704246" /><Relationship Type="http://schemas.openxmlformats.org/officeDocument/2006/relationships/notesMaster" Target="/ppt/notesMasters/notesMaster1.xml" Id="R6f456b4fbdeb474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f18522526fe4d02" /><Relationship Type="http://schemas.openxmlformats.org/officeDocument/2006/relationships/notesMaster" Target="/ppt/notesMasters/notesMaster1.xml" Id="R0c0a1c232ca344b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aa6d990505b41ed" /><Relationship Type="http://schemas.openxmlformats.org/officeDocument/2006/relationships/notesMaster" Target="/ppt/notesMasters/notesMaster1.xml" Id="R2ea8c82aab1147e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08a0e1bccf54c72" /><Relationship Type="http://schemas.openxmlformats.org/officeDocument/2006/relationships/notesMaster" Target="/ppt/notesMasters/notesMaster1.xml" Id="R4f105c79c7a44fa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f7e29d72b0f4fc5" /><Relationship Type="http://schemas.openxmlformats.org/officeDocument/2006/relationships/notesMaster" Target="/ppt/notesMasters/notesMaster1.xml" Id="Rb4d2314cbf1e41f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c113ce363fb4846" /><Relationship Type="http://schemas.openxmlformats.org/officeDocument/2006/relationships/notesMaster" Target="/ppt/notesMasters/notesMaster1.xml" Id="Rbed14ad9788c4a0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2b6727330244c26" /><Relationship Type="http://schemas.openxmlformats.org/officeDocument/2006/relationships/notesMaster" Target="/ppt/notesMasters/notesMaster1.xml" Id="Rc600f2eb02c44e1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b245aa001e84229" /><Relationship Type="http://schemas.openxmlformats.org/officeDocument/2006/relationships/notesMaster" Target="/ppt/notesMasters/notesMaster1.xml" Id="R59b3edfd1c344b1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22d7f3037464462" /><Relationship Type="http://schemas.openxmlformats.org/officeDocument/2006/relationships/notesMaster" Target="/ppt/notesMasters/notesMaster1.xml" Id="Re3a1b1a2994c448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a3357d00ad2405b" /><Relationship Type="http://schemas.openxmlformats.org/officeDocument/2006/relationships/notesMaster" Target="/ppt/notesMasters/notesMaster1.xml" Id="Rabd41f10e88b47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af9dd306ea0404a" /><Relationship Type="http://schemas.openxmlformats.org/officeDocument/2006/relationships/notesMaster" Target="/ppt/notesMasters/notesMaster1.xml" Id="Rc57061c4a4644be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691df1a2ceb4f2d" /><Relationship Type="http://schemas.openxmlformats.org/officeDocument/2006/relationships/notesMaster" Target="/ppt/notesMasters/notesMaster1.xml" Id="R924b4fc24075424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a6994d9033c457d" /><Relationship Type="http://schemas.openxmlformats.org/officeDocument/2006/relationships/notesMaster" Target="/ppt/notesMasters/notesMaster1.xml" Id="R48745bdedd43454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af37c2e129e4d54" /><Relationship Type="http://schemas.openxmlformats.org/officeDocument/2006/relationships/notesMaster" Target="/ppt/notesMasters/notesMaster1.xml" Id="R2439be502b7b476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ca0fe489d224e38" /><Relationship Type="http://schemas.openxmlformats.org/officeDocument/2006/relationships/notesMaster" Target="/ppt/notesMasters/notesMaster1.xml" Id="R3d1486edd44c4a7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323b445654f4c0d" /><Relationship Type="http://schemas.openxmlformats.org/officeDocument/2006/relationships/notesMaster" Target="/ppt/notesMasters/notesMaster1.xml" Id="Rc3369caa921c4f5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28de3d52d964fd4" /><Relationship Type="http://schemas.openxmlformats.org/officeDocument/2006/relationships/notesMaster" Target="/ppt/notesMasters/notesMaster1.xml" Id="R53a1a4bc2bf24c6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0ccf8954f4d42ec" /><Relationship Type="http://schemas.openxmlformats.org/officeDocument/2006/relationships/notesMaster" Target="/ppt/notesMasters/notesMaster1.xml" Id="R3ff3394ce0e643f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9f874ef072f4c51" /><Relationship Type="http://schemas.openxmlformats.org/officeDocument/2006/relationships/notesMaster" Target="/ppt/notesMasters/notesMaster1.xml" Id="R08450d7b6745499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2fed9637948478b" /><Relationship Type="http://schemas.openxmlformats.org/officeDocument/2006/relationships/notesMaster" Target="/ppt/notesMasters/notesMaster1.xml" Id="R1ec41fc5e65041d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ea1414c6c114538" /><Relationship Type="http://schemas.openxmlformats.org/officeDocument/2006/relationships/notesMaster" Target="/ppt/notesMasters/notesMaster1.xml" Id="R285a615731634b5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fa7edccc6fa4ff0" /><Relationship Type="http://schemas.openxmlformats.org/officeDocument/2006/relationships/notesMaster" Target="/ppt/notesMasters/notesMaster1.xml" Id="R6192842210c04c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the module reset. Reveal syllabus bullets one by one and connect them to the right-side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roadmap by row. Pause after each syllabus cluster and state how it will be examined.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audit slide only if students or reviewers need syllabus mapping. Otherwise keep it as backup.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branches around the center. Ask students to supply one example for each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at a time. For each, ask students to first identify keywords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branches around the center. Ask students to supply one example for each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BCS515B-module-1-pdf.pdf</a:t>
            </a:r>
          </a:p>
          <a:p xmlns:a="http://schemas.openxmlformats.org/drawingml/2006/main">
            <a:r>
              <a:t>- Local prescribed textbook extract: BCS515B-module-1-textbook.pdf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c3b4fe7ff43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fc8697fa7c461d" /><Relationship Type="http://schemas.openxmlformats.org/officeDocument/2006/relationships/slideLayout" Target="/ppt/slideLayouts/slideLayout1.xml" Id="Rd8c4bbb65d7d48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c4bbb65d7d48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0f5a915c5430e" /><Relationship Type="http://schemas.openxmlformats.org/officeDocument/2006/relationships/notesSlide" Target="/ppt/notesSlides/notesSlide1.xml" Id="Ra14dbf774a404a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7c202cf1645b8" /><Relationship Type="http://schemas.openxmlformats.org/officeDocument/2006/relationships/notesSlide" Target="/ppt/notesSlides/notesSlide2.xml" Id="R08dafc6478c248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9e091e23d4bcb" /><Relationship Type="http://schemas.openxmlformats.org/officeDocument/2006/relationships/notesSlide" Target="/ppt/notesSlides/notesSlide3.xml" Id="R8554849703b142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c418dc85b4fed" /><Relationship Type="http://schemas.openxmlformats.org/officeDocument/2006/relationships/notesSlide" Target="/ppt/notesSlides/notesSlide4.xml" Id="Ra5dd9a2ce7b241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bc5fc334343ea" /><Relationship Type="http://schemas.openxmlformats.org/officeDocument/2006/relationships/notesSlide" Target="/ppt/notesSlides/notesSlide5.xml" Id="R187bb8aea79444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b55440c24425a" /><Relationship Type="http://schemas.openxmlformats.org/officeDocument/2006/relationships/notesSlide" Target="/ppt/notesSlides/notesSlide6.xml" Id="Ra878340bdf744c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301369e30401d" /><Relationship Type="http://schemas.openxmlformats.org/officeDocument/2006/relationships/notesSlide" Target="/ppt/notesSlides/notesSlide7.xml" Id="Rc8a0c0593bce4a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fcf8723954d9b" /><Relationship Type="http://schemas.openxmlformats.org/officeDocument/2006/relationships/notesSlide" Target="/ppt/notesSlides/notesSlide8.xml" Id="R540e5bcb4e564b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73a74421b4dbf" /><Relationship Type="http://schemas.openxmlformats.org/officeDocument/2006/relationships/notesSlide" Target="/ppt/notesSlides/notesSlide9.xml" Id="R82edf60f9d9b4b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81ca807784eaf" /><Relationship Type="http://schemas.openxmlformats.org/officeDocument/2006/relationships/notesSlide" Target="/ppt/notesSlides/notesSlide10.xml" Id="R314131991ea940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5479a4783408e" /><Relationship Type="http://schemas.openxmlformats.org/officeDocument/2006/relationships/notesSlide" Target="/ppt/notesSlides/notesSlide11.xml" Id="Rf7f604b59a9a43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e78e81a334933" /><Relationship Type="http://schemas.openxmlformats.org/officeDocument/2006/relationships/notesSlide" Target="/ppt/notesSlides/notesSlide12.xml" Id="R828c2df5e46042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53613f968473e" /><Relationship Type="http://schemas.openxmlformats.org/officeDocument/2006/relationships/notesSlide" Target="/ppt/notesSlides/notesSlide13.xml" Id="Rda65c121202d4f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b5933acc241f0" /><Relationship Type="http://schemas.openxmlformats.org/officeDocument/2006/relationships/notesSlide" Target="/ppt/notesSlides/notesSlide14.xml" Id="R28728707257341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b4ca032c1498f" /><Relationship Type="http://schemas.openxmlformats.org/officeDocument/2006/relationships/notesSlide" Target="/ppt/notesSlides/notesSlide15.xml" Id="Rf6c73da0a67044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ca50b729248a1" /><Relationship Type="http://schemas.openxmlformats.org/officeDocument/2006/relationships/notesSlide" Target="/ppt/notesSlides/notesSlide16.xml" Id="R42a4081e816f4a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54f059af44e9a" /><Relationship Type="http://schemas.openxmlformats.org/officeDocument/2006/relationships/notesSlide" Target="/ppt/notesSlides/notesSlide17.xml" Id="Rd8c9940d2a0947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04d4759da4bfa" /><Relationship Type="http://schemas.openxmlformats.org/officeDocument/2006/relationships/notesSlide" Target="/ppt/notesSlides/notesSlide18.xml" Id="R3619b17b97b146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3265f8f5a443a" /><Relationship Type="http://schemas.openxmlformats.org/officeDocument/2006/relationships/notesSlide" Target="/ppt/notesSlides/notesSlide19.xml" Id="Rbbfcbfd2473142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808a705544516" /><Relationship Type="http://schemas.openxmlformats.org/officeDocument/2006/relationships/notesSlide" Target="/ppt/notesSlides/notesSlide20.xml" Id="Rfe895b63ef6645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296c4c7e540d1" /><Relationship Type="http://schemas.openxmlformats.org/officeDocument/2006/relationships/notesSlide" Target="/ppt/notesSlides/notesSlide21.xml" Id="Ra50fecbf1a8f468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350adafcc4c88" /><Relationship Type="http://schemas.openxmlformats.org/officeDocument/2006/relationships/notesSlide" Target="/ppt/notesSlides/notesSlide22.xml" Id="Rbdec7a33f3c047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6a6a04c5c45ee" /><Relationship Type="http://schemas.openxmlformats.org/officeDocument/2006/relationships/notesSlide" Target="/ppt/notesSlides/notesSlide23.xml" Id="Rc197efdb5a284a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3db97992d47c6" /><Relationship Type="http://schemas.openxmlformats.org/officeDocument/2006/relationships/notesSlide" Target="/ppt/notesSlides/notesSlide24.xml" Id="R85ab30478b4142a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efeb2f2624591" /><Relationship Type="http://schemas.openxmlformats.org/officeDocument/2006/relationships/notesSlide" Target="/ppt/notesSlides/notesSlide25.xml" Id="Re8d7d6e796b547c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56d3fb8654f0d" /><Relationship Type="http://schemas.openxmlformats.org/officeDocument/2006/relationships/notesSlide" Target="/ppt/notesSlides/notesSlide26.xml" Id="Rc01deebe938f4af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4438e1e6a4cc2" /><Relationship Type="http://schemas.openxmlformats.org/officeDocument/2006/relationships/notesSlide" Target="/ppt/notesSlides/notesSlide27.xml" Id="R3b1f808acd23410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92b98bb7a4665" /><Relationship Type="http://schemas.openxmlformats.org/officeDocument/2006/relationships/notesSlide" Target="/ppt/notesSlides/notesSlide28.xml" Id="Rb6880db5fbe8424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46253e7834630" /><Relationship Type="http://schemas.openxmlformats.org/officeDocument/2006/relationships/notesSlide" Target="/ppt/notesSlides/notesSlide29.xml" Id="Rfbbe893e8a734d8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c6fe9b18d4f39" /><Relationship Type="http://schemas.openxmlformats.org/officeDocument/2006/relationships/notesSlide" Target="/ppt/notesSlides/notesSlide30.xml" Id="R8e37c5866d5f463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b19a87ecc4d2b" /><Relationship Type="http://schemas.openxmlformats.org/officeDocument/2006/relationships/notesSlide" Target="/ppt/notesSlides/notesSlide31.xml" Id="Ra600d5fcecce4c2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08a6d31564c66" /><Relationship Type="http://schemas.openxmlformats.org/officeDocument/2006/relationships/notesSlide" Target="/ppt/notesSlides/notesSlide32.xml" Id="R384956000739463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3f42712db44bd" /><Relationship Type="http://schemas.openxmlformats.org/officeDocument/2006/relationships/notesSlide" Target="/ppt/notesSlides/notesSlide33.xml" Id="R938bed6447d745c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5004b416d449c" /><Relationship Type="http://schemas.openxmlformats.org/officeDocument/2006/relationships/notesSlide" Target="/ppt/notesSlides/notesSlide34.xml" Id="R711459fd851b4b6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1ab23c53d49c0" /><Relationship Type="http://schemas.openxmlformats.org/officeDocument/2006/relationships/notesSlide" Target="/ppt/notesSlides/notesSlide35.xml" Id="R09428c0b341f489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20a226e2a4741" /><Relationship Type="http://schemas.openxmlformats.org/officeDocument/2006/relationships/notesSlide" Target="/ppt/notesSlides/notesSlide36.xml" Id="R53a46bc8ac6e40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787987473484a" /><Relationship Type="http://schemas.openxmlformats.org/officeDocument/2006/relationships/notesSlide" Target="/ppt/notesSlides/notesSlide37.xml" Id="Rca6988ea3d204c2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9b4055fb549f0" /><Relationship Type="http://schemas.openxmlformats.org/officeDocument/2006/relationships/notesSlide" Target="/ppt/notesSlides/notesSlide38.xml" Id="Rab9690336ff5439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e8b20b2784463" /><Relationship Type="http://schemas.openxmlformats.org/officeDocument/2006/relationships/notesSlide" Target="/ppt/notesSlides/notesSlide39.xml" Id="R0bf1e563483a44c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5d517a9c94dcf" /><Relationship Type="http://schemas.openxmlformats.org/officeDocument/2006/relationships/notesSlide" Target="/ppt/notesSlides/notesSlide40.xml" Id="R78d3c8ad7a9a475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6ee8416114688" /><Relationship Type="http://schemas.openxmlformats.org/officeDocument/2006/relationships/notesSlide" Target="/ppt/notesSlides/notesSlide41.xml" Id="Raef7da388dbc437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af819c23749ff" /><Relationship Type="http://schemas.openxmlformats.org/officeDocument/2006/relationships/notesSlide" Target="/ppt/notesSlides/notesSlide42.xml" Id="Rf24a3f70aeb3428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7cf69eda34d49" /><Relationship Type="http://schemas.openxmlformats.org/officeDocument/2006/relationships/notesSlide" Target="/ppt/notesSlides/notesSlide43.xml" Id="R9cd770b4a32d411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17d9029184fdc" /><Relationship Type="http://schemas.openxmlformats.org/officeDocument/2006/relationships/notesSlide" Target="/ppt/notesSlides/notesSlide44.xml" Id="Rcbb85b52d1d041a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283c6e0b445a9" /><Relationship Type="http://schemas.openxmlformats.org/officeDocument/2006/relationships/notesSlide" Target="/ppt/notesSlides/notesSlide45.xml" Id="R9b7f436b301b47a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14ab8317456c" /><Relationship Type="http://schemas.openxmlformats.org/officeDocument/2006/relationships/notesSlide" Target="/ppt/notesSlides/notesSlide46.xml" Id="R27f44bdd761d4f6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6edee32634f19" /><Relationship Type="http://schemas.openxmlformats.org/officeDocument/2006/relationships/notesSlide" Target="/ppt/notesSlides/notesSlide47.xml" Id="R64091d76dc474ec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b322a25f24c01" /><Relationship Type="http://schemas.openxmlformats.org/officeDocument/2006/relationships/notesSlide" Target="/ppt/notesSlides/notesSlide48.xml" Id="R98243f42298f49f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bf7f9d85346dc" /><Relationship Type="http://schemas.openxmlformats.org/officeDocument/2006/relationships/notesSlide" Target="/ppt/notesSlides/notesSlide49.xml" Id="R4ccac2c9ea8844a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76cb557f14cce" /><Relationship Type="http://schemas.openxmlformats.org/officeDocument/2006/relationships/notesSlide" Target="/ppt/notesSlides/notesSlide50.xml" Id="Re07863b3413245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7009A-85F4-4A66-8929-2A45C0CA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D894F-F452-44AB-A30E-EF8E9EB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A"/>
                </a:solidFill>
              </a:defRPr>
            </a:pPr>
            <a:r>
              <a:rPr sz="3150" b="1">
                <a:solidFill>
                  <a:srgbClr val="0B1F3A"/>
                </a:solidFill>
              </a:rPr>
              <a:t>Introduction and Intelligent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3B2E6-9E42-4669-8E1E-69F7FAC5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is AI?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The state of the art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Agents and environment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Concept of rationality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Nature of environments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Structure of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DDD95-688D-4959-A2BE-D5691D90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DAA10-62E0-44D6-BF54-98FA13FC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79D95-1A6B-4CAD-8C40-8F7767DE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7C1B6-5C30-4FA0-B59B-2716F6B7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63EC3-4316-4FB3-BDE6-7DF72169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E70B1-FABF-4919-94B1-CC46DF51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01/50</a:t>
            </a:r>
          </a:p>
        </p:txBody>
      </p:sp>
    </p:spTree>
    <p:extLst>
      <p:ext uri="{BB962C8B-B14F-4D97-AF65-F5344CB8AC3E}">
        <p14:creationId xmlns:p14="http://schemas.microsoft.com/office/powerpoint/2010/main" val="1222545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7EB27-A670-4844-B9C3-A9C92A1B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VTU syllabus cross-check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6CC89-D119-4875-A150-D313279D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Roadmap for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A22DE-87FD-4461-92A7-CD065926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136AC-CB5C-4AC6-900C-2D173771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1. What is AI?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675F5-BDE5-46EA-B798-9BDB3A9A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2. Foundations of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D7D63-5928-4665-A57B-1DA96DF9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3. State of the 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3E445-91F9-49A2-B5AF-084952B7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4. Agents and environments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D72AE-9CC0-4AB4-B738-ECB24683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5. Rationality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F3B6C-F5B5-46C2-82E4-9EE6DF6C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6. Task environments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3363B-A164-4E9E-B585-8C1783CB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7. Environment 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C3D7B-6CFB-4C15-8AC3-AC24BFAE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8. Agent structures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ECC0B-AA46-45BA-8C3B-BCA0017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Every VTU topic is expanded as definition → intuition → workflow → example → 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460A7-20BC-4235-BEB6-699E9495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02/50</a:t>
            </a:r>
          </a:p>
        </p:txBody>
      </p:sp>
    </p:spTree>
    <p:extLst>
      <p:ext uri="{BB962C8B-B14F-4D97-AF65-F5344CB8AC3E}">
        <p14:creationId xmlns:p14="http://schemas.microsoft.com/office/powerpoint/2010/main" val="2035333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E7F8C3-5752-4EED-BFDC-FD5731AA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4900D-CFC6-4E66-9DF5-81B06B11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1 VTU coverage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537FD-B702-471D-933C-8B432827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24C06-3552-4058-BAD0-A0ECB431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VTU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15BD7-0197-4028-B08E-EEAFB7D6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Local source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EE485-69B8-4026-A4D2-C8B4143C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96A5F-356B-408C-A75E-16720D87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Action in this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FF0B4-EE9F-40A5-8597-C894260A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What is AI?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2870B-5C42-4742-8313-84A9D3B7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49471-6998-4D81-9CDD-26951A5F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78B00-E08D-4047-8B0B-0B21CDD1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BE642-B865-4FB0-9563-8CEE038C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The state of the 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77FC5-0EAC-4C64-962B-AA54DBB9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6E89F-212B-4DF7-8166-22DCFD49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66BDE-789D-4306-B38C-38D48CBB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7C158-377A-499F-A474-5C84B739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Agents and 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8E899-6F00-41A2-80DA-58739D6C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F72B2-4C18-4238-B84F-FB6790A3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A8077-D33E-4C3A-9DBD-5576BB0C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FE4EF-B3EC-46CA-9A6B-AACBDDF4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Concept of rationality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DB700-24D2-4EB6-929D-3C6FA831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9EAA3-423A-46F9-96C0-C2536035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65775-3134-4130-81C9-D305C4B2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A238A-C261-4C37-BE31-54731291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Nature of environments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CD5066-8B94-4B7B-82CB-F3F15D2B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D4E93-E246-4523-A65E-A8233F4C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53DACA-3E15-4406-A1CC-D8937D46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63767A-016B-4EB9-9CF4-283CED1A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Structure of agents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8FFEA-66E0-4912-84E0-31563D67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815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7F6049-1F6E-449C-9275-76199B2B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815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53A8F1-78A4-4625-B26B-6D5B53EA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815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F675C3-A105-4D54-B726-A691B19E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03/50</a:t>
            </a:r>
          </a:p>
        </p:txBody>
      </p:sp>
    </p:spTree>
    <p:extLst>
      <p:ext uri="{BB962C8B-B14F-4D97-AF65-F5344CB8AC3E}">
        <p14:creationId xmlns:p14="http://schemas.microsoft.com/office/powerpoint/2010/main" val="309437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1350D-DC41-4E4E-80DC-6CB8553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50E22-959F-4905-84F1-F92D718F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What is AI?: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CACEE-A541-4323-8A30-65ABA211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B24FB-708F-4536-91E5-783DF43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AI studies systems that perceive, reason, learn, and 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59830-B99A-457E-AECF-654E281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acting humanly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thinking humanly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thinking rationally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acting rationally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8F95C-007A-40D3-BA7C-C466422D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0BF49-CB3B-419E-ACBD-C5D462BC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best taught here as rational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76569-07E6-4BEF-B02F-CAA77437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acting humanly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13FF5-B04C-41F6-9E9B-383B6642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thinking humanly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45E79-F066-4C35-99C2-95644DFE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thinking rationally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C5AA3-7294-4022-A75A-0DF507B5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acting rationally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A6FBB-927F-4087-B4C1-7265F1F8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04/50</a:t>
            </a:r>
          </a:p>
        </p:txBody>
      </p:sp>
    </p:spTree>
    <p:extLst>
      <p:ext uri="{BB962C8B-B14F-4D97-AF65-F5344CB8AC3E}">
        <p14:creationId xmlns:p14="http://schemas.microsoft.com/office/powerpoint/2010/main" val="14390229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8C1C3-972C-403C-91E3-1CD27B4A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CEE3E-6E2F-4657-B788-AE50A979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What is AI?: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1890D-395E-42D0-B66A-842F2F9F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368F2-5330-46A4-8A7F-79600CFD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what is ai?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89D48-B06C-4773-9698-FE327B43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AI is best taught here as rational action.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FE22F-B227-4CD0-84FE-6A1492F3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B0238-C1C6-43D0-9A2E-6A6938D0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best taught here as rational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70562-1441-4D3A-B792-30055CA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A9D01-3E20-402A-84F7-3B885376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9310C-A9F5-4BDF-8A32-29A74B6D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3872B-F7BF-49B2-B563-F31F0349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6DF51-7085-4F9C-82B5-A5015BF1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086BF-1149-43E7-9EAF-B736282F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05/50</a:t>
            </a:r>
          </a:p>
        </p:txBody>
      </p:sp>
    </p:spTree>
    <p:extLst>
      <p:ext uri="{BB962C8B-B14F-4D97-AF65-F5344CB8AC3E}">
        <p14:creationId xmlns:p14="http://schemas.microsoft.com/office/powerpoint/2010/main" val="444074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9B312-6B61-46F9-8111-863A546E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0AB69-44F7-4E29-8B98-2480CCEA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What is AI?: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2CB58-6E65-431F-BAAD-EF47BB4B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09835-0B28-490C-980E-A27888FB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35DD9-14BD-4ED2-8661-D8DADDBF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79A10-4C89-4658-9CD0-F8F79914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00F68-B6D6-4521-8571-8F006C70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best taught here as rational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10EE9-3BC4-46FB-9D38-0EA5FF80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acting humanly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43A47-3A79-4707-B2BB-64B559C7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thinking humanly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F9EB0-19B0-43F7-96CB-EAC31E6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thinking rationally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4BAEB-9C80-45B7-A5AA-ED8E3CC3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acting rationally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8BA74-88E3-45C1-B80B-2E480425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7B8AA-2A92-4B7F-AD44-4279315C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06/50</a:t>
            </a:r>
          </a:p>
        </p:txBody>
      </p:sp>
    </p:spTree>
    <p:extLst>
      <p:ext uri="{BB962C8B-B14F-4D97-AF65-F5344CB8AC3E}">
        <p14:creationId xmlns:p14="http://schemas.microsoft.com/office/powerpoint/2010/main" val="1827656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47103-7654-4AB1-BC9B-D7425D58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BA8D3-B80E-4D09-86E1-7AAFCD8A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What is AI?: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E6D2F-BE58-4D8F-8496-2A641C2F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3328B-1FB1-4821-88FC-ADE2D1CE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what is ai?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351DD-EB38-4A18-B365-AE876F3F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acting humanly, thinking humanly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81FD1-CB7E-41BD-88AF-3CAC821A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4A35F-8D53-44D9-9D93-3FDB194E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best taught here as rational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DAF11-C856-4584-BF20-A34CA51C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00FA0-C51A-4093-9D75-AC614F45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176AB-2A62-4725-A157-858825A5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3BC5E-B01D-4E89-AA1A-7B7DA9B9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A690E-E3A2-4DA0-BBBA-20328AF0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BA447-C84D-4B1A-AAEB-8BF5CBE2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8D242-7F01-4F4E-9802-1FD8F562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3E330-D13A-4C5D-8A4A-4CC9D8CB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acting humanly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92064-F891-4B98-BA44-0B681FB2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07/50</a:t>
            </a:r>
          </a:p>
        </p:txBody>
      </p:sp>
    </p:spTree>
    <p:extLst>
      <p:ext uri="{BB962C8B-B14F-4D97-AF65-F5344CB8AC3E}">
        <p14:creationId xmlns:p14="http://schemas.microsoft.com/office/powerpoint/2010/main" val="835634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48D28-8C1E-4A85-9427-65F5EBD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55A43-0948-4C8B-B22D-7F87DB78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What is AI?: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BE3FA-8166-44AF-AF19-29914598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9F9CD-4CFE-4C2E-B84B-50B7512B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8AF05-6BAB-4191-ADC8-6C093C46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AI is best taught here as rational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7E385-758A-4367-BCE7-370CECF7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1BE6E-E257-40D0-BC02-451AFE1F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best taught here as rational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4ED07-ACDF-4757-8E8F-0214A84F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acting humanly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6A5F0-DEA5-43E2-9532-C8952271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thinking humanly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EE15F-7699-495F-A23B-25639A80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thinking rationally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D1967-12EB-46BF-BD68-2A70E06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acting rationally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3FDAB-D1B4-4DD1-886B-918F14A0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398A3-FA5E-472F-B7EF-C627A0BF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08/50</a:t>
            </a:r>
          </a:p>
        </p:txBody>
      </p:sp>
    </p:spTree>
    <p:extLst>
      <p:ext uri="{BB962C8B-B14F-4D97-AF65-F5344CB8AC3E}">
        <p14:creationId xmlns:p14="http://schemas.microsoft.com/office/powerpoint/2010/main" val="226439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C56CD-33D2-47DC-880C-51B53E33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28495-4F42-463E-9771-06E78890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Foundations of AI: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FFD27-6B87-41E6-8947-6B24DFAB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B22A2-E3A4-4E53-B1FB-52F9336A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AI combines models of thought, decision, computation, and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35277-CC36-4CFB-85CD-68CE95B4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philosophy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mathematics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economics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neuroscience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1EEE6-31B3-4B00-9CA3-3C659B2A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89E1B-3159-4ADD-ACBB-E765D36E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Multiple foundations explain why AI is interdisciplinary.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7936C-281D-49CD-9B9B-07B28478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philosophy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0D2B8-D04B-4248-A91D-4604C5B6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mathematics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1BD7C-DA75-4561-A71C-017BFE76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economics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56EAA-F361-4844-9DD5-69E037DD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neuroscience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AEAA0-DC74-4F74-AA66-A3371D52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09/50</a:t>
            </a:r>
          </a:p>
        </p:txBody>
      </p:sp>
    </p:spTree>
    <p:extLst>
      <p:ext uri="{BB962C8B-B14F-4D97-AF65-F5344CB8AC3E}">
        <p14:creationId xmlns:p14="http://schemas.microsoft.com/office/powerpoint/2010/main" val="19344746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09880-BCAE-4170-BB52-CBE2C7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F66D0-AAFB-4509-B54A-EF3F7B36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Foundations of AI: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DB927-EB6C-43BE-866C-225E3038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C9331-6B9D-4730-B6D3-C5BB6D35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foundations of ai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D65A1-2372-4886-870C-EF839656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Multiple foundations explain why AI is interdisciplinary.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732E7-505C-47A4-A4C5-A7666120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55EFC-8675-4DB6-BBD2-31CD1173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Multiple foundations explain why AI is interdisciplinary.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9C924-5537-4BEC-910D-196FF0F5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15F02-A918-4AD5-AE11-8476917D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59B62-6A43-4BC4-8D41-4CEE67B7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CF548-ADD9-4AEE-B4A0-F0C93E94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991F9-BC8F-42C0-B0AF-1C1A5210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20610-B192-4E85-8B08-F4D592E8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10/50</a:t>
            </a:r>
          </a:p>
        </p:txBody>
      </p:sp>
    </p:spTree>
    <p:extLst>
      <p:ext uri="{BB962C8B-B14F-4D97-AF65-F5344CB8AC3E}">
        <p14:creationId xmlns:p14="http://schemas.microsoft.com/office/powerpoint/2010/main" val="18181954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09A6E-25AF-4F4F-B827-80886E0D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194FF-1314-491F-84B2-B396B3E2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Foundations of AI: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3E2F0-5A1B-4542-ADC6-12EB438B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4714F-970E-4932-9984-66381062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67A9F-069F-45CF-B02D-F4D40693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D9734-3231-49FD-B1FE-930918F6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BF2ED-8C93-476D-881A-1360B617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Multiple foundations explain why AI is interdisciplinary.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7367C-6CC0-4525-8799-EB07EC2B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philosophy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C46E5-9491-4E7E-A6E9-3A57A860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mathematics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666C7-3996-4752-AF74-CF26E3E8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economics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1F82F-A655-4459-813A-3E4B05DE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neuroscience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E35EB-9F24-48E6-B6A1-3880F568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8539D-9A72-46E1-9EBD-B83DD17E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11/50</a:t>
            </a:r>
          </a:p>
        </p:txBody>
      </p:sp>
    </p:spTree>
    <p:extLst>
      <p:ext uri="{BB962C8B-B14F-4D97-AF65-F5344CB8AC3E}">
        <p14:creationId xmlns:p14="http://schemas.microsoft.com/office/powerpoint/2010/main" val="9571825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1C408-5F68-454A-A5EB-765C903E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63B9F-DC0E-4FC0-A122-06AF1AD9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Foundations of AI: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6BAE0-B072-42C9-B90F-B196C9FC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BFFF0-FBAE-4372-B7ED-27214453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foundations of ai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61A60-3CFE-43BC-9637-76A38E87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philosophy, mathematics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031CA-7C9C-4F2A-AFAE-615DF088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14726-E92D-4A76-8CEE-4F05B99C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Multiple foundations explain why AI is interdisciplinary.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4FA0F-ADFB-440E-9E91-08E9CBB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6CD27-CF50-4434-B605-11070154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677AD-F1F7-45B4-BCA6-462407D6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39C1D-204E-4CBA-945E-2D45C7B3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99A93-5BC0-414F-8E0B-DF8296A5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9C9E6-611B-4443-9E70-762F8084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7A4CE-1816-4A49-B05E-D58E59FE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25D02-AEF4-4B81-8837-77214E4F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philosophy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6FBA0-D453-47D0-AA4C-854C3825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12/50</a:t>
            </a:r>
          </a:p>
        </p:txBody>
      </p:sp>
    </p:spTree>
    <p:extLst>
      <p:ext uri="{BB962C8B-B14F-4D97-AF65-F5344CB8AC3E}">
        <p14:creationId xmlns:p14="http://schemas.microsoft.com/office/powerpoint/2010/main" val="15757565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0D8B3-6557-4D18-919F-5F836183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87977-BD67-4394-8F57-661DA3D9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Foundations of AI: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7611F-1C7C-443B-9CCB-35C118CB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A8A32-E18B-41BB-A18C-0AAAFC40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8C5A1-B500-4F80-BE64-701CDFE7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Multiple foundations explain why AI is interdisciplinary.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24413-65F8-44A6-AED4-74DFA063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024F2-03AD-42F8-9CCA-6E7ED2E6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Multiple foundations explain why AI is interdisciplinary.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15943-FEAD-49CE-8DF2-C52B20FF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philosophy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91366-7732-4380-999C-2CDF857A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mathematics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004C7-56FE-470F-A447-D5B600CA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economics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10219-4547-4D30-8950-FD1ADAAA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neuroscience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B38F5-CB21-45BB-8B91-95AA5EF9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5894D-7AD0-4215-83E1-884C2B24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13/50</a:t>
            </a:r>
          </a:p>
        </p:txBody>
      </p:sp>
    </p:spTree>
    <p:extLst>
      <p:ext uri="{BB962C8B-B14F-4D97-AF65-F5344CB8AC3E}">
        <p14:creationId xmlns:p14="http://schemas.microsoft.com/office/powerpoint/2010/main" val="11469256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7DF15-9E68-4ACB-8C79-672A2447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B9868-A082-4CA5-BAA1-B7A7A598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State of the art: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48D1F-B3F4-4AF8-83B4-93117118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9D073-D0DA-43BD-8962-D19D72F3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Modern AI is a toolbox of capabilities across environments.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A697D-4583-4863-9FA1-94773927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planning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language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vision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robotics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7E5BB-7D67-42F6-882F-82CF79E3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6DE62-D7D6-46AA-99F0-90C876A2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Capabilities differ because task environments differ.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8D81E-68A6-4748-BA44-D11B4038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47277-3921-4964-B37C-B8B1D58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7350D-BA79-4251-9BDE-1DE8C5D4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B82AD-DC51-4924-AEEF-09C90F9E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robotics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6648F-5251-4529-84DA-EE1046FF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14/50</a:t>
            </a:r>
          </a:p>
        </p:txBody>
      </p:sp>
    </p:spTree>
    <p:extLst>
      <p:ext uri="{BB962C8B-B14F-4D97-AF65-F5344CB8AC3E}">
        <p14:creationId xmlns:p14="http://schemas.microsoft.com/office/powerpoint/2010/main" val="6738813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66CB7-CFFA-4E96-8E20-D7D8F14A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7DBA5-7798-4662-8BEB-A51191A1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State of the art: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26781-4A0D-4CAB-A6F3-82E7164A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5CCCB-F845-4A48-85A7-4DD9CB9B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state of the art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CEB19-7DF1-4DDD-9871-E802DD8F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Capabilities differ because task environments differ.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FD24E-3531-4F01-9BF3-C959AE87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D2C9F-82AB-412C-9B2A-672457D8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Capabilities differ because task environments differ.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12F51-A30F-4BC4-87A3-DDD333F9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2470A-408F-4490-96E3-349FB73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40F11-80ED-48CA-B552-A31BFCD2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7F141-7D42-421E-8DCD-7F25C52A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97FAE-95D4-41C5-A6DE-9F77280E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B89F1-0C9E-440D-B19C-691F666A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15/50</a:t>
            </a:r>
          </a:p>
        </p:txBody>
      </p:sp>
    </p:spTree>
    <p:extLst>
      <p:ext uri="{BB962C8B-B14F-4D97-AF65-F5344CB8AC3E}">
        <p14:creationId xmlns:p14="http://schemas.microsoft.com/office/powerpoint/2010/main" val="7787309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80BED-CBB7-43D9-878D-A6A14AFA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780C2-24C0-45B1-A026-567D89B7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State of the art: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B2FC0-A450-4CE7-BAF8-7EAC8FD2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0DE95-CD78-498D-9EBF-6AC2ED6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5C173-2ACF-4B07-8CC6-FC995E21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D0A00-D996-4159-A87A-C5562501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01A55-138F-482C-AAB8-8E30BFD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Capabilities differ because task environments differ.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821D5-23F3-467B-A140-2A20BF31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0D105-F5DB-4C44-AD33-206EDAED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58E48-9F7D-499C-9200-102B612E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9C409-F338-4B8E-825E-C4F957C4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robotics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27C74-9C2B-4A17-B6E2-E10BB578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67BC4-0A1D-489B-8629-2EA5D852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16/50</a:t>
            </a:r>
          </a:p>
        </p:txBody>
      </p:sp>
    </p:spTree>
    <p:extLst>
      <p:ext uri="{BB962C8B-B14F-4D97-AF65-F5344CB8AC3E}">
        <p14:creationId xmlns:p14="http://schemas.microsoft.com/office/powerpoint/2010/main" val="6571766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26A0E-341C-45C4-965F-1A0CDA28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AE9E0-43F1-45BC-BB59-60B8C0BB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State of the art: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15492-FFA7-4CDF-9E1A-9FBC8CD6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5CFFE-F798-4971-BC4B-5D8F175F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state of the art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7D8B7-CA14-4A95-95E1-D6C0A7B1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planning, language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61C9E-0A0B-4C7A-8774-6BF5632D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D95C5-EDB4-4027-974D-C7CD6A10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Capabilities differ because task environments differ.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0ABDC-E473-48C3-8F88-8809C047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29B33-9790-4DA4-B46C-E31073FF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3F7DA-03C0-4E25-BF4A-115E7D6E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F74FB-0B9D-4768-BF11-FBA22C19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CA28B-8B41-48DC-875A-FB0E6B99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B0F53-8EDC-49EF-A10B-62A1F003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84CAC-C443-4689-91A4-011E6E54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97426-64D5-48F6-8A39-AA403DAF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planning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E8F05-E21D-4E96-8BB8-581324EF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17/50</a:t>
            </a:r>
          </a:p>
        </p:txBody>
      </p:sp>
    </p:spTree>
    <p:extLst>
      <p:ext uri="{BB962C8B-B14F-4D97-AF65-F5344CB8AC3E}">
        <p14:creationId xmlns:p14="http://schemas.microsoft.com/office/powerpoint/2010/main" val="3822462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4A0D3-A565-46D5-95F6-37308FE5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0E813-442D-4E74-B1D5-19229840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State of the art: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E190E-747B-4329-A5FB-5FFBD4E7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F5C9C-6436-4FB4-A413-E25E22DC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B8186-1872-4A61-B3EF-5B87BF3C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Capabilities differ because task environments differ.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9CB74-A8BA-4920-B45D-FA48FA25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96E26-E26D-4D5F-BF2B-EF59C340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Capabilities differ because task environments differ.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4DB46-D940-4F0F-BDD5-6A11F4CD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67A19-BB52-48DE-8284-5E8EE44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D465C-9DD8-4E11-85E5-A09ACF6A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928C7-F72A-432D-BD5F-2DE50E45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robotics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A7646-235C-44AD-9547-E4474AF6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22603-6BD1-409C-81CF-2E07FBA2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18/50</a:t>
            </a:r>
          </a:p>
        </p:txBody>
      </p:sp>
    </p:spTree>
    <p:extLst>
      <p:ext uri="{BB962C8B-B14F-4D97-AF65-F5344CB8AC3E}">
        <p14:creationId xmlns:p14="http://schemas.microsoft.com/office/powerpoint/2010/main" val="10203981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6BA27-70BB-48AD-8D56-0AD2A38E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009C7-59EC-47CB-BCD0-9A5FED3D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Agents and environments: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42377-AC5B-416F-966E-9E8E4B67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8B1AE-7588-4EDA-A12C-70D86B89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An agent perceives the environment and acts upon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801D9-67A7-4671-AFFF-FA0D9869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agent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environment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sensor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actuator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0AA9C-23D5-46D6-A356-5F84E452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AE8D5-7CF1-4D42-958A-97D245D6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The perception-action loop is the central mental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14176-509D-41F8-BCFD-57236236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E3205-F641-4EFD-8A09-E4C4C5F5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3F1F5-5769-4622-92AF-AD72DB0D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sensor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48F98-C3FC-42E0-90CE-5D81909A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actuator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C12E8-098E-4874-B301-B7C95A24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19/50</a:t>
            </a:r>
          </a:p>
        </p:txBody>
      </p:sp>
    </p:spTree>
    <p:extLst>
      <p:ext uri="{BB962C8B-B14F-4D97-AF65-F5344CB8AC3E}">
        <p14:creationId xmlns:p14="http://schemas.microsoft.com/office/powerpoint/2010/main" val="2950598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C7F14-94B0-47AE-8C33-F41CB64F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EFEA4-343F-4620-B9C2-69DFAE59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Agents and environments: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F6263-AA2E-41CC-AB76-F25086D1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CE82C-4617-41E1-ACF6-E0EEFE78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agents and environments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9FA40-D266-415F-B9AB-C2C62C3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The perception-action loop is the central mental model.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83818-D7B6-4E1D-B985-D6E61757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BD4B3-8A53-4DD5-9DEB-1D52DA27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The perception-action loop is the central mental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95DFB-491D-4820-A0B0-20D41E0D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42836-0103-4251-8169-6E3309C6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4DFBF-E2AD-4727-9F8C-8DC1A09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D0AC9-F269-4F42-8322-A6354B4B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7AC2C-8316-4E90-BBB5-CDCC5F14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D2D7E-BFE0-492E-8553-451E50FE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20/50</a:t>
            </a:r>
          </a:p>
        </p:txBody>
      </p:sp>
    </p:spTree>
    <p:extLst>
      <p:ext uri="{BB962C8B-B14F-4D97-AF65-F5344CB8AC3E}">
        <p14:creationId xmlns:p14="http://schemas.microsoft.com/office/powerpoint/2010/main" val="14840760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49617-F4D7-4EF5-8D37-F4E6D23C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546E9-ED35-48A0-95D5-065F442B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Agents and environments: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EA07A-7AC4-4723-A39D-8310CC97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EBBE1-5E7E-478E-A4D9-DD1F75DF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DA189-4251-4B2F-83D1-5B36732D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981E0-0E81-441E-AFCB-0BCB36CE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E7EE7-0095-42DA-8C15-5F1FC24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The perception-action loop is the central mental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A83E2-7C56-49B9-AC11-F2BF7730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2951D-640F-4462-9080-E0B219C3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5DD3C-3D8F-4926-B7CE-F45B5295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sensor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29A59-D348-4B5B-A1E8-C3837945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actuator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622BE-2E60-4894-93DE-B349D20E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9F4D8-C0E1-412E-B9D3-8E07CDF3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21/50</a:t>
            </a:r>
          </a:p>
        </p:txBody>
      </p:sp>
    </p:spTree>
    <p:extLst>
      <p:ext uri="{BB962C8B-B14F-4D97-AF65-F5344CB8AC3E}">
        <p14:creationId xmlns:p14="http://schemas.microsoft.com/office/powerpoint/2010/main" val="7236330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BC689-7BD7-40CC-B614-38A0B466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3ADB1-3C14-4A41-8618-27BED157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Agents and environments: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CA2C8-4D6B-4141-91A3-C6DC7D41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8F248-DE94-41DA-82FF-D11A337B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agents and environments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7BB99-6710-4A30-A81C-0FEF3F0B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agent, environment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F3F25-9786-4514-88A0-0F70C15B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F5751-034F-47EA-8E8C-5334353F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The perception-action loop is the central mental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06C61-C95C-406A-A18C-FC06FC0C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38412-C10D-4322-9F13-083D2157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1B024-5DC1-48A9-B423-815B4E6A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64AF7-9A0E-4626-8EE9-636D14FD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66FB0-7181-4133-9BCD-73BBAF8F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62C41-F967-4E56-A2D1-02D21DB3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C6C4B-DA32-4041-AB3D-26FA14E0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B8C84-CA09-4508-B648-BD5DD006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8DFA2-0893-402B-8EC2-F73EB3B1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22/50</a:t>
            </a:r>
          </a:p>
        </p:txBody>
      </p:sp>
    </p:spTree>
    <p:extLst>
      <p:ext uri="{BB962C8B-B14F-4D97-AF65-F5344CB8AC3E}">
        <p14:creationId xmlns:p14="http://schemas.microsoft.com/office/powerpoint/2010/main" val="7851237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D181F-07C6-4413-BB98-DD9B715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04417-F86B-4304-8A0A-0FE3C02B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Agents and environments: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86BFA-52CD-4895-BD83-EDFCF330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959E6-3A68-46BA-BB34-32F408BE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EFCBE-9217-4E3E-B722-67BC5972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The perception-action loop is the central mental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7E1DA-5C00-4B78-B180-E5557FED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A9D9F-345D-48C4-B62A-7267A98D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The perception-action loop is the central mental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F48EA-8FFE-4121-A0EF-5A96A2F1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BFC9D-B2AA-4BF8-AA8B-AA45A331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0E7EF-5AC2-40A8-B248-EC45AEC5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sensor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FF31C-DA91-4210-99A2-D54ACCCB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actuator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0AF29-C800-40B4-BDAE-38573F9B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551A3-4F53-4C04-9438-3F800A1A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23/50</a:t>
            </a:r>
          </a:p>
        </p:txBody>
      </p:sp>
    </p:spTree>
    <p:extLst>
      <p:ext uri="{BB962C8B-B14F-4D97-AF65-F5344CB8AC3E}">
        <p14:creationId xmlns:p14="http://schemas.microsoft.com/office/powerpoint/2010/main" val="17162149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8AB85-D61A-4AA8-91AF-44181965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9EC6A-D131-44BD-AAC9-52A99001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Rationality: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3FF83-6525-418D-9330-2E304DA2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4A3A9-75C7-4927-9E8F-FC576254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Rationality means choosing the action expected to maximize performance.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CEBDC-D0DF-44CE-8947-E0840C0D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performance measure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percept sequence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03D45-A7DC-40E2-8F6F-7F487BCE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D8D77-6C02-421A-BC95-8FFAEE4B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Rational agents are not omniscient; they use available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43769-99C2-4255-BB31-6EFEC3F2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performance measure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A3AFB-ECD0-4C72-A687-D1890798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percept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57327-9C36-451F-B8CC-EDF9950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23309-F33F-482E-8155-C6D18B60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46C80-6050-4C85-8755-6706783B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24/50</a:t>
            </a:r>
          </a:p>
        </p:txBody>
      </p:sp>
    </p:spTree>
    <p:extLst>
      <p:ext uri="{BB962C8B-B14F-4D97-AF65-F5344CB8AC3E}">
        <p14:creationId xmlns:p14="http://schemas.microsoft.com/office/powerpoint/2010/main" val="17017915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DD643-5B41-45B2-8DF4-715F2813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503CB-59BF-4D92-A9E8-205C210D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Rationality: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B6697-EE0B-4BBC-87E9-96105C61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544D9-38AB-4BD4-B037-61D524C9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rationality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1BD14-FE43-4B61-8D26-C654035A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Rational agents are not omniscient; they use available evidence.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68998-5C31-4F83-AE84-7D523464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9C8A7-5B95-4622-B24A-0D2C2565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Rational agents are not omniscient; they use available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8EB68-1C0F-4A61-A417-B11F34C6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6F775-B153-4269-BCD4-498261D8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6CC71-2BF5-4815-BCD7-7624E389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34D14-FF0B-4276-84B1-58CCEFEA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A0E52-6105-45C4-9A42-BBFF961D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09992-CEAD-4CE1-BEDE-6C63CD9D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25/50</a:t>
            </a:r>
          </a:p>
        </p:txBody>
      </p:sp>
    </p:spTree>
    <p:extLst>
      <p:ext uri="{BB962C8B-B14F-4D97-AF65-F5344CB8AC3E}">
        <p14:creationId xmlns:p14="http://schemas.microsoft.com/office/powerpoint/2010/main" val="4128248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BAF18-87BE-450F-9D6E-EC30B149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A9FCC-9F40-470B-A1E0-B4D34CE9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Rationality: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1EBCB-218C-487E-9D3A-A47C011E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15251-BF0B-44B7-8EBE-0F638849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87C09-5792-46FA-A2BE-F98EB924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7F2B4-7A0F-4AAF-959B-E671A5EC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A4E48-CCED-457B-BA88-71523D1C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Rational agents are not omniscient; they use available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E0EDB-72D1-4455-859F-7F163DAF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performance measure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5E043-2DBF-4A8D-ABB6-5A4450A0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percept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45A88-500E-4B72-BC66-4160384E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3CDAD-D714-4AE5-B111-CB591364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E7EF1-54AF-4E4D-A9BC-0FC6012D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848E8-2CAA-4A41-A01E-290CCA6D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26/50</a:t>
            </a:r>
          </a:p>
        </p:txBody>
      </p:sp>
    </p:spTree>
    <p:extLst>
      <p:ext uri="{BB962C8B-B14F-4D97-AF65-F5344CB8AC3E}">
        <p14:creationId xmlns:p14="http://schemas.microsoft.com/office/powerpoint/2010/main" val="15704860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4CEDD-C87D-4843-AE45-FB4E50DA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22E17-20DB-4A4F-A4AD-8002B133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Rationality: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3EA66-2C2D-4028-9C29-83D04C8F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542F8-FFD8-42B4-B6E0-EFE60EC0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rationality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1AC85-B126-4913-9443-A6BF268E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performance measure, percept sequence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43C0A-4C1F-496B-ABBD-73E8EFD9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3391C-EA74-4EE8-816B-E8E19971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Rational agents are not omniscient; they use available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F3419-E73D-47A2-8001-51345769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993DF-33F0-49BA-B1F3-ED8E062C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F3C76-D7D2-47AE-896B-90EF544B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86017-48EA-48D9-858F-933127A0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63789-D7BE-46B1-B6FB-36456D1E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31409-8644-4B4C-B423-81A95091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769F4-B5D2-4E51-9B19-5F2EDEF3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51322-FE26-4C6C-8D4D-DBEDEE2A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performance 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5C577-999C-4829-B893-1D180E23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27/50</a:t>
            </a:r>
          </a:p>
        </p:txBody>
      </p:sp>
    </p:spTree>
    <p:extLst>
      <p:ext uri="{BB962C8B-B14F-4D97-AF65-F5344CB8AC3E}">
        <p14:creationId xmlns:p14="http://schemas.microsoft.com/office/powerpoint/2010/main" val="7341411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DC725-3D8F-4D87-A55C-DC1A4E57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21658-340E-4BB7-AF98-228D274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Rationality: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05A95-B645-496F-B6E9-492FEAFE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8EE77-7ADE-4BDB-933F-FC739584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6B0C9-EF78-44A1-B443-004582D7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Rational agents are not omniscient; they use available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DF673-76C7-4413-8455-0EC1A825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59F79-5870-4A2C-B656-B8B71B5F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Rational agents are not omniscient; they use available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59C4C-E856-4F52-A543-F52BB4C0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performance measure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95DB4-D2E6-48B1-A19D-93DD24EA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percept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371E0-5BF1-4F2B-9FD7-E412FAAA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0F669-80DB-4ABF-827E-FA9EB845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783D7-F363-46B4-9A94-6DE77F97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F2735-BCE1-4B72-BE1B-D3907984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28/50</a:t>
            </a:r>
          </a:p>
        </p:txBody>
      </p:sp>
    </p:spTree>
    <p:extLst>
      <p:ext uri="{BB962C8B-B14F-4D97-AF65-F5344CB8AC3E}">
        <p14:creationId xmlns:p14="http://schemas.microsoft.com/office/powerpoint/2010/main" val="4810329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FD302-56C0-4DE0-9B29-1829AE9F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B36C1-3DC1-4791-A1A4-80490B3C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Task environments: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C6B30-6987-408D-9F5B-663697E2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B167D-14A1-4AEA-B49C-CD0197D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PEAS converts an informal task into an engineering specification.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0EF79-9734-4ADB-B853-B73E696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PEAS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performance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environment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actuators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DE691-9F22-46B1-9047-90F853E5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9BCA0-1A12-4B02-980C-1F899218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Good PEAS design prevents vague AI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AA345-2B7B-4FAB-83CA-2B725F48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E5320-766E-44F0-940E-615A8A4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6F654-B095-4EED-994D-9DBE1253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environment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9AF04-99F3-4322-AE84-39F516F3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actuators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D66D2-8CB8-4DF5-888C-29785DF8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29/50</a:t>
            </a:r>
          </a:p>
        </p:txBody>
      </p:sp>
    </p:spTree>
    <p:extLst>
      <p:ext uri="{BB962C8B-B14F-4D97-AF65-F5344CB8AC3E}">
        <p14:creationId xmlns:p14="http://schemas.microsoft.com/office/powerpoint/2010/main" val="4188396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2C7E5-B273-4812-A2C7-1D567029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9879B-0CB9-4244-B328-69D517FC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Task environments: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099BF-025F-4590-B236-F935C13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DBBAF-2FFE-4325-A2C6-5CBE28D0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task environments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213A3-EB4A-44B0-ACFF-4AB9A8EE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Good PEAS design prevents vague AI requirements.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25FCD-3581-4F4A-8370-56388219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ACE4C-CE2D-4C68-8F22-810C5E92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Good PEAS design prevents vague AI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EDA54-9594-4961-A4BD-FF729185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2BE7E-682B-4851-BC76-C3644BC1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16BDE-09FC-4E1E-B50F-152215A3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18FF8-35CB-4BEA-A260-9DAB06EF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D881E-9124-4D97-900B-82B306AF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923A4-12B5-454E-8517-D7E99A5F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30/50</a:t>
            </a:r>
          </a:p>
        </p:txBody>
      </p:sp>
    </p:spTree>
    <p:extLst>
      <p:ext uri="{BB962C8B-B14F-4D97-AF65-F5344CB8AC3E}">
        <p14:creationId xmlns:p14="http://schemas.microsoft.com/office/powerpoint/2010/main" val="42348345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40D67-3281-47B0-BB72-CDF44D5E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FC6F9-A882-4DD9-91DF-0A12BDA5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Task environments: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CD3F2-2D2B-43C7-AC66-DE23CC4B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CDF3C-689C-4944-A244-E8850CEE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134E2-F675-4018-87AF-9C1D0DA2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9A006-BBD6-4E1C-88CA-52EC5E7E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66852-3734-4E82-8371-38BBE37C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Good PEAS design prevents vague AI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760CE-226C-4827-B06D-0A02C784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A1E30-2342-470D-8A08-9FD64038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28D7E-6665-4308-8DE4-B9EEFF2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environment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A4F2E-534F-4B22-95CC-9DB8C300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actuators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07E26-25EF-4C13-8EE6-73D3CCF7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97A87-D56A-4707-8518-7808E173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31/50</a:t>
            </a:r>
          </a:p>
        </p:txBody>
      </p:sp>
    </p:spTree>
    <p:extLst>
      <p:ext uri="{BB962C8B-B14F-4D97-AF65-F5344CB8AC3E}">
        <p14:creationId xmlns:p14="http://schemas.microsoft.com/office/powerpoint/2010/main" val="99300286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91FE4-6506-4F7C-A6E6-CB948804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807EC-840B-464B-8374-34EF3931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Task environments: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DBA3D-D73E-4208-A5F1-237FB838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89536-6A17-4643-ABCF-C612107B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task environments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FA919-B094-4E07-AC07-B1FAA63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PEAS, performance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FF2EE-2B01-4F96-9172-97CF1CE8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21C41-15AA-4E9A-AC40-DC8385F4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Good PEAS design prevents vague AI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1D4D1-A06A-4A00-92E2-1F3D23CD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8C3F5-829F-47D6-805D-B3D5FDCC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CD256-7DA3-472D-9E34-CB440C52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DA949-49DA-480D-A01E-D84F6551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BCED3-B6A1-466F-8CC1-8D191760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BD586-6C40-4FEF-B531-A2DC13CC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48FD1-C7DD-4D4F-9CE3-83283BD7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D77B9-5A5E-449A-A213-B957CDD8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PEAS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66AF6-3B77-4DD2-ACE7-1B610495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32/50</a:t>
            </a:r>
          </a:p>
        </p:txBody>
      </p:sp>
    </p:spTree>
    <p:extLst>
      <p:ext uri="{BB962C8B-B14F-4D97-AF65-F5344CB8AC3E}">
        <p14:creationId xmlns:p14="http://schemas.microsoft.com/office/powerpoint/2010/main" val="146391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644FE-8D92-49FB-B793-610E0305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70C73-4C7E-4C29-9841-8F0ED180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Task environments: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C1AAF-0A71-4C28-9174-60B5AE75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E66F2-0C78-42AB-A164-E06D50F6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CD6CF-5A84-45C7-ADD9-8DC30D4D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Good PEAS design prevents vague AI requirements.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A7217-5B81-4E98-91C3-334A1C0B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21D4C-38DA-4D02-B270-BB6BF2BE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Good PEAS design prevents vague AI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BECE1-2D8A-4A10-8491-AB960D7F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63992-7C7B-4FEB-8539-C8B7198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2B0A1-DB99-46FE-8AB7-A588AAF6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environment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B295B-2940-4FFB-B54C-1A9DE90E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actuators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C8A99-9C78-42EA-9132-3603CE1A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6DCB0-D717-4F66-8E73-BA36B383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33/50</a:t>
            </a:r>
          </a:p>
        </p:txBody>
      </p:sp>
    </p:spTree>
    <p:extLst>
      <p:ext uri="{BB962C8B-B14F-4D97-AF65-F5344CB8AC3E}">
        <p14:creationId xmlns:p14="http://schemas.microsoft.com/office/powerpoint/2010/main" val="161030368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CE667-DE7A-4054-A0DC-787E621E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BC702-D4F8-40F9-A0FF-E4530E8F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Environment types: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00D38-8B94-4ED6-A416-F994CDB7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21977-85BD-4186-AD43-1C32D87A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Environment properties predict agent complexity.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2880A-D702-4B9F-B299-C66C1EA7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observable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deterministic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episodic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static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8BCD4-1D2B-49D7-ABB9-03CADE24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15E0F-8385-4B1A-B5DB-3E99949F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Partially observable and dynamic worlds need more internal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25A0F-049D-4972-957F-F70B712F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observable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8263C-D2B8-49DE-891B-BA13F1B4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deterministic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E4D36-CE77-4E13-93B8-9B0B4354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episodic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E3678-A8B4-43B1-9109-915C2830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static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53B3E-7D9B-441A-A5B9-E5FD5A8A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34/50</a:t>
            </a:r>
          </a:p>
        </p:txBody>
      </p:sp>
    </p:spTree>
    <p:extLst>
      <p:ext uri="{BB962C8B-B14F-4D97-AF65-F5344CB8AC3E}">
        <p14:creationId xmlns:p14="http://schemas.microsoft.com/office/powerpoint/2010/main" val="15974604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87BF2-B8A7-4A01-85DA-08A4393D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93E01-CC9B-4851-820B-01242F36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Environment types: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059DC-8A87-4834-915E-189D2242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4FBA2-119D-4480-A6D1-0719C984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environment types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0126C-5975-43C8-91F9-DC6FA80C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Partially observable and dynamic worlds need more internal state.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6796B-7D8C-44D9-B898-DB485831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931E5-76D5-468A-873F-89D37B4F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Partially observable and dynamic worlds need more internal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7921D-136C-4230-8FD8-3BA82D3F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B89FB-B37D-404E-944A-989EED8A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8323F-7FB3-47AC-8921-48D9F778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8CF9C-3BE1-4D8E-AA64-02DEC02E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EF379-8942-4F21-BF6B-AD2D9DB6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D160E-1259-4E80-AFCC-A626AC4B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35/50</a:t>
            </a:r>
          </a:p>
        </p:txBody>
      </p:sp>
    </p:spTree>
    <p:extLst>
      <p:ext uri="{BB962C8B-B14F-4D97-AF65-F5344CB8AC3E}">
        <p14:creationId xmlns:p14="http://schemas.microsoft.com/office/powerpoint/2010/main" val="171246279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8BD0B-D42E-4F61-BBD6-3D558A8A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6DF81-C412-4610-B1C9-A9A7D9D4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Environment types: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53DED-E2FF-404B-A979-5E89138A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64F1B-23B9-414D-8C28-9B56257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A77A2-C4D5-4009-B96B-1EEB7BDA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FCED2-9EB0-4353-B9A4-3DCDF86B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AD554-1A66-4FA1-9A27-11F02913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Partially observable and dynamic worlds need more internal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DE182-38F2-4EF3-B81E-AD59D541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observable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A09F8-D888-40B5-8E85-1BB5476C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deterministic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2807C-FD16-4073-9AD1-17C692DF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episodic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02DA4-576E-4CEA-BB13-BF2B1D40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static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411EF-C0D1-4D05-A42A-544811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0CA77-B891-4A93-8E91-9A871778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36/50</a:t>
            </a:r>
          </a:p>
        </p:txBody>
      </p:sp>
    </p:spTree>
    <p:extLst>
      <p:ext uri="{BB962C8B-B14F-4D97-AF65-F5344CB8AC3E}">
        <p14:creationId xmlns:p14="http://schemas.microsoft.com/office/powerpoint/2010/main" val="130909438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B7A9E-6260-47D1-913B-9DED91A8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F51B5-A7B9-4019-A39E-F0E43622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Environment types: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4345B-1405-4A28-A7FA-30001738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4359F-A0F7-40FF-99B5-2C601D31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environment types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767FC-23BE-4CB3-A8AD-0499A154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observable, deterministic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68C42-DB3D-4053-8EEC-41E07027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F912E-1651-42B9-9334-6C034104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Partially observable and dynamic worlds need more internal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DED84-3B1E-45E0-9CB9-8CBFCCFB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A310D-2110-45FE-BF4D-DE80C20E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9ED0A-2823-4375-B9DE-D9C0E63F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74294-7595-4F98-99D5-FE1A9A33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D9CF8-CEA8-49EC-B5F4-A7959CEE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79306-2D7E-4AA3-9AC0-BE3B7395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78679-1AE6-4C05-903F-EFED1540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D6745-67EC-4BE2-BA49-B7F48896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observable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8CD3B-B2DB-442C-A28F-3C0231FE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37/50</a:t>
            </a:r>
          </a:p>
        </p:txBody>
      </p:sp>
    </p:spTree>
    <p:extLst>
      <p:ext uri="{BB962C8B-B14F-4D97-AF65-F5344CB8AC3E}">
        <p14:creationId xmlns:p14="http://schemas.microsoft.com/office/powerpoint/2010/main" val="4194435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23D7D-7898-4F45-9AC4-A497C681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B29C0-B926-42B4-99C4-FC0D8D4D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Environment types: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83770-1622-400B-9B79-1543B4CC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CE853-90EB-4DF2-AD42-AE3708F5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03471-7D83-443A-9AF1-23252D81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Partially observable and dynamic worlds need more internal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84F5B-D18D-498E-A2D7-4859F13A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BE41F-32E6-42EA-AEC0-9EAA432C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Partially observable and dynamic worlds need more internal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7CC57-0554-4308-8B2F-2027E600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observable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094A7-9937-4BD6-A174-ECE431EF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deterministic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8A7EA-19B1-4445-8C28-D27E99F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episodic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4A8A4-79BA-475B-A9E1-CBB77A1E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static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061F1-5E79-4DF2-9D0B-9D4B8C4B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33F93-9A3F-4250-8841-0BDF2618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38/50</a:t>
            </a:r>
          </a:p>
        </p:txBody>
      </p:sp>
    </p:spTree>
    <p:extLst>
      <p:ext uri="{BB962C8B-B14F-4D97-AF65-F5344CB8AC3E}">
        <p14:creationId xmlns:p14="http://schemas.microsoft.com/office/powerpoint/2010/main" val="71603993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FFB3E-8989-4E4E-9D88-A260E5A3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CE586-F106-40C5-981C-9590DBF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 structures: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0D069-49FF-4D3F-9A68-32B3C44B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B1891-D44A-49E6-951E-4464A32E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Agent architectures add memory and deliberation step by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FF84D-4BF5-4D26-9EBC-26C6A775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reflex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model-based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goal-based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utility-based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8F0B9-3CD4-472C-85A2-D641343E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901B6-36BB-4AD7-808E-DA0F2C84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Learning agents improve behavior from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7A914-486F-4AC9-99B7-4B17C40F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reflex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0FE8F-F559-42B6-B50C-1DF44DAE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model-based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B5545-776D-4592-B7D4-2D7DD3CD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goal-based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21A66-D382-4AC3-9AF6-211F11C3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utility-based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0C045-C123-470E-969E-82C308DC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39/50</a:t>
            </a:r>
          </a:p>
        </p:txBody>
      </p:sp>
    </p:spTree>
    <p:extLst>
      <p:ext uri="{BB962C8B-B14F-4D97-AF65-F5344CB8AC3E}">
        <p14:creationId xmlns:p14="http://schemas.microsoft.com/office/powerpoint/2010/main" val="23145766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29780-0718-4234-9EF9-BCAF9138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DFBC3-9C25-4B45-A725-737AED8C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 structures: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DA561-DA2D-4D23-B48C-FD700032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5DFB0-5790-4972-8DAE-E63730D2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agent structures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73A64-E37C-43BF-9137-05FA516B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Learning agents improve behavior from experience.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1BBB2-FFBD-437D-A475-9810288C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4C9E4-4075-4B26-9D52-426DA34E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Learning agents improve behavior from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31AB4-76C4-4F10-ABB4-C04C04B0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BDD67-F917-4727-908E-CFD7C65F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2AE6E-455F-4D84-A243-5D58FDC6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6113B-8729-440F-ADAC-06F5E3FF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C123F-F709-4C78-BF49-33157F71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C4428-A761-48B6-B10D-A169A203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40/50</a:t>
            </a:r>
          </a:p>
        </p:txBody>
      </p:sp>
    </p:spTree>
    <p:extLst>
      <p:ext uri="{BB962C8B-B14F-4D97-AF65-F5344CB8AC3E}">
        <p14:creationId xmlns:p14="http://schemas.microsoft.com/office/powerpoint/2010/main" val="28252657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B8CF5-00E2-4283-9039-BFE63277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77991-E8F6-4A1D-88E7-780002B5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 structures: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A163F-46B3-46D7-9BD3-C44DC71E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FF354-C078-465E-B47D-C9388A87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E9EF4-3A5F-4DF1-8C46-8814C8D5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53FAA-6AB6-4018-938B-78F3AA79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A588E-3297-4AC8-B38E-CC8062EB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Learning agents improve behavior from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DE08D-2B2A-452D-A6EE-CDE8ACA3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reflex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47D20-AC25-4F80-88D1-87F1EF1E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model-based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DA165-FB8C-48C3-8FD2-57AC5726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goal-based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D984B-DE86-41AB-9E8A-910EB4A8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utility-based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E98DD-E468-4E14-860A-C282449A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A574C-1B13-48F6-881C-FDF1CEDD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41/50</a:t>
            </a:r>
          </a:p>
        </p:txBody>
      </p:sp>
    </p:spTree>
    <p:extLst>
      <p:ext uri="{BB962C8B-B14F-4D97-AF65-F5344CB8AC3E}">
        <p14:creationId xmlns:p14="http://schemas.microsoft.com/office/powerpoint/2010/main" val="174889034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5F6AF-F62F-4210-A5FB-07F54D18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0DB45-572E-4958-AA5E-BD661B70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 structures: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AEB45-925B-40C1-B70F-C572686B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CD8EA-89F8-4D87-9C21-55AD3374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agent structures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43C5A-72CA-4F65-B19E-2E0F597E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reflex, model-based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1F46A-087A-4514-A656-7B9002B9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480BB-B68F-4499-8A96-97DAA598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Learning agents improve behavior from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3C88E-5542-4903-9412-003727C3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C02E1-39CD-4309-AE67-828B80DB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E7632-0F94-40D2-B135-F1712D53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FE804-3029-4897-905D-4A493D88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92023-BAF3-43A8-AB65-0D939A6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94287-BA0F-4CAB-8039-A6010A89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7C461-6CEC-4D8C-A2B5-97D8E260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0D3B6-7FE9-4C7D-9285-CFCE269B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reflex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EDD91-FD0C-4616-9825-184CA65D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42/50</a:t>
            </a:r>
          </a:p>
        </p:txBody>
      </p:sp>
    </p:spTree>
    <p:extLst>
      <p:ext uri="{BB962C8B-B14F-4D97-AF65-F5344CB8AC3E}">
        <p14:creationId xmlns:p14="http://schemas.microsoft.com/office/powerpoint/2010/main" val="214427239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0157F-EF79-4C37-AE14-DC61866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83017-AAEA-4736-8AFB-83B30A1F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 structures: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1AF3A-39B7-4CD4-9982-6A14AA80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FFE9E-C798-4F41-8D0B-1E44553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5DF33-538A-4DEC-84EC-C200A892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Learning agents improve behavior from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B7CA1-4508-430C-978D-C7AF2CC3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B4F35-14BF-4F78-B62D-2A65E4A2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Learning agents improve behavior from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6D4F8-3354-4B9E-9338-74E95601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reflex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07F10-FCD4-4879-8399-1FAF7E33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model-based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8630B-E004-4D2A-96C2-3C340BE7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goal-based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D7DD3-C369-4A22-A732-A1F1856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utility-based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35E9F-F060-46A9-B98E-766391EA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6ED7B-D353-44BD-AA6C-42FDE2EA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43/50</a:t>
            </a:r>
          </a:p>
        </p:txBody>
      </p:sp>
    </p:spTree>
    <p:extLst>
      <p:ext uri="{BB962C8B-B14F-4D97-AF65-F5344CB8AC3E}">
        <p14:creationId xmlns:p14="http://schemas.microsoft.com/office/powerpoint/2010/main" val="22433182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F1F85-6341-4930-8D95-9774313D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74673-6F6D-4EC0-9CDE-789D2FCF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Environment types: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0FD36-2229-4149-8A9F-9F5A2079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45515-1480-43F6-985F-F901D510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Environment properties predict agent complexity.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22128-369D-4FE5-BF73-DFDB63F8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observable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deterministic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episodic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static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B37CC-9C72-4783-8218-6264AC8F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C7D40-655C-4FBE-94AA-7E682B74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Partially observable and dynamic worlds need more internal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88777-DA52-4D33-84D3-719A841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observable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E6D07-7BE6-4C6C-963D-834E38A4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deterministic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14195-CB4C-48C4-B731-836B315E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episodic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BCFC5-4615-4D58-963A-60DD79E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static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8CEA6-F89B-4D49-9967-FCF5E2A8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44/50</a:t>
            </a:r>
          </a:p>
        </p:txBody>
      </p:sp>
    </p:spTree>
    <p:extLst>
      <p:ext uri="{BB962C8B-B14F-4D97-AF65-F5344CB8AC3E}">
        <p14:creationId xmlns:p14="http://schemas.microsoft.com/office/powerpoint/2010/main" val="73648145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33240-9B7B-4BED-9784-C4A8A0A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66011-A8CE-4547-BADE-B72196D4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 structures: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D59CD-4A01-4958-8808-EBD50074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6BC8B-8733-419E-97CB-A44A4391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agent structures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9DDEC-7A49-4427-B808-665B8F1A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Learning agents improve behavior from experience.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4B653-94E7-4421-91AF-FDC766D8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1104A-6F6E-4024-BB4E-CDF40468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Learning agents improve behavior from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E0E13-2C98-4D14-87B8-074F16F6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CF784-977F-490E-85B5-88BFF710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E4772-CC21-492E-957B-B9142CC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CB3C8-5768-4182-88E9-66E0546D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976F7-6A3F-43BB-843E-6C4BE43A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E585C-6E40-4777-8F9E-427F5999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45/50</a:t>
            </a:r>
          </a:p>
        </p:txBody>
      </p:sp>
    </p:spTree>
    <p:extLst>
      <p:ext uri="{BB962C8B-B14F-4D97-AF65-F5344CB8AC3E}">
        <p14:creationId xmlns:p14="http://schemas.microsoft.com/office/powerpoint/2010/main" val="98365163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4F42B-C2EE-4ADA-8AB1-C3771BC8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031E1-DDA9-48FF-B27A-7BC20B21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What is AI?: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0EE79-7074-4748-8BEB-76BD952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064B1-D9E1-4A2E-A237-D6F3336C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A6358-AD9C-4BB6-AA9A-78ADC240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C211F-5F66-47CB-B941-40E513F5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B11EF-378C-491C-943E-95BCE1F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best taught here as rational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81B80-9534-45BB-A619-CE11C8C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acting humanly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7305E-F0B5-4158-9A9A-959F818D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thinking humanly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0325B-54CB-45F6-8720-8206532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thinking rationally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01863-101A-4665-8425-D915BD6D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acting rationally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0BF5B-FE40-4579-A96B-0C93152C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B8BA3-289A-4E6C-A3B2-7154172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46/50</a:t>
            </a:r>
          </a:p>
        </p:txBody>
      </p:sp>
    </p:spTree>
    <p:extLst>
      <p:ext uri="{BB962C8B-B14F-4D97-AF65-F5344CB8AC3E}">
        <p14:creationId xmlns:p14="http://schemas.microsoft.com/office/powerpoint/2010/main" val="4707562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6A7A6-1920-4CA4-80E1-E44C0181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4EBFF-1FF0-46F6-8E0F-92572454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1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A8530-DFB2-4C1D-ADE4-04FDEDD0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BCB11-473D-4B7A-83C3-17D6B36C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Introduction and Intelligent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D68E0-76ED-4969-9FAC-8AF6E582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What is AI?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1A403-7C0F-4529-89F2-FB880E15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Foundations of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6CD52-EE1B-4D4B-B36C-EA4FFD88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State of the 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710D8-C6D8-4C9B-8C2D-53B27B33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Agents and environments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7F601-E576-4206-B392-21E245FB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Rationality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2C432-802A-4492-96AD-C2C0304E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Task environments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44A1D-2E24-4129-9F44-8850432F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Environment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443CD-F175-4B0D-9E95-9C514F7C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Agent structures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BE90F-DE0D-4B7B-A837-BCE53CCD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91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Explain the module by connecting each outer idea back to the center.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89FAC-9405-4603-B129-888873D1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47/50</a:t>
            </a:r>
          </a:p>
        </p:txBody>
      </p:sp>
    </p:spTree>
    <p:extLst>
      <p:ext uri="{BB962C8B-B14F-4D97-AF65-F5344CB8AC3E}">
        <p14:creationId xmlns:p14="http://schemas.microsoft.com/office/powerpoint/2010/main" val="122778288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94904-3347-4766-AA4A-1BBB42A7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3629A-6A2E-450E-8F70-0B2EFE83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1 exam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A55A7-40DC-4740-BEDA-B6D4A425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EC4B6-9014-49FE-9A40-7257E32D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7ACE0-7517-495D-83FF-72F629F3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049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what is ai? with a neat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C2685-98F0-48D8-8B02-1A651D2E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002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5955C-73A0-4DCC-8066-C816A699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F3F6B-BAB7-40E3-9063-6A0FD00C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288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foundations of ai to a small example and state the takeaway.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CD92D-8A37-42BF-81C9-AEE35062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241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93F0A-AFEA-4E84-9A58-EA933FC4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70FF8-CAFC-4519-87D9-A9482ABF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state of the art with a neat diagram.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62679-D118-44DE-9F79-28E02D73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7E767-61CD-464D-BA7D-03F6C90E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02F8D-7FEF-4268-B36C-3CFC7FD8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agents and environments to a small example and state the takeaway.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2D4B9-4E50-4D89-8175-7E635C9A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C96F3-A90E-40D9-8E70-EF1D5F95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7144C-CB31-42E1-9620-285E296C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00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rationality with a neat diagram.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14A8B-589A-493E-AD82-293FA9A6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95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C3955-602E-48F2-8F4E-D57EE5F9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B846D-0965-49D6-AA20-7166D79E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24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task environments to a small example and state the takeaway.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8D7C7-4820-465F-9122-DC932444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19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928B8-19AA-4350-B5DA-80F39408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48/50</a:t>
            </a:r>
          </a:p>
        </p:txBody>
      </p:sp>
    </p:spTree>
    <p:extLst>
      <p:ext uri="{BB962C8B-B14F-4D97-AF65-F5344CB8AC3E}">
        <p14:creationId xmlns:p14="http://schemas.microsoft.com/office/powerpoint/2010/main" val="175374086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9A3D0-8610-487E-9F68-C95C9C5E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Introduction and Intelligent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FF338-3C54-479C-B1A6-623870BA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What is AI?: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49070-7CA0-449F-B3E2-D793245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A1527-2DC8-4296-8537-2A72CC4C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35AFD-CD8F-4E7B-93FD-4589D66C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AI is best taught here as rational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30DD1-69CE-4109-AF71-12E6FD4B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E0692-A95E-4A42-9684-CF564B6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AI is best taught here as rational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FF4CA-F927-481F-9748-2D208793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acting humanly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49568-74DA-442A-86B5-811EECF9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thinking humanly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137FC-752B-4489-99CC-94ADC86E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thinking rationally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E55E6-3543-4F27-94B2-10079348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acting rationally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54CA2-EE4E-4460-B5C0-B8B12574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622CA-64C3-4C92-A2B1-92D060D7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49/50</a:t>
            </a:r>
          </a:p>
        </p:txBody>
      </p:sp>
    </p:spTree>
    <p:extLst>
      <p:ext uri="{BB962C8B-B14F-4D97-AF65-F5344CB8AC3E}">
        <p14:creationId xmlns:p14="http://schemas.microsoft.com/office/powerpoint/2010/main" val="189675996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D8967-9319-4A58-902B-912AF2D0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EC9F1-B99B-452C-A515-2FD81838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1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3F6AC-D2CD-4529-9CDE-F5EAACF8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1E606-E59C-4EF8-A397-A502D630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Introduction and Intelligent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D8B0F-F31B-4D10-ADB5-E8A0E39A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What is AI?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CC3A6-8BCE-4CB2-B524-71A31599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Foundations of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3C9C3-8081-49EC-8D92-C42A5CE9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State of the 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94249-90B9-49AB-9BF5-797CEEE2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Agents and environments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6B3CA-E4AC-4A97-9B36-B4BDB898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Rationality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6C59F-AD72-4854-9921-B377D82E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Task environments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E951A-52E1-4418-A06F-B8911764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Environment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206C4-EE1F-4917-929D-C9B03365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Agent structures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77C51-9389-46BF-9534-DE77174E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91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Explain the module by connecting each outer idea back to the center.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7584B-BFA8-4E1C-9A2D-CF1FF801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1 • 50/50</a:t>
            </a:r>
          </a:p>
        </p:txBody>
      </p:sp>
    </p:spTree>
    <p:extLst>
      <p:ext uri="{BB962C8B-B14F-4D97-AF65-F5344CB8AC3E}">
        <p14:creationId xmlns:p14="http://schemas.microsoft.com/office/powerpoint/2010/main" val="446060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2026-08-18T11:20:18.4750000Z</dcterms:created>
  <dcterms:modified xsi:type="dcterms:W3CDTF">2026-08-18T11:20:18.4750000Z</dcterms:modified>
</coreProperties>
</file>