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608cabbd9044c7" /><Relationship Type="http://schemas.openxmlformats.org/officeDocument/2006/relationships/extended-properties" Target="/docProps/app.xml" Id="R005cf6e3f4bc488e" /><Relationship Type="http://schemas.openxmlformats.org/officeDocument/2006/relationships/officeDocument" Target="/ppt/presentation.xml" Id="R344cd6f02ea04c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3c09bfefb34579"/>
  </p:sldMasterIdLst>
  <p:notesMasterIdLst>
    <p:notesMasterId xmlns:r="http://schemas.openxmlformats.org/officeDocument/2006/relationships" r:id="Rdcfb532752f94a64"/>
  </p:notesMasterIdLst>
  <p:sldIdLst>
    <p:sldId xmlns:r="http://schemas.openxmlformats.org/officeDocument/2006/relationships" id="256" r:id="Re98643b980404a35"/>
    <p:sldId xmlns:r="http://schemas.openxmlformats.org/officeDocument/2006/relationships" id="257" r:id="R2a79b20b975549fb"/>
    <p:sldId xmlns:r="http://schemas.openxmlformats.org/officeDocument/2006/relationships" id="258" r:id="Rbcf8fbb9a2884151"/>
    <p:sldId xmlns:r="http://schemas.openxmlformats.org/officeDocument/2006/relationships" id="259" r:id="R7b0b8b7093644037"/>
    <p:sldId xmlns:r="http://schemas.openxmlformats.org/officeDocument/2006/relationships" id="260" r:id="Rccc8a0aeb64447d6"/>
    <p:sldId xmlns:r="http://schemas.openxmlformats.org/officeDocument/2006/relationships" id="261" r:id="R541b91e6aa8c4450"/>
    <p:sldId xmlns:r="http://schemas.openxmlformats.org/officeDocument/2006/relationships" id="262" r:id="Rc31637ef18e94eb6"/>
    <p:sldId xmlns:r="http://schemas.openxmlformats.org/officeDocument/2006/relationships" id="263" r:id="R44950c094a144144"/>
    <p:sldId xmlns:r="http://schemas.openxmlformats.org/officeDocument/2006/relationships" id="264" r:id="Rf5423eb35987461b"/>
    <p:sldId xmlns:r="http://schemas.openxmlformats.org/officeDocument/2006/relationships" id="265" r:id="R11becf2b1f014b8c"/>
    <p:sldId xmlns:r="http://schemas.openxmlformats.org/officeDocument/2006/relationships" id="266" r:id="Rf1a3047f312b44af"/>
    <p:sldId xmlns:r="http://schemas.openxmlformats.org/officeDocument/2006/relationships" id="267" r:id="R433e3ebdf2994d4d"/>
    <p:sldId xmlns:r="http://schemas.openxmlformats.org/officeDocument/2006/relationships" id="268" r:id="R73184e192fab42fc"/>
    <p:sldId xmlns:r="http://schemas.openxmlformats.org/officeDocument/2006/relationships" id="269" r:id="R867ca183464e402f"/>
    <p:sldId xmlns:r="http://schemas.openxmlformats.org/officeDocument/2006/relationships" id="270" r:id="R2f57f55c1bda4462"/>
    <p:sldId xmlns:r="http://schemas.openxmlformats.org/officeDocument/2006/relationships" id="271" r:id="R4ac67bcf538142f9"/>
    <p:sldId xmlns:r="http://schemas.openxmlformats.org/officeDocument/2006/relationships" id="272" r:id="R78029c59a7404d74"/>
    <p:sldId xmlns:r="http://schemas.openxmlformats.org/officeDocument/2006/relationships" id="273" r:id="R99be508f19f142c2"/>
    <p:sldId xmlns:r="http://schemas.openxmlformats.org/officeDocument/2006/relationships" id="274" r:id="Rfbd3fbb107654dc2"/>
    <p:sldId xmlns:r="http://schemas.openxmlformats.org/officeDocument/2006/relationships" id="275" r:id="R76c4fa4de6734254"/>
    <p:sldId xmlns:r="http://schemas.openxmlformats.org/officeDocument/2006/relationships" id="276" r:id="R0b205c0434bf4371"/>
    <p:sldId xmlns:r="http://schemas.openxmlformats.org/officeDocument/2006/relationships" id="277" r:id="Rfd61998948a64ffd"/>
    <p:sldId xmlns:r="http://schemas.openxmlformats.org/officeDocument/2006/relationships" id="278" r:id="R4e91db2410ed4e38"/>
    <p:sldId xmlns:r="http://schemas.openxmlformats.org/officeDocument/2006/relationships" id="279" r:id="Rb2b5e31634464e6a"/>
    <p:sldId xmlns:r="http://schemas.openxmlformats.org/officeDocument/2006/relationships" id="280" r:id="Rdb83bff608fc460f"/>
    <p:sldId xmlns:r="http://schemas.openxmlformats.org/officeDocument/2006/relationships" id="281" r:id="Rb8278ea2de8142cb"/>
    <p:sldId xmlns:r="http://schemas.openxmlformats.org/officeDocument/2006/relationships" id="282" r:id="Ra404d832107c4c28"/>
    <p:sldId xmlns:r="http://schemas.openxmlformats.org/officeDocument/2006/relationships" id="283" r:id="Radceaf2a5c2b499f"/>
    <p:sldId xmlns:r="http://schemas.openxmlformats.org/officeDocument/2006/relationships" id="284" r:id="R9d63387cfb0041e3"/>
    <p:sldId xmlns:r="http://schemas.openxmlformats.org/officeDocument/2006/relationships" id="285" r:id="Re78eeef485b7460d"/>
    <p:sldId xmlns:r="http://schemas.openxmlformats.org/officeDocument/2006/relationships" id="286" r:id="R60da49b4cf7f4258"/>
    <p:sldId xmlns:r="http://schemas.openxmlformats.org/officeDocument/2006/relationships" id="287" r:id="Rf9ba20fd764e4763"/>
    <p:sldId xmlns:r="http://schemas.openxmlformats.org/officeDocument/2006/relationships" id="288" r:id="Rd40ed15a11bd44bb"/>
    <p:sldId xmlns:r="http://schemas.openxmlformats.org/officeDocument/2006/relationships" id="289" r:id="R74da3470b34c431c"/>
    <p:sldId xmlns:r="http://schemas.openxmlformats.org/officeDocument/2006/relationships" id="290" r:id="Ref7e15adc4b74f7d"/>
    <p:sldId xmlns:r="http://schemas.openxmlformats.org/officeDocument/2006/relationships" id="291" r:id="R89dddbcf06e94518"/>
    <p:sldId xmlns:r="http://schemas.openxmlformats.org/officeDocument/2006/relationships" id="292" r:id="R6bfc379f97ae442e"/>
    <p:sldId xmlns:r="http://schemas.openxmlformats.org/officeDocument/2006/relationships" id="293" r:id="R8bb2c6e14881499f"/>
    <p:sldId xmlns:r="http://schemas.openxmlformats.org/officeDocument/2006/relationships" id="294" r:id="Rcb7c68c25eae47b1"/>
    <p:sldId xmlns:r="http://schemas.openxmlformats.org/officeDocument/2006/relationships" id="295" r:id="Rb283373855214daa"/>
    <p:sldId xmlns:r="http://schemas.openxmlformats.org/officeDocument/2006/relationships" id="296" r:id="Rc967b852dd334cf3"/>
    <p:sldId xmlns:r="http://schemas.openxmlformats.org/officeDocument/2006/relationships" id="297" r:id="R066c1faac0fa4295"/>
    <p:sldId xmlns:r="http://schemas.openxmlformats.org/officeDocument/2006/relationships" id="298" r:id="R7b9f6e7bf22749c7"/>
    <p:sldId xmlns:r="http://schemas.openxmlformats.org/officeDocument/2006/relationships" id="299" r:id="R2c1a300eaf8c4557"/>
    <p:sldId xmlns:r="http://schemas.openxmlformats.org/officeDocument/2006/relationships" id="300" r:id="R8dbdb5c232354187"/>
    <p:sldId xmlns:r="http://schemas.openxmlformats.org/officeDocument/2006/relationships" id="301" r:id="R83f579bc2f7d40d9"/>
    <p:sldId xmlns:r="http://schemas.openxmlformats.org/officeDocument/2006/relationships" id="302" r:id="R40adc3968c9444d2"/>
    <p:sldId xmlns:r="http://schemas.openxmlformats.org/officeDocument/2006/relationships" id="303" r:id="R13d5703bc1ba4d43"/>
    <p:sldId xmlns:r="http://schemas.openxmlformats.org/officeDocument/2006/relationships" id="304" r:id="Rfdd6dab09bfb4298"/>
    <p:sldId xmlns:r="http://schemas.openxmlformats.org/officeDocument/2006/relationships" id="305" r:id="R7db00a1650034418"/>
    <p:sldId xmlns:r="http://schemas.openxmlformats.org/officeDocument/2006/relationships" id="306" r:id="R284d9d57e4244d36"/>
    <p:sldId xmlns:r="http://schemas.openxmlformats.org/officeDocument/2006/relationships" id="307" r:id="R5198f655625949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8a6e604e314994" /><Relationship Type="http://schemas.openxmlformats.org/officeDocument/2006/relationships/slideMaster" Target="/ppt/slideMasters/slideMaster1.xml" Id="Rb43c09bfefb34579" /><Relationship Type="http://schemas.openxmlformats.org/officeDocument/2006/relationships/notesMaster" Target="/ppt/notesMasters/notesMaster1.xml" Id="Rdcfb532752f94a64" /><Relationship Type="http://schemas.openxmlformats.org/officeDocument/2006/relationships/presProps" Target="/ppt/presProps.xml" Id="R7a326840901e4a0e" /><Relationship Type="http://schemas.openxmlformats.org/officeDocument/2006/relationships/tableStyles" Target="/ppt/tableStyles.xml" Id="R5d9c04882f4b44e4" /><Relationship Type="http://schemas.openxmlformats.org/officeDocument/2006/relationships/slide" Target="/ppt/slides/slide1.xml" Id="Re98643b980404a35" /><Relationship Type="http://schemas.openxmlformats.org/officeDocument/2006/relationships/slide" Target="/ppt/slides/slide2.xml" Id="R2a79b20b975549fb" /><Relationship Type="http://schemas.openxmlformats.org/officeDocument/2006/relationships/slide" Target="/ppt/slides/slide3.xml" Id="Rbcf8fbb9a2884151" /><Relationship Type="http://schemas.openxmlformats.org/officeDocument/2006/relationships/slide" Target="/ppt/slides/slide4.xml" Id="R7b0b8b7093644037" /><Relationship Type="http://schemas.openxmlformats.org/officeDocument/2006/relationships/slide" Target="/ppt/slides/slide5.xml" Id="Rccc8a0aeb64447d6" /><Relationship Type="http://schemas.openxmlformats.org/officeDocument/2006/relationships/slide" Target="/ppt/slides/slide6.xml" Id="R541b91e6aa8c4450" /><Relationship Type="http://schemas.openxmlformats.org/officeDocument/2006/relationships/slide" Target="/ppt/slides/slide7.xml" Id="Rc31637ef18e94eb6" /><Relationship Type="http://schemas.openxmlformats.org/officeDocument/2006/relationships/slide" Target="/ppt/slides/slide8.xml" Id="R44950c094a144144" /><Relationship Type="http://schemas.openxmlformats.org/officeDocument/2006/relationships/slide" Target="/ppt/slides/slide9.xml" Id="Rf5423eb35987461b" /><Relationship Type="http://schemas.openxmlformats.org/officeDocument/2006/relationships/slide" Target="/ppt/slides/slide10.xml" Id="R11becf2b1f014b8c" /><Relationship Type="http://schemas.openxmlformats.org/officeDocument/2006/relationships/slide" Target="/ppt/slides/slide11.xml" Id="Rf1a3047f312b44af" /><Relationship Type="http://schemas.openxmlformats.org/officeDocument/2006/relationships/slide" Target="/ppt/slides/slide12.xml" Id="R433e3ebdf2994d4d" /><Relationship Type="http://schemas.openxmlformats.org/officeDocument/2006/relationships/slide" Target="/ppt/slides/slide13.xml" Id="R73184e192fab42fc" /><Relationship Type="http://schemas.openxmlformats.org/officeDocument/2006/relationships/slide" Target="/ppt/slides/slide14.xml" Id="R867ca183464e402f" /><Relationship Type="http://schemas.openxmlformats.org/officeDocument/2006/relationships/slide" Target="/ppt/slides/slide15.xml" Id="R2f57f55c1bda4462" /><Relationship Type="http://schemas.openxmlformats.org/officeDocument/2006/relationships/slide" Target="/ppt/slides/slide16.xml" Id="R4ac67bcf538142f9" /><Relationship Type="http://schemas.openxmlformats.org/officeDocument/2006/relationships/slide" Target="/ppt/slides/slide17.xml" Id="R78029c59a7404d74" /><Relationship Type="http://schemas.openxmlformats.org/officeDocument/2006/relationships/slide" Target="/ppt/slides/slide18.xml" Id="R99be508f19f142c2" /><Relationship Type="http://schemas.openxmlformats.org/officeDocument/2006/relationships/slide" Target="/ppt/slides/slide19.xml" Id="Rfbd3fbb107654dc2" /><Relationship Type="http://schemas.openxmlformats.org/officeDocument/2006/relationships/slide" Target="/ppt/slides/slide20.xml" Id="R76c4fa4de6734254" /><Relationship Type="http://schemas.openxmlformats.org/officeDocument/2006/relationships/slide" Target="/ppt/slides/slide21.xml" Id="R0b205c0434bf4371" /><Relationship Type="http://schemas.openxmlformats.org/officeDocument/2006/relationships/slide" Target="/ppt/slides/slide22.xml" Id="Rfd61998948a64ffd" /><Relationship Type="http://schemas.openxmlformats.org/officeDocument/2006/relationships/slide" Target="/ppt/slides/slide23.xml" Id="R4e91db2410ed4e38" /><Relationship Type="http://schemas.openxmlformats.org/officeDocument/2006/relationships/slide" Target="/ppt/slides/slide24.xml" Id="Rb2b5e31634464e6a" /><Relationship Type="http://schemas.openxmlformats.org/officeDocument/2006/relationships/slide" Target="/ppt/slides/slide25.xml" Id="Rdb83bff608fc460f" /><Relationship Type="http://schemas.openxmlformats.org/officeDocument/2006/relationships/slide" Target="/ppt/slides/slide26.xml" Id="Rb8278ea2de8142cb" /><Relationship Type="http://schemas.openxmlformats.org/officeDocument/2006/relationships/slide" Target="/ppt/slides/slide27.xml" Id="Ra404d832107c4c28" /><Relationship Type="http://schemas.openxmlformats.org/officeDocument/2006/relationships/slide" Target="/ppt/slides/slide28.xml" Id="Radceaf2a5c2b499f" /><Relationship Type="http://schemas.openxmlformats.org/officeDocument/2006/relationships/slide" Target="/ppt/slides/slide29.xml" Id="R9d63387cfb0041e3" /><Relationship Type="http://schemas.openxmlformats.org/officeDocument/2006/relationships/slide" Target="/ppt/slides/slide30.xml" Id="Re78eeef485b7460d" /><Relationship Type="http://schemas.openxmlformats.org/officeDocument/2006/relationships/slide" Target="/ppt/slides/slide31.xml" Id="R60da49b4cf7f4258" /><Relationship Type="http://schemas.openxmlformats.org/officeDocument/2006/relationships/slide" Target="/ppt/slides/slide32.xml" Id="Rf9ba20fd764e4763" /><Relationship Type="http://schemas.openxmlformats.org/officeDocument/2006/relationships/slide" Target="/ppt/slides/slide33.xml" Id="Rd40ed15a11bd44bb" /><Relationship Type="http://schemas.openxmlformats.org/officeDocument/2006/relationships/slide" Target="/ppt/slides/slide34.xml" Id="R74da3470b34c431c" /><Relationship Type="http://schemas.openxmlformats.org/officeDocument/2006/relationships/slide" Target="/ppt/slides/slide35.xml" Id="Ref7e15adc4b74f7d" /><Relationship Type="http://schemas.openxmlformats.org/officeDocument/2006/relationships/slide" Target="/ppt/slides/slide36.xml" Id="R89dddbcf06e94518" /><Relationship Type="http://schemas.openxmlformats.org/officeDocument/2006/relationships/slide" Target="/ppt/slides/slide37.xml" Id="R6bfc379f97ae442e" /><Relationship Type="http://schemas.openxmlformats.org/officeDocument/2006/relationships/slide" Target="/ppt/slides/slide38.xml" Id="R8bb2c6e14881499f" /><Relationship Type="http://schemas.openxmlformats.org/officeDocument/2006/relationships/slide" Target="/ppt/slides/slide39.xml" Id="Rcb7c68c25eae47b1" /><Relationship Type="http://schemas.openxmlformats.org/officeDocument/2006/relationships/slide" Target="/ppt/slides/slide40.xml" Id="Rb283373855214daa" /><Relationship Type="http://schemas.openxmlformats.org/officeDocument/2006/relationships/slide" Target="/ppt/slides/slide41.xml" Id="Rc967b852dd334cf3" /><Relationship Type="http://schemas.openxmlformats.org/officeDocument/2006/relationships/slide" Target="/ppt/slides/slide42.xml" Id="R066c1faac0fa4295" /><Relationship Type="http://schemas.openxmlformats.org/officeDocument/2006/relationships/slide" Target="/ppt/slides/slide43.xml" Id="R7b9f6e7bf22749c7" /><Relationship Type="http://schemas.openxmlformats.org/officeDocument/2006/relationships/slide" Target="/ppt/slides/slide44.xml" Id="R2c1a300eaf8c4557" /><Relationship Type="http://schemas.openxmlformats.org/officeDocument/2006/relationships/slide" Target="/ppt/slides/slide45.xml" Id="R8dbdb5c232354187" /><Relationship Type="http://schemas.openxmlformats.org/officeDocument/2006/relationships/slide" Target="/ppt/slides/slide46.xml" Id="R83f579bc2f7d40d9" /><Relationship Type="http://schemas.openxmlformats.org/officeDocument/2006/relationships/slide" Target="/ppt/slides/slide47.xml" Id="R40adc3968c9444d2" /><Relationship Type="http://schemas.openxmlformats.org/officeDocument/2006/relationships/slide" Target="/ppt/slides/slide48.xml" Id="R13d5703bc1ba4d43" /><Relationship Type="http://schemas.openxmlformats.org/officeDocument/2006/relationships/slide" Target="/ppt/slides/slide49.xml" Id="Rfdd6dab09bfb4298" /><Relationship Type="http://schemas.openxmlformats.org/officeDocument/2006/relationships/slide" Target="/ppt/slides/slide50.xml" Id="R7db00a1650034418" /><Relationship Type="http://schemas.openxmlformats.org/officeDocument/2006/relationships/slide" Target="/ppt/slides/slide51.xml" Id="R284d9d57e4244d36" /><Relationship Type="http://schemas.openxmlformats.org/officeDocument/2006/relationships/slide" Target="/ppt/slides/slide52.xml" Id="R5198f655625949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f09a2b31b14c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695df1230d4916" /><Relationship Type="http://schemas.openxmlformats.org/officeDocument/2006/relationships/notesMaster" Target="/ppt/notesMasters/notesMaster1.xml" Id="R1a90536552cc45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75f8e37d0e4f0a" /><Relationship Type="http://schemas.openxmlformats.org/officeDocument/2006/relationships/notesMaster" Target="/ppt/notesMasters/notesMaster1.xml" Id="R3c0a49dcfa0a42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4763423e6a4b10" /><Relationship Type="http://schemas.openxmlformats.org/officeDocument/2006/relationships/notesMaster" Target="/ppt/notesMasters/notesMaster1.xml" Id="Rc2ff6aae11584c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aa3d1bd4524792" /><Relationship Type="http://schemas.openxmlformats.org/officeDocument/2006/relationships/notesMaster" Target="/ppt/notesMasters/notesMaster1.xml" Id="R96c09961bf67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fabc40e9f24641" /><Relationship Type="http://schemas.openxmlformats.org/officeDocument/2006/relationships/notesMaster" Target="/ppt/notesMasters/notesMaster1.xml" Id="Rc0b4ee15220f48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60db2add584272" /><Relationship Type="http://schemas.openxmlformats.org/officeDocument/2006/relationships/notesMaster" Target="/ppt/notesMasters/notesMaster1.xml" Id="R44097a7c14314b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062336c84e4746" /><Relationship Type="http://schemas.openxmlformats.org/officeDocument/2006/relationships/notesMaster" Target="/ppt/notesMasters/notesMaster1.xml" Id="R9b7202efdfa542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37a15657b84ad4" /><Relationship Type="http://schemas.openxmlformats.org/officeDocument/2006/relationships/notesMaster" Target="/ppt/notesMasters/notesMaster1.xml" Id="R0caf5e335fda47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e0e1c659a44963" /><Relationship Type="http://schemas.openxmlformats.org/officeDocument/2006/relationships/notesMaster" Target="/ppt/notesMasters/notesMaster1.xml" Id="Re587f03291f84b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1913dd68804eca" /><Relationship Type="http://schemas.openxmlformats.org/officeDocument/2006/relationships/notesMaster" Target="/ppt/notesMasters/notesMaster1.xml" Id="R9971c91bb00b4b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38d99a090b4806" /><Relationship Type="http://schemas.openxmlformats.org/officeDocument/2006/relationships/notesMaster" Target="/ppt/notesMasters/notesMaster1.xml" Id="Rebaa7ed177e04d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0865157e964cd1" /><Relationship Type="http://schemas.openxmlformats.org/officeDocument/2006/relationships/notesMaster" Target="/ppt/notesMasters/notesMaster1.xml" Id="Rde5cbbea74af42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662869bab8465a" /><Relationship Type="http://schemas.openxmlformats.org/officeDocument/2006/relationships/notesMaster" Target="/ppt/notesMasters/notesMaster1.xml" Id="Rf70fe167c5ab43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e493addd6c4367" /><Relationship Type="http://schemas.openxmlformats.org/officeDocument/2006/relationships/notesMaster" Target="/ppt/notesMasters/notesMaster1.xml" Id="R9274528a0eb949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6bdfb3c666f4ca2" /><Relationship Type="http://schemas.openxmlformats.org/officeDocument/2006/relationships/notesMaster" Target="/ppt/notesMasters/notesMaster1.xml" Id="R838ccd355a494a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4f4ac61e454fd7" /><Relationship Type="http://schemas.openxmlformats.org/officeDocument/2006/relationships/notesMaster" Target="/ppt/notesMasters/notesMaster1.xml" Id="R5447fa62f9044c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45593b7f5a47be" /><Relationship Type="http://schemas.openxmlformats.org/officeDocument/2006/relationships/notesMaster" Target="/ppt/notesMasters/notesMaster1.xml" Id="Rd06a1e3de3b14f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304d97fcda435d" /><Relationship Type="http://schemas.openxmlformats.org/officeDocument/2006/relationships/notesMaster" Target="/ppt/notesMasters/notesMaster1.xml" Id="R1563b1bee7b142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889e97fe32545e4" /><Relationship Type="http://schemas.openxmlformats.org/officeDocument/2006/relationships/notesMaster" Target="/ppt/notesMasters/notesMaster1.xml" Id="Rc1d5ec75f26343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7438b13ad242bf" /><Relationship Type="http://schemas.openxmlformats.org/officeDocument/2006/relationships/notesMaster" Target="/ppt/notesMasters/notesMaster1.xml" Id="Ra65cfceb3a1d454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c8756e4e054e0b" /><Relationship Type="http://schemas.openxmlformats.org/officeDocument/2006/relationships/notesMaster" Target="/ppt/notesMasters/notesMaster1.xml" Id="R7da513be377943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972506d95de48ab" /><Relationship Type="http://schemas.openxmlformats.org/officeDocument/2006/relationships/notesMaster" Target="/ppt/notesMasters/notesMaster1.xml" Id="R325fa94e13954aa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c4745d2cd14d9e" /><Relationship Type="http://schemas.openxmlformats.org/officeDocument/2006/relationships/notesMaster" Target="/ppt/notesMasters/notesMaster1.xml" Id="Rf90323e253e24a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07f06e63ce642f5" /><Relationship Type="http://schemas.openxmlformats.org/officeDocument/2006/relationships/notesMaster" Target="/ppt/notesMasters/notesMaster1.xml" Id="Re60ec81afe134b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097ef1856834fc1" /><Relationship Type="http://schemas.openxmlformats.org/officeDocument/2006/relationships/notesMaster" Target="/ppt/notesMasters/notesMaster1.xml" Id="R8f16ed5aa0384f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5a39535137547bb" /><Relationship Type="http://schemas.openxmlformats.org/officeDocument/2006/relationships/notesMaster" Target="/ppt/notesMasters/notesMaster1.xml" Id="R07741cf6ec8b487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49e896d4db4953" /><Relationship Type="http://schemas.openxmlformats.org/officeDocument/2006/relationships/notesMaster" Target="/ppt/notesMasters/notesMaster1.xml" Id="R8e06ab1ef31540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bc23c8482d846ad" /><Relationship Type="http://schemas.openxmlformats.org/officeDocument/2006/relationships/notesMaster" Target="/ppt/notesMasters/notesMaster1.xml" Id="R55fe2fef819845d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153ae96d3941a3" /><Relationship Type="http://schemas.openxmlformats.org/officeDocument/2006/relationships/notesMaster" Target="/ppt/notesMasters/notesMaster1.xml" Id="R596c64691f47409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3f7dc53d0ee4e07" /><Relationship Type="http://schemas.openxmlformats.org/officeDocument/2006/relationships/notesMaster" Target="/ppt/notesMasters/notesMaster1.xml" Id="Rb466fd2f272243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f39e03b98e346b9" /><Relationship Type="http://schemas.openxmlformats.org/officeDocument/2006/relationships/notesMaster" Target="/ppt/notesMasters/notesMaster1.xml" Id="Rcaf2f0658c8c44d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cb2dd6069074871" /><Relationship Type="http://schemas.openxmlformats.org/officeDocument/2006/relationships/notesMaster" Target="/ppt/notesMasters/notesMaster1.xml" Id="Rbb34c1156a7b452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b6b96ed05e249e1" /><Relationship Type="http://schemas.openxmlformats.org/officeDocument/2006/relationships/notesMaster" Target="/ppt/notesMasters/notesMaster1.xml" Id="R4683cb409fa7416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a6752862b6d4cdc" /><Relationship Type="http://schemas.openxmlformats.org/officeDocument/2006/relationships/notesMaster" Target="/ppt/notesMasters/notesMaster1.xml" Id="R50c194c9e6db48e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1df5acf9ea84c55" /><Relationship Type="http://schemas.openxmlformats.org/officeDocument/2006/relationships/notesMaster" Target="/ppt/notesMasters/notesMaster1.xml" Id="R61b1e83401be47c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8fcc4bf23bc4453" /><Relationship Type="http://schemas.openxmlformats.org/officeDocument/2006/relationships/notesMaster" Target="/ppt/notesMasters/notesMaster1.xml" Id="R0f3adf6d4ace432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b57df798664f3c" /><Relationship Type="http://schemas.openxmlformats.org/officeDocument/2006/relationships/notesMaster" Target="/ppt/notesMasters/notesMaster1.xml" Id="R66c85c5a3fba418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a51c15f46804602" /><Relationship Type="http://schemas.openxmlformats.org/officeDocument/2006/relationships/notesMaster" Target="/ppt/notesMasters/notesMaster1.xml" Id="R17bd1c254a324f9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01a74b2eefb4f70" /><Relationship Type="http://schemas.openxmlformats.org/officeDocument/2006/relationships/notesMaster" Target="/ppt/notesMasters/notesMaster1.xml" Id="Re1f61961d46f4cd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37332d56fc449ba" /><Relationship Type="http://schemas.openxmlformats.org/officeDocument/2006/relationships/notesMaster" Target="/ppt/notesMasters/notesMaster1.xml" Id="R874d8282e2894a5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4616731bb3a41e6" /><Relationship Type="http://schemas.openxmlformats.org/officeDocument/2006/relationships/notesMaster" Target="/ppt/notesMasters/notesMaster1.xml" Id="Rcf770a3fba5d489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47c15e87f89412b" /><Relationship Type="http://schemas.openxmlformats.org/officeDocument/2006/relationships/notesMaster" Target="/ppt/notesMasters/notesMaster1.xml" Id="Rd3219ee843dd42a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ff24478b8654839" /><Relationship Type="http://schemas.openxmlformats.org/officeDocument/2006/relationships/notesMaster" Target="/ppt/notesMasters/notesMaster1.xml" Id="R06b6de6c55294e1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4522b96d982452c" /><Relationship Type="http://schemas.openxmlformats.org/officeDocument/2006/relationships/notesMaster" Target="/ppt/notesMasters/notesMaster1.xml" Id="R52befcf9d5f6450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278a4aaceea4126" /><Relationship Type="http://schemas.openxmlformats.org/officeDocument/2006/relationships/notesMaster" Target="/ppt/notesMasters/notesMaster1.xml" Id="Rfe53149ce893405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bf3fe98c588407c" /><Relationship Type="http://schemas.openxmlformats.org/officeDocument/2006/relationships/notesMaster" Target="/ppt/notesMasters/notesMaster1.xml" Id="R1dd742dac8f44d6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362491ee148440e" /><Relationship Type="http://schemas.openxmlformats.org/officeDocument/2006/relationships/notesMaster" Target="/ppt/notesMasters/notesMaster1.xml" Id="R4d85f192ecd04a1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7a3ba7a80004309" /><Relationship Type="http://schemas.openxmlformats.org/officeDocument/2006/relationships/notesMaster" Target="/ppt/notesMasters/notesMaster1.xml" Id="R6d27cd9c5c444f0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fb2bef6a8c44a13" /><Relationship Type="http://schemas.openxmlformats.org/officeDocument/2006/relationships/notesMaster" Target="/ppt/notesMasters/notesMaster1.xml" Id="Rcd4909e4c0224b3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d33df4f2fa7453e" /><Relationship Type="http://schemas.openxmlformats.org/officeDocument/2006/relationships/notesMaster" Target="/ppt/notesMasters/notesMaster1.xml" Id="Re00df1e1c9294b92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6fd6088484f4498" /><Relationship Type="http://schemas.openxmlformats.org/officeDocument/2006/relationships/notesMaster" Target="/ppt/notesMasters/notesMaster1.xml" Id="R68d9769f87a042b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297b80f95af846dd" /><Relationship Type="http://schemas.openxmlformats.org/officeDocument/2006/relationships/notesMaster" Target="/ppt/notesMasters/notesMaster1.xml" Id="R8f10ce8b31fe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the module reset. Reveal syllabus bullets one by one and connect them to the right-side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roadmap by row. Pause after each syllabus cluster and state how it will be examined.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audit slide only if students or reviewers need syllabus mapping. Otherwise keep it as backup.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at a time. For each, ask students to first identify keywords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slide in this order: definition or claim, left-side points, visual sequence, takeaway. Use only explanatory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branches around the center. Ask students to supply one example for each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VTU official syllabus PDF, BCS515B Artificial Intelligence section: https://vtu.ac.in/pdf/2022_3to8/3csesyll.pdf</a:t>
            </a:r>
          </a:p>
          <a:p xmlns:a="http://schemas.openxmlformats.org/drawingml/2006/main">
            <a:r>
              <a:t>- Local module material: BCS515B-module-4-pdf.pdf</a:t>
            </a:r>
          </a:p>
          <a:p xmlns:a="http://schemas.openxmlformats.org/drawingml/2006/main">
            <a:r>
              <a:t>- Local prescribed textbook extract: BCS515B-module-4-textbook.pdf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8ce1e9af54d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c2e44058cc48bc" /><Relationship Type="http://schemas.openxmlformats.org/officeDocument/2006/relationships/slideLayout" Target="/ppt/slideLayouts/slideLayout1.xml" Id="R5b6199eaac2441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6199eaac2441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d073516d34883" /><Relationship Type="http://schemas.openxmlformats.org/officeDocument/2006/relationships/notesSlide" Target="/ppt/notesSlides/notesSlide1.xml" Id="R5039f57be0844d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b99873f924da6" /><Relationship Type="http://schemas.openxmlformats.org/officeDocument/2006/relationships/notesSlide" Target="/ppt/notesSlides/notesSlide2.xml" Id="R84b28543e38541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69b0bf5db431d" /><Relationship Type="http://schemas.openxmlformats.org/officeDocument/2006/relationships/notesSlide" Target="/ppt/notesSlides/notesSlide3.xml" Id="R40cb7f45b0cd4f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3053df54e43db" /><Relationship Type="http://schemas.openxmlformats.org/officeDocument/2006/relationships/notesSlide" Target="/ppt/notesSlides/notesSlide4.xml" Id="R4b8c225038364b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451ccc7224fd5" /><Relationship Type="http://schemas.openxmlformats.org/officeDocument/2006/relationships/notesSlide" Target="/ppt/notesSlides/notesSlide5.xml" Id="Rabdad17b23a846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90edc428a44b3" /><Relationship Type="http://schemas.openxmlformats.org/officeDocument/2006/relationships/notesSlide" Target="/ppt/notesSlides/notesSlide6.xml" Id="R0711c29d807b47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d2edd17a24a48" /><Relationship Type="http://schemas.openxmlformats.org/officeDocument/2006/relationships/notesSlide" Target="/ppt/notesSlides/notesSlide7.xml" Id="Rb17da1b7c8a04e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61489de9f4221" /><Relationship Type="http://schemas.openxmlformats.org/officeDocument/2006/relationships/notesSlide" Target="/ppt/notesSlides/notesSlide8.xml" Id="R6df7f75c53bd4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2581e47fc496c" /><Relationship Type="http://schemas.openxmlformats.org/officeDocument/2006/relationships/notesSlide" Target="/ppt/notesSlides/notesSlide9.xml" Id="Rc643b1591ef042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135c93f1941e2" /><Relationship Type="http://schemas.openxmlformats.org/officeDocument/2006/relationships/notesSlide" Target="/ppt/notesSlides/notesSlide10.xml" Id="R43385c9390de49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55821e7d34133" /><Relationship Type="http://schemas.openxmlformats.org/officeDocument/2006/relationships/notesSlide" Target="/ppt/notesSlides/notesSlide11.xml" Id="R62bc1d51d0e648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6237adee948a9" /><Relationship Type="http://schemas.openxmlformats.org/officeDocument/2006/relationships/notesSlide" Target="/ppt/notesSlides/notesSlide12.xml" Id="Ref1387d525fb43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ecd34f34b4e40" /><Relationship Type="http://schemas.openxmlformats.org/officeDocument/2006/relationships/notesSlide" Target="/ppt/notesSlides/notesSlide13.xml" Id="R25052a17030849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0ab52601e445d" /><Relationship Type="http://schemas.openxmlformats.org/officeDocument/2006/relationships/notesSlide" Target="/ppt/notesSlides/notesSlide14.xml" Id="R51b06e2983ef42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bb90a6ddc4e2e" /><Relationship Type="http://schemas.openxmlformats.org/officeDocument/2006/relationships/notesSlide" Target="/ppt/notesSlides/notesSlide15.xml" Id="R6dea73afd79a44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ae96f66c84739" /><Relationship Type="http://schemas.openxmlformats.org/officeDocument/2006/relationships/notesSlide" Target="/ppt/notesSlides/notesSlide16.xml" Id="R80d7e8bd709249d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4ed10ec1848af" /><Relationship Type="http://schemas.openxmlformats.org/officeDocument/2006/relationships/notesSlide" Target="/ppt/notesSlides/notesSlide17.xml" Id="R59a2581c30804a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f1c8708314647" /><Relationship Type="http://schemas.openxmlformats.org/officeDocument/2006/relationships/notesSlide" Target="/ppt/notesSlides/notesSlide18.xml" Id="Rdc0af89f4cac47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d123ae0e94290" /><Relationship Type="http://schemas.openxmlformats.org/officeDocument/2006/relationships/notesSlide" Target="/ppt/notesSlides/notesSlide19.xml" Id="R2e2c23f45cb54a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798eed54e4266" /><Relationship Type="http://schemas.openxmlformats.org/officeDocument/2006/relationships/notesSlide" Target="/ppt/notesSlides/notesSlide20.xml" Id="R356ca43fce6747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a0d2e15a549c6" /><Relationship Type="http://schemas.openxmlformats.org/officeDocument/2006/relationships/notesSlide" Target="/ppt/notesSlides/notesSlide21.xml" Id="Rb64b938aca9046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24a416de44c1f" /><Relationship Type="http://schemas.openxmlformats.org/officeDocument/2006/relationships/notesSlide" Target="/ppt/notesSlides/notesSlide22.xml" Id="R68fd99fd3f4c4d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d0465e0ae4ef3" /><Relationship Type="http://schemas.openxmlformats.org/officeDocument/2006/relationships/notesSlide" Target="/ppt/notesSlides/notesSlide23.xml" Id="R0106fc5e03b946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f82ea1caf4b8e" /><Relationship Type="http://schemas.openxmlformats.org/officeDocument/2006/relationships/notesSlide" Target="/ppt/notesSlides/notesSlide24.xml" Id="Rb357138427a840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3816a9f574165" /><Relationship Type="http://schemas.openxmlformats.org/officeDocument/2006/relationships/notesSlide" Target="/ppt/notesSlides/notesSlide25.xml" Id="R92a86c60733a46b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5955b8d944844" /><Relationship Type="http://schemas.openxmlformats.org/officeDocument/2006/relationships/notesSlide" Target="/ppt/notesSlides/notesSlide26.xml" Id="R1f19e4c902f84ed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1a1e0eba34367" /><Relationship Type="http://schemas.openxmlformats.org/officeDocument/2006/relationships/notesSlide" Target="/ppt/notesSlides/notesSlide27.xml" Id="Rb58f444846c847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34bf8960548ee" /><Relationship Type="http://schemas.openxmlformats.org/officeDocument/2006/relationships/notesSlide" Target="/ppt/notesSlides/notesSlide28.xml" Id="Rc75fada6064b481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5460d5bc248e4" /><Relationship Type="http://schemas.openxmlformats.org/officeDocument/2006/relationships/notesSlide" Target="/ppt/notesSlides/notesSlide29.xml" Id="R87f4ad5705a744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cb85070f4b6e" /><Relationship Type="http://schemas.openxmlformats.org/officeDocument/2006/relationships/notesSlide" Target="/ppt/notesSlides/notesSlide30.xml" Id="R4dca04b5ad50459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041546d1c4eaa" /><Relationship Type="http://schemas.openxmlformats.org/officeDocument/2006/relationships/notesSlide" Target="/ppt/notesSlides/notesSlide31.xml" Id="R685f9d0fda96462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7477123494d9c" /><Relationship Type="http://schemas.openxmlformats.org/officeDocument/2006/relationships/notesSlide" Target="/ppt/notesSlides/notesSlide32.xml" Id="R5f243d57f13642a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e680722c444df" /><Relationship Type="http://schemas.openxmlformats.org/officeDocument/2006/relationships/notesSlide" Target="/ppt/notesSlides/notesSlide33.xml" Id="R27dea1bafebc42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d0110df8b40fe" /><Relationship Type="http://schemas.openxmlformats.org/officeDocument/2006/relationships/notesSlide" Target="/ppt/notesSlides/notesSlide34.xml" Id="R31b17402b288491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bcc5bc01e485e" /><Relationship Type="http://schemas.openxmlformats.org/officeDocument/2006/relationships/notesSlide" Target="/ppt/notesSlides/notesSlide35.xml" Id="R97b8be01c16e490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cb5f43c524de9" /><Relationship Type="http://schemas.openxmlformats.org/officeDocument/2006/relationships/notesSlide" Target="/ppt/notesSlides/notesSlide36.xml" Id="R6b50864441184a4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ee86f887c454a" /><Relationship Type="http://schemas.openxmlformats.org/officeDocument/2006/relationships/notesSlide" Target="/ppt/notesSlides/notesSlide37.xml" Id="R11f5bb64686e4ca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ff9918af7432b" /><Relationship Type="http://schemas.openxmlformats.org/officeDocument/2006/relationships/notesSlide" Target="/ppt/notesSlides/notesSlide38.xml" Id="R5c6a50c9a9d542f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f6a3ae3f8477e" /><Relationship Type="http://schemas.openxmlformats.org/officeDocument/2006/relationships/notesSlide" Target="/ppt/notesSlides/notesSlide39.xml" Id="R35008e03657a470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81559e37c47e5" /><Relationship Type="http://schemas.openxmlformats.org/officeDocument/2006/relationships/notesSlide" Target="/ppt/notesSlides/notesSlide40.xml" Id="Rd7cc086bfa054dd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85754579b490f" /><Relationship Type="http://schemas.openxmlformats.org/officeDocument/2006/relationships/notesSlide" Target="/ppt/notesSlides/notesSlide41.xml" Id="R0f66e23f6f274b0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c8990f4464ad6" /><Relationship Type="http://schemas.openxmlformats.org/officeDocument/2006/relationships/notesSlide" Target="/ppt/notesSlides/notesSlide42.xml" Id="R35e7b88070f94f2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ed443c5ad48d3" /><Relationship Type="http://schemas.openxmlformats.org/officeDocument/2006/relationships/notesSlide" Target="/ppt/notesSlides/notesSlide43.xml" Id="Ra52e724f7e3b470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21c1bc91f4401" /><Relationship Type="http://schemas.openxmlformats.org/officeDocument/2006/relationships/notesSlide" Target="/ppt/notesSlides/notesSlide44.xml" Id="R1377b841f38e4b0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e6fe1389e4a83" /><Relationship Type="http://schemas.openxmlformats.org/officeDocument/2006/relationships/notesSlide" Target="/ppt/notesSlides/notesSlide45.xml" Id="R12cc37acb316445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fe69a32f54955" /><Relationship Type="http://schemas.openxmlformats.org/officeDocument/2006/relationships/notesSlide" Target="/ppt/notesSlides/notesSlide46.xml" Id="R7b80361139e14f3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2ba2e70f5434f" /><Relationship Type="http://schemas.openxmlformats.org/officeDocument/2006/relationships/notesSlide" Target="/ppt/notesSlides/notesSlide47.xml" Id="R14b608cca9564e9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714889b164fc0" /><Relationship Type="http://schemas.openxmlformats.org/officeDocument/2006/relationships/notesSlide" Target="/ppt/notesSlides/notesSlide48.xml" Id="R196f6ed30f4143e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83a1cc26b4e00" /><Relationship Type="http://schemas.openxmlformats.org/officeDocument/2006/relationships/notesSlide" Target="/ppt/notesSlides/notesSlide49.xml" Id="Rc616eb092c804d9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c056fcb8a4c58" /><Relationship Type="http://schemas.openxmlformats.org/officeDocument/2006/relationships/notesSlide" Target="/ppt/notesSlides/notesSlide50.xml" Id="R3e2345cdb67f407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8995fcf9d4d3a" /><Relationship Type="http://schemas.openxmlformats.org/officeDocument/2006/relationships/notesSlide" Target="/ppt/notesSlides/notesSlide51.xml" Id="R9e678e0e256a40d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c48d478d9496a" /><Relationship Type="http://schemas.openxmlformats.org/officeDocument/2006/relationships/notesSlide" Target="/ppt/notesSlides/notesSlide52.xml" Id="Rc5d5d164250549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20907-4F83-4C49-9566-9305695A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37937-2032-46D1-B4A3-79E2881C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A"/>
                </a:solidFill>
              </a:defRPr>
            </a:pPr>
            <a:r>
              <a:rPr sz="3150" b="1">
                <a:solidFill>
                  <a:srgbClr val="0B1F3A"/>
                </a:solidFill>
              </a:rPr>
              <a:t>First-Order Logic and Forward Inference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F761F-FEE9-4C40-8CC5-EF7BAD19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Representation revisited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Syntax and semantics of first-order logic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Using first-order logic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Knowledge engineering in FOL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Propositional versus first-order inference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Unification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Forward chaining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04F86-BB68-498B-A330-2FCF46A6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Representation revisited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43C9B-33AC-47D7-8703-E0FE77FA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Syntax and semantics of first-order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A3C3A-3B9C-4974-A600-B3A86605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Using first-order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A48AE-BD1B-43D0-A6B2-82085E97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Knowledge engineering in FOL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0D7A8-3981-4B48-AB7D-B99BE8C5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76287-93D6-4074-945B-C3B603CC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01/50</a:t>
            </a:r>
          </a:p>
        </p:txBody>
      </p:sp>
    </p:spTree>
    <p:extLst>
      <p:ext uri="{BB962C8B-B14F-4D97-AF65-F5344CB8AC3E}">
        <p14:creationId xmlns:p14="http://schemas.microsoft.com/office/powerpoint/2010/main" val="12370322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8B67D-A9FC-489C-AE90-D3796DA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VTU syllabus cross-check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AFAF7-7C8D-4DFA-8F6D-2534726B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Roadmap for Module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3B294-2C07-46FB-A1D1-5D361677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A6379-5295-4E32-9B6D-000AB696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1. Representation revisited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576DE-2770-4B16-BEE3-2D2B5C16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2. FOL syntax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66D2C-6B4A-40FA-A7FF-FC77EEA3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3. Quantifiers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7D38A-8DA7-444B-98C5-09B75B46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4. FOL semantics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CAA8D-2A8E-496E-AE46-83302DFD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5. Using FOL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69615-7D8D-44B3-969B-D344EF16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6. Knowledge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D950F-8C9B-448F-A8E2-97BCC65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7. Propositional vs FOL 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49A56-7D06-4114-B32B-75FB5DD1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8. Unification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C7C94-4461-4AB9-BC7F-F5C4F95A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9. Forward chaining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37B85-7292-4C3E-A466-58C6B1C7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Every VTU topic is expanded as definition → intuition → workflow → example →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A712E-37B2-4011-98E9-17FBFDC9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02/50</a:t>
            </a:r>
          </a:p>
        </p:txBody>
      </p:sp>
    </p:spTree>
    <p:extLst>
      <p:ext uri="{BB962C8B-B14F-4D97-AF65-F5344CB8AC3E}">
        <p14:creationId xmlns:p14="http://schemas.microsoft.com/office/powerpoint/2010/main" val="2021194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36253-0C9A-417B-B950-27C4F0DE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9017A-A9AB-4153-AE16-1319FDB7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4 VTU coverage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59B30-4074-48FB-A3D9-9D9FBBFC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4A482-8DA7-41D9-B5D9-C4B20286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923F3-E6DD-4A3A-9C57-7E2D892C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Local source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43006-D02A-4319-9F0B-37AD2580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66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86D65-357D-4749-8790-ECEEFD02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Action in this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577F0-47B9-4B27-98B1-C7656296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Representation revisited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2904A-7316-4CB7-A649-3D4E1E74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67745-8126-425F-83BE-53B37215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1F1DD-878C-4671-9565-DF9C858E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9DA0D-9E6B-4761-9DE4-5205C77E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Syntax and semantics of first-order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A13FB-8C93-4E5F-B2C9-1F9C21F0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932C6-0AF7-415C-84D1-E4DFD8B1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2AB75-FA95-48C3-B4EF-FB860F55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4ABA4-ADF4-42F2-A560-1E6EC2EE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Using first-order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A689B-334B-459D-8E32-72DA9300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FD362-AAA3-430B-89A4-FAD61D5C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AEE86-C224-4B22-BD32-795ACC8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1D7DF-5CE5-4E10-904A-38FF97FA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Knowledge engineering in FOL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950AE-C315-4470-8AF2-81D77C8C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36FCA-7C8E-41B1-B1A3-B9D9712F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04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FB887-A158-422C-A0CA-C239E8CD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04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24871-CD71-4F2F-A174-15E50A3E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Propositional versus first-order inference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082CB-96F6-4C29-9128-806D6FE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56AFB-0F44-4E7B-89B9-46762257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4A068-B723-4993-875A-91304F63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910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33806-51BF-4423-9AC2-51F58DFD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BD3B75-D876-43E0-8F18-4AF59D48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815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9EC82-EF54-4D59-BD29-49778414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8155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6B08F8-939D-4F97-8B1C-6D3F266B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57546-9FF8-413C-9352-705450C6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2952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F3A"/>
                </a:solidFill>
              </a:defRPr>
            </a:pPr>
            <a:r>
              <a:rPr sz="975" b="0">
                <a:solidFill>
                  <a:srgbClr val="0B1F3A"/>
                </a:solidFill>
              </a:rPr>
              <a:t>Forward chaining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16CE1-037F-4E07-9896-B68E26C0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Module PDF + textbook extract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D168B9-D457-4B83-95D6-65E8B27C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72100"/>
            <a:ext cx="95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1F3A"/>
                </a:solidFill>
              </a:defRPr>
            </a:pPr>
            <a:r>
              <a:rPr sz="900" b="1">
                <a:solidFill>
                  <a:srgbClr val="0B1F3A"/>
                </a:solidFill>
              </a:rPr>
              <a:t>COVERED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A52383-5669-4066-A2B3-DA53C1F6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72100"/>
            <a:ext cx="304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B1F3A"/>
                </a:solidFill>
              </a:defRPr>
            </a:pPr>
            <a:r>
              <a:rPr sz="900" b="0">
                <a:solidFill>
                  <a:srgbClr val="0B1F3A"/>
                </a:solidFill>
              </a:rPr>
              <a:t>Expanded into teaching slides and examples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E6A2B3-FD40-454E-9E08-B8C32B69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03/50</a:t>
            </a:r>
          </a:p>
        </p:txBody>
      </p:sp>
    </p:spTree>
    <p:extLst>
      <p:ext uri="{BB962C8B-B14F-4D97-AF65-F5344CB8AC3E}">
        <p14:creationId xmlns:p14="http://schemas.microsoft.com/office/powerpoint/2010/main" val="989664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AE6A2-F141-4390-9A2A-F5846AE3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2EA51-D0DF-4F1D-81B3-D896670E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Representation revisited: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DD4B6-EBAF-4FF1-B445-58ADA083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9BCC0-45A9-47C2-BBAC-054C225B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FOL represents structured worlds more compactly than propositional logic.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D41A1-19AC-4781-AA9F-6E5DBFFD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objects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properties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relations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general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4063E-608B-4C86-BA73-547981B5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5667F-15E8-4D87-BA79-60BE2C3F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Variables make general knowledge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62052-059D-4205-A362-BC73A282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B9E91-2F4C-4AD3-A0B8-B8EE6B41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64D51-321C-4DBB-88C1-4B5E74DE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relations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C39EF-0CA6-41D5-97FF-2D1F1EBD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general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C9D04-12B9-4981-8D61-42D5BFE6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04/50</a:t>
            </a:r>
          </a:p>
        </p:txBody>
      </p:sp>
    </p:spTree>
    <p:extLst>
      <p:ext uri="{BB962C8B-B14F-4D97-AF65-F5344CB8AC3E}">
        <p14:creationId xmlns:p14="http://schemas.microsoft.com/office/powerpoint/2010/main" val="153179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77274-65E3-46DE-AA3F-3A63475B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DF70D-E6EC-45FF-BB41-2C546B6F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Representation revisited: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4796F-9AD2-4541-9247-08E69EF9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6A283-9167-4F3B-AF7F-C99FFB7F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representation revisited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86FE6-BB93-4275-832B-E80E4533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Variables make general knowledge possible.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FA44B-3564-48C1-8B37-033A79F6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54E20-9789-4328-ADED-F08802FC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Variables make general knowledge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16C94-34DA-47DC-9C5E-CB0E7FB5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CF4F0-CE55-4C5B-B7DE-8B7BA860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718E9-F89E-4B70-AE7A-823B7D46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8E814-3F19-4D2A-BB28-E263A47F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6918F-7621-47F7-944A-63885DC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CEE22-7D70-4533-A75F-3D38A39E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05/50</a:t>
            </a:r>
          </a:p>
        </p:txBody>
      </p:sp>
    </p:spTree>
    <p:extLst>
      <p:ext uri="{BB962C8B-B14F-4D97-AF65-F5344CB8AC3E}">
        <p14:creationId xmlns:p14="http://schemas.microsoft.com/office/powerpoint/2010/main" val="54320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96F39-1559-47C8-8A00-DEAF7B8C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1E849-A58B-4EBC-AC47-03ED1713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Representation revisited: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86951-8AF2-41A5-B4EF-26F53C01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70427-DF85-4057-A224-BBE830E1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41F69-2F51-4637-85C2-63467A5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70941-E2AC-4E8D-A1DE-16D22495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29847-07B5-485E-9E0E-7BB7290F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Variables make general knowledge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632A9-7CD0-4097-A69E-0C1D7A28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82BD4-DC0C-4C83-9D21-BDDF515E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5551A-1D14-497A-824B-F62906EB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680E8-BD62-476F-AFA1-994D2EF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general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2A69A-EB3F-40D0-AEDD-A1EE1EFA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958B8-AEE2-4F61-ADA4-6DA63F04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06/50</a:t>
            </a:r>
          </a:p>
        </p:txBody>
      </p:sp>
    </p:spTree>
    <p:extLst>
      <p:ext uri="{BB962C8B-B14F-4D97-AF65-F5344CB8AC3E}">
        <p14:creationId xmlns:p14="http://schemas.microsoft.com/office/powerpoint/2010/main" val="1789702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37D2F-D665-4B3F-947B-C40E5A62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092E6-76BB-47C4-9B82-5499974C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Representation revisited: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93938-F512-4DD1-AC84-9B786FD1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40FE4-543F-4706-832C-515B376D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representation revisited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1B625-13A8-4633-973E-8AABAAB8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objects, properties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683E2-D704-42BA-B857-F505574A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B6D1A-7217-4B83-A1EE-A780D081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Variables make general knowledge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026DF-2CE0-4716-BCE1-67FD2945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1963E-A5CA-4BC9-A004-577E1D3F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EEF37-5F1F-4F97-8C7D-115F6832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F975E-ADED-4B5F-A6C0-3B778F0D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C6164-10AC-4F86-B076-555C0442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FFFC0-1E9A-4377-8062-2540EA8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0502A-A1E7-4783-87A2-6B3CB0E9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20979-896E-45F8-A5DF-624BACCF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objects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A0B31-7204-490F-84C7-8DAE710A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07/50</a:t>
            </a:r>
          </a:p>
        </p:txBody>
      </p:sp>
    </p:spTree>
    <p:extLst>
      <p:ext uri="{BB962C8B-B14F-4D97-AF65-F5344CB8AC3E}">
        <p14:creationId xmlns:p14="http://schemas.microsoft.com/office/powerpoint/2010/main" val="5820371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4F4AA-BFE6-42B7-9155-2AC6F16D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20DCF-30B0-4AC1-96FF-0854DA73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Representation revisited: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354B3-A801-46D7-850E-0BFFA475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85B8F-E4EC-42B8-9628-5884D25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C6CCD-D31E-4B2E-B474-EF781F4E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Variables make general knowledge possible.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192FA-28F3-45F1-9DBB-0EB7913F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C892B-73A7-4E51-B9B2-8C4468B4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Variables make general knowledge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F92ED-C61C-4284-9104-A4485CA2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0A0C0-00E7-4AEB-98AD-F7B3771F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C0E1F-AE82-408E-AF76-EA091055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C6AAF-26D7-4E23-A85E-24AC082F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general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F25B7-8B66-400F-A097-7B7353D2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F9733-FBB6-4CA9-894F-58CD6891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08/50</a:t>
            </a:r>
          </a:p>
        </p:txBody>
      </p:sp>
    </p:spTree>
    <p:extLst>
      <p:ext uri="{BB962C8B-B14F-4D97-AF65-F5344CB8AC3E}">
        <p14:creationId xmlns:p14="http://schemas.microsoft.com/office/powerpoint/2010/main" val="12927234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1A859-8132-4147-8F6D-D9A38CC0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F3FB7-82D0-4F98-8615-D954985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syntax: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A75B4-B42C-4F9A-B535-733CBB60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6B9E6-7D31-448A-B7F0-F8EBE5A7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Terms denote objects; predicates make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4B631-89DF-418C-9B28-C8B80AB2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constants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variables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functions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predicates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D4DBF-0B56-4DBA-A35A-C80D7890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4FE8A-E01C-4392-88E2-A04849AD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Syntax is the grammar of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6AA19-A50E-4A4A-AF4F-1B738C4D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constants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D128B-3D14-4C74-836C-593D530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8C5AC-9948-458D-9462-9E5748F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functions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71508-1C8E-4D97-A1F4-23810265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predicates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15AFA-9502-4E0A-8F66-0960993C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09/50</a:t>
            </a:r>
          </a:p>
        </p:txBody>
      </p:sp>
    </p:spTree>
    <p:extLst>
      <p:ext uri="{BB962C8B-B14F-4D97-AF65-F5344CB8AC3E}">
        <p14:creationId xmlns:p14="http://schemas.microsoft.com/office/powerpoint/2010/main" val="1809731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CD23E-E54F-47AE-A6C5-EADE567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C89FA-6196-406F-84AE-042D4967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syntax: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41C2F-6811-479C-BB0A-7C118D88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BB936-355D-4772-A1DA-D10EE56C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fol syntax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00D62-99B1-497D-9E21-19AB0236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Syntax is the grammar of knowledge.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868A3-1043-490C-97BF-2B278A82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A7315-CD77-4C2B-B541-DEFAEC14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Syntax is the grammar of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57756-99B6-429D-B9C5-9C6145E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738C4-3B26-40C0-A79A-DF525EBC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20573-5C46-459A-9298-5DBCE163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9F4DB-2EAA-4C64-8788-A8ED6EC9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1A2F3-AB5A-42E4-A26B-3765E755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C60E5-897B-4615-AD61-3F736422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10/50</a:t>
            </a:r>
          </a:p>
        </p:txBody>
      </p:sp>
    </p:spTree>
    <p:extLst>
      <p:ext uri="{BB962C8B-B14F-4D97-AF65-F5344CB8AC3E}">
        <p14:creationId xmlns:p14="http://schemas.microsoft.com/office/powerpoint/2010/main" val="13088447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DF0E3-A16A-476E-8DB0-5135F4CA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82E44-30B4-4CE3-9627-A37DB07A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syntax: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A04B4-A273-4924-80B8-6C3924A1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D2502-DC17-4B53-AF84-101936CA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B45DB-E3DD-478A-9B8A-16A23D6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127A7-B25C-4BB9-B168-63F4C75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25978-0ACA-4F6D-AA59-074766FA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Syntax is the grammar of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D6D13-D740-4F92-911D-C7B5530E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constants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C329A-60D6-4EEE-AC92-9959A488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0A67F-4F1F-47CB-99B0-36FB084E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functions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8135B-57BF-4177-898C-A2A28044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predicates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05F0F-6BCE-4130-9A59-2A423484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D1FBF-CD84-40D9-9197-84A98D9D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11/50</a:t>
            </a:r>
          </a:p>
        </p:txBody>
      </p:sp>
    </p:spTree>
    <p:extLst>
      <p:ext uri="{BB962C8B-B14F-4D97-AF65-F5344CB8AC3E}">
        <p14:creationId xmlns:p14="http://schemas.microsoft.com/office/powerpoint/2010/main" val="17681335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AD3B53-A82D-459D-BB81-A6F63AE5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06C50-DA9A-4C5E-B8D8-8D0F8722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syntax: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5697B-DD52-4E12-AD49-707311EF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7C0BB-1D73-4662-9774-842F037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fol syntax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E0815-BC5E-4075-A93A-A009C2DE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constants, variables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412B6-F1D7-4C2D-BDFF-8DBCB14E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BEBE1-6B1A-48E6-9F7D-3535E16C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Syntax is the grammar of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9E720-6173-411B-9CE9-8D0174CE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A74CA-7575-45AF-B765-33785611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1CC3F-0A05-46D7-9C00-C6EB78FB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20977-0D48-421B-97E8-6DE3B5D3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0163D-45F2-45AC-A207-65784504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96CEB-B97C-41AF-9225-0BCC2F05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72853-B275-4AF2-8B64-533852C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DFAAD-FFE4-44DB-9AE2-36B61553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constants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24EF7-FAA1-45AD-AAF3-70FAB92E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12/50</a:t>
            </a:r>
          </a:p>
        </p:txBody>
      </p:sp>
    </p:spTree>
    <p:extLst>
      <p:ext uri="{BB962C8B-B14F-4D97-AF65-F5344CB8AC3E}">
        <p14:creationId xmlns:p14="http://schemas.microsoft.com/office/powerpoint/2010/main" val="10668111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E30C8-6180-4989-BAA2-85F9A87C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6B785-713F-4E64-B80B-FD34CD7B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syntax: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63E20-CD3D-4672-9B75-EB484F9C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7A0E7-F18D-41D8-BE50-86EBBF13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59A87-8CD6-4C55-9D3F-A47FE24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Syntax is the grammar of knowledge.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0BC57-8480-476E-A815-5AA71656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3BB5A-9B07-4428-945B-1C7B3ABF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Syntax is the grammar of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48638-3373-44ED-B2DA-34A25511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constants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4020B-E9D4-4659-B6FE-B48B2970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3EDF6-B771-407D-A0EC-E7CA81B6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functions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529CF-E5B3-4BE0-8846-301E20FD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predicates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F3E70-2519-4A1A-9CE8-B6F21BB6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08A8A-9B9B-42A0-887C-FE5075B0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13/50</a:t>
            </a:r>
          </a:p>
        </p:txBody>
      </p:sp>
    </p:spTree>
    <p:extLst>
      <p:ext uri="{BB962C8B-B14F-4D97-AF65-F5344CB8AC3E}">
        <p14:creationId xmlns:p14="http://schemas.microsoft.com/office/powerpoint/2010/main" val="12572362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F1096-23DC-4712-83EF-B2869029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F2C38-F717-4971-95BD-DCA6AA4F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Quantifiers: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E71E1-0889-4B49-975E-218F103B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4FEA4-6584-412F-B703-B72A07F1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Quantifiers express statements about many or some objects.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D1BE5-1791-4AE3-8E17-F278910C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universal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existential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scope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FF23A-6D59-4DAD-855E-B0A93194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AD6FD-ECB8-435C-8D09-14C202CA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Quantifier order changes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23756-5A42-4C98-BE0C-8200AD65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universal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F7231-E639-468B-A10E-B89A49C1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existential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95861-0E22-454D-99B3-E8D15019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7F572-42AB-4445-ACCD-DA60E6C0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BD35B-050E-4487-8FD9-A5941C69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14/50</a:t>
            </a:r>
          </a:p>
        </p:txBody>
      </p:sp>
    </p:spTree>
    <p:extLst>
      <p:ext uri="{BB962C8B-B14F-4D97-AF65-F5344CB8AC3E}">
        <p14:creationId xmlns:p14="http://schemas.microsoft.com/office/powerpoint/2010/main" val="10069305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3A60B-CD28-4165-BB11-8F140381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232EF-8793-4C15-AAD3-1A2BD50A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Quantifiers: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E9167-27EC-441E-8B27-72AF22FD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8D49C-2CFB-43F2-B2DB-89515CD9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quantifiers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37D7F-DD53-4EB1-8B0D-24E9EDC4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Quantifier order changes meaning.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94F39-D770-429A-9F45-D9946B8E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2AF54-9A7B-402A-BDC0-BDC1F77A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Quantifier order changes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8C49B-DB9A-4F18-93F9-F442F519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613B5-9169-48EC-870D-E6A5B2B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7AABB-DBB9-43CD-BA7E-46D51EB9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23B01-7EA6-4309-BD43-99FB2A3D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5EFA7-B6A3-469C-8448-C01EA9E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ACFF3-0038-4916-8DD3-999DF0D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15/50</a:t>
            </a:r>
          </a:p>
        </p:txBody>
      </p:sp>
    </p:spTree>
    <p:extLst>
      <p:ext uri="{BB962C8B-B14F-4D97-AF65-F5344CB8AC3E}">
        <p14:creationId xmlns:p14="http://schemas.microsoft.com/office/powerpoint/2010/main" val="13930402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C6C74-45FE-41AD-875E-667AD796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B1F00-8B17-4D28-AA0B-EFBCE05B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Quantifiers: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23FE5-8797-490E-B9D9-C63831E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5CD26-988D-48F6-A6D4-E411F63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7DE95-487E-4BEF-A525-2501D0A0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8136D-2591-4994-8EB7-17585EE5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88A91-EC46-40D6-AB3B-549484F2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Quantifier order changes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115AB-EC45-49E3-BA98-3291FC4B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universal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1A0A9-C4A3-4B48-B8DF-18C339FA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existential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A704C-0AB9-4709-B99F-93D1B7DE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B1037-4EEC-4D7A-96DC-D666F0FB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E504F-201E-45B1-8824-C5078837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06285-7340-42D3-B445-4B281121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16/50</a:t>
            </a:r>
          </a:p>
        </p:txBody>
      </p:sp>
    </p:spTree>
    <p:extLst>
      <p:ext uri="{BB962C8B-B14F-4D97-AF65-F5344CB8AC3E}">
        <p14:creationId xmlns:p14="http://schemas.microsoft.com/office/powerpoint/2010/main" val="15549446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39319-8F87-4A0C-9EE4-C7663492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FA759-DA74-4DD4-B78A-8F91BFD5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Quantifiers: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2E5C6-80DE-4068-9AA1-ABA1245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14447-84BE-43BA-A508-C84574AD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quantifiers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08F1A-AF13-4176-B847-94C4801C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universal, existential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66BD1-32CC-4BA3-9208-784418CA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25717-2BAA-4C73-B3A6-A9D50481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Quantifier order changes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39996-4292-40AC-B078-97DCEF8E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B2244-D1D0-43D8-88F6-621EC5DC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7A7B7-FF3F-41FF-83FD-D6AD09AA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AAF16-0279-4E08-B44C-4449C187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BAA23-5024-4010-873B-07FEFB0A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E476B-E3C5-417E-B386-FCB1E24D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D862B-F0EB-4031-9D36-8AEDEB95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78830-1CDF-4CB8-BEA8-ADDFC7EF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universal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1FE7F-2ED4-4DAB-A9AF-F91B450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17/50</a:t>
            </a:r>
          </a:p>
        </p:txBody>
      </p:sp>
    </p:spTree>
    <p:extLst>
      <p:ext uri="{BB962C8B-B14F-4D97-AF65-F5344CB8AC3E}">
        <p14:creationId xmlns:p14="http://schemas.microsoft.com/office/powerpoint/2010/main" val="4658542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243A2-2714-4913-9263-9D8FEB55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97EFB-31BC-42AB-A8C7-B82CF7D3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Quantifiers: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00C7D-3AFF-41B2-AF9A-04EED2AD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0F35E-DFF3-4070-9DF1-054C628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C19F6-2BE6-4C34-A380-1C3E7FD0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Quantifier order changes meaning.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07364-9CC9-4CBB-98D1-9D0ED153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26EF2-41F0-4053-AD18-795200F1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Quantifier order changes meaning.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9851D-B44F-437E-AD01-E91353F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universal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93ADE-C357-40E3-9D7B-67108D4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existential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C79A8-3D3B-4A89-BB00-A5345D8E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5271D-321C-4C3E-8F74-C9BF0549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E9442-AA7D-4030-9E1A-1ABE0E53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FEF2D-D7EC-4607-8794-3AD2BD9B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18/50</a:t>
            </a:r>
          </a:p>
        </p:txBody>
      </p:sp>
    </p:spTree>
    <p:extLst>
      <p:ext uri="{BB962C8B-B14F-4D97-AF65-F5344CB8AC3E}">
        <p14:creationId xmlns:p14="http://schemas.microsoft.com/office/powerpoint/2010/main" val="10307829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CC5F3-0DD4-4DF6-B05F-C834BB6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3F93A-DA05-4AF6-964F-A866C58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semantics: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3B8AB-2CBD-49FC-8211-61DC89BA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3276F-EE20-4D2F-9170-FA9E5C99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model assigns meanings to FOL symbols.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45EBD-C8DB-4BA8-AD90-BEC30060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domain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interpretation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model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41DE6-47E2-46E7-B97C-3B14C5ED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87A29-D918-4DEA-A3C3-03D348DE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Semantics decides whether a sentence is true.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7F4E6-45AB-4E82-A0AC-260F0CAB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10AD3-1FA2-4100-BCAA-D7F046B5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990B4-EFCE-4DD1-88B9-3CF7C5D1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EC661-C334-45E6-ADEA-BFF2AABB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55825-4E39-4508-8690-BE4B0E9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19/50</a:t>
            </a:r>
          </a:p>
        </p:txBody>
      </p:sp>
    </p:spTree>
    <p:extLst>
      <p:ext uri="{BB962C8B-B14F-4D97-AF65-F5344CB8AC3E}">
        <p14:creationId xmlns:p14="http://schemas.microsoft.com/office/powerpoint/2010/main" val="13344519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B38EF-47C2-4C8E-BB27-5D56D4FB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47CE3-B175-402A-827C-25056741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semantics: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18583-9BDF-4830-8A8B-03CC782D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BE82A-4F04-4815-91EA-07A1DB89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fol semantics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A2564-C4DC-4386-BC86-37DA86F3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Semantics decides whether a sentence is true.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C1808-FD55-4A4D-BC2B-5F12D1BB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B4EAB-3E49-46F9-B627-124D87CB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Semantics decides whether a sentence is true.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CF2A6-CAB0-4957-B710-2B389D8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7F177-B215-4BD2-9B55-A1FEA901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AF0E2-ADCC-449A-ABE0-D6600E5C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6C57A-C04C-4870-AB4C-5B6F802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C23F1-3001-46E9-A3B5-47B3A246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B41EF-C464-492B-9071-E327C4AC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20/50</a:t>
            </a:r>
          </a:p>
        </p:txBody>
      </p:sp>
    </p:spTree>
    <p:extLst>
      <p:ext uri="{BB962C8B-B14F-4D97-AF65-F5344CB8AC3E}">
        <p14:creationId xmlns:p14="http://schemas.microsoft.com/office/powerpoint/2010/main" val="435706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1A531-A18E-40F9-A3C2-5F034324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FD2B2-F8BB-4A7F-A444-71D15CD9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semantics: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5C60A-57A0-4D93-AD43-F5F96930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EBA08-BABE-42B7-AB10-3F75893C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A9198-E804-453E-9A49-F4C69B81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D3055-33EF-4129-A31F-4433F8EF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39EF6-AB1F-4129-BE61-1CA19D2D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Semantics decides whether a sentence is true.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3EA0F-1145-466A-9391-C4991E35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EEDC7-D1D1-488C-AEE2-67782F69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E3E91-3135-44BA-8C2D-3A941CF9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F345D-71AC-421C-814F-6ACA58D5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0EF84-F9C8-463E-A854-1B17401A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046E4-ABA9-4639-B96B-F1D2513D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21/50</a:t>
            </a:r>
          </a:p>
        </p:txBody>
      </p:sp>
    </p:spTree>
    <p:extLst>
      <p:ext uri="{BB962C8B-B14F-4D97-AF65-F5344CB8AC3E}">
        <p14:creationId xmlns:p14="http://schemas.microsoft.com/office/powerpoint/2010/main" val="15158950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74E57-40F0-40EE-93E9-2A6F68F6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6ADC4-03E7-4FB9-9BF1-2C662BE6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semantics: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2100E-2502-486B-B489-35E06B45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88232-4E0A-4A02-8775-41F1C559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fol semantics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42C6A-6FF5-4070-86FE-78C5045E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domain, interpretation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BB8D4-6A23-41BB-A8C1-EEFFCF3D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8D87C-E2BA-49EC-96FC-BA8BC95B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Semantics decides whether a sentence is true.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DB4B4-1272-40E0-B66C-2CE5181E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1EB3F-A3B4-41A1-8023-290D5706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B047A-192C-4D1D-A6B2-312F0117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E851B-A8FE-42A0-BAD7-9FBF46C4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45D69-EDCC-4B6A-BED8-48E29F84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F54FB-A914-41DE-8979-78CE95A5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62134-B32C-41EA-AA99-3B4DA8B8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03B1F-2BB0-4434-B293-938BD733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809BF-AEFE-40BB-9B39-25EE74B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22/50</a:t>
            </a:r>
          </a:p>
        </p:txBody>
      </p:sp>
    </p:spTree>
    <p:extLst>
      <p:ext uri="{BB962C8B-B14F-4D97-AF65-F5344CB8AC3E}">
        <p14:creationId xmlns:p14="http://schemas.microsoft.com/office/powerpoint/2010/main" val="8796899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0149C-8E75-49CF-8AE0-917803AA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3D62A-E67D-4458-AF15-99FFD857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FOL semantics: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3B1D2-4EA1-4F62-88E0-BA9CC764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9AA28-DE7A-4DE7-B5FC-226A086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0DA02-FEB6-4578-8F8D-75064AB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Semantics decides whether a sentence is true.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4FACE-BE87-4F2B-8902-131BD76F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6B142-F005-4110-B70F-DEBA5C0F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Semantics decides whether a sentence is true.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94F53-7CDB-4DEA-AF2D-07194827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D4DE2-7373-4B4B-A31F-FF92D9DD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0CD5B-C873-41E6-8959-81869C42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EE21B-E8FC-457E-B8C1-DF362A65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truth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0E990-C611-4815-892C-2975BCF3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02D2E-784A-414E-B49B-0A49C67F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23/50</a:t>
            </a:r>
          </a:p>
        </p:txBody>
      </p:sp>
    </p:spTree>
    <p:extLst>
      <p:ext uri="{BB962C8B-B14F-4D97-AF65-F5344CB8AC3E}">
        <p14:creationId xmlns:p14="http://schemas.microsoft.com/office/powerpoint/2010/main" val="18093266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B8BBD-0A04-40BE-A233-CDBF651E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6EA28-8F06-46A2-91D2-01847F9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Using FOL: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3855F-B503-4E9E-BD95-C0B7B164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A11C1-57F7-4263-B3F5-39C7A685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TELL adds facts and rules; ASK retrieves consequences.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7885D-C306-44AC-B4EE-CF5E048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assertions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queries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bindings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answers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5B23F-00CD-4F3B-8AF0-74AF0EAF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AA815-64B9-4169-93E3-C90B0853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Queries may return substitutions.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3D72B-7D65-4989-981D-FC9249F8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assertions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060FC-4155-4101-B09C-6701268E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queries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AD22F-78BA-4575-B721-F23B9DC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bindings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2C506-C6E2-4C82-8948-4352A803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B42C1-928B-408D-9BFA-ADE9CC6A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24/50</a:t>
            </a:r>
          </a:p>
        </p:txBody>
      </p:sp>
    </p:spTree>
    <p:extLst>
      <p:ext uri="{BB962C8B-B14F-4D97-AF65-F5344CB8AC3E}">
        <p14:creationId xmlns:p14="http://schemas.microsoft.com/office/powerpoint/2010/main" val="12983339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D6F5C-6995-4C97-9C60-AD6F79F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9E667-FD10-46F8-917E-C8D9245A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Using FOL: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B6CE3-F30A-48EA-AFE5-BE525BE2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4A90D-0119-4470-9736-4FECB1A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using fol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555E1-D33A-48DC-823D-1549D293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Queries may return substitutions.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745B6-82D3-40D7-AF6D-EB1A835A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4DBB0-0EEC-45DF-8871-71DC4CDB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Queries may return substitutions.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435F4-E10D-4BFF-AC95-07A79BFD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8B7D4-8014-4EC7-B665-A77A1F1D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4F104-43EA-4533-B4CD-A0B93742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7FA87-CB5A-47C4-8338-035A0789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E9007-607E-4AD1-9E22-385909F7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C3338-9035-482E-9407-95B18560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25/50</a:t>
            </a:r>
          </a:p>
        </p:txBody>
      </p:sp>
    </p:spTree>
    <p:extLst>
      <p:ext uri="{BB962C8B-B14F-4D97-AF65-F5344CB8AC3E}">
        <p14:creationId xmlns:p14="http://schemas.microsoft.com/office/powerpoint/2010/main" val="20806391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140EC-EF77-4F7C-BBD8-D894B932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53151-37E7-4400-BC87-7DBD4B23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Using FOL: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CC864-5E34-4F26-9939-5ED6AE67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C728E-D530-4B56-9FBF-8A39FD1E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FCECA-B698-40A4-A1DF-5D817E4D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133A2-C91C-427D-AD26-6AD9BAC0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16886-9DBE-4EE8-B182-9B1DBE58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Queries may return substitutions.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A8F61-45EB-478E-A7B5-82FC3F02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assertions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D7D49-99EA-4856-9EC6-78484657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queries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DDAB7-0878-4DFB-965E-DF37AB5A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07984-A320-43A3-B4DD-7AD42C25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87C58-2D96-427F-9917-A3EBCB11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9E707-7F7D-4A6A-8E8A-AA78D419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26/50</a:t>
            </a:r>
          </a:p>
        </p:txBody>
      </p:sp>
    </p:spTree>
    <p:extLst>
      <p:ext uri="{BB962C8B-B14F-4D97-AF65-F5344CB8AC3E}">
        <p14:creationId xmlns:p14="http://schemas.microsoft.com/office/powerpoint/2010/main" val="15799367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D7113-C0DE-4293-A9BD-A1D32182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01619-3A66-44C1-9CB8-F3C3570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Using FOL: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D8AEC-BD91-4BD4-93CE-2B389266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2C968-BAF3-4C70-A4B4-BB660225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using fol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D23F9-4A77-4BC2-96A6-DCD2A8E9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assertions, queries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413D9-41F8-4A2B-91F8-379C986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C4A3A-D40C-41A8-B47D-E29D5D68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Queries may return substitutions.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23C66-4E91-4909-A4D6-0EB2EC7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4A9DE-B056-445A-92D3-4E15E8E9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55BB7-29B9-46E3-A99B-E0A49618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CB8D1-3288-4EFC-9A6B-2369B9DB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7E8AC-2DAC-4D98-92F3-1AD566A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B459C-7E19-4E74-87BA-A67274DB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304DC-F822-47A4-8BC8-22E82E59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5221A-BF14-4171-9D46-3E7BD18B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assertions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8A3B5-B4B2-4146-8023-B481740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27/50</a:t>
            </a:r>
          </a:p>
        </p:txBody>
      </p:sp>
    </p:spTree>
    <p:extLst>
      <p:ext uri="{BB962C8B-B14F-4D97-AF65-F5344CB8AC3E}">
        <p14:creationId xmlns:p14="http://schemas.microsoft.com/office/powerpoint/2010/main" val="11241287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944E1-D571-472A-826F-6C823B88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6150B-A3F2-44D5-B031-362C83A3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Using FOL: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E4849-97CF-4991-B9F5-4068ADE4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C53D0-EEAF-4D8E-B8BF-FF6EFB8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AB383-1053-4A10-97E6-1408252D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Queries may return substitutions.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C8467-AB57-4E6B-899D-5E86E70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6F4D2-377A-48AB-8FEF-28C85B9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Queries may return substitutions.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FEABF-14DF-4170-BF82-343E498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assertions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6A158-1386-4CBF-A5FE-199F88B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queries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5E5FF-4016-41D2-A989-16A0D003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bindings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299F3-0F79-4896-8E0B-619EA8BF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answers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61402-6627-43FC-848E-7EEB752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D7D2C-D7C9-4C44-9546-4205E26D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28/50</a:t>
            </a:r>
          </a:p>
        </p:txBody>
      </p:sp>
    </p:spTree>
    <p:extLst>
      <p:ext uri="{BB962C8B-B14F-4D97-AF65-F5344CB8AC3E}">
        <p14:creationId xmlns:p14="http://schemas.microsoft.com/office/powerpoint/2010/main" val="10002967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85A9F-670A-42FC-9FAD-4077DF29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967ED-7B76-4252-A7D1-17DF6F13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 engineering: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FD81D-92C0-4316-9997-11F72CB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ACBF9-E070-4E13-B89C-AD71F282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Knowledge engineering converts domain knowledge into formal sentences.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CD622-4356-4417-A3E4-83E72C94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task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choose vocabulary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encode axioms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test KB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3D867-BA7B-4B34-9D3D-3D53D978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168D1-0065-4D99-B58A-A98479E9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Debugging queries improves the KB.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0EB52-870B-4BC4-B3E3-114EC87D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identify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FADD5-0D92-4577-A6BF-E566A09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choose vocabulary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587C9-5CB7-4DCA-817A-39B6F09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encode axioms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90E35-123F-441C-9750-BEA875C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test KB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D51E3-1640-4296-9D51-C25713FB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29/50</a:t>
            </a:r>
          </a:p>
        </p:txBody>
      </p:sp>
    </p:spTree>
    <p:extLst>
      <p:ext uri="{BB962C8B-B14F-4D97-AF65-F5344CB8AC3E}">
        <p14:creationId xmlns:p14="http://schemas.microsoft.com/office/powerpoint/2010/main" val="19518436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7DFE5-52B0-4FBB-832D-8BCD68E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632E2-B4DD-421F-9014-3BD58ADC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 engineering: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70594-4927-43E5-9255-7613878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D7EB4-4EFB-474C-A408-744321C6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knowledge engineering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FDEA3-25D0-48B7-8002-C65C89C8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Debugging queries improves the KB.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19F55-378D-44E0-A433-661E26EC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E7AAC-CBEB-4E8E-BCA6-DDEC185A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Debugging queries improves the KB.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EF20A-281C-4DBC-A939-298DA01E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39FF4-5BF8-4D32-94EE-52F7ABBB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92215-43BB-47D8-94D2-45222ED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BB62C-C814-4228-BFAE-05B9379E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6153D-54BA-4B99-A4D9-B051C207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7C944-F382-45D5-A17D-FF22288C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30/50</a:t>
            </a:r>
          </a:p>
        </p:txBody>
      </p:sp>
    </p:spTree>
    <p:extLst>
      <p:ext uri="{BB962C8B-B14F-4D97-AF65-F5344CB8AC3E}">
        <p14:creationId xmlns:p14="http://schemas.microsoft.com/office/powerpoint/2010/main" val="18740828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427BA-66C6-4FA6-9844-D90CC211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F25AD-7240-4870-B6DB-BA17D8D6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 engineering: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7015B-F458-4EFB-AB3B-0003EE06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32EAC-9FC5-4BA1-B33D-FC047644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F83A6-EF70-481E-98CC-3793CFE1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6EE56-38CB-4A05-A0E1-B4B95AD1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CDD23-BA9D-4192-8FEA-3EDB96C4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Debugging queries improves the KB.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FB05E-2814-414A-B404-6FF28091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identify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012AF-0A70-45F9-B6D4-DFEE4732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choose vocabulary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EA0AA-7C8A-497F-AC6B-D6CEA909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encode axioms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470E9-B165-4685-A5E2-EE133C1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test KB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592FB-87D3-4611-B531-354D239D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75272-BB8E-4497-A96C-2A7C8B4F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31/50</a:t>
            </a:r>
          </a:p>
        </p:txBody>
      </p:sp>
    </p:spTree>
    <p:extLst>
      <p:ext uri="{BB962C8B-B14F-4D97-AF65-F5344CB8AC3E}">
        <p14:creationId xmlns:p14="http://schemas.microsoft.com/office/powerpoint/2010/main" val="16932577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3F8BF-52AC-4545-BA3B-BBBB7518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EA135-F2FF-4869-847C-1E53804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 engineering: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A8478-6211-4EA3-B26D-999FBD90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C7CB4-F633-41F8-94A7-6FC8D70C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knowledge engineering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37C37-7AD1-4523-83F3-47A9112E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identify task, choose vocabulary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B7239-858A-4B67-AF7B-D311D7A6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5B5E4-5EF8-4FFE-9FA6-5D00F7C4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Debugging queries improves the KB.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E70FD-A598-4EB4-BE1F-B60F997B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A3C1-03D8-4066-953F-457B2910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22118-089F-40BB-BCF5-5C19842F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3BC8B-D366-4221-BB6C-AF1DA9FB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9A466-7164-41FD-8C8D-3379F6A3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7F692-BAB0-4C89-854A-82F64E3A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56FCE-85CD-498D-96CC-7574C21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6720B-2B05-40EC-8702-50C0AC92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identify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E0F9A-DCFF-4535-89DB-6A2F7CD5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32/50</a:t>
            </a:r>
          </a:p>
        </p:txBody>
      </p:sp>
    </p:spTree>
    <p:extLst>
      <p:ext uri="{BB962C8B-B14F-4D97-AF65-F5344CB8AC3E}">
        <p14:creationId xmlns:p14="http://schemas.microsoft.com/office/powerpoint/2010/main" val="12347887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D2CB6-754C-4305-83D6-07C4BFDF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E394A-F647-4399-9646-B7A276ED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Knowledge engineering: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56742-7F2C-4611-B0E8-79566B53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38BEF-531A-41EE-AE32-69694F63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126BB-3A81-4992-A1D2-956C5E75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Debugging queries improves the KB.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04A5C-76AE-449D-BBD6-5A3A4CBC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405C8-FCED-4A77-9371-FA2ADA0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Debugging queries improves the KB.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CA5D8-4BA9-41C9-A351-C3EDD3BC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identify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640CB-7136-4730-8A07-90E27E89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choose vocabulary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9580A2-7C2C-4917-920F-FAE13752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encode axioms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7D2FA-B4E2-45B1-9765-D04FA706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test KB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59381-747F-4106-B8E2-061EC90D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DE810-AC72-4353-B9F1-C81923C9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33/50</a:t>
            </a:r>
          </a:p>
        </p:txBody>
      </p:sp>
    </p:spTree>
    <p:extLst>
      <p:ext uri="{BB962C8B-B14F-4D97-AF65-F5344CB8AC3E}">
        <p14:creationId xmlns:p14="http://schemas.microsoft.com/office/powerpoint/2010/main" val="117344993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5B0E4-6F92-4AB9-932A-E3B7AD18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797C9-BE76-4081-8FBA-AC60D751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vs FOL inference: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9FE35-EC8A-4CE2-B6B3-2AD4E3D8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B54D9-ECBF-4D68-A92F-A1F0B4D9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Lifted inference reasons with variables instead of every object instance.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33D77-9037-4747-9A27-60523191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grounding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lifted inference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substitution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efficiency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C9987-78BC-45A5-9798-6A21EB33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7DB94-B738-4FE7-922E-51045CE0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Avoiding grounding controls explosion.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CBF67-CD57-4205-8C96-3EB61B2A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grounding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C04348-46EB-41D6-8994-16FAF53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lifted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4F7C0-F8C0-4042-86B2-A207EB93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E2C5D-945A-4EE4-802A-5EF6F302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efficiency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B547B-8D5D-40CA-91B5-B17D7FE2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34/50</a:t>
            </a:r>
          </a:p>
        </p:txBody>
      </p:sp>
    </p:spTree>
    <p:extLst>
      <p:ext uri="{BB962C8B-B14F-4D97-AF65-F5344CB8AC3E}">
        <p14:creationId xmlns:p14="http://schemas.microsoft.com/office/powerpoint/2010/main" val="319961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081C9-03B7-46BF-B478-E5AC4EFE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266EE-E4FC-4F29-BD54-CF921629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vs FOL inference: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7C74A-125B-4786-841D-D4FD9B1E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17024-6E8F-4DBC-A8BE-5234202C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propositional vs fol inference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70DAF-E58C-45F0-BA15-D88D88CD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Avoiding grounding controls explosion.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C97FC-727D-4612-83FD-ED4ADD1F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10538-3E36-404E-A494-43B29979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Avoiding grounding controls explosion.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7E859-F24E-4C80-B7BC-346C4300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A94A4-4429-45EB-9DDE-ED3DC0B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087D5-4612-4D2E-98DD-9DB591A2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25BCF-08AA-43BF-963E-7352E55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A8822-6F03-4B81-99F0-34F44AA6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A4881-37FA-497B-BDAD-1EDC99EB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35/50</a:t>
            </a:r>
          </a:p>
        </p:txBody>
      </p:sp>
    </p:spTree>
    <p:extLst>
      <p:ext uri="{BB962C8B-B14F-4D97-AF65-F5344CB8AC3E}">
        <p14:creationId xmlns:p14="http://schemas.microsoft.com/office/powerpoint/2010/main" val="153764844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B98AF-1D3C-4D3B-9F94-38826DAD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D0734-3F30-4A4E-8764-B431E980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vs FOL inference: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6C2E4-176D-4B20-8586-BB6A5FEA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F6774-36DC-44AE-9DB2-5FEA73CC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418A6-E0C9-41AF-9B04-4F836007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0B1DA-286D-4D61-9D82-A8DE726F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13DD6-968E-42B5-88B0-6300202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Avoiding grounding controls explosion.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32B42-A26F-4604-AE04-06963F7A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grounding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3BE0C-5DF5-4FD3-A0CF-300B3539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lifted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8FCEA-A23D-404D-A56F-5C71AA58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753F7-BBCE-4106-BDBB-4C6CDFFB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efficiency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C9F79-8B0D-4FA7-AA5B-07CF1BD6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47B25-9990-4BED-A8D9-CB402106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36/50</a:t>
            </a:r>
          </a:p>
        </p:txBody>
      </p:sp>
    </p:spTree>
    <p:extLst>
      <p:ext uri="{BB962C8B-B14F-4D97-AF65-F5344CB8AC3E}">
        <p14:creationId xmlns:p14="http://schemas.microsoft.com/office/powerpoint/2010/main" val="13926318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18159-4EF2-43E9-A32F-E02759F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1E7E4-3CB8-438D-89AF-565DCB0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vs FOL inference: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5330B-EEBC-49E9-BCBA-36D17C7E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578D7-E99A-4C37-9A40-B45F5F08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propositional vs fol inference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737A9-E955-49A4-9DC9-4EE4BCA8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grounding, lifted inference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A02E3-F0F7-4EF7-9725-4F7596C3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3C1F0-0D6B-4645-8BDF-BCABE97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Avoiding grounding controls explosion.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75E07-F968-479A-BFC3-B24B4DCB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5195F-B9E6-40FB-BF5E-BB0440F3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51724-A523-417E-BDF3-5722620B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496F3-F9ED-4499-A46A-ABE8EED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DD34D-A856-47A0-9E1C-CDB2A1A4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3669E-53E4-4A33-BFA2-53404082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5C2EA-1BD9-4EC2-8E53-7EE1EF19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C667B-B305-4A32-9A33-BEB72F4C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grounding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861D5-6118-4949-8E8D-9A870781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37/50</a:t>
            </a:r>
          </a:p>
        </p:txBody>
      </p:sp>
    </p:spTree>
    <p:extLst>
      <p:ext uri="{BB962C8B-B14F-4D97-AF65-F5344CB8AC3E}">
        <p14:creationId xmlns:p14="http://schemas.microsoft.com/office/powerpoint/2010/main" val="32959032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731F2-C277-41B8-8F1D-6A887F98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15271-B06F-4465-AD81-4653932E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Propositional vs FOL inference: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C2522-C43A-4675-9B5C-47D6025C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D5A6E-8762-4497-A5F8-38DAE39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6BCBA-88AB-4D02-8FBB-959AE43E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Avoiding grounding controls explosion.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F7FF5-C903-4F00-B124-039794F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86D5F-033E-491A-BD98-BC866044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Avoiding grounding controls explosion.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E43E9-ABBE-4E92-8D02-6A864B85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grounding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1621D-F880-43EA-B4D4-747C848B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lifted inference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064B3-CAE6-490A-87A0-81362335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22113-7E52-4362-BA6D-C7FC3A2F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efficiency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6E12B-3492-47A7-AEC4-878893D7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34433-DC47-41CC-8BDF-8F1B029D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38/50</a:t>
            </a:r>
          </a:p>
        </p:txBody>
      </p:sp>
    </p:spTree>
    <p:extLst>
      <p:ext uri="{BB962C8B-B14F-4D97-AF65-F5344CB8AC3E}">
        <p14:creationId xmlns:p14="http://schemas.microsoft.com/office/powerpoint/2010/main" val="19994727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21619-3A1E-44DC-90A9-4F4C9DA5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404B7-6533-48FD-A211-E6D538C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Unification: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63F34-4EA2-4949-A895-0ED2E5FE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35EDA-42E8-40B6-B41E-6FB79E5D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Unification finds substitutions that make expressions identical.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D165F-B711-4FAC-A284-ADF07873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matching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substitution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consistency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2B5D5-140F-4CD7-A696-E7A4B0CF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A34FC-482F-4434-88D7-B8D136A0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the engine behind first-order rule matching.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B8E9D-B86F-4955-9C43-4D26D10A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matching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8CF6B-4895-43D0-8FA3-ED40BD5A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substitution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25DF4-4C4E-4479-A611-5B347A91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consistency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9AE57-BD0D-4556-B088-62BA4EA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failure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E15E4-C5DB-4AFB-89E3-53549B0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39/50</a:t>
            </a:r>
          </a:p>
        </p:txBody>
      </p:sp>
    </p:spTree>
    <p:extLst>
      <p:ext uri="{BB962C8B-B14F-4D97-AF65-F5344CB8AC3E}">
        <p14:creationId xmlns:p14="http://schemas.microsoft.com/office/powerpoint/2010/main" val="135200112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FB93C-BC3E-4DC0-BD85-459D8000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A5815-B3D1-4AF6-8DAA-6537CC54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Unification: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D412A-8077-4728-B68A-22161DAA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64FE5-DAE5-41C8-A756-4174DB81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unification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99114-E34E-4BAF-A00F-C0480EC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It is the engine behind first-order rule matching.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F1098-0B22-4A98-8FA1-ACC3405F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88AC7-ECA6-41D2-B798-3901A73F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the engine behind first-order rule matching.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43715-C49E-4680-9029-F509CD42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5A108-53E9-48C7-B0FF-6FAF8087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28201-5995-48F3-BE48-ADEA62E7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F1108-C234-4328-B13D-5A5681D5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F8EE6-500F-43C7-8C67-657F427B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8ED22-51F9-431C-A994-5C9CBE83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40/50</a:t>
            </a:r>
          </a:p>
        </p:txBody>
      </p:sp>
    </p:spTree>
    <p:extLst>
      <p:ext uri="{BB962C8B-B14F-4D97-AF65-F5344CB8AC3E}">
        <p14:creationId xmlns:p14="http://schemas.microsoft.com/office/powerpoint/2010/main" val="204743647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F28DD-D5D1-4EDC-9C39-C325FDEA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0E08D-2CAC-44C0-94E0-9796A0C2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Unification: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35177-1ACF-4E0D-B557-FCEB69E5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33B78-F5BC-4A68-A074-95F2C9EB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07535-F0EF-4202-8DCC-862E72A5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3ADE4-A635-4232-A16A-F7E2F5F9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500F5-55C5-4772-B63F-CC22963B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the engine behind first-order rule matching.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D9EAD-81ED-47A1-8EA2-16ED23AF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matching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74DF53-DCC8-4525-8B96-CDA89E7D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substitution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5AD05-39AA-4C23-86E2-12DF1A5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consistency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462A9-30AD-47FE-8BBA-B350868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failure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CCA47-81CB-4600-82B9-6E0434A1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EE5C4-23EB-482B-A678-B7FBA04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41/50</a:t>
            </a:r>
          </a:p>
        </p:txBody>
      </p:sp>
    </p:spTree>
    <p:extLst>
      <p:ext uri="{BB962C8B-B14F-4D97-AF65-F5344CB8AC3E}">
        <p14:creationId xmlns:p14="http://schemas.microsoft.com/office/powerpoint/2010/main" val="209019511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14146-26C1-485D-9AE6-541E1373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A184B-6DC2-41F8-9B98-A200578F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Unification: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14BFC-9721-4CFD-BE64-3B955D5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E83B4-1729-43EF-BD89-775C8F64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unification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D2E4F-B2BB-4DFA-9A69-A816DBD0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matching, substitution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4D5EC-8ECC-4F7A-B78D-BE5FEE6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E5FF8-01FF-4A2D-923C-B556860F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the engine behind first-order rule matching.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B1B89-B601-48B7-BB85-257929F0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6AA26-BA88-4EE7-9DDE-0CF072B0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ADEB5-CE50-42E0-A0E8-3B14A0F5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1A58B-6811-40A8-9F6B-425D5DF9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F4CE0-D41A-4280-BB03-082D9BB4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1C22D-474A-4577-A0B2-DD6E1AA5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3446A-98A4-43C0-BE5F-A910FAEE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6F48F-58AB-4646-A053-1C42A1F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matching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60396-44B9-4407-B8DE-C3F6408F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42/50</a:t>
            </a:r>
          </a:p>
        </p:txBody>
      </p:sp>
    </p:spTree>
    <p:extLst>
      <p:ext uri="{BB962C8B-B14F-4D97-AF65-F5344CB8AC3E}">
        <p14:creationId xmlns:p14="http://schemas.microsoft.com/office/powerpoint/2010/main" val="113866381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30A62-96F4-4C3E-90F4-FA270BD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8858E-BB01-49B8-B587-EAF46061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Unification: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BEC10-2AC7-4C06-8DF8-2751698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ECE30-A582-48A2-94F9-53BF8035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4786C-B1C6-4A72-94A8-137E61DC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It is the engine behind first-order rule matching.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C7BFD-B409-4383-BBDF-A1CF67E3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42FEF-7222-4DC8-9A31-2589DB5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the engine behind first-order rule matching.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AE4F2-31C2-4103-875D-229565D1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matching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2B70E-A62A-4752-8C8C-DA5007B2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substitution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770C6-54F5-468D-899E-EB20C140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consistency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15DB9-D378-44F1-AF5F-B53AEB7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failure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336CE-1096-4052-BC38-E7FDAAB9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38DFB-76A2-49FE-8EAC-828C8AD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43/50</a:t>
            </a:r>
          </a:p>
        </p:txBody>
      </p:sp>
    </p:spTree>
    <p:extLst>
      <p:ext uri="{BB962C8B-B14F-4D97-AF65-F5344CB8AC3E}">
        <p14:creationId xmlns:p14="http://schemas.microsoft.com/office/powerpoint/2010/main" val="17073786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988CF-3729-4631-86A1-F0BD92A2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FAB89-C5CE-42F4-AB73-F070A756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Forward chaining: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15037-2943-46ED-90FF-BFB5BBBE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26DE2-0415-40BC-894E-9A77A109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Forward chaining starts from known facts and fires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82757-698F-4D9A-8244-5BFD8283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data-driven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rule firing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new facts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fixpoint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2B5D1-6254-4199-B03E-3E3538CE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0FA23-B551-4BCB-BE54-120F4460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for deriving all reachable consequences.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B10C6-E2ED-478D-9875-C665305E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data-driven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79E8C-5C1E-4C40-8E26-119851EC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rule firing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13CF5-9FF0-4585-83BF-70D1420E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new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6E226-BFB0-489B-B2D0-B6F37BF9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24200"/>
            <a:ext cx="895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A"/>
                </a:solidFill>
              </a:defRPr>
            </a:pPr>
            <a:r>
              <a:rPr sz="1125" b="1">
                <a:solidFill>
                  <a:srgbClr val="0B1F3A"/>
                </a:solidFill>
              </a:rPr>
              <a:t>fixpoint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DCBE0-9946-4A50-8954-FD6C2FA9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44/50</a:t>
            </a:r>
          </a:p>
        </p:txBody>
      </p:sp>
    </p:spTree>
    <p:extLst>
      <p:ext uri="{BB962C8B-B14F-4D97-AF65-F5344CB8AC3E}">
        <p14:creationId xmlns:p14="http://schemas.microsoft.com/office/powerpoint/2010/main" val="11342609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E0E14-0E00-4C57-B035-85EC611A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6459E-3462-4148-96D3-E863F64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Forward chaining: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1D710-420A-4A01-8792-8BF09E88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AAB3D-EBAA-411F-B374-7ACBC72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Think of forward chaining as a way to make an agent's next choice clearer.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B3A91-2591-4A6F-BC9B-096720C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Why it matters: It is efficient for deriving all reachable consequences.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What changes: uncertainty becomes structure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Teaching cue: connect the idea to an agent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ACF0C-AE3D-44F5-8F5A-284017CD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436BD-E9F5-4F88-A80E-3B81A52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for deriving all reachable consequences.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D7DD8-54F2-43F5-A403-9CC394AD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3832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Perceive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96560-789D-453C-B526-8BD4F1A1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Think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5C127-29F5-447D-B66C-D8D1C526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9575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B4405-6622-45C9-8BCE-F4D1E308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World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53A29-BAD6-43EE-B5DB-2A7A118A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Percept → internal state →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08851-60B1-4ADC-A970-E3957E7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45/50</a:t>
            </a:r>
          </a:p>
        </p:txBody>
      </p:sp>
    </p:spTree>
    <p:extLst>
      <p:ext uri="{BB962C8B-B14F-4D97-AF65-F5344CB8AC3E}">
        <p14:creationId xmlns:p14="http://schemas.microsoft.com/office/powerpoint/2010/main" val="175126082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E4D7C-3436-4B97-A338-14F1C78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4AC83-9648-4977-B0B5-9FE78DC0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Forward chaining: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599CD-CD73-423A-B495-D5AE28E2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4F960-80D1-40A4-9E3C-7082894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The idea becomes teachable when it is shown as a sequence.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92B12-3B51-4982-8017-D9C79CE4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Identify the input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Apply the rule or strategy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Update the state or knowledge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Stop when the goal or proof is reached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3531A-FB21-4F3B-899E-E179F0DA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B918D-7227-4A87-9D92-BC1A9E08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for deriving all reachable consequences.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03CAA-7412-4164-8117-36F8EEB7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data-driven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56687-73CD-4715-B706-A9291DB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rule firing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D3A3B-F647-45F8-B640-22FCD685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new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7E065-699E-476F-B0E2-452ECAB1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fixpoint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492BE-9E8D-45A7-8887-5EE2D935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F5C67-CE3C-4335-ADBA-CFA1EDF1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46/50</a:t>
            </a:r>
          </a:p>
        </p:txBody>
      </p:sp>
    </p:spTree>
    <p:extLst>
      <p:ext uri="{BB962C8B-B14F-4D97-AF65-F5344CB8AC3E}">
        <p14:creationId xmlns:p14="http://schemas.microsoft.com/office/powerpoint/2010/main" val="106880439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3D695-28B9-4F3E-BE1F-C3390B28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6D687-FCCB-4C45-A3DE-1B5BC9EC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Forward chaining: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F57CF-D000-472B-82BD-4726EF4C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9F26D-2E69-4801-BA42-2A05636D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A small classroom example makes forward chaining concrete.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A9E56-0AD6-416C-BE31-B73DEA62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Use the terms: data-driven, rule firing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Trace one decision visibly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Ask which step would change if the environment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654E4-CC90-480C-A034-E6C53673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BE658-1E68-4FF8-8F7C-FC06B158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for deriving all reachable consequences.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F4E55-B882-4590-B98A-48B45D44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F15EB-CB58-43A3-9AC5-6F88E7B2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9B194-2DE6-4CB3-8487-004EE5E0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9082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1A695-584D-4359-9DAA-8546F739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622E4-C937-4839-B470-2D5DFBCD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290E0-47B0-4984-A28C-A8447EFF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D3339-AF75-4951-84E8-6288AC91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53340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2D264-0418-45C8-8CB1-5620F9E4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data-driven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4A336-B090-466A-85DF-0570EC83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47/50</a:t>
            </a:r>
          </a:p>
        </p:txBody>
      </p:sp>
    </p:spTree>
    <p:extLst>
      <p:ext uri="{BB962C8B-B14F-4D97-AF65-F5344CB8AC3E}">
        <p14:creationId xmlns:p14="http://schemas.microsoft.com/office/powerpoint/2010/main" val="11921134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4705D-0525-4FC5-B746-68B04E8C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995A0-3A9F-42F3-8FC8-1496B8FE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Forward chaining: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6245E-EC63-4B90-9E36-33DD14C2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59F33-C8B4-4BDC-8919-68AA3AD0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4DAD5-D957-471C-98C6-16C9CFF6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It is efficient for deriving all reachable consequences.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254FD-9451-4A59-8776-D7A86BE2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F84FD-69A9-4A9A-A4BB-9E28A05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It is efficient for deriving all reachable consequences.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A35B4-A1A7-4448-ABB6-20F1C8C3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data-driven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DDD70-8EF7-4FAE-8D6A-5A74F4E8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rule firing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03B9C-84DF-4430-84E5-087BE906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new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0958D-CBF8-48F1-9364-333AC10E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fixpoint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F38C8-21F3-42A2-A4B9-D7B45598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47643-3271-4D2D-B06F-D57FF3F6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48/50</a:t>
            </a:r>
          </a:p>
        </p:txBody>
      </p:sp>
    </p:spTree>
    <p:extLst>
      <p:ext uri="{BB962C8B-B14F-4D97-AF65-F5344CB8AC3E}">
        <p14:creationId xmlns:p14="http://schemas.microsoft.com/office/powerpoint/2010/main" val="125913047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A6658-2A66-4AAF-973A-FD3349B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6ACCD-0C69-4919-97FA-71EB357F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4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614A3-AA03-40D6-BA60-FBCA6F94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A9DC5-0BDE-48BC-8380-9007ED3B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First-Order Logic and Forward Inference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8E43-9BFE-4F64-8F77-CBE1ECCE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Representation revisited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56CDF-E20B-48D0-AAE3-2B9DFCC0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FOL syntax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023A4-46B9-44B9-A022-5CDC66D5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Quantifiers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5F050-1539-402B-99C1-69C00214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FOL semantics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3F35F-302F-443A-BE0E-0EC3FD84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Using FOL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9CC77-C907-4515-A59F-CED866F0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Knowledge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08ACD-96CC-4DF5-9441-45D52425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Propositional vs FOL 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02DB2-02A0-4F48-844F-D5092412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A1B22-8C96-4207-A125-6BA3FDEC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682D1-3F5E-4927-AFE9-BA3C1F7A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49/50</a:t>
            </a:r>
          </a:p>
        </p:txBody>
      </p:sp>
    </p:spTree>
    <p:extLst>
      <p:ext uri="{BB962C8B-B14F-4D97-AF65-F5344CB8AC3E}">
        <p14:creationId xmlns:p14="http://schemas.microsoft.com/office/powerpoint/2010/main" val="11632042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3E36C-CC3F-4726-8C6E-4CD55571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BAC73-0026-433C-9741-8810F095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4 exam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1FB62-B479-47C5-B58E-E995A156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3EF06-27C1-4FB8-B504-D9204205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67AB2-A482-42AD-BE4A-23148B70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049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representation revisited with a neat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4B705-43E2-4114-BFB7-ADD949D7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002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638F9-F66B-4F40-ACF1-89347B59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F399C-D3B7-4E05-97AD-D9BA0A7C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288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fol syntax to a small example and state the takeaway.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E8D18-BE67-4F52-9DBD-1D902781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3F45C-3D99-4710-B7BD-D1FF7F02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1940A-7A9A-460B-9695-3CCCE01B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quantifiers with a neat diagram.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05ABA-69BA-4680-9175-D0CED6CC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48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B9163-C772-4E68-86DA-C5E29FEF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1F496-0D7C-4CE6-BB07-524566CC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fol semantics to a small example and state the takeaway.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36E56-9A27-4E61-BCFD-0A7DA89D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382FA-CBC2-4412-B161-8FCDB2B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02CDD-EC7D-4D3C-A3F3-29E0C62B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Explain using fol with a neat diagram.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D9E3F-2A8E-4F62-9623-FCA93AC5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95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05E4A-5169-41A0-8733-7CECB36F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6E4E0-1C74-4464-8A42-DFFF3303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24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Apply knowledge engineering to a small example and state the takeaway.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73A9D-52ED-46F1-BD84-8A0C08B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19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1F3A"/>
                </a:solidFill>
              </a:defRPr>
            </a:pPr>
            <a:r>
              <a:rPr sz="975" b="1">
                <a:solidFill>
                  <a:srgbClr val="0B1F3A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DB331-99CF-4173-B201-CF512B06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50/50</a:t>
            </a:r>
          </a:p>
        </p:txBody>
      </p:sp>
    </p:spTree>
    <p:extLst>
      <p:ext uri="{BB962C8B-B14F-4D97-AF65-F5344CB8AC3E}">
        <p14:creationId xmlns:p14="http://schemas.microsoft.com/office/powerpoint/2010/main" val="213015216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7F720-AE09-4A74-8107-F40962E2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4 / First-Order Logic and Forward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9FE5F-1DB6-4750-A915-6DC18DC2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Representation revisited: algorithm /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AEBCE-DF9F-4418-9DEF-3A5E2A65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F56B5-DBF0-446A-A62B-4C6D1049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Purpose, input, process, and takeaway should be separated in an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4F857-AE74-4354-AFDD-8A7B4413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Purpose: state what the method solves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Input: name states, facts, rules, or goals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Process: write ordered steps</a:t>
            </a:r>
          </a:p>
          <a:p xmlns:a="http://schemas.openxmlformats.org/drawingml/2006/main">
            <a:pPr algn="l">
              <a:defRPr sz="1575" b="0">
                <a:solidFill>
                  <a:srgbClr val="0B1F3A"/>
                </a:solidFill>
              </a:defRPr>
            </a:pPr>
            <a:r>
              <a:rPr sz="1575" b="0">
                <a:solidFill>
                  <a:srgbClr val="0B1F3A"/>
                </a:solidFill>
              </a:rPr>
              <a:t>• Takeaway: Variables make general knowledge possible.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A8204-698B-442B-932E-0B1C99F9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70926-995F-40FD-882B-9AC92369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</a:defRPr>
            </a:pPr>
            <a:r>
              <a:rPr sz="1350" b="0">
                <a:solidFill>
                  <a:srgbClr val="0B1F3A"/>
                </a:solidFill>
              </a:rPr>
              <a:t>Variables make general knowledge possible.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EB096-BCAE-4532-A97F-D0AA25F7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objects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018D3-5174-4E3F-A32D-E6A9E55A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3632B-4782-4751-B1B4-ADDD71F2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7182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relations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4ABCD-9ED1-4105-83A4-34AF5858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33775"/>
            <a:ext cx="933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general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05B75B-9B6C-4420-8117-E7B222E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Step-by-step reasoning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B0800-1106-449B-BBA5-AC618038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51/50</a:t>
            </a:r>
          </a:p>
        </p:txBody>
      </p:sp>
    </p:spTree>
    <p:extLst>
      <p:ext uri="{BB962C8B-B14F-4D97-AF65-F5344CB8AC3E}">
        <p14:creationId xmlns:p14="http://schemas.microsoft.com/office/powerpoint/2010/main" val="49578836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B479D-A91F-49C9-92D4-C04CB249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3DA5F-72F8-4FF8-9160-D396F227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A"/>
                </a:solidFill>
              </a:defRPr>
            </a:pPr>
            <a:r>
              <a:rPr sz="2700" b="1">
                <a:solidFill>
                  <a:srgbClr val="0B1F3A"/>
                </a:solidFill>
              </a:rPr>
              <a:t>Module 4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2B900-6C66-4AAA-A40B-317C11A3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D9CE2-EC21-401A-9EF9-18E96751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First-Order Logic and Forward Inference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3D69E-5358-45F2-AFB2-2AA41B75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Representation revisited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B8FE6-408C-4F97-B59A-C32D11CE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FOL syntax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2AEE0-2648-4910-B3F1-ABAA692F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Quantifiers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FB2ED-BA91-4AAE-B7B4-ED9CCFDF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FOL semantics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A7230-58ED-49BD-BB2E-67F2213C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Using FOL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237FA-55AF-4F2F-B576-FBD4C21C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Knowledge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22BA6-C74F-4491-B2DE-9B462816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Propositional vs FOL 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9FD8F-B3D1-418E-9319-E73AD73C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Unification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15E7E-10C0-4CCC-9EED-1DF21DD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7912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Explain the module by connecting each outer idea back to the center.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C6345-A071-4D40-B086-FB1D1482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9"/>
                </a:solidFill>
              </a:defRPr>
            </a:pPr>
            <a:r>
              <a:rPr sz="825" b="0">
                <a:solidFill>
                  <a:srgbClr val="526079"/>
                </a:solidFill>
              </a:rPr>
              <a:t>VTU BCS515B • Module 4 • 52/50</a:t>
            </a:r>
          </a:p>
        </p:txBody>
      </p:sp>
    </p:spTree>
    <p:extLst>
      <p:ext uri="{BB962C8B-B14F-4D97-AF65-F5344CB8AC3E}">
        <p14:creationId xmlns:p14="http://schemas.microsoft.com/office/powerpoint/2010/main" val="1973857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2026-08-18T11:20:19.8610000Z</dcterms:created>
  <dcterms:modified xsi:type="dcterms:W3CDTF">2026-08-18T11:20:19.8610000Z</dcterms:modified>
</coreProperties>
</file>