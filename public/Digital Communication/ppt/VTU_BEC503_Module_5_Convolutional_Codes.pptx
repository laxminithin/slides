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10 contact hours and 16 teaching units, and that all of it exists to answer one question: How do I code a continuous stream with no block boundaries, and how does the decoder find the best path without checking every one?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"How do I code a continuous stream with no block boundaries, and how does the decoder find…" to look like?
Animation instructions: Module title block fades in first, then the textbook panel slides in from the right, then the five arc beats appear left to right one at a time.
Transition style: Fade
[Sources] VTU BEC503 Digital Communication syllabus, 2025 scheme, Module 5: Convolutional Codes, 10 hours, TB1 (Haykin 2014) Ch. 10.6-10.8 pp. 605-623.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BEC503 Digital Communication syllabus, 2025 scheme, Module 5: Convolutional Codes, 10 hours, TB1 (Haykin 2014) Ch. 10.6-10.8 pp. 605-623.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5: Convolutional Codes, 10 hours, TB1 (Haykin 2014) Ch. 10.6-10.8 pp. 605-623.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5: Convolutional Codes, 10 hours, TB1 (Haykin 2014) Ch. 10.6-10.8 pp. 605-623.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convolutional encoder is a shift register with modulo-2 adders tapped off its stages: input bits enter one at a time and each produces n output bits tha… Then add the part they are examined on - A convolutional encoder is a finite state machine on a bit stream; memory, not block length, is what carries the protection.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"convolutional encoder" constrain here, and what would break if it did not hold?
Animation instructions: the input arrow and two register boxes draw left to right, then the upper adder appears with its three tap lines drawing in sequence, then the lower adder with its two taps, then the two output lines extend into the commutator which rotates once, then the side card slides in.
Transition style: Fade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the number of memory stages M and the number of output bits n per input bit - and check everyone has written it before moving on. At the cost panel, translate it: The encoder is trivially cheap; the whole cost sits in the decoder.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Rate 1/2, M = 2, generators g1 = 111 and g2 = 101. Input bit 1 into an all-zero register. Work at the pace of the slowest note-taker and land hard on the result: One input bit produced the pair 11 and moved the encoder from state 00 to state 10. Every later output depends on this state.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constraint length K = M + 1 is the number of input bits that influence any single output bit, and it is the parameter that governs both the strength o… Then add the part they are examined on - K sets the strength, and decoder cost is 2^(K-1) — which is why practical constraint lengths stop around 7 to 9.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"constraint length" constrain here, and what would break if it did not hold?
Animation instructions: the axes draw with both scales labelled, then the coding-gain curve sweeps up and flattens, then the state-count line climbs steeply, then the practical-range band shades between the two, then the table fills row by row with the (7,5) row highlighting last.
Transition style: Fade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the rate k/n from the bandwidth available - and check everyone has written it before moving on. At the cost panel, translate it: The K = 7, rate 1/2, (171,133) octal code is the de facto standard in satellite and deep-space links.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Generators (7,5) in octal for a rate 1/2 code. Work at the pace of the slowest note-taker and land hard on the result: The (7,5) code has constraint length 3, four states and free distance 5 — the standard textbook example and the one used througho…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Feeding a single 1 followed by zeros into the encoder produces each output branch impulse response, and those responses are exactly the generator sequence… Then add the part they are examined on - The generators are the impulse responses, so encoding is convolution — and in the D domain it is just polynomial multiplicat…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"impulse response" constrain here, and what would break if it did not hold?
Animation instructions: the impulse input strip appears, then the two output strips fill cell by cell left to right in step, then the read-as-polynomial arrow sweeps right and the two polynomial expressions write themselves, then the matrix equation assembles on the right with the multiplication symbol landing last.
Transition style: Fade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Apply a single 1 followed by zeros to the encoder input - and check everyone has written it before moving on. At the cost panel, translate it: Encoding is clearer in the D domain; decoding is clearer in the trellis.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Input sequence 1 0 1 with g1(D) = 1 + D + D^2 and g2(D) = 1 + D^2. Work at the pace of the slowest note-taker and land hard on the result: Output pairs 11, 10, 01, 10, 11 over five time steps — note the D^2 terms cancelling in V1, which is modulo-2 arithmetic doing it…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Encoding in the time domain means tracking the register contents step by step: for each input bit, compute the outputs from the current input and state, t… Then add the part they are examined on - Track state, compute, shift — and remember the tail bits, which cost real rate on short messages.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"time domain" constrain here, and what would break if it did not hold?
Animation instructions: the table header draws, then each row fills left to right in time order with the state-after cell lighting as it updates, then the two tail rows tint amber as they fill, then the final zero state gets its tick, then the rate strip appears with the effective-rate figure counting up last.
Transition style: Fade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Initialise the register to all zeros - and check everyone has written it before moving on. At the cost panel, translate it: Tail-biting termination avoids the overhead by starting and ending in the same non-zero state.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Message 1011, generators (7,5), M = 2, with two tail zeros. Work at the pace of the slowest note-taker and land hard on the result: Transmitted sequence 11 10 00 01 01 11 — twelve bits for four information bits, an effective rate of 1/3 because of the tail.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605-608.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code tree draws every possible encoder path as a branching diagram: from each node, the upper branch corresponds to an input 0 and the lower to an inp… Then add the part they are examined on - The tree doubles every step and then starts repeating itself after M steps — merging the repeats is the whole idea of the tr…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"code tree" constrain here, and what would break if it did not hold?
Animation instructions: the tree grows depth by depth, each level of branches drawing with its output labels, then the counter increments at each level, then at depth 3 the matching subtrees tint in pairs, then the circles and dashed connectors appear, then the "unusable" annotation lands.
Transition style: Fade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Start at the root with the encoder in the all-zero state - and check everyone has written it before moving on. At the cost panel, translate it: Its only real value is pedagogical: it makes the merging that produces the trellis obvious.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The (7,5) code, tree depth 4. Work at the pace of the slowest note-taker and land hard on the result: From depth 3 onward the node count doubles while the state count stays at 4. Every node beyond that is a duplicate of one of four…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trellis is the code tree with equal-state nodes merged, so it has exactly 2^M nodes at every time step regardless of sequence length. Then add the part they are examined on - Constant width 2^M is everything: it turns an exponential search into a fixed amount of work per time step.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"trellis" constrain here, and what would break if it did not hold?
Animation instructions: the four node rows appear as columns of dots, then the branches draw column by column left to right with the first two columns showing the fan-out from the start node, then the output labels appear on the early branches, then the steady-state bracket sweeps across the remaining columns, then the side comparison bars grow, the tree one climbing off the top.
Transition style: Fade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Draw 2^M state nodes in a column for each time step - and check everyone has written it before moving on. At the cost panel, translate it: This is the data structure the Viterbi algorithm walks, and its size is why K stops around 7 to 9.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The (7,5) code, states 00, 01, 10, 11. Work at the pace of the slowest note-taker and land hard on the result: Eight branches, four states, and the pattern repeats identically at every time step — the whole code is described by this one col…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state diagram collapses the trellis further by removing time altogether: it shows the 2^M states as nodes with labelled transitions between them, so t… Then add the part they are examined on - Drop time and the encoder is one small graph; its transfer function enumerates path weights and hands you the free distance.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"state diagram" constrain here, and what would break if it did not hold?
Animation instructions: the four nodes appear in the diamond, then the directed edges draw one at a time with their D-power labels, then the self-loop dashes in and greys out, then the zero node splits into source and sink sliding apart, then the transfer function writes itself, then the series expansion appears term by term with the first term boxing last.
Transition style: Fade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Draw one node per state with directed edges for each input - and check everyone has written it before moving on. At the cost panel, translate it: Additional variables for input weight and path length give the full augmented transfer function used for bit error bounds.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The (7,5) code state diagram. Work at the pace of the slowest note-taker and land hard on the result: Expanding: D^5 + 2D^6 + 4D^7 + ... — one path of weight 5, two of weight 6, four of weight 7. The free distance is 5.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608-613.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recursive systematic convolutional encoder feeds one output back into the register input and passes the information bit through unchanged as one of its… Then add the part they are examined on - RSC form has the same distance as its non-recursive twin, but a single 1 now rings forever — which is what makes turbo codes…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"RSC" constrain here, and what would break if it did not hold?
Animation instructions: the register and its two outputs draw, then the feed-forward taps appear, then the feedback line draws in bold and loops back to the input XOR which flashes, then the two impulse strips fill cell by cell in step, the recursive one continuing past the panel edge with an ellipsis.
Transition style: Fade
[Sources] VTU BEC503 Digital Communication syllabus, 2025 scheme, Module 5: Convolutional Codes. TB1 as listed by the syllabus: Simon Haykin, Digital Communication Systems, John Wiley &amp; Sons, 1st ed., 2014; Ch. 10, pp. 610-613.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Take a non-recursive encoder with generators g1 and g2 - and check everyone has written it before moving on. At the cost panel, translate it: Terminating an RSC encoder requires state-dependent tail bits rather than plain zeros.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610-613.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Non-recursive (7,5) converted to RSC form with g2/g1 feedback. Work at the pace of the slowest note-taker and land hard on the result: Identical distance properties but an impulse response that never terminates — a weight-1 input now produces an infinite-weight co…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610-613.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free distance d_free of a convolutional code is the minimum Hamming weight of any non-zero path that diverges from the all-zero path and later remerge… Then add the part they are examined on - d_free is the weight of the cheapest wrong path that rejoins the right one; coding gain is 10 log10(R d_free).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"free distance" constrain here, and what would break if it did not hold?
Animation instructions: the trellis grid appears, then the all-zero path draws bold left to right, then the diverging path draws branch by branch with each branch weight label appearing as it is drawn, then the running sum counts up beside it, then the remerge point pulses and the total boxes, then the side card slides in with its two gain figures.
Transition style: Fade
[Sources] VTU BEC503 Digital Communication syllabus, 2025 scheme, Module 5: Convolutional Codes. TB1 as listed by the syllabus: Simon Haykin, Digital Communication Systems, John Wiley &amp; Sons, 1st ed., 2014; Ch. 10, pp. 610-613.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all paths that leave the all-zero state and later return to it - and check everyone has written it before moving on. At the cost panel, translate it: Tables of maximum free distance codes for each K and rate are standard and should be used rather than searched.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610-613.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Rate 1/2 code with d_free = 5, hard decision decoding. Work at the pace of the slowest note-taker and land hard on the result: About 4 dB of gain hard, 7 dB soft, against uncoded transmission — at the cost of doubling the transmitted bit rate.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610-613.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Optimum decoding of a convolutional code means maximum likelihood sequence estimation: choosing the transmitted sequence, among all sequences the encoder… Then add the part they are examined on - The goal is the closest path through the trellis; the only question is whether you find it in exponential or linear time.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"maximum likelihood sequence estimation" constrain here, and what would break if it did not hold?
Animation instructions: the left panel fills with dozens of faint paths accumulating rapidly and the counter spins upward, then the crossed-out clock stamps on, then the right panel draws its trellis and the four survivor paths thicken one at a time, then its counter settles and the green clock appears, then the "same answer" bracket draws between the two panels.
Transition style: Fade
[Sources] VTU BEC503 Digital Communication syllabus, 2025 scheme, Module 5: Convolutional Codes. TB1 as listed by the syllabus: Simon Haykin, Digital Communication Systems, John Wiley &amp; Sons, 1st ed., 2014; Ch. 10, pp. 613-614.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Enumerate, conceptually, every path through the trellis - and check everyone has written it before moving on. At the cost panel, translate it: The optimality is worth keeping in mind: Viterbi is not an approximation, it returns exactly this answer.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613-614.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100-bit message with a rate 1/2 code. Work at the pace of the slowest note-taker and land hard on the result: Exhaustive search needs longer than the age of the universe; Viterbi needs 400 operations. Same answer, and that gap is the entir…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613-614.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Viterbi algorithm walks the trellis one time step at a time, maintaining for each state the best path reaching it and that path accumulated metric. Then add the part they are examined on - Add the branch metric, compare the two candidates, select the better, discard the other forever — 2^M times per step.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"Viterbi algorithm" constrain here, and what would break if it did not hold?
Animation instructions: the two incoming branches draw with their metric labels, then the two adders fill and output their sums, then the comparator fills and pulses, then the selector passes the smaller value forward, then the winning branch thickens while the losing branch greys and gets its strike-through, then the caption appears.
Transition style: Fade
[Sources] VTU BEC503 Digital Communication syllabus, 2025 scheme, Module 5: Convolutional Codes. TB1 as listed by the syllabus: Simon Haykin, Digital Communication Systems, John Wiley &amp; Sons, 1st ed., 2014; Ch. 10, pp. 614-618.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Initialise the metric of the all-zero state to 0 and all others to infinity - and check everyone has written it before moving on. At the cost panel, translate it: The algorithm is inherently sequential across time but fully parallel across states.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614-618.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State 00 at time 3, reached from state 00 with metric 2 and branch metric 1, or from state 01 with metric 1 and branch metric 2. Work at the pace of the slowest note-taker and land hard on the result: A tie is resolved arbitrarily without loss of optimality, since both paths have identical metrics and either can extend to an opt…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614-618.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Working one complete decode end to end is the only way the algorithm becomes concrete. Then add the part they are examined on - One corrupted bit leaves the correct path with metric 1 and every rival higher — that gap is what correction looks like nume…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"worked example" constrain here, and what would break if it did not hold?
Animation instructions: the received sequence prints above with the corrupted pair reddening, then the trellis fills column by column with each node metric appearing and losing branches greying, then the table column fills in step with each trellis column, then at the final column the terminal state pulses, then the traceback path highlights green from right to left, then the decoded bits print beneath.
Transition style: Fade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received sequence in groups of n bits - and check everyone has written it before moving on. At the cost panel, translate it: Terminating with tail bits removes the final ambiguity by forcing a known end state.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Transmitted 11 10 00 01 01 11 for message 1011; received 11 10 01 01 01 11 with an error in the third pair. Work at the pace of the slowest note-taker and land hard on the result: Traceback from the terminal 00 state recovers 1011, the original message. The single error is corrected because every alternative…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Storing survivor decisions for an entire sequence before tracing back is impossible for a continuous stream, so practical decoders use a truncation depth:… Then add the part they are examined on - Trace back about 5K steps, output the oldest bit, slide on — the paths have merged by then, so the answer is the same.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"traceback" constrain here, and what would break if it did not hold?
Animation instructions: the trellis grid draws, then the four coloured survivor paths trace from right to left simultaneously, converging visibly, then the dashed merge line drops where they become one, then the truncation bracket spans from the right edge to that line, then the output arrow appears at the left end with its label.
Transition style: Fade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Maintain survivor decisions for the last T time steps, where T is the truncation depth - and check everyone has written it before moving on. At the cost panel, translate it: T = 5K is the standard rule of thumb and costs a negligible fraction of a decibel.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K = 7 code, so M = 6 and 64 states. Work at the pace of the slowest note-taker and land hard on the result: 2240 bits of survivor memory and 35 microseconds of delay for a K = 7 decoder — modest, and constant no matter how long the trans…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Hard decision decoding takes the demodulator one-bit output and computes Hamming distances; soft decision decoding keeps the demodulator analogue or multi… Then add the part they are examined on - Keeping three bits instead of one from the demodulator is worth about 2 dB — the cheapest gain in the whole chain.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"hard decision" constrain here, and what would break if it did not hold?
Animation instructions: the axis and threshold draw, then the two hard regions fill and the sample drops in with its label, then the eight soft bands appear beneath and the same sample lands in its band with the doubtful label, then the two BER curves draw right to left, then the 2 dB bracket snaps between them, then the cost strip slides up.
Transition style: Fade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Keep the demodulator output as a multi-bit soft value rather than slicing to one bit - and check everyone has written it before moving on. At the cost panel, translate it: Going beyond three bits buys under 0.1 dB, which is why three is the industry default.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Rate 1/2, K = 7 code at a target bit error rate of 1e-5. Work at the pace of the slowest note-taker and land hard on the result: Six decibels for a decoder of 64 states and a three-bit demodulator bus — which is why this exact configuration flew on Voyager 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Deploying a convolutional code means choosing the constraint length against the decoder budget, the rate against the bandwidth, and then adapting both to… Then add the part they are examined on - One encoder covers many rates through puncturing; interleaving makes bursts look random, and an outer code cleans up the res…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"puncturing" constrain here, and what would break if it did not hold?
Animation instructions: the transmit chain builds block by block left to right, then the channel cloud appears, then the receive chain mirrors back right to left, then the puncture pattern grid appears above with its cells crossing out one at a time, then the burst animation runs above the interleaver, the red errors scattering as they pass through.
Transition style: Fade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the constraint length from the decoder budget, typically K = 7 - and check everyone has written it before moving on. At the cost panel, translate it: The classic concatenated scheme, RS outer plus convolutional inner, was the standard for satellite links for thirty years.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link needing rate 3/4 with a K = 7 base rate 1/2 code. Work at the pace of the slowest note-taker and land hard on the result: Rate 3/4 from the same hardware, at a cost of roughly 1.5 dB of coding gain relative to the unpunctured rate 1/2 code.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618-623.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Block codes and convolutional codes answer the same question with different structures, and each suits different traffic. Then add the part they are examined on - Blocks suit framed data and bursts; convolutional suits streams and soft decisions — the standard answer uses both.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"comparison" constrain here, and what would break if it did not hold?
Animation instructions: the table header draws, then each row fills left then right with the favourable cell tinting as it lands, six rows in sequence, then the concatenated diagram draws beneath with its bracket appearing last.
Transition style: Fade
[Sources] VTU BEC503 Digital Communication syllabus, 2025 scheme, Module 5: Convolutional Codes. TB1 as listed by the syllabus: Simon Haykin, Digital Communication Systems, John Wiley &amp; Sons, 1st ed., 2014; Ch. 10, pp. 605-623.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Determine whether the data is framed or a continuous stream - and check everyone has written it before moving on. At the cost panel, translate it: Modern systems increasingly use turbo or LDPC codes, which get closer to capacity than either classical family alone.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5: Convolutional Codes. TB1 as listed by the syllabus: Simon Haykin, Digital Communication Systems, John Wiley &amp; Sons, 1st ed., 2014; Ch. 10, pp. 605-623.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deep-space link with a continuous telemetry stream and occasional solar bursts. Work at the pace of the slowest note-taker and land hard on the result: Convolutional inner with soft decisions, interleaver, Reed-Solomon outer — precisely the Voyager configuration, and for exactly 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5: Convolutional Codes. TB1 as listed by the syllabus: Simon Haykin, Digital Communication Systems, John Wiley &amp; Sons, 1st ed., 2014; Ch. 10, pp. 605-623.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5: Convolutional Codes, 10 hours, TB1 (Haykin 2014) Ch. 10.6-10.8 pp. 605-623.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5: Convolutional Codes, 10 hours, TB1 (Haykin 2014) Ch. 10.6-10.8 pp. 605-623.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5: Convolutional Codes, 10 hours, TB1 (Haykin 2014) Ch. 10.6-10.8 pp. 605-623.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BEC503 Digital Communication syllabus, 2025 scheme, Module 5: Convolutional Codes, 10 hours, TB1 (Haykin 2014) Ch. 10.6-10.8 pp. 605-623. TB1: Simon Haykin, Digital Communication Systems, John Wiley &amp; Sons, 1st ed., 2014. Assessment counts: 20 MCQs, 13 descriptive questions, 11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Digital Communication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5 asks: How do I code a continuous stream with no block boundaries, and how does the decoder find the best path wit…</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5</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Convolutional Codes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10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Digital Communication Systems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Simon Haykin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John Wiley &amp; Sons, 1st edition, 2014</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TB1 (Haykin 2014) Ch. 10.6-10.8 pp. 605-623</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Signal Space &amp; AWGN   •   Digital Modulation   •   Information Theory   •   Block &amp; Cyclic Codes   •   Convolutional Codes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Memory replaces block structure   →   Three pictures, one encoder   →   Free distance sets the gain   →   Trellis prunes the search   →   Viterbi decodes in linear time</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5 · BEC503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How do I code a continuous stream with no block boundaries, and how does the decoder find the best path without checking every one?</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Memory replaces block structure</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Three pictures, one encoder</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Free distance sets the gain</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Trellis prunes the search</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Viterbi decodes in linear time</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TB1 Sections 10.6-10.8, which the syllabus names. The shift from Module 4 is from blocks to streams: a convolutional encoder has memory, so each output depends on several past inputs and there is no block boundary to align to. The same encoder admits three equivalent pictures — tree, trellis and state diagram — and the module spends time on why the trellis is the useful one: it is the only one that does not grow with sequence length, which is precisely what makes the Viterbi algorithm linear rather than exponential. Free distance replaces minimum distance as the figure of merit, and the module closes on hard versus soft decision decoding, where 2 dB is available for the cost of keeping more than one bit from the demodulator.</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CO4, CO5</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+ 11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convolutional encoder: memory instead of blocks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605-608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CO4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Constraint length, rate and generator sequences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605-608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CO4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Impulse response and generator polynomials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605-608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CO5 / L4</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Time-domain encoding: convolution by hand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605-608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CO5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code tree and why it does not scale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608-613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CO4 / L3</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trellis diagram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608-613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CO5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state diagram and the transfer function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608-613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CO5 / L5</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Recursive systematic convolutional codes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610-613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CO4 / L5</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Free distance and coding gain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610-613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CO4 / L5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Optimum decoding: what the decoder is actually trying to do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613-614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CO4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Viterbi algorithm: add, compare, select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614-618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CO5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full Viterbi decoding example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618-623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CO5 / L5</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Traceback, truncation depth and decoding delay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618-623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CO5 / L5</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Hard versus soft decision decoding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618-623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CO5 / L5</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Choosing and deploying a convolutional code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618-623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CO5 / L5</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Block codes and convolutional codes compared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605-623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CO4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convolutional encoder: memory instead of blocks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convolutional encoder: memory ins…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convolutional encoder is a shift register with modulo-2 adders tapped off its stages: input bits enter one at a time and each produces n output bits that depend on the current input and the M bits already in the register. Unlike a block code, there is no block boundary and no fixed codeword length — the encoder maps a stream to a stream, and its output at any instant depends on recent history. That memory is the source of its strength: an error affecting one output bit is constrained by the encoder structure across several time steps, giving the decoder multiple independent looks at the same information bit.</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convolutional encoder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shift register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memory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continuous stream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modulo-2 adders</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convolutional encoder is a finite state machine on a bit stream; memory, not block length, is what carries the protection.</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horizontal shift register of two stages drawn as boxes, with the input arrow entering the first stage from the left. Two modulo-2 adder circles sit above and below the register, each fed by tap lines from th…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L2  |  visual id: convolutional-encoder-structure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convolutional encoder: memory instead of blocks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convolutional encoder: memory ins…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number of memory stages M and the number of output bits n per input bit</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the tap connections for each of the n modulo-2 adders</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Shift the input bit into the register</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each output bit as the XOR of the tapped stages</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Interleave the n outputs and repeat for the next input bit</a:t>
            </a:r>
            <a:endParaRPr lang="en-US" sz="1100" dirty="0"/>
          </a:p>
        </p:txBody>
      </p:sp>
      <p:sp>
        <p:nvSpPr>
          <p:cNvPr id="19" name="shape-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M flip-flops and a few XOR gates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rate k/n with 2^M states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decoding complexity grows as 2^M, so memory is expensive at the receiver</a:t>
            </a:r>
            <a:endParaRPr lang="en-US" sz="1100" dirty="0"/>
          </a:p>
        </p:txBody>
      </p:sp>
      <p:sp>
        <p:nvSpPr>
          <p:cNvPr id="21" name="shape-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encoder is trivially cheap; the whole cost sits in the decoder.</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   |   CO4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convolutional encoder: memory instead of blocks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convolutional encoder: memory ins…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Rate 1/2, M = 2, generators g1 = 111 and g2 = 101. Input bit 1 into an all-zero register.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Register before: 00. Input: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Output 1 = input XOR s1 XOR s2 = 1 XOR 0 XOR 0 = 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Output 2 = input XOR s2 = 1 XOR 0 = 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Shift: register becomes 10</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One input bit produced the pair 11 and moved the encoder from state 00 to state 10. Every later output depends on this state.</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Rate R = k/n,  memory M,  constraint length K = M + 1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Output j at time i:</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v_j[i] = XOR over taps of  u[i - t]  for t in g_j</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Example: M = 2, g1 = (1,1,1), g2 = (1,0,1)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v1[i] = u[i] + u[i-1] + u[i-2]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v2[i] = u[i] + u[i-2]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Number of states = 2^M</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the encoder as memoryless and compute each output from the current input alone. The register contents are part of the computation; ignoring them gives a repetition code rather than a convolutional one.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   |   CO4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Constraint length, rate and generator sequences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Constraint length, rate and generator…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constraint length K = M + 1 is the number of input bits that influence any single output bit, and it is the parameter that governs both the strength of the code and the cost of decoding. The rate R = k/n gives the number of information bits per transmitted bit, most commonly 1/2 or 1/3. The generator sequences specify which register stages feed each adder, usually written in octal: the pair (7,5) octal means 111 and 101 binary, the standard K = 3 rate 1/2 code. Doubling the constraint length roughly doubles the coding gain available while squaring the number of decoder states.</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constraint length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rate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generator sequence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octal notation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memory order</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 sets the strength, and decoder cost is 2^(K-1) — which is why practical constraint lengths stop around 7 to 9.</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dual-axis plot with constraint length K from 3 to 10 on the horizontal axis. A left axis carries coding gain in dB with a curve rising and gradually flattening, and a right axis carries the number of decoder…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constraint-length-cost-curve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Constraint length, rate and generator sequences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Constraint length, rate and generator…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rate k/n from the bandwidth available</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constraint length K from the coding gain needed and the decoder budget</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Look up or search for the generator polynomials maximising free distance for that K and rate</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the generators to octal for compact specification</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decoder state count 2^(K-1) is affordable</a:t>
            </a:r>
            <a:endParaRPr lang="en-US" sz="1100" dirty="0"/>
          </a:p>
        </p:txBody>
      </p:sp>
      <p:sp>
        <p:nvSpPr>
          <p:cNvPr id="19" name="shape-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K = 3 gives 4 states and about 3.5 dB of gain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K = 7 gives 64 states and about 5.5 dB</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each increment of K doubles the decoder state count</a:t>
            </a:r>
            <a:endParaRPr lang="en-US" sz="1100" dirty="0"/>
          </a:p>
        </p:txBody>
      </p:sp>
      <p:sp>
        <p:nvSpPr>
          <p:cNvPr id="21" name="shape-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K = 7, rate 1/2, (171,133) octal code is the de facto standard in satellite and deep-space links.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   |   CO4  |  Bloom L3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Constraint length, rate and generator sequences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Constraint length, rate and generator…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Generators (7,5) in octal for a rate 1/2 code.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7 octal = 111 binary, so adder 1 taps the input and both register stages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5 octal = 101 binary, so adder 2 taps the input and the second stage only</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Three taps implies three influencing bits, so K = 3 and M = 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States = 2^(K-1) = 4</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(7,5) code has constraint length 3, four states and free distance 5 — the standard textbook example and the one used throughout this module.</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Constraint length:  K = M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States:             2^(K-1) = 2^M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Rate:               R = k/n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Octal generators:  (7, 5)  -&gt;  111, 101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(171, 133) -&gt; K = 7 standard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Decoder complexity grows as 2^(K-1) per time step.</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conflate constraint length with memory order, writing K where M belongs. K = M + 1; using the wrong one gives a state count that is out by a factor of two and a decoder that does not work.</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   |   CO4  |  Bloom L3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Impulse response and generator polynomials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Impulse response and generator polyno…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Feeding a single 1 followed by zeros into the encoder produces each output branch impulse response, and those responses are exactly the generator sequences — which is why the code is called convolutional: the output is the convolution of the input sequence with the generator sequences. Writing the sequences as polynomials in a delay operator D turns that convolution into polynomial multiplication, so the encoder becomes V(D) = U(D) G(D) with all arithmetic over GF(2). This transform-domain view makes the algebra of concatenation and puncturing straightforward and connects convolutional codes to the polynomial machinery already built for cyclic codes.</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impulse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generator polynomial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transform domain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D-transform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convolution</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generators are the impulse responses, so encoding is convolution — and in the D domain it is just polynomial multiplication.</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an input strip showing 1 0 0 0 0 entering the encoder, with two output strips beneath showing 1 1 1 0 0 and 1 0 1 0 0, each labelled "impulse response of branch 1" and "branch 2". Centre: an arrow labell…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impulse-response-to-polynomial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Impulse response and generator polynomials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Impulse response and generator polyno…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a single 1 followed by zeros to the encoder input</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each output branch sequence: these are the impulse responses</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each as a polynomial in the delay operator D</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Assemble the generator matrix G(D) with one column per output branch</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Encode any input as V(D) = U(D) G(D) over GF(2)</a:t>
            </a:r>
            <a:endParaRPr lang="en-US" sz="1100" dirty="0"/>
          </a:p>
        </p:txBody>
      </p:sp>
      <p:sp>
        <p:nvSpPr>
          <p:cNvPr id="19" name="shape-1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polynomials have degree at most 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multiplication of two short polynomials per branch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transform view hides the state, so it is less useful for decoding</a:t>
            </a:r>
            <a:endParaRPr lang="en-US" sz="1100" dirty="0"/>
          </a:p>
        </p:txBody>
      </p:sp>
      <p:sp>
        <p:nvSpPr>
          <p:cNvPr id="21" name="shape-1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Encoding is clearer in the D domain; decoding is clearer in the trellis.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   |   CO5  |  Bloom L4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Impulse response and generator polynomials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Impulse response and generator polyno…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Input sequence 1 0 1 with g1(D) = 1 + D + D^2 and g2(D) = 1 + D^2.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U(D) = 1 + D^2</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V1(D) = (1 + D^2)(1 + D + D^2) = 1 + D + D^2 + D^2 + D^3 + D^4 = 1 + D + D^3 + D^4</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V2(D) = (1 + D^2)(1 + D^2) = 1 + D^2 + D^2 + D^4 = 1 + D^4</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Interleave: branch 1 gives 11011, branch 2 gives 10001</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Output pairs 11, 10, 01, 10, 11 over five time steps — note the D^2 terms cancelling in V1, which is modulo-2 arithmetic doing its work.</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g1(D) = 1 + D + D^2       (octal 7)</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g2(D) = 1 + D^2           (octal 5)</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G(D) = [ g1(D)  g2(D)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V(D) = U(D) * G(D)        all arithmetic mod 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Impulse response of branch j = coefficients of g_j(D)</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carry ordinary integer arithmetic into the polynomial multiplication, so D^2 + D^2 becomes 2D^2 rather than 0. Over GF(2) equal terms cancel, and missing that produces outputs the encoder would never emit.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   |   CO5  |  Bloom L4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Time-domain encoding: convolution by hand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Time-domain encoding: convolution by…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Encoding in the time domain means tracking the register contents step by step: for each input bit, compute the outputs from the current input and state, then shift. Because the encoder has memory, the final M input bits leave the register in a non-zero state unless M zero bits — the tail or flush bits — are appended, which returns the encoder to the all-zero state and lets the decoder finish at a known point. Those tail bits cost rate: an L-bit message with M tail bits at rate 1/n transmits n(L+M) bits, so the effective rate is L/(n(L+M)) rather than 1/n.</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time domain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state sequence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tail bits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zero termination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output interleaving</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Track state, compute, shift — and remember the tail bits, which cost real rate on short messages.</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table with columns: time step, input bit, state before, output pair, state after. Seven rows are filled for a four-bit message plus two tail bits, the two tail rows tinted amber and labelled "flush to zero 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time-domain-encoding-table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Time-domain encoding: convolution by hand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Time-domain encoding: convolution by…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Initialise the register to all zeros</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each message bit, compute the n outputs from the input and current state</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Shift the input bit into the register</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After the last message bit, feed M zeros to flush the register</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Concatenate all output groups to form the transmitted sequence</a:t>
            </a:r>
            <a:endParaRPr lang="en-US" sz="1100" dirty="0"/>
          </a:p>
        </p:txBody>
      </p:sp>
      <p:sp>
        <p:nvSpPr>
          <p:cNvPr id="19" name="shape-1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 XOR operations per input bit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L + M time steps for an L-bit message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tail overhead M/(L+M) is severe for short messages</a:t>
            </a:r>
            <a:endParaRPr lang="en-US" sz="1100" dirty="0"/>
          </a:p>
        </p:txBody>
      </p:sp>
      <p:sp>
        <p:nvSpPr>
          <p:cNvPr id="21" name="shape-1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Tail-biting termination avoids the overhead by starting and ending in the same non-zero state.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   |   CO5  |  Bloom L4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Time-domain encoding: convolution by hand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Time-domain encoding: convolution by…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Message 1011, generators (7,5), M = 2, with two tail zeros.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Input 1, state 00: outputs 11, state becomes 10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Input 0, state 10: outputs 10, state becomes 01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Input 1, state 01: outputs 00, state becomes 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Input 1, state 10: outputs 01, state becomes 11; then tails 0, 0 give 01 and 11</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Transmitted sequence 11 10 00 01 01 11 — twelve bits for four information bits, an effective rate of 1/3 because of the tail.</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state = 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each input bit u:</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v1 = u XOR s1 XOR s2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v2 = u XOR s2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emit (v1, v2)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s2 = s1;  s1 = u</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After the message, feed M zeros to flush.</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Effective rate = L / ( n * (L + M) )</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omit the tail bits and leave the encoder in an unknown final state. The decoder then has no fixed endpoint for the trellis, and the final few information bits are decoded with much less protection than the rest.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605-608   |   CO5  |  Bloom L4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code tree and why it does not scale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code tree and why it does not sca…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code tree draws every possible encoder path as a branching diagram: from each node, the upper branch corresponds to an input 0 and the lower to an input 1, with the output bits labelled on each branch. It is the most literal picture of the encoder and the easiest to read for the first few steps, but it doubles in width at every time step, so after L steps it has 2^L leaves. This makes it useless for anything but illustration. Crucially, the tree becomes repetitive after M steps: nodes at the same depth with the same register contents have identical subtrees, and merging them is exactly what produces the trellis.</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tree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branch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exponential growth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repetition of structure</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tree doubles every step and then starts repeating itself after M steps — merging the repeats is the whole idea of the trellis.</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binary tree drawn left to right over four time steps, each branch labelled with its two output bits and marked 0 for upper and 1 for lower. At depth 3, two pairs of nodes are circled and connected by dashed…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code-tree-repetition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code tree and why it does not scale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code tree and why it does not sca…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Start at the root with the encoder in the all-zero state</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each node, draw an upper branch for input 0 and a lower branch for input 1</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Label each branch with the n output bits it produces</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Continue to the required depth</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Observe that beyond depth M, nodes with the same state have identical subtrees</a:t>
            </a:r>
            <a:endParaRPr lang="en-US" sz="1100" dirty="0"/>
          </a:p>
        </p:txBody>
      </p:sp>
      <p:sp>
        <p:nvSpPr>
          <p:cNvPr id="19" name="shape-1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clear and readable for the first three or four steps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2^L paths after L steps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completely intractable beyond about ten steps</a:t>
            </a:r>
            <a:endParaRPr lang="en-US" sz="1100" dirty="0"/>
          </a:p>
        </p:txBody>
      </p:sp>
      <p:sp>
        <p:nvSpPr>
          <p:cNvPr id="21" name="shape-1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Its only real value is pedagogical: it makes the merging that produces the trellis obvious.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   |   CO4  |  Bloom L3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code tree and why it does not scale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code tree and why it does not sca…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(7,5) code, tree depth 4.</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Depth 1: 2 nodes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Depth 2: 4 nodes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Depth 3: 8 nodes, but only 4 distinct states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Depth 4: 16 nodes, still only 4 distinct states</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From depth 3 onward the node count doubles while the state count stays at 4. Every node beyond that is a duplicate of one of four situations, which is exactly the redundancy the trellis removes.</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Tree nodes at depth L:  2^L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Distinct encoder states: 2^M</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L &gt; M:  2^L &gt;&gt; 2^M</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nodes at the same depth with the same state have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identical futures and can be merged.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Merging gives the trellis: width 2^M, constant in L.</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try to use the tree for actual decoding of a realistic sequence. With a hundred information bits the tree has 2^100 paths; the trellis has four states at every step and the same information.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   |   CO4  |  Bloom L3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trellis diagram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trellis diagram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trellis is the code tree with equal-state nodes merged, so it has exactly 2^M nodes at every time step regardless of sequence length. Each node has two outgoing branches, for input 0 and input 1, and after the first M steps each node also has two incoming branches. That constant width is the single structural fact that makes efficient decoding possible: the decoder need only keep one surviving path per state rather than one per possible input sequence, so the work per time step is fixed rather than doubling. Every valid encoder output sequence is a path through the trellis, and decoding means finding the path closest to what was received.</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trellis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state node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branch label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constant width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merging paths</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Constant width 2^M is everything: it turns an exponential search into a fixed amount of work per time step.</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trellis for a four-state code drawn over six time steps: four horizontal rows of nodes labelled 00, 01, 10, 11, with solid branches for input 0 and dashed branches for input 1 connecting each column to the 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trellis-constant-width</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trellis diagram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trellis diagram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Draw 2^M state nodes in a column for each time step</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each state, draw a branch to the state reached on input 0 and another for input 1</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Label each branch with the output bits the encoder emits on that transition</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Start from the all-zero state and let the trellis fill over the first M steps</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Terminate by forcing the path back to the all-zero state with tail bits</a:t>
            </a:r>
            <a:endParaRPr lang="en-US" sz="1100" dirty="0"/>
          </a:p>
        </p:txBody>
      </p:sp>
      <p:sp>
        <p:nvSpPr>
          <p:cNvPr id="19" name="shape-2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width is fixed at 2^M for any sequence length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2^M nodes and 2^(M+1) branches per time step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width doubles with each increment of constraint length</a:t>
            </a:r>
            <a:endParaRPr lang="en-US" sz="1100" dirty="0"/>
          </a:p>
        </p:txBody>
      </p:sp>
      <p:sp>
        <p:nvSpPr>
          <p:cNvPr id="21" name="shape-2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This is the data structure the Viterbi algorithm walks, and its size is why K stops around 7 to 9.</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   |   CO5  |  Bloom L4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trellis diagram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trellis diagram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(7,5) code, states 00, 01, 10, 11.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00: input 0 gives output 00 to state 00; input 1 gives output 11 to state 10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10: input 0 gives output 10 to state 01; input 1 gives output 01 to state 11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01: input 0 gives output 11 to state 00; input 1 gives output 00 to state 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11: input 0 gives output 01 to state 01; input 1 gives output 10 to state 11</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Eight branches, four states, and the pattern repeats identically at every time step — the whole code is described by this one column of transitions.</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States: 2^M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Branches per state: 2^k  (2 for rate 1/n)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Transition:  (state, input) -&gt; (next state, output)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Width is constant in sequence length 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Work per time step: O(2^M), total O(L * 2^M).</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Compare tree: O(2^L).</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draw a trellis that widens over time, effectively redrawing the tree. The defining feature is that nodes with the same state at the same time are one node; failing to merge them loses the entire computational benefit.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   |   CO5  |  Bloom L4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state diagram and the transfer function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state diagram and the transfer fu…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state diagram collapses the trellis further by removing time altogether: it shows the 2^M states as nodes with labelled transitions between them, so the whole encoder fits in one small graph. Because time is gone, a code sequence becomes a walk through the graph, and the set of all sequences diverging from and returning to the zero state can be enumerated algebraically by a transfer function T(D). Expanding T(D) as a power series gives the number of paths of each Hamming weight, and the exponent of its lowest-order term is the free distance. This is the standard route to computing free distance without searching paths by hand.</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state diagram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transfer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path enumeration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weight enumerator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self-loop</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Drop time and the encoder is one small graph; its transfer function enumerates path weights and hands you the free distance.</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four-node state diagram with nodes 00, 01, 10, 11 arranged in a diamond, directed edges labelled with the output weight as a power of D, and a self-loop on the 00 node drawn dashed and greyed with the note "…</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state-diagram-transfer-function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state diagram and the transfer function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state diagram and the transfer fu…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Draw one node per state with directed edges for each input</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Label each edge with D raised to the Hamming weight of its output</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Split the all-zero state into a source and a sink, removing the self-loop</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resulting flow-graph equations for the transfer function T(D)</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Expand T(D) as a power series; the lowest exponent is the free distance</a:t>
            </a:r>
            <a:endParaRPr lang="en-US" sz="1100" dirty="0"/>
          </a:p>
        </p:txBody>
      </p:sp>
      <p:sp>
        <p:nvSpPr>
          <p:cNvPr id="19" name="shape-24-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four states give a small linear system solvable by hand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solving 2^M simultaneous equations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intractable by hand beyond about eight states</a:t>
            </a:r>
            <a:endParaRPr lang="en-US" sz="1100" dirty="0"/>
          </a:p>
        </p:txBody>
      </p:sp>
      <p:sp>
        <p:nvSpPr>
          <p:cNvPr id="21" name="shape-24-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Additional variables for input weight and path length give the full augmented transfer function used for bit error bounds.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   |   CO5  |  Bloom L5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state diagram and the transfer function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state diagram and the transfer fu…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(7,5) code state diagram.</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Edges from 00 to 10 carry output 11, weight 2, so label D^2</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Edges from 10 to 01 carry output 10, weight 1, so label 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Edges from 01 to 00 carry output 11, weight 2, so label D^2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Solving the flow graph gives T(D) = D^5/(1 - 2D)</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Expanding: D^5 + 2D^6 + 4D^7 + ... — one path of weight 5, two of weight 6, four of weight 7. The free distance is 5.</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Label each edge with D^(weight of its output)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Split the zero state into source and sink.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Solve the flow graph for T(D).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(7,5) code:  T(D) = D^5 / (1 - 2D)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D^5 + 2D^6 + 4D^7 + 8D^8 +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d_free = lowest exponent = 5</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keep the self-loop on the all-zero state when computing the transfer function. That loop represents staying in the zero state emitting nothing, and leaving it in makes the series diverge without telling you anything about error events.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608-613   |   CO5  |  Bloom L5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Recursive systematic convolutional codes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Recursive systematic convolutional co…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recursive systematic convolutional encoder feeds one output back into the register input and passes the information bit through unchanged as one of its outputs, so the code is systematic and the encoder has an infinite impulse response. Any non-recursive code has an equivalent RSC form with identical free distance and identical sequence-level distance properties, so nothing is lost. What is gained matters only in context: because a single input 1 produces an output of infinite weight, a low-weight input cannot easily produce a low-weight codeword, which is exactly the property turbo codes exploit when two RSC encoders are combined through an interleaver.</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RSC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feedback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systematic output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infinite impulse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turbo component</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RSC form has the same distance as its non-recursive twin, but a single 1 now rings forever — which is what makes turbo codes work.</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shift register with two stages, an XOR at the input fed by a feedback line from the register stages, and two outputs: an upper line taken directly from the input labelled "systematic output, message unchange…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610-613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rsc-feedback-encoder</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Recursive systematic convolutional codes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Recursive systematic convolutional co…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a non-recursive encoder with generators g1 and g2</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Divide through by one generator to obtain the systematic recursive form</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Route the information bit directly to one output</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Feed the other generator output back into the register input through an XOR</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the free distance is unchanged from the original code</a:t>
            </a:r>
            <a:endParaRPr lang="en-US" sz="1100" dirty="0"/>
          </a:p>
        </p:txBody>
      </p:sp>
      <p:sp>
        <p:nvSpPr>
          <p:cNvPr id="19" name="shape-27-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same state count and same decoder as the non-recursive form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extra XOR in the feedback path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termination is harder: the tail bits depend on the current state</a:t>
            </a:r>
            <a:endParaRPr lang="en-US" sz="1100" dirty="0"/>
          </a:p>
        </p:txBody>
      </p:sp>
      <p:sp>
        <p:nvSpPr>
          <p:cNvPr id="21" name="shape-27-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Terminating an RSC encoder requires state-dependent tail bits rather than plain zeros.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610-613   |   CO4  |  Bloom L5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Recursive systematic convolutional codes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Recursive systematic convolutional co…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Non-recursive (7,5) converted to RSC form with g2/g1 feedback.</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Systematic output: the input bit itself</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Parity generator becomes g2(D)/g1(D) = (1 + D^2)/(1 + D + D^2)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Impulse response of the parity branch: 1, 1, 0, 1, 1, 0, 1, 1, 0, repeating</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Free distance remains 5, unchanged from the non-recursive form</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Identical distance properties but an impulse response that never terminates — a weight-1 input now produces an infinite-weight codeword.</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Non-recursive:  G(D) = [ g1(D)   g2(D)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Recursive systematic:  G(D) = [ 1   g2(D)/g1(D)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Same free distance, same trellis, same decoder.</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Impulse response is now infinite: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 + D^2)/(1 + D + D^2) = 1 + D + D^3 + D^4 +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This is why RSC is the building block of turbo codes.</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RSC codes to outperform their non-recursive equivalents as standalone codes. They do not — the free distance is identical. The advantage appears only in concatenated schemes where low-weight inputs must be prevented from producing low-weight outputs.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610-613   |   CO4  |  Bloom L5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Free distance and coding gain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Free distance and coding gain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free distance d_free of a convolutional code is the minimum Hamming weight of any non-zero path that diverges from the all-zero path and later remerges with it. It replaces minimum distance as the figure of merit because there are no blocks, and it governs performance the same way: the asymptotic coding gain in decibels is 10 log10(R d_free) for hard decisions, with an extra 3 dB available for soft decisions. An error event is one such diverge-and-remerge excursion, and at reasonable signal-to-noise ratios almost all errors are minimum-weight events, which is why d_free dominates.</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free distance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error event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asymptotic coding gain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path weight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diverge and remerge</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d_free is the weight of the cheapest wrong path that rejoins the right one; coding gain is 10 log10(R d_free).</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trellis over eight time steps with the all-zero path drawn as a bold horizontal line along the top row. A second path diverges from it at step 2, wanders through the lower states for three steps, and remerge…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610-613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free-distance-error-event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Free distance and coding gain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Free distance and coding gain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all paths that leave the all-zero state and later return to it</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total output weight of each such path</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minimum as d_free</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Alternatively, read it off the lowest exponent of the transfer function</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asymptotic coding gain as 10 log10(R d_free), adding 3 dB for soft decisions</a:t>
            </a:r>
            <a:endParaRPr lang="en-US" sz="1100" dirty="0"/>
          </a:p>
        </p:txBody>
      </p:sp>
      <p:sp>
        <p:nvSpPr>
          <p:cNvPr id="19" name="shape-30-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transfer function gives d_free directly for small codes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d_free grows roughly linearly with constraint length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exhaustive path search is exponential for large K</a:t>
            </a:r>
            <a:endParaRPr lang="en-US" sz="1100" dirty="0"/>
          </a:p>
        </p:txBody>
      </p:sp>
      <p:sp>
        <p:nvSpPr>
          <p:cNvPr id="21" name="shape-30-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Tables of maximum free distance codes for each K and rate are standard and should be used rather than searched.</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610-613   |   CO4  |  Bloom L5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Free distance and coding gain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Free distance and coding gain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Rate 1/2 code with d_free = 5, hard decision decoding.</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Asymptotic coding gain = 10 log10(R x d_free)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10 log10(0.5 x 5) = 10 log10(2.5)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10 x 0.398 = 3.98 dB</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 soft decision decoding, add approximately 3 dB: about 7 dB</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About 4 dB of gain hard, 7 dB soft, against uncoded transmission — at the cost of doubling the transmitted bit rate.</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d_free = min weight of a path that diverges from and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remerges with the all-zero path</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From the transfer function: lowest exponent of T(D)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Asymptotic coding gain (hard):  G = 10*log10( R * d_free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Soft decision adds approximately 3 dB.</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(7,5): R = 1/2, d_free = 5  =&gt;  3.98 dB hard, ~7 dB soft</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free distance by comparing two arbitrary codewords. It is defined relative to the all-zero path specifically, and by linearity that loses no generality — but comparing two non-zero paths that never merge gives a meaningless infinite answer.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610-613   |   CO4  |  Bloom L5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Optimum decoding: what the decoder is actually trying to do</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Optimum decoding: what the decoder 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Optimum decoding of a convolutional code means maximum likelihood sequence estimation: choosing the transmitted sequence, among all sequences the encoder could have produced, that maximises the likelihood of the received sequence. On a binary symmetric channel with crossover below one half, this reduces to choosing the trellis path at minimum Hamming distance from the received sequence; on a Gaussian channel with soft outputs, it becomes minimum Euclidean distance. Done naively this is a search over 2^L paths for an L-bit message, which is impossible for any useful L — and the whole content of the Viterbi algorithm is that the trellis structure makes the same answer reachable in linear time.</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maximum likelihood sequence estimation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path metric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exhaustive search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decision rule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optimality</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goal is the closest path through the trellis; the only question is whether you find it in exponential or linear time.</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panel: a fan of many candidate paths drawn faintly over a trellis, with a counter reading "2^L candidates" and a crossed-out clock icon labelled "intractable". Right panel: the same trellis with only one…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613-614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mlse-search-space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Optimum decoding: what the decoder is actually trying 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Optimum decoding: what the decoder 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Enumerate, conceptually, every path through the trellis</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distance between each path output sequence and the received sequence</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path at minimum distance</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Map that path back to its input sequence</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Recognise that steps 1 and 2 are infeasible directly, motivating the Viterbi algorithm</a:t>
            </a:r>
            <a:endParaRPr lang="en-US" sz="1100" dirty="0"/>
          </a:p>
        </p:txBody>
      </p:sp>
      <p:sp>
        <p:nvSpPr>
          <p:cNvPr id="19" name="shape-33-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optimal by definition — no decoder does better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naive search is O(2^L)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completely infeasible beyond about 30 information bits</a:t>
            </a:r>
            <a:endParaRPr lang="en-US" sz="1100" dirty="0"/>
          </a:p>
        </p:txBody>
      </p:sp>
      <p:sp>
        <p:nvSpPr>
          <p:cNvPr id="21" name="shape-33-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optimality is worth keeping in mind: Viterbi is not an approximation, it returns exactly this answer.</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613-614   |   CO4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Optimum decoding: what the decoder is actually trying 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Optimum decoding: what the decoder 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100-bit message with a rate 1/2 code.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Number of candidate paths: 2^100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That is approximately 1.27 x 10^30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one billion path evaluations per second, this takes about 4 x 10^13 years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Viterbi algorithm needs 100 x 4 = 400 state updates</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Exhaustive search needs longer than the age of the universe; Viterbi needs 400 operations. Same answer, and that gap is the entire point of the next three units.</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Choose sequence v maximising  p(r | v)  over all encoder outputs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BSC with p &lt; 0.5:  equivalent to minimising Hamming distance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AWGN soft:         equivalent to minimising Euclidean distance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Naive: 2^L paths.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Viterbi: L * 2^M operations, same result.</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describe the Viterbi algorithm as a suboptimal shortcut. It is exactly maximum likelihood sequence estimation; the saving comes from discarding paths that provably cannot win, not from approximating.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613-614   |   CO4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Viterbi algorithm: add, compare, select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Viterbi algorithm: add, compare,…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Viterbi algorithm walks the trellis one time step at a time, maintaining for each state the best path reaching it and that path accumulated metric. At each step and for each state it adds the branch metric to the metric of each incoming path, compares the two candidates, and selects the smaller, discarding the loser permanently. Discarding is justified because any path continuing from the loser can be improved by swapping in the winner, so the loser can never be part of the final best path. The work per time step is 2^M add-compare-select operations, independent of how long the sequence is.</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Viterbi algorithm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branch metric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path metric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survivor path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add-compare-select</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the branch metric, compare the two candidates, select the better, discard the other forever — 2^M times per step.</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close-up of one trellis state at one time step. Two incoming branches arrive from the previous column, each labelled with its predecessor path metric and its branch metric, shown feeding two adder blocks. Bo…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614-618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add-compare-select-unit</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Viterbi algorithm: add, compare, select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Viterbi algorithm: add, compare,…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Initialise the metric of the all-zero state to 0 and all others to infinity</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each received group of n bits, compute the branch metric for every branch</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each state, add each incoming branch metric to its predecessor path metric</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the candidates and select the smallest as the new path metric</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the surviving branch and repeat for the next time step</a:t>
            </a:r>
            <a:endParaRPr lang="en-US" sz="1100" dirty="0"/>
          </a:p>
        </p:txBody>
      </p:sp>
      <p:sp>
        <p:nvSpPr>
          <p:cNvPr id="19" name="shape-3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2^M add-compare-select operations per time step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total work O(L 2^M), linear in sequence length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memory for L survivor decisions unless truncation is used</a:t>
            </a:r>
            <a:endParaRPr lang="en-US" sz="1100" dirty="0"/>
          </a:p>
        </p:txBody>
      </p:sp>
      <p:sp>
        <p:nvSpPr>
          <p:cNvPr id="21" name="shape-3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algorithm is inherently sequential across time but fully parallel across states.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614-618   |   CO5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Viterbi algorithm: add, compare, select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Viterbi algorithm: add, compare,…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State 00 at time 3, reached from state 00 with metric 2 and branch metric 1, or from state 01 with metric 1 and branch metric 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Candidate A: 2 + 1 = 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Candidate B: 1 + 2 = 3</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Tie — select either, conventionally the lower-numbered predecessor</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New path metric for state 00 is 3</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tie is resolved arbitrarily without loss of optimality, since both paths have identical metrics and either can extend to an optimal sequence.</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metric[0][00] = 0,  metric[0][other] = infinity</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t = 1..L+M: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for each state 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for each predecessor p of 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cand[p] = metric[t-1][p] + branch_metric(p -&gt; s, r_t)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metric[t][s] = min over p of cand[p]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survivor[t][s] = argmin p</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Branch metric (hard): Hamming distance between the branch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output and the received n bits.</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keep both candidates when the metrics tie, doubling the path count at each tie. One is chosen arbitrarily; since the metrics are equal, either extends to an equally optimal sequence and keeping both gains nothing.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614-618   |   CO5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A full Viterbi decoding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full Viterbi decoding example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Working one complete decode end to end is the only way the algorithm becomes concrete. Taking the (7,5) code, a four-bit message with two tail bits, and a received sequence with one bit corrupted, the decoder computes four path metrics per time step across six steps, keeps four survivors, and traces back from the terminal all-zero state to recover the message. The corrupted bit shows up as a branch metric of one on the correct path, which the accumulated metrics absorb: the correct path finishes with metric 1 while every competitor finishes higher, so the error is corrected rather than merely detected.</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worked example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branch metric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accumulated metric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survivor table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error correction</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corrupted bit leaves the correct path with metric 1 and every rival higher — that gap is what correction looks like numerically.</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full four-state trellis over six time steps, every node annotated with its accumulated path metric, survivor branches drawn solid and discarded branches drawn faint grey. The received bit pairs are printed 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viterbi-worked-trellis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A full Viterbi decoding example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full Viterbi decoding example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received sequence in groups of n bits</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branch metrics as the Hamming distance to each branch label</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Run add-compare-select across all states for each time step</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end, select the state with the lowest metric, or the all-zero state if terminated</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Trace the survivor pointers backwards and read off the input bits</a:t>
            </a:r>
            <a:endParaRPr lang="en-US" sz="1100" dirty="0"/>
          </a:p>
        </p:txBody>
      </p:sp>
      <p:sp>
        <p:nvSpPr>
          <p:cNvPr id="19" name="shape-3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error-free reception gives a winning metric of 0</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24 add-compare-select operations for this example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metric ties in the final column need a tie-break rule</a:t>
            </a:r>
            <a:endParaRPr lang="en-US" sz="1100" dirty="0"/>
          </a:p>
        </p:txBody>
      </p:sp>
      <p:sp>
        <p:nvSpPr>
          <p:cNvPr id="21" name="shape-3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Terminating with tail bits removes the final ambiguity by forcing a known end state.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   |   CO5  |  Bloom L5</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A full Viterbi decoding example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full Viterbi decoding example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Transmitted 11 10 00 01 01 11 for message 1011; received 11 10 01 01 01 11 with an error in the third pair.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Steps 1 and 2 match exactly, so the correct path accumulates metric 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Step 3: received 01 against the correct branch label 00 gives branch metric 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Competing paths at step 3 pick up metrics of 2 or more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Steps 4 to 6 match, so the correct path finishes at metric 1</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Traceback from the terminal 00 state recovers 1011, the original message. The single error is corrected because every alternative path finished with metric 3 or higher.</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Received:   11  10  01  01  01  11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Correct:    11  10  00  01  01  11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one bit wrong</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Correct path metric:  0 + 0 + 1 + 0 + 0 + 0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Best competitor:      3 or more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Traceback from state 00 at t = 6  -&gt;  message 1011</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trace back from whichever state has the lowest metric even when tail bits were used. With termination the path must end at the all-zero state; picking a different terminal state gives a sequence the encoder could not have produced.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   |   CO5  |  Bloom L5</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Traceback, truncation depth and decoding delay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Traceback, truncation depth and decod…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Storing survivor decisions for an entire sequence before tracing back is impossible for a continuous stream, so practical decoders use a truncation depth: they trace back a fixed number of steps, output the oldest bit, and slide forward. This works because survivor paths almost always merge when traced back far enough, so the oldest bit is the same whichever survivor you start from. A truncation depth of about five times the constraint length makes the probability of a non-merged traceback negligible, and the cost is a fixed decoding delay of that many bit periods plus memory for that many survivor decisions per state.</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traceback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truncation depth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decoding delay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survivor memory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path merging</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Trace back about 5K steps, output the oldest bit, slide on — the paths have merged by then, so the answer is the same.</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trellis over twelve time steps with four survivor paths drawn from the rightmost column, in four distinct colours, tracing leftward. The four paths are clearly distinct on the right and visibly converge as 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traceback-merging-depth</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Traceback, truncation depth and decoding delay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Traceback, truncation depth and decod…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Maintain survivor decisions for the last T time steps, where T is the truncation depth</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each new time step, trace back T steps from any surviving state</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Output the information bit at the oldest position reached</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Discard the survivor decisions for that position and slide the window forward</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 of at least five times the constraint length</a:t>
            </a:r>
            <a:endParaRPr lang="en-US" sz="1100" dirty="0"/>
          </a:p>
        </p:txBody>
      </p:sp>
      <p:sp>
        <p:nvSpPr>
          <p:cNvPr id="19" name="shape-4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memory is 2^M times T decisions, fixed regardless of sequence length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decoding delay of T bit periods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too small a T causes occasional non-merged tracebacks and extra errors</a:t>
            </a:r>
            <a:endParaRPr lang="en-US" sz="1100" dirty="0"/>
          </a:p>
        </p:txBody>
      </p:sp>
      <p:sp>
        <p:nvSpPr>
          <p:cNvPr id="21" name="shape-4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 = 5K is the standard rule of thumb and costs a negligible fraction of a decibel.</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   |   CO5  |  Bloom L5</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Traceback, truncation depth and decoding delay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Traceback, truncation depth and decod…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 = 7 code, so M = 6 and 64 states.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Truncation depth T = 5K = 35 time steps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Survivor memory: 64 states x 35 decisions = 2240 bits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Decoding delay: 35 bit periods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1 Mbit/s that is 35 microseconds</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2240 bits of survivor memory and 35 microseconds of delay for a K = 7 decoder — modest, and constant no matter how long the transmission runs.</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Truncation depth:  T ~ 5 * 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Survivor memory:   2^M * T bits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Decoding delay:    T bit periods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At each step: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trace back T steps from any state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output the information bit at depth 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slide the window forward one step</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Paths have merged by depth T with high probability.</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set the truncation depth equal to the constraint length. At that depth the survivor paths have often not merged, so the oldest bit differs between survivors and the decoder introduces errors it would otherwise have corrected.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   |   CO5  |  Bloom L5</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Hard versus soft decision decoding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Hard versus soft decision decoding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Hard decision decoding takes the demodulator one-bit output and computes Hamming distances; soft decision decoding keeps the demodulator analogue or multi-bit output and computes Euclidean distances, so the decoder knows not only which bit was decided but how confident the decision was. That confidence information is worth about 2 dB of coding gain on an AWGN channel, because a marginal bit no longer carries the same weight as a confident one. Three bits of quantisation recovers nearly all of the available gain, so the practical cost is small: a wider bus from the demodulator and wider adders in the metric computation.</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hard decision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soft decision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quantisation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Euclidean metric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two dB</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Keeping three bits instead of one from the demodulator is worth about 2 dB — the cheapest gain in the whole chain.</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received-sample axis with the decision threshold at the centre. Above it, hard decision is shown as two regions labelled 0 and 1 with a sample sitting just barely on one side, annotated "counted as certain".…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hard-soft-quantisation</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Hard versus soft decision decoding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Hard versus soft decision decoding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the demodulator output as a multi-bit soft value rather than slicing to one bit</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Quantise to three bits, which captures nearly all the available gain</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branch metrics as Euclidean distances or correlations rather than Hamming distances</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Run the same add-compare-select recursion with these metrics</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the metric word width is wide enough to avoid overflow, or use modular normalisation</a:t>
            </a:r>
            <a:endParaRPr lang="en-US" sz="1100" dirty="0"/>
          </a:p>
        </p:txBody>
      </p:sp>
      <p:sp>
        <p:nvSpPr>
          <p:cNvPr id="19" name="shape-4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about 2 dB of gain for three bits of quantisation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metric arithmetic widens from a few bits to eight or so</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unquantised soft decisions give marginal extra gain for much more hardware</a:t>
            </a:r>
            <a:endParaRPr lang="en-US" sz="1100" dirty="0"/>
          </a:p>
        </p:txBody>
      </p:sp>
      <p:sp>
        <p:nvSpPr>
          <p:cNvPr id="21" name="shape-4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Going beyond three bits buys under 0.1 dB, which is why three is the industry default.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   |   CO5  |  Bloom L5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Hard versus soft decision decoding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Hard versus soft decision decoding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Rate 1/2, K = 7 code at a target bit error rate of 1e-5.</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Uncoded BPSK requires about 9.6 dB</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Hard decision Viterbi gives about 4 dB of gain, so 5.6 dB</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Soft decision adds about 2 dB more, so about 3.6 dB</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Total coding gain: about 6 dB</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Six decibels for a decoder of 64 states and a three-bit demodulator bus — which is why this exact configuration flew on Voyager and is still in use.</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Hard:  branch metric = Hamming distance( branch label, r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Soft:  branch metric = sum over bits of ( r_i - v_i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or equivalently maximise the correlation sum r_i * v_i</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Quantisation:  3 bits captures ~2 dB of the available gain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8 bits adds less than 0.1 dB more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Same add-compare-select recursion either way.</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soft decision decoding to need a different algorithm. The trellis, the survivors and the add-compare-select recursion are identical; only the branch metric computation changes, from Hamming distance to a squared difference or correlation.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   |   CO5  |  Bloom L5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and deploying a convolutional code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and deploying a convolutiona…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Deploying a convolutional code means choosing the constraint length against the decoder budget, the rate against the bandwidth, and then adapting both to the channel. Puncturing deletes selected coded bits according to a fixed pattern to raise the rate from 1/2 to 2/3 or 3/4 without changing the encoder or decoder structure, the decoder simply inserting neutral metrics where bits were removed. Interleaving spreads burst errors across many trellis steps so they look like independent errors, which is what the code assumes. Concatenation with an outer Reed-Solomon code mops up the occasional long error event that the Viterbi decoder produces when it does fail.</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puncturing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rate matching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concatenation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interleaving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system design</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encoder covers many rates through puncturing; interleaving makes bursts look random, and an outer code cleans up the rest.</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left-to-right system chain: "data" into an "outer Reed-Solomon encoder" block, into an "interleaver" block, into a "convolutional encoder K=7 R=1/2" block, into a "puncturer to R=3/4" block, into "modulator"…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coding-chain-deployment</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and deploying a convolutional code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and deploying a convolutiona…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constraint length from the decoder budget, typically K = 7</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base rate, typically 1/2, and puncture upward if bandwidth is tight</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an interleaver sized to the expected burst length</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an outer Reed-Solomon code if the residual error rate must be very low</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Budget about 2 dB of the gain to soft decision decoding and verify the total against the link</a:t>
            </a:r>
            <a:endParaRPr lang="en-US" sz="1100" dirty="0"/>
          </a:p>
        </p:txBody>
      </p:sp>
      <p:sp>
        <p:nvSpPr>
          <p:cNvPr id="19" name="shape-4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puncturing changes rate with no change to the encoder or decoder hardware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interleaver depth costs latency proportional to its size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concatenation adds a second decoder and more delay</a:t>
            </a:r>
            <a:endParaRPr lang="en-US" sz="1100" dirty="0"/>
          </a:p>
        </p:txBody>
      </p:sp>
      <p:sp>
        <p:nvSpPr>
          <p:cNvPr id="21" name="shape-4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classic concatenated scheme, RS outer plus convolutional inner, was the standard for satellite links for thirty years.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   |   CO5  |  Bloom L5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and deploying a convolutional code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and deploying a convolutiona…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link needing rate 3/4 with a K = 7 base rate 1/2 code.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Base code emits 2 coded bits per information bit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 reach 3/4, transmit 4 coded bits for every 3 information bits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Of the 6 coded bits the base encoder produces from 3 inputs, delete 2 by a fixed pattern</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decoder inserts a zero metric contribution at each deleted position</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Rate 3/4 from the same hardware, at a cost of roughly 1.5 dB of coding gain relative to the unpunctured rate 1/2 code.</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Puncturing: delete coded bits by a fixed periodic pattern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 = 1/2 base,  pattern period p, delete d bits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New rate = p / (2p - 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Decoder: insert a neutral (zero) metric at deleted positions.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Typical chain: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RS(255,223) outer -&gt; interleaver -&gt; conv K=7 R=1/2 inner</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puncture by deleting bits arbitrarily rather than by a published pattern. Puncture patterns are chosen to maximise the free distance of the resulting higher-rate code, and an arbitrary pattern can cost several decibels for the same rate.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618-623   |   CO5  |  Bloom L5</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Block codes and convolutional codes compared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Block codes and convolutional codes 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Block codes and convolutional codes answer the same question with different structures, and each suits different traffic. Block codes need frame alignment and handle bursts well, since a burst confined to one block is bounded in its effect and Reed-Solomon codes correct symbol errors directly. Convolutional codes need no alignment, suit continuous streams, and reward soft decisions naturally, but a decoder failure produces an error event spanning several trellis steps rather than a single corrupted block. In practice the two are complementary rather than competing, which is exactly why the classic concatenated system uses one of each.</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comparison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block boundary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burst handling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decoder complexity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application fit</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Blocks suit framed data and bursts; convolutional suits streams and soft decisions — the standard answer uses both.</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two-column comparison table with rows for "frame alignment needed", "burst errors", "soft decision fit", "decoder complexity", "failure mode" and "typical use", the block column and convolutional column fill…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block-vs-convolutional-matrix</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Block codes and convolutional codes compared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Block codes and convolutional codes 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Determine whether the data is framed or a continuous stream</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Determine whether errors arrive in bursts or independently</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whether the demodulator can supply soft outputs</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block coding for framed, bursty traffic and convolutional for streaming with soft outputs</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demanding links, concatenate: convolutional inner, Reed-Solomon outer, with an interleaver between</a:t>
            </a:r>
            <a:endParaRPr lang="en-US" sz="1100" dirty="0"/>
          </a:p>
        </p:txBody>
      </p:sp>
      <p:sp>
        <p:nvSpPr>
          <p:cNvPr id="19" name="shape-5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each is near-optimal in its own regime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concatenation gets most of both advantages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concatenation costs two decoders and substantial latency</a:t>
            </a:r>
            <a:endParaRPr lang="en-US" sz="1100" dirty="0"/>
          </a:p>
        </p:txBody>
      </p:sp>
      <p:sp>
        <p:nvSpPr>
          <p:cNvPr id="21" name="shape-5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Modern systems increasingly use turbo or LDPC codes, which get closer to capacity than either classical family alone.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605-623   |   CO4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Block codes and convolutional codes compared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Block codes and convolutional codes 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deep-space link with a continuous telemetry stream and occasional solar bursts.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Continuous stream, no natural frame boundary: favours convolutional</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Soft outputs available from the receiver: favours convolutional, worth 2 dB</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Occasional bursts and a very low residual error requirement: favours an outer block code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Viterbi failures produce multi-bit error events, which Reed-Solomon symbols absorb well</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Convolutional inner with soft decisions, interleaver, Reed-Solomon outer — precisely the Voyager configuration, and for exactly these reasons.</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Block:         needs framing, bursts bounded per block,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RS corrects symbol errors directly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Convolutional: no framing, continuous, natural soft decision,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failures are multi-bit error events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Concatenated:  RS(255,223) outer + conv K=7 R=1/2 inner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interleaver between them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total gain ~ 7-8 dB over uncoded</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convolutional codes as strictly better because they are newer and have soft decision decoding. A Viterbi failure produces a burst of errors spanning several trellis steps, which is exactly what a block code handles well and a convolutional code does not.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10, pp. 605-623   |   CO4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convolutional encoder is a finite state machine on a bit stream; memory, not block length, is what carries the protection.</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 sets the strength, and decoder cost is 2^(K-1) — which is why practical constraint lengths stop around 7 to 9.</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generators are the impulse responses, so encoding is convolution — and in the D domain it is just polynomial multiplication.</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Track state, compute, shift — and remember the tail bits, which cost real rate on short messages.</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tree doubles every step and then starts repeating itself after M steps — merging the repeats is the whole idea of the trellis.</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Constant width 2^M is everything: it turns an exponential search into a fixed amount of work per time step.</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Drop time and the encoder is one small graph; its transfer function enumerates path weights and hands you the free distance.</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RSC form has the same distance as its non-recursive twin, but a single 1 now rings forever — which is what makes turbo codes work.</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d_free is the weight of the cheapest wrong path that rejoins the right one; coding gain is 10 log10(R d_free).</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goal is the closest path through the trellis; the only question is whether you find it in exponential or linear time.</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the branch metric, compare the two candidates, select the better, discard the other forever — 2^M times per step.</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corrupted bit leaves the correct path with metric 1 and every rival higher — that gap is what correction looks like numerically.</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Trace back about 5K steps, output the oldest bit, slide on — the paths have merged by then, so the answer is the same.</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Keeping three bits instead of one from the demodulator is worth about 2 dB — the cheapest gain in the whole chain.</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encoder covers many rates through puncturing; interleaving makes bursts look random, and an outer code cleans up the rest.</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Blocks suit framed data and bursts; convolutional suits streams and soft decisions — the standard answer uses both.</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5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quizzes/Module_5_Quiz.pdf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quizzes/Module_5_Quiz.gift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15%, L3-L4 64%, L5-L6 21%</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5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assignments/Module_5_Assignment.pdf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5 — Convolutional encoding and Viterbi decoding</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8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&lt;USN&gt;_BEC503_Assignment5.pdf,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Correctness of encoding and representations (8); Viterbi execution and metric bookkeeping (5); Free distance and coding gain analysis (4); System reasoning (3). Attainment: CO5 = 14, CO4 = 6.</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2026-09-13T09:33:33Z</dcterms:created>
  <dcterms:modified xsi:type="dcterms:W3CDTF">2026-09-13T09:33:33Z</dcterms:modified>
</cp:coreProperties>
</file>