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10 contact hours and 16 teaching units, and that all of it exists to answer one question: How do I add redundancy so that the receiver can find and repair errors it cannot even see?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add redundancy so that the receiver can find and repair errors it cannot even se…" to look like?
Animation instructions: Module title block fades in first, then the textbook panel slides in from the right, then the five arc beats appear left to right one at a time.
Transition style: Fade
[Sources] VTU BEC503 Digital Communication syllabus, 2025 scheme, Module 4: Error Control Coding: Linear Block and Cyclic Codes, 10 hours, TB1 (Haykin 2014) Ch. 10.1-10.5 pp. 577-605.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BEC503 Digital Communication syllabus, 2025 scheme, Module 4: Error Control Coding: Linear Block and Cyclic Codes, 10 hours, TB1 (Haykin 2014) Ch. 10.1-10.5 pp. 577-605.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4: Error Control Coding: Linear Block and Cyclic Codes, 10 hours, TB1 (Haykin 2014) Ch. 10.1-10.5 pp. 577-605.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4: Error Control Coding: Linear Block and Cyclic Codes, 10 hours, TB1 (Haykin 2014) Ch. 10.1-10.5 pp. 577-605.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Forward error correction adds redundancy at the transmitter so the receiver can repair errors without asking for a retransmission, while automatic repeat… Then add the part they are examined on - FEC pays a fixed bandwidth premium to avoid the round trip; ARQ pays a round trip to avoid the premium. Latency decides.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"FEC" constrain here, and what would break if it did not hold?
Animation instructions: the FEC timeline draws left to right with blocks appearing in sequence, then one block reddens and is repaired in place with a tick, then the ARQ timeline draws, then its bad block reddens with a cross, then the feedback arrow loops back and the gap opens visibly before the retransmission arrives, then the comparison card rows fill top to bottom.
Transition style: Fade
[Sources] VTU BEC503 Digital Communication syllabus, 2025 scheme, Module 4: Error Control Coding: Linear Block and Cyclic Codes. TB1 as listed by the syllabus: Simon Haykin, Digital Communication Systems, John Wiley &amp; Sons, 1st ed., 2014; Ch. 10, pp. 577-579.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Determine whether a feedback channel exists and its round-trip time - and check everyone has written it before moving on. At the cost panel, translate it: ARQ throughput falls off a cliff once the block error rate approaches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577-579.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link with block error rate 0.1 and a round-trip time of 500 ms, carrying 1000-bit blocks. Work at the pace of the slowest note-taker and land hard on the result: ARQ wins on bandwidth by a wide margin and loses badly on delay. For a real-time voice link the 50 ms average and unbounded tail…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577-579.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(n,k) linear block code maps k information bits to n transmitted bits such that the set of all 2^k codewords is closed under modulo-2 addition: the sum… Then add the part they are examined on - Linearity means codewords form a subspace, and every simplification in this module follows from that single fact.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"linear block code" constrain here, and what would break if it did not hold?
Animation instructions: the full grid fades in grey, then the codeword subset lights green all at once, then the two chosen squares pulse and the plus and arrow draw to their sum which flashes, then the all-zero square is circled, then the three consequence lines appear one at a time.
Transition style: Fade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k information bits and n transmitted bits, giving rate k/n - and check everyone has written it before moving on. At the cost panel, translate it: Linearity is what avoids that exponential: everything is done through the basis.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(5,2) code with basis codewords 10111 and 01101. Work at the pace of the slowest note-taker and land hard on the result: Four codewords from two basis vectors, and the sum of any two is among them — for example 10111 XOR 11010 = 01101, which is in 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generator matrix G is a k-by-n matrix whose rows form a basis for the code, so every codeword is c = mG where m is the k-bit message row vector and al… Then add the part they are examined on - G is a basis in matrix form; encoding is c = mG, and row operations change the mapping without changing the code.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"generator matrix" constrain here, and what would break if it did not hold?
Animation instructions: the message vector appears, then G draws row by row with each row taking its tint, then the arrows extend from each set message bit to its row and those rows highlight, then the selected rows slide right and stack with XOR symbols, collapsing into the codeword, then the systematic form fades in below with the identity block outlining last.
Transition style: Fade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Collect k linearly independent codewords as the rows of G - and check everyone has written it before moving on. At the cost panel, translate it: In systematic form the first k output bits are copied, so only n-k parity bits need computing.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 = [[1,0,1,1],[0,1,0,1]] for a (4,2) code. Encode m = 11. Work at the pace of the slowest note-taker and land hard on the result: Codeword 1110, with the message visible in the first two positions because G is in systematic form.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parity check matrix H is an (n-k)-by-n matrix whose null space is the code, so a vector c is a codeword if and only if cH transpose equals zero. Then add the part they are examined on - G builds, H tests, and G H transpose = 0 ties them together — the decoder only ever needs H.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"parity check matrix" constrain here, and what would break if it did not hold?
Animation instructions: G draws and its arrow produces the codeword, then H draws and the codeword arrow enters it, then the zero result pops out, then the relation box fills and pulses, then the systematic pair fades in below, then the two P blocks tint simultaneously and the transpose arrow curves between them.
Transition style: Fade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Reduce G to systematic form [I_k | P] - and check everyone has written it before moving on. At the cost panel, translate it: The rows of H are themselves the generator matrix of the dual code.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 = [[1,0,1,1],[0,1,0,1]], so P = [[1,1],[0,1]]. Work at the pace of the slowest note-taker and land hard on the result: Both parity checks pass, confirming 1110 is a codeword and that H was constructed correctly.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code is systematic when the k message bits appear unchanged in fixed positions of the codeword, with the remaining n-k positions holding parity bits com… Then add the part they are examined on - Systematic form costs nothing in distance and buys a cheaper encoder plus a message you can read without decoding.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"systematic code" constrain here, and what would break if it did not hold?
Animation instructions: the strip of n cells draws, then the first k tint green with their bracket, then the last n-k tint blue with theirs, then the arrows rise from the message cells into the XOR network one parity bit at a time and land, then the two cost boxes appear side by side, then the footer note lands.
Transition style: Fade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Apply row operations to G until the first k columns form the identity - and check everyone has written it before moving on. At the cost panel, translate it: A column permutation gives an equivalent code with the same distance, so it is always permitted.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(7,4) systematic code, message 1011, P = [[1,1,0],[0,1,1],[1,1,1],[1,0,1]]. Work at the pace of the slowest note-taker and land hard on the result: Codeword 1011100. The message is readable directly from the first four bits with no decoding at all.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582-586.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syndrome of a received vector r is s = r H transpose, an (n-k)-bit vector. Then add the part they are examined on - s = eH transpose: the syndrome sees the error and is blind to the codeword, which is what shrinks decoding to a small lookup.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"syndrome" constrain here, and what would break if it did not hold?
Animation instructions: the three tracks draw top to bottom with their codewords, then the error pattern drops onto all three simultaneously via XOR symbols, then the three distinct received vectors appear, then all three arrows converge into the H transpose block, then the single syndrome pops out and is circled, then the size comparison appears with the strike-through drawing last.
Transition style: Fade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Receive the vector r of length n - and check everyone has written it before moving on. At the cost panel, translate it: The table size is exponential in the number of parity bits, which caps practical block lengths.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H = [[1,0,1,0],[1,1,0,1]], codeword 1110 transmitted, error in position 3 giving r = 1100. Work at the pace of the slowest note-taker and land hard on the result: The syndrome equals the third column of H, correctly identifying position 3 as the error location.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Hamming distance between two codewords is the number of positions in which they differ, and the minimum distance d_min of a code is the smallest such… Then add the part they are examined on - For a linear code, minimum distance equals minimum weight, and that one number fixes all detection and correction guarantees.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"Hamming distance" constrain here, and what would break if it did not hold?
Animation instructions: the two codewords appear, then the differing positions light red one at a time, then the distance count lands, then the XOR word forms on the right with its set bits appearing simultaneously, then the equals sign between the panels flashes, then the codeword weight list fills row by row with the minimum highlighting last, then the side card slides in.
Transition style: Fade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all non-zero codewords of the code - and check everyone has written it before moving on. At the cost panel, translate it: Structured families such as Hamming and BCH codes have known d_min by construction, which is much of their appeal.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(5,2) code with codewords 00000, 10111, 01101, 11010. Work at the pace of the slowest note-taker and land hard on the result: d_min = 3, so the code detects up to 2 errors and corrects 1. Checking all six pairwise distances would give the same answer with…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code with minimum distance d_min detects any error pattern of up to d_min - 1 errors, because fewer than d_min changes cannot turn one codeword into ano… Then add the part they are examined on - d_min buys either detection or correction, and you choose the split — correcting t always costs 2t of the distance budget.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"detection capability" constrain here, and what would break if it did not hold?
Animation instructions: the two codeword points appear with the distance bracket between them, then the two spheres inflate around them and the gap is bracketed, then the first received point drops inside a sphere and its correction arrow snaps, then the second point drops in the gap with its question mark, then the slider appears and steps through its three settings.
Transition style: Fade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d_min for the code - and check everyone has written it before moving on. At the cost panel, translate it: This is why most useful codes are designed with odd minimum distance.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Codes with d_min = 3, 4 and 5. Work at the pace of the slowest note-taker and land hard on the result: Going from d_min = 3 to 4 adds detection but no correction. Only odd increments buy correction capability, which is why d_min = 5…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586-590.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standard array arranges all 2^n binary n-tuples into 2^(n-k) rows called cosets, each row being a coset of the code obtained by adding a fixed error p… Then add the part they are examined on - Every coset has one syndrome and one most-likely error; decoding is compute-syndrome, look up leader, add.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"standard array" constrain here, and what would break if it did not hold?
Animation instructions: the top row of codewords fills left to right, then each coset row fills in turn with its leader tinting, then the syndrome column fills, then three cells in one row highlight and converge on their shared syndrome, then the received word is circled, then the leftward and upward arrows draw in sequence to the decoded codeword.
Transition style: Fade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all codewords as the first row of the array - and check everyone has written it before moving on. At the cost panel, translate it: Only the syndrome-to-leader table need be stored, not the whole array.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(5,2) code, so 2^3 = 8 cosets and 4 codewords per row. Work at the pace of the slowest note-taker and land hard on the result: Five of the eight cosets have single-error leaders and are corrected reliably; the last two have weight-2 leaders, so only two of…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Hamming code is a (2^m - 1, 2^m - 1 - m) code whose parity check matrix has as its columns all 2^m - 1 non-zero binary m-tuples, each appearing exactly… Then add the part they are examined on - Order the columns of H as binary counting and the syndrome literally spells out which bit to flip.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"Hamming code" constrain here, and what would break if it did not hold?
Animation instructions: the matrix draws column by column with the binary labels appearing above each, then the received word appears with the corrupted bit reddening, then the syndrome block computes and 101 pops out, then the bold arrow travels from the syndrome to the matching column and down to the word position, then that bit flips green, then the perfect-code card slides in.
Transition style: Fade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m, giving n = 2^m - 1 and k = n - m - and check everyone has written it before moving on. At the cost panel, translate it: A (255,247) Hamming code has excellent rate and still fails on two errors in 255 bits.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(7,4) Hamming code, received word with an error in position 6. Work at the pace of the slowest note-taker and land hard on the result: The error is located and corrected without any lookup table — the syndrome is the address, which is why Hamming codes appear in 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590-593.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cyclic code is a linear block code with the additional property that any cyclic shift of a codeword is also a codeword. Then add the part they are examined on - Cyclic shift plus linearity means the whole code is generated by one polynomial instead of a k-by-n matrix.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"cyclic code" constrain here, and what would break if it did not hold?
Animation instructions: the ring of cells draws with its bit values, then the rotation arrow sweeps once around and the bits shift one position with the wrapping bit highlighted as it comes round, then the polynomial form writes itself beside it, then the multiplied form appears below with the modulo note, then the storage comparison card slides in.
Transition style: Fade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Represent each codeword as a polynomial c(x) of degree less than n - and check everyone has written it before moving on. At the cost panel, translate it: g(x) must divide x^n - 1, which is a genuine constraint on the available code parameters.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codeword 1011000 of a (7,4) cyclic code. Work at the pace of the slowest note-taker and land hard on the result: The shift corresponds exactly to multiplication by x. Had the highest coefficient been one, the modulo x^7 - 1 reduction would ha…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generator polynomial g(x) of an (n,k) cyclic code is the unique monic non-zero codeword polynomial of least degree, and that degree is exactly n-k. Then add the part they are examined on - Factor x^n - 1 and every cyclic code of length n falls out; picking factors picks your rate and your distance together.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"generator polynomial" constrain here, and what would break if it did not hold?
Animation instructions: x^7 - 1 appears at the top, then the three factor branches draw downward one at a time, then the table draws its header, then each row fills in turn with its parameters, then the Hamming row highlights and the two factors it uses tint simultaneously with connecting arrows drawing.
Transition style: Fade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Factor x^n - 1 into irreducible polynomials over GF(2) - and check everyone has written it before moving on. At the cost panel, translate it: BCH codes solve exactly this by choosing factors with prescribed roots to guarantee d_min.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n = 7, so factor x^7 - 1 = (x+1)(x^3+x+1)(x^3+x^2+1). Work at the pace of the slowest note-taker and land hard on the result: Expanding modulo 2 gives 1 + x + x^2 + x^3 + x^4 + ... — the (7,4) cyclic Hamming code, with d_min = 3.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593-597.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parity check polynomial is h(x) = (x^n - 1)/g(x), of degree k, and it plays for cyclic codes the role H plays for general linear codes: c(x)h(x) is co… Then add the part they are examined on - h(x) = (x^n-1)/g(x) is the polynomial parity check; shifting coefficients builds G and H from the two polynomials.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"parity check polynomial" constrain here, and what would break if it did not hold?
Animation instructions: the division writes itself and h(x) pops out, then the generator matrix first row fills with g coefficients, then each subsequent row slides in shifted one place right, forming the diagonal band, then the reciprocal note appears, then the parity check matrix builds the same way row by row.
Transition style: Fade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h(x) = (x^n - 1)/g(x) by polynomial division over GF(2) - and check everyone has written it before moving on. At the cost panel, translate it: Systematic cyclic encoding uses a remainder rather than a product, which keeps the message visible.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n = 7, g(x) = x^3 + x + 1. Work at the pace of the slowest note-taker and land hard on the result: A 4-by-7 generator matrix with the characteristic diagonal band. The four rows are the four cyclic shifts of g that fit within se…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Systematic cyclic encoding multiplies the message polynomial by x^(n-k) to shift it into the high-order positions, divides by g(x), and appends the remain… Then add the part they are examined on - Shift the message up, divide by g(x), append the remainder — and the whole operation is n-k flip-flops and a few XOR gates.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"shift register encoder" constrain here, and what would break if it did not hold?
Animation instructions: the three register stages draw left to right, then the XOR gates drop into their tap positions, then the feedback line sweeps from the output back around to the taps, then the input arrow and switch appear, then the timing table fills row by row as a pulse travels the register once per row, with the last three rows shading as they fill.
Transition style: Fade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Multiply the message polynomial by x^(n-k) - and check everyone has written it before moving on. At the cost panel, translate it: Parallel implementations process several bits per clock at the cost of more combinational logic.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g(x) = x^3 + x + 1, message 1011 so m(x) = 1 + x^2 + x^3, n = 7, k = 4. Work at the pace of the slowest note-taker and land hard on the result: Codeword 1011100, systematic with the message readable in the first four positions and divisible by g(x) by construction.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597-601.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For a cyclic code the syndrome of a received polynomial r(x) is simply its remainder on division by g(x), a computation performed by the same shift regist… Then add the part they are examined on - Syndrome equals remainder after division by g(x), and the cyclic structure lets one circuit handle every error position.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"syndrome polynomial" constrain here, and what would break if it did not hold?
Animation instructions: the dividend writes itself, then g(x) appears as the divisor, then each subtraction step appears in turn with the cancelling bits striking through, then the remainder box draws and fills, then the shift register appears beside it and its final contents highlight, then the connecting arrow draws between the two identical values, then the footer card slides in.
Transition style: Fade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Receive r(x) and divide by g(x) over GF(2) - and check everyone has written it before moving on. At the cost panel, translate it: The Meggitt decoder exploits the cyclic shift property to correct with one detection circuit rather than 2^(n-k) table entries.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g(x) = x^3 + x + 1, transmitted codeword 1011100, an error in position 3 giving r = 1001100. Work at the pace of the slowest note-taker and land hard on the result: The syndrome 011 locates the error at position 3. Adding the error pattern 0010000 to r recovers 1011100, the transmitted codewor…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cyclic redundancy check is a cyclic code used for detection only: the transmitter appends the remainder of the frame divided by a standard generator pol… Then add the part they are examined on - A CRC is a cyclic code spending all its redundancy on detection: every burst up to n-k caught, random patterns missed with 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"CRC" constrain here, and what would break if it did not hold?
Animation instructions: the frame strip draws with its shaded FCS tail, then the contiguous burst reddens across its span and its bracket appears, then the scattered pattern appears below with its probability label, then the division block fills and the two outcome branches light in turn, then the footer generator list appears.
Transition style: Fade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a standard generator polynomial of degree n-k, such as CRC-32 - and check everyone has written it before moving on. At the cost panel, translate it: CRC pairs naturally with ARQ, since detection without correction implies a retransmission request.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CRC-32 protecting a 1500-byte Ethernet frame, link block error rate 1e-6. Work at the pace of the slowest note-taker and land hard on the result: Roughly one undetected corrupt frame per 4 x 10^15 frames — at a billion frames a day, about one every eleven thousand years.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4: Error Control Coding: Linear Block and Cyclic Codes. TB1 as listed by the syllabus: Simon Haykin, Digital Communication Systems, John Wiley &amp; Sons, 1st ed., 2014; Ch. 10, pp. 601-605.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4: Error Control Coding: Linear Block and Cyclic Codes, 10 hours, TB1 (Haykin 2014) Ch. 10.1-10.5 pp. 577-605.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4: Error Control Coding: Linear Block and Cyclic Codes, 10 hours, TB1 (Haykin 2014) Ch. 10.1-10.5 pp. 577-605.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4: Error Control Coding: Linear Block and Cyclic Codes, 10 hours, TB1 (Haykin 2014) Ch. 10.1-10.5 pp. 577-605.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BEC503 Digital Communication syllabus, 2025 scheme, Module 4: Error Control Coding: Linear Block and Cyclic Codes, 10 hours, TB1 (Haykin 2014) Ch. 10.1-10.5 pp. 577-605. TB1: Simon Haykin, Digital Communication Systems, John Wiley &amp; Sons, 1st ed., 2014. Assessment counts: 20 MCQs, 13 descriptive questions, 11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Digital Communication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4 asks: How do I add redundancy so that the receiver can find and repair errors it cannot even see?</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Error Control Coding: Linear Block and Cyclic Codes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10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Digital Communication Systems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Simon Haykin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John Wiley &amp; Sons, 1st edition, 2014</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(Haykin 2014) Ch. 10.1-10.5 pp. 577-605</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Signal Space &amp; AWGN   •   Digital Modulation   •   Information Theory   •   Block &amp; Cyclic Codes   •   Convolutional Codes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Redundancy buys detection   →   Generator matrix builds codewords   →   Syndrome exposes the error   →   Distance sets the guarantee   →   Polynomials make it cheap</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5 · BEC503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add redundancy so that the receiver can find and repair errors it cannot even see?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Redundancy buys detection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Generator matrix builds codewords</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Syndrome exposes the error</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Distance sets the guarantee</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Polynomials make it cheap</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Sections 10.1-10.5, which the syllabus names. The module is the constructive answer to Module 3: capacity said good codes exist, and this is the first family that can actually be built and decoded. The organising idea is linear algebra over GF(2) — codewords form a subspace, the generator matrix is its basis, the parity check matrix annihilates it, and the syndrome is the image of the received word under that annihilator. Everything about detection and correction capability follows from one number, the minimum distance. Cyclic codes then add structure so that matrix multiplication becomes polynomial arithmetic and the encoder collapses to a shift register.</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CO4, CO5</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+ 11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Forward error correction versus automatic repeat request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577-579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CO4 / L3</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 block codes: the definition and why linearity matters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582-586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CO4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generator matrix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582-586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CO5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parity check matrix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582-586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CO5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Systematic form and why encoders prefer 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582-586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CO5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syndrome and its properties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586-590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CO4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Minimum distance and minimum weight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586-590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CO4 / L4</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Error detection and correction capability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586-590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CO4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Syndrome decoding and the standard array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590-593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CO5 / L4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Hamming codes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590-593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CO5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Cyclic codes: definition and properties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593-597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CO4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generator polynomial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593-597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CO5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Parity check polynomial and matrix forms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597-601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CO5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Systematic cyclic encoding with a shift register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597-601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CO5 / L5</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Syndrome computation for cyclic codes and a worked example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601-605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CO5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Cyclic redundancy checks and burst error detection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601-605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CO4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Forward error correction versus automatic repeat request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Forward error correction versus autom…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Forward error correction adds redundancy at the transmitter so the receiver can repair errors without asking for a retransmission, while automatic repeat request adds only enough redundancy to detect errors and then requests the block again. FEC costs bandwidth permanently but needs no return path and adds no variable delay; ARQ costs bandwidth only when errors occur but requires a feedback channel and introduces a round-trip delay per failure. The choice is dictated by the link: a deep-space probe with a forty-minute round trip has no realistic ARQ option, while a local network with microsecond latency and rare errors is better served by ARQ. Hybrid schemes correct what they can and request the rest.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FEC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ARQ</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feedback channel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latency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rate</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FEC pays a fixed bandwidth premium to avoid the round trip; ARQ pays a round trip to avoid the premium. Latency decides.</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horizontal timelines stacked. The upper, labelled FEC, shows a continuous stream of blocks flowing left to right with a small permanent shaded portion of each block marked "parity", and a corrupted block 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577-579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fec-versus-arq-timeline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Forward error correction versus automatic repeat request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Forward error correction versus autom…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Determine whether a feedback channel exists and its round-trip time</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Estimate the raw block error rate on the link</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round trip is long or absent, choose FEC</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errors are rare and latency is short, choose ARQ</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intermediate cases, use hybrid ARQ: correct what the code can, request the rest</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ARQ on a clean link costs almost no redundancy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FEC costs (n-k)/n of the bandwidth permanently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ARQ on a bad link retransmits repeatedly and throughput collapses</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ARQ throughput falls off a cliff once the block error rate approaches one.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577-579   |   CO4  |  Bloom L3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Forward error correction versus automatic repeat request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Forward error correction versus autom…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link with block error rate 0.1 and a round-trip time of 500 ms, carrying 1000-bit blocks.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ARQ: average transmissions per block = 1/(1-0.1) = 1.11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Bandwidth overhead: 11%, but each failure adds 500 ms of delay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Expected delay penalty: 0.1 x 500 ms = 50 ms per block on average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FEC at rate 1/2: 100% overhead, zero added delay</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ARQ wins on bandwidth by a wide margin and loses badly on delay. For a real-time voice link the 50 ms average and unbounded tail rule it out.</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 rate:  R = k/n     k information bits in n transmitted bits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Overhead:   (n - k)/n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ARQ expected transmissions:  1/(1 - Pblock)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ARQ expected delay:          Pblock * RTT / (1 - Pblock)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FEC: fixed overhead, zero added delay, no return path</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compare FEC and ARQ on bandwidth alone and conclude ARQ always wins on a good link. Delay variance matters as much as mean bandwidth, and for real-time traffic an unbounded retransmission tail is disqualifying however rare.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577-579   |   CO4  |  Bloom L3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 block codes: the definition and why linearity matters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 block codes: the definition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(n,k) linear block code maps k information bits to n transmitted bits such that the set of all 2^k codewords is closed under modulo-2 addition: the sum of any two codewords is another codeword. The codewords therefore form a k-dimensional subspace of the n-dimensional vector space over GF(2), and the all-zero word is always a codeword. Linearity is not a cosmetic assumption but the property that makes everything else tractable — it collapses the encoder to a matrix multiplication, makes the minimum distance equal the minimum weight, and lets the decoder work with a syndrome that depends only on the error pattern and not on which codeword was sent.</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 block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GF(2)</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subspace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closure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rate</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Linearity means codewords form a subspace, and every simplification in this module follows from that single fact.</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grid of small squares representing all 2^n binary n-tuples, with a subset highlighted in green representing the 2^k codewords, arranged so their subspace structure is visible. Two green squares are picked ou…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linear-code-subspace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 block codes: the definition and why linearity ma…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 block codes: the definition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k information bits and n transmitted bits, giving rate k/n</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the code as the set of 2^k linear combinations of k basis codewords</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closure: the modulo-2 sum of any two codewords is in the set</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all-zero word belongs to the code</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code is completely specified by any basis, which becomes the generator matrix</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storage is k basis vectors rather than 2^k codewords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encoding is a k-by-n matrix multiply over GF(2)</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number of codewords 2^k is exponential, so exhaustive listing is infeasible</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Linearity is what avoids that exponential: everything is done through the basis.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CO4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 block codes: the definition and why linearity ma…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 block codes: the definition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(5,2) code with basis codewords 10111 and 01101.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 for 00: 00000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 for 10: 10111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 for 01: 01101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 for 11: 10111 XOR 01101 = 11010</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Four codewords from two basis vectors, and the sum of any two is among them — for example 10111 XOR 11010 = 01101, which is in the code.</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 C is a k-dimensional subspace of GF(2)^n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Closure:   c1, c2 in C  =&gt;  c1 XOR c2 in C</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Zero word: 0 in C always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Size:  |C| = 2^k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Rate:  R = k/n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All arithmetic is modulo 2: 1+1 = 0, and subtraction equals addition.</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verify closure on a couple of pairs and declare the code linear. Closure must hold for every pair, which is why the code is specified by a basis in the first place — a basis guarantees closure by construction.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CO4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matrix</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generator matrix G is a k-by-n matrix whose rows form a basis for the code, so every codeword is c = mG where m is the k-bit message row vector and all arithmetic is modulo 2. Encoding is therefore one matrix multiplication, and the code is entirely determined by G. Different generator matrices related by row operations produce the same code with a different mapping from messages to codewords, which means G is not unique but the code it generates is. Reducing G to the systematic form [I_k | P] gives a mapping in which the message appears verbatim in the first k positions.</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generator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row space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encoding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row operations</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is a basis in matrix form; encoding is c = mG, and row operations change the mapping without changing the code.</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matrix multiplication laid out: a 1-by-k message row vector on the left, a k-by-n generator matrix in the centre with its rows individually tinted, and a 1-by-n codeword on the right, joined by multiplicatio…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generator-matrix-encoding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matrix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k linearly independent codewords as the rows of G</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Encode a message m as c = mG with modulo-2 arithmetic</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codeword is the XOR of the rows selected by the ones in m</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row operations to reach systematic form [I_k | P] if desired</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code is unchanged: only the message-to-codeword mapping moved</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systematic form needs only the parity part computed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x n multiply-accumulate operations over GF(2)</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dense non-systematic G requires the full multiplication</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In systematic form the first k output bits are copied, so only n-k parity bits need computing.</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matrix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 [[1,0,1,1],[0,1,0,1]] for a (4,2) code. Encode m = 11.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 1 is selected because the first message bit is 1: 1011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 2 is selected because the second message bit is 1: 0101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XOR them: 1011 XOR 0101 = 1110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systematic structure: first two bits 11 equal the message</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Codeword 1110, with the message visible in the first two positions because G is in systematic form.</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m * G          (mod 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is k x n, rank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Systematic form:  G = [ I_k | P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=&gt;  c = [ m | m*P ]     message then parity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Row operations on G change the mapping, not the code.</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G as unique and conclude two codes are different because their generator matrices differ. Row-equivalent matrices generate the same code; comparing codes means comparing the sets of codewords, not the matrices.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parity check matrix</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parity check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parity check matrix H is an (n-k)-by-n matrix whose null space is the code, so a vector c is a codeword if and only if cH transpose equals zero. Where G builds codewords, H tests them, and the two are related by G H transpose = 0. When G is in the systematic form [I_k | P], the parity check matrix follows immediately as H = [P transpose | I_(n-k)], which is why systematic form is worth reaching. H is the object the decoder actually uses, because the receiver does not know the message but can always apply the test.</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parity check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null space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orthogonality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dual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systematic relation</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builds, H tests, and G H transpose = 0 ties them together — the decoder only ever needs H.</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matrices shown side by side: G labelled "builds codewords, k x n" with an outgoing arrow to a codeword vector, and H labelled "tests codewords, (n-k) x n" with an incoming arrow from the same vector and an…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g-and-h-duality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parity check matrix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parity check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Reduce G to systematic form [I_k | P]</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H as [P transpose | I_(n-k)]</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G H transpose = 0 over GF(2)</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any received vector r by computing r H transpose</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zero result means r is a codeword; a non-zero result means an error is present</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systematic form gives H by inspection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(n-k) x n operations to test a received word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non-systematic G requires Gaussian elimination first</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rows of H are themselves the generator matrix of the dual code.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parity check matrix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parity check matrix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 [[1,0,1,1],[0,1,0,1]], so P = [[1,1],[0,1]].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 transpose = [[1,0],[1,1]]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 = [P transpose | I_2] = [[1,0,1,0],[1,1,0,1]]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with codeword 1110: 1x1 + 1x0 + 1x1 + 0x0 = 0 mod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Second row: 1x1 + 1x1 + 1x0 + 0x1 = 0 mod 2</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parity checks pass, confirming 1110 is a codeword and that H was constructed correctly.</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is a codeword  &lt;=&gt;  c * H^T = 0     (mod 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 H^T =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Systematic:  G = [ I_k | P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H = [ P^T | I_(n-k)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 is (n-k) x n; its rows generate the dual code.</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the transpose in P transpose when writing H from G. Without it the dimensions may still appear to work for square P, but G H transpose is not zero and every codeword fails its own parity check.</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form and why encoders prefer 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form and why encoders pref…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code is systematic when the k message bits appear unchanged in fixed positions of the codeword, with the remaining n-k positions holding parity bits computed from them. Every linear block code has a systematic equivalent reachable by row operations on G, and the equivalent has identical distance properties, so nothing is lost by insisting on it. The practical advantages are concrete: the encoder computes only the parity bits rather than the whole codeword, the receiver can read out the message without decoding when the channel is clean, and a decoder failure still leaves a usable if uncertain message.</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systematic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information positions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parity positions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transparent decoding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implementation cost</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Systematic form costs nothing in distance and buys a cheaper encoder plus a message you can read without decoding.</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codeword drawn as a horizontal strip of n cells, the first k tinted green and bracketed "message, copied verbatim", the last n-k tinted blue and bracketed "parity, computed". Arrows rise from the gree…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systematic-codeword-layout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form and why encoders prefer it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form and why encoders pref…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row operations to G until the first k columns form the identity</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off P from the remaining n-k columns</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Encode by copying the message into the first k positions</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parity bits as mP</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Append the parity bits to complete the codeword</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only n-k parity bits need computing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k(n-k) operations rather than kn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reaching systematic form may require column permutation as well as row operations</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column permutation gives an equivalent code with the same distance, so it is always permitted.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form and why encoders prefer it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form and why encoders pref…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(7,4) systematic code, message 1011, P = [[1,1,0],[0,1,1],[1,1,1],[1,0,1]].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Message occupies positions 1 to 4: 1011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Parity bit 1: 1 XOR 0 XOR 1 XOR 1 = 1 (rows selected by the 1s in m, first column of P)</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Parity bit 2: 1 XOR 0 XOR 1 XOR 0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Parity bit 3: 0 XOR 0 XOR 1 XOR 1 = 0</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Codeword 1011100. The message is readable directly from the first four bits with no decoding at all.</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 [ I_k | P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m * G = [ m | m*P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message part: c_1..c_k = 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parity part:  c_(k+1)..c_n = m * 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Encoder computes only n-k bits.</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believe systematic codes are weaker because the message is exposed. Distance properties are unchanged by the row operations that produce systematic form, and error correction has nothing to do with concealment.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582-586   |   CO5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syndrome and its properties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syndrome and its properties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syndrome of a received vector r is s = r H transpose, an (n-k)-bit vector. Writing r = c + e where c is the transmitted codeword and e the error pattern, and using cH transpose = 0, gives s = eH transpose: the syndrome depends only on the error pattern and not at all on which codeword was sent. That single property is what makes syndrome decoding possible, because it reduces a search over 2^k codewords to a lookup over 2^(n-k) syndromes. A zero syndrome means no detectable error; a non-zero syndrome identifies the coset the error lies in, though not the error uniquely.</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syndrome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pattern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received vector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coset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independence from codeword</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 = eH transpose: the syndrome sees the error and is blind to the codeword, which is what shrinks decoding to a small lookup.</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parallel horizontal tracks, each showing a different transmitted codeword c1, c2, c3 with the same error pattern e added by an XOR symbol, producing three different received vectors r1, r2, r3. All three…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syndrome-independence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syndrome and its properties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syndrome and its properties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Receive the vector r of length n</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s = r H transpose over GF(2)</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 is zero, accept r as a codeword</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 is non-zero, look up the most likely error pattern with that syndrome</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Correct by adding the looked-up error pattern to r</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zero syndrome needs no further work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(n-k) inner products to compute the syndrome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2^(n-k) syndromes to store in the lookup table</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table size is exponential in the number of parity bits, which caps practical block lengths.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syndrome and its properties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syndrome and its properties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 = [[1,0,1,0],[1,1,0,1]], codeword 1110 transmitted, error in position 3 giving r = 1100.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s1 = 1x1 + 1x0 + 0x1 + 0x0 =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s2 = 1x1 + 1x1 + 0x0 + 0x1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Syndrome =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with column 3 of H, which is [1,0] transpose — a match</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syndrome equals the third column of H, correctly identifying position 3 as the error location.</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 = r * H^T          (n-k)-bit syndrome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 = c + 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 = (c + e) H^T = c H^T + e H^T = 0 + e H^T = e H^T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 = 0        =&gt;  r is a codeword (possibly an undetected error)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 = column j =&gt;  single error in position j</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conclude a zero syndrome means no errors occurred. It means no detectable error: if the error pattern happens to be a valid codeword, the syndrome is zero and the error passes silently.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Minimum distance and minimum weight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Minimum distance and minimum weight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Hamming distance between two codewords is the number of positions in which they differ, and the minimum distance d_min of a code is the smallest such distance over all pairs. For a linear code, the difference of two codewords is itself a codeword, so d_min equals the minimum Hamming weight over all non-zero codewords — a search over 2^k - 1 words instead of over all pairs. This single number determines everything about the code strength: how many errors it can detect, how many it can correct, and whether a given error pattern will be caught or slip through.</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Hamming distance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Hamming weight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minimum distance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linearity consequence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strength</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linear code, minimum distance equals minimum weight, and that one number fixes all detection and correction guarantees.</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two codewords written one above the other with differing bit positions highlighted in red and a count beneath labelled "distance 3". Right panel: their XOR shown as a single word with the same thre…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distance-equals-weight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Minimum distance and minimum weight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Minimum distance and minimum weight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all non-zero codewords of the code</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Hamming weight of each</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minimum as d_min</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Derive detection capability as d_min - 1</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Derive correction capability as the floor of (d_min - 1)/2</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weight enumeration over 2^k - 1 words rather than all pairs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still exponential in k for a general code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computing d_min for an arbitrary linear code is NP-hard</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Structured families such as Hamming and BCH codes have known d_min by construction, which is much of their appeal.</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Minimum distance and minimum weight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Minimum distance and minimum weight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(5,2) code with codewords 00000, 10111, 01101, 11010.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Weight of 10111 = 4</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Weight of 01101 = 3</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Weight of 11010 = 3</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Minimum non-zero weight = 3</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d_min = 3, so the code detects up to 2 errors and corrects 1. Checking all six pairwise distances would give the same answer with three times the work.</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d(c1, c2) = number of differing positions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w(c)      = number of ones in c</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Linear code:  d_min = min over non-zero c of w(c)</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Detect:   up to d_min - 1 errors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Correct:  up to t = floor( (d_min - 1)/2 ) errors</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the minimum weight including the all-zero codeword and obtain d_min = 0. The zero word is always present and must be excluded; the minimum is over non-zero codewords only.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Error detection and correction capability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Error detection and correction capabi…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code with minimum distance d_min detects any error pattern of up to d_min - 1 errors, because fewer than d_min changes cannot turn one codeword into another. It corrects up to t = floor((d_min - 1)/2) errors, because spheres of radius t around each codeword are disjoint when 2t &lt; d_min, so a received word within t of a codeword is closer to that one than to any other. Detection and correction trade against each other: a code with d_min = 5 can correct two errors, or detect four while correcting none, or correct one while detecting three.</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detection capability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correction capability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sphere packing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decoding sphere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guarantee</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d_min buys either detection or correction, and you choose the split — correcting t always costs 2t of the distance budget.</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codeword points drawn in a schematic space, separated by a labelled distance d_min = 5. Around each, a circle of radius t = 2 is drawn and lightly tinted, the two circles clearly disjoint with a visible ga…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decoding-spheres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Error detection and correction capability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Error detection and correction capabi…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d_min for the code</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pure detection, the guarantee is d_min - 1 errors</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pure correction, compute t = floor((d_min - 1)/2)</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mixed strategy, choose l detections and t corrections with t + l &lt; d_min and l &gt;= t</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decoding spheres of radius t remain disjoint</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odd d_min uses the distance budget fully for correction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 grows as half of d_min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even d_min wastes one unit unless a mixed strategy is used</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is why most useful codes are designed with odd minimum distance.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Error detection and correction capability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Error detection and correction capabi…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Codes with d_min = 3, 4 and 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d_min = 3: detect 2, correct floor(2/2) =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d_min = 4: detect 3, correct floor(3/2) = 1 — the extra distance buys no extra correction</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d_min = 5: detect 4, correct floor(4/2) =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d_min = 4 code can instead correct 1 and detect 2 simultaneously</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Going from d_min = 3 to 4 adds detection but no correction. Only odd increments buy correction capability, which is why d_min = 5 is the next useful step.</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Detection only:   detects up to d_min - 1 errors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Correction only:  t = floor( (d_min - 1) / 2 )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Simultaneous:  correct t and detect l, with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 + l + 1 &lt;= d_min   and   l &gt;= 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Spheres of radius t are disjoint iff 2t &lt; d_min.</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a code corrects every pattern of t or fewer errors and detects everything beyond. Beyond t errors the decoder may silently decode to the wrong codeword, producing a confident wrong answer rather than a detected failure.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586-590   |   CO4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decoding and the standard array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decoding and the standard 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standard array arranges all 2^n binary n-tuples into 2^(n-k) rows called cosets, each row being a coset of the code obtained by adding a fixed error pattern to every codeword. The minimum-weight member of each coset is its coset leader and is the most likely error pattern for that row, since lower weight means fewer bit flips and therefore higher probability. All members of a coset share the same syndrome, so decoding reduces to computing the syndrome, looking up the coset leader, and adding it to the received word. This is exactly maximum likelihood decoding on a binary symmetric channel, implemented as a table lookup.</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standard array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coset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coset leader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syndrome 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maximum likelihood decoding</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coset has one syndrome and one most-likely error; decoding is compute-syndrome, look up leader, add.</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rectangular table. The top row lists all 2^k codewords starting with the all-zero word in the leftmost column. Each subsequent row is a coset, with its leftmost entry — the coset leader — tinted and its weig…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standard-array-cosets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decoding and the standard array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decoding and the standard 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all codewords as the first row of the array</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an unused n-tuple of minimum weight as the next coset leader</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Fill that row by adding the leader to every codeword</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until all 2^n tuples are placed</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Tabulate each coset leader against its syndrome and decode by lookup</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lookup is a single table access once built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table has 2^(n-k) entries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building the full standard array costs 2^n operations</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Only the syndrome-to-leader table need be stored, not the whole array.</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   |   CO5  |  Bloom 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decoding and the standard array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decoding and the standard 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(5,2) code, so 2^3 = 8 cosets and 4 codewords per row.</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 0: the four codewords, coset leader 00000, syndrome 000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 1: leader 00001, syndrome equal to the fifth column of H</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Rows 2 to 5: the remaining single-error patterns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Rows 6 and 7: two-error patterns, since single errors are exhausted</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Five of the eight cosets have single-error leaders and are corrected reliably; the last two have weight-2 leaders, so only two of the ten possible double errors are corrected.</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Coset of e:  { c + e : c in C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All members of a coset share the syndrome  s = e H^T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Coset leader = minimum-weight member = most likely error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Decode:  s = r H^T  -&gt;  look up leader e_hat  -&gt;  c_hat = r + e_hat</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choose an arbitrary member of a coset as its leader. The leader must be of minimum weight, since that is what makes the decoder maximum likelihood; any other choice systematically decodes to the wrong codeword.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   |   CO5  |  Bloom L4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Hamming codes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Hamming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Hamming code is a (2^m - 1, 2^m - 1 - m) code whose parity check matrix has as its columns all 2^m - 1 non-zero binary m-tuples, each appearing exactly once. Because every column is distinct and non-zero, no two columns sum to zero and no single column is zero, so d_min = 3 and the code corrects exactly one error. The construction has an elegant decoding consequence: the syndrome of a single error in position j is precisely column j of H, so if the columns are ordered as binary counting, the syndrome read as a binary number is the error address. Hamming codes are perfect: the decoding spheres of radius one tile the space exactly.</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Hamming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perfect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single error correcting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column construction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syndrome as address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Order the columns of H as binary counting and the syndrome literally spells out which bit to flip.</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parity check matrix of a (7,4) Hamming code drawn with its seven columns labelled 001, 010, 011, 100, 101, 110, 111 across the top, matching binary counting. Below, a received seven-bit word with one bit 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hamming-syndrome-address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Hamming codes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Hamming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m, giving n = 2^m - 1 and k = n - m</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H with all non-zero m-bit columns, ordered as binary counting</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Derive G from H by rearranging into systematic form if desired</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Decode by computing the syndrome and reading it as a position index</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Flip the indicated bit; a zero syndrome means no error</a:t>
            </a:r>
            <a:endParaRPr lang="en-US" sz="1100" dirty="0"/>
          </a:p>
        </p:txBody>
      </p:sp>
      <p:sp>
        <p:nvSpPr>
          <p:cNvPr id="19" name="shape-33-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decoding is one syndrome computation and one bit flip, no table at 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rate (2^m - 1 - m)/(2^m - 1) rises towards 1 as m grows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corrects only one error regardless of block length, so long Hamming codes are fragile</a:t>
            </a:r>
            <a:endParaRPr lang="en-US" sz="1100" dirty="0"/>
          </a:p>
        </p:txBody>
      </p:sp>
      <p:sp>
        <p:nvSpPr>
          <p:cNvPr id="21" name="shape-33-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(255,247) Hamming code has excellent rate and still fails on two errors in 255 bits.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   |   CO5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Hamming codes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Hamming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(7,4) Hamming code, received word with an error in position 6.</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Column 6 of H, with binary-counting order, is 110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Computing s = rH transpose gives 110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110 as the binary number 6</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Flip bit 6 of the received word</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error is located and corrected without any lookup table — the syndrome is the address, which is why Hamming codes appear in memory ECC hardware.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 = 2^m - 1,   k = n - m,   d_min = 3</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 columns = all non-zero m-bit vectors, each once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Syndrome s = column j  =&gt;  error in position j</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Order columns as 1,2,...,n in binary  =&gt;  s IS the address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Perfect:  2^k * (1 + n) = 2^n</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a longer Hamming code to be stronger. Its d_min stays at 3 for every m, so it always corrects exactly one error; a (255,247) code has a far better rate than a (7,4) code and identical, minimal, error-correcting power.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590-593   |   CO5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codes: definition and properties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codes: definition and properti…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cyclic code is a linear block code with the additional property that any cyclic shift of a codeword is also a codeword. Representing an n-bit word as a polynomial of degree less than n over GF(2), with bit i as the coefficient of x^i, turns a cyclic shift into multiplication by x modulo x^n - 1. The code then becomes an ideal in the ring of polynomials modulo x^n - 1, which is a very strong structural statement: every ideal in that ring is generated by a single polynomial. That is why a cyclic code needs only one generator polynomial rather than a whole matrix.</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cyclic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cyclic shift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polynomial representation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ideal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structure</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Cyclic shift plus linearity means the whole code is generated by one polynomial instead of a k-by-n matrix.</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circular arrangement of seven bit cells forming a ring, with the bit values written inside and an arrow indicating a one-position rotation. Beside it, the same word written as a polynomial, and below that 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cyclic-shift-as-multiplication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codes: definition and properties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codes: definition and properti…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Represent each codeword as a polynomial c(x) of degree less than n</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that x c(x) mod (x^n - 1) is also a codeword for every codeword</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non-zero codeword of least degree: this is the generator polynomial g(x)</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g(x) divides x^n - 1</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Generate all codewords as multiples of g(x) modulo x^n - 1</a:t>
            </a:r>
            <a:endParaRPr lang="en-US" sz="1100" dirty="0"/>
          </a:p>
        </p:txBody>
      </p:sp>
      <p:sp>
        <p:nvSpPr>
          <p:cNvPr id="19" name="shape-3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storage is one polynomial of n-k+1 coefficients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encoding by polynomial multiplication in a shift register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cyclic requirement restricts which (n,k) pairs are achievable</a:t>
            </a:r>
            <a:endParaRPr lang="en-US" sz="1100" dirty="0"/>
          </a:p>
        </p:txBody>
      </p:sp>
      <p:sp>
        <p:nvSpPr>
          <p:cNvPr id="21" name="shape-3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g(x) must divide x^n - 1, which is a genuine constraint on the available code parameters.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   |   CO4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codes: definition and properties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codes: definition and properti…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codeword 1011000 of a (7,4) cyclic code.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Polynomial: 1 + x^2 + x^3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Cyclic shift right by one: 0101100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Polynomial: x + x^3 + x^4, which is x times the original</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wraparound occurred because the top coefficient was zero</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shift corresponds exactly to multiplication by x. Had the highest coefficient been one, the modulo x^7 - 1 reduction would have wrapped it round to the constant term.</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(c0, c1, ..., c_{n-1})  &lt;-&gt;  c(x) = c0 + c1 x + ... + c_{n-1} x^{n-1}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Cyclic shift  &lt;-&gt;  x * c(x)  mod (x^n - 1)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 is an ideal in GF(2)[x]/(x^n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generated by a single g(x) with g(x) | (x^n - 1)</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test the cyclic property on one shift of one codeword. The property must hold for every codeword and every shift, which is guaranteed only when the generator polynomial divides x^n - 1.</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   |   CO4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polynomial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polynomial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generator polynomial g(x) of an (n,k) cyclic code is the unique monic non-zero codeword polynomial of least degree, and that degree is exactly n-k. Every codeword is a polynomial multiple of g(x), and conversely every multiple of g(x) of degree less than n is a codeword, so the code is completely described by g(x). The generator must divide x^n - 1, which means the available cyclic codes of length n are found by factoring x^n - 1 over GF(2) and taking products of its irreducible factors. Choosing which factors to include is the design decision that fixes both the rate and the minimum distance.</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generator polynomial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degree n-k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divisor of x^n - 1</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construction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factorisation</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x^n - 1 and every cyclic code of length n falls out; picking factors picks your rate and your distance together.</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factorisation tree with x^7 - 1 at the top branching into three irreducible factors: (x + 1), (x^3 + x + 1) and (x^3 + x^2 + 1). Below, a table lists several products of these factors as candidate generator…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factoring-x7-minus-1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polynomial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polynomial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x^n - 1 into irreducible polynomials over GF(2)</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subset of factors whose product has degree n-k</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that product as g(x)</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Generate codewords as m(x) g(x) for all messages m(x) of degree less than k</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Determine d_min from the structure, or by weight enumeration for small codes</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factorisations of x^n - 1 are tabulated for common 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encoding is a polynomial multiply of degree n-k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choosing factors to maximise d_min is the hard design problem</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BCH codes solve exactly this by choosing factors with prescribed roots to guarantee d_min.</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   |   CO5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generator polynomial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generator polynomial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7, so factor x^7 - 1 = (x+1)(x^3+x+1)(x^3+x^2+1).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g(x) = x^3 + x + 1, of degree 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Then n - k = 3, so k = 4, giving a (7,4) code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Encode m = 1011, that is m(x) = 1 + x^2 + x^3</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c(x) = m(x)g(x) = (1 + x^2 + x^3)(1 + x + x^3)</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Expanding modulo 2 gives 1 + x + x^2 + x^3 + x^4 + ... — the (7,4) cyclic Hamming code, with d_min = 3.</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g(x) monic, least degree, g(x) | (x^n - 1)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deg g(x) = n -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Codewords:  c(x) = m(x) * g(x),   deg m(x) &lt;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 = 7:  x^7 - 1 = (x+1)(x^3+x+1)(x^3+x^2+1)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g(x) = x^3+x+1  =&gt;  (7,4) Hamming</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pick a generator polynomial of the right degree without checking that it divides x^n - 1. If it does not, the resulting code is linear but not cyclic, and the shift-register encoder and syndrome circuits built on that assumption fail.</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593-597   |   CO5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Parity check polynomial and matrix forms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Parity check polynomial and matrix fo…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parity check polynomial is h(x) = (x^n - 1)/g(x), of degree k, and it plays for cyclic codes the role H plays for general linear codes: c(x)h(x) is congruent to zero modulo x^n - 1 for every codeword. The generator matrix is built by writing the coefficients of g(x) in the first row and cyclically shifting right for each subsequent row, giving a k-by-n matrix. The parity check matrix is built the same way from the reciprocal of h(x), with n-k rows. The two polynomial and matrix descriptions are equivalent, and the polynomial form is preferred for hardware while the matrix form is clearer for analysis.</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parity check polynomial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generator matrix from g(x)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reciprocal polynomial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matrix construction</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h(x) = (x^n-1)/g(x) is the polynomial parity check; shifting coefficients builds G and H from the two polynomials.</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Top: the division x^n - 1 divided by g(x) shown producing h(x), all three polynomials written out for a (7,4) example. Middle: a k-by-n generator matrix being built, with g(x) coefficients placed in the first…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g-h-polynomial-matrices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Parity check polynomial and matrix forms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Parity check polynomial and matrix fo…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h(x) = (x^n - 1)/g(x) by polynomial division over GF(2)</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G by placing g(x) coefficients in row 1 and shifting right for each further row</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reciprocal of h(x) by reversing its coefficient order</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H the same way from the reciprocal, with n-k rows</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G H transpose = 0</a:t>
            </a:r>
            <a:endParaRPr lang="en-US" sz="1100" dirty="0"/>
          </a:p>
        </p:txBody>
      </p:sp>
      <p:sp>
        <p:nvSpPr>
          <p:cNvPr id="19" name="shape-4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both matrices follow mechanically from two polynomials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polynomial division of degree 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these matrices are not in systematic form and need reduction if that is wanted</a:t>
            </a:r>
            <a:endParaRPr lang="en-US" sz="1100" dirty="0"/>
          </a:p>
        </p:txBody>
      </p:sp>
      <p:sp>
        <p:nvSpPr>
          <p:cNvPr id="21" name="shape-4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Systematic cyclic encoding uses a remainder rather than a product, which keeps the message visible.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   |   CO5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Parity check polynomial and matrix forms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Parity check polynomial and matrix fo…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7, g(x) = x^3 + x + 1.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h(x) = (x^7 - 1)/(x^3 + x + 1) = x^4 + x^2 + x + 1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Degree of h is 4 = k, as required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row 1: coefficients of g, 1101000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rows 2 to 4: 0110100, 0011010, 0001101</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4-by-7 generator matrix with the characteristic diagonal band. The four rows are the four cyclic shifts of g that fit within seven positions.</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h(x) = (x^n - 1) / g(x),   deg h =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c(x) * h(x) = 0   mod (x^n - 1)   for every codeword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rows: g(x), x g(x), ..., x^{k-1} g(x)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 rows: built from the reciprocal of h(x)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 H^T = 0</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build H directly from h(x) without reversing the coefficient order. The reciprocal is required, and omitting it produces a matrix that does not annihilate the code.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   |   CO5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cyclic encoding with a shift register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cyclic encoding with a shi…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Systematic cyclic encoding multiplies the message polynomial by x^(n-k) to shift it into the high-order positions, divides by g(x), and appends the remainder as the parity bits. The resulting codeword is x^(n-k)m(x) + r(x), which is divisible by g(x) by construction and carries the message unchanged in its top k positions. The hardware is a shift register of n-k stages with feedback taps at the positions of the non-zero coefficients of g(x), which performs the polynomial division as the message bits are clocked in. This is why cyclic codes dominate practice: the encoder is a handful of flip-flops and XOR gates rather than a matrix multiplier.</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shift register encoder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remainder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systematic cyclic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feedback taps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division circuit</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the message up, divide by g(x), append the remainder — and the whole operation is n-k flip-flops and a few XOR gates.</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shift register of three stages drawn as boxes in a row, with XOR gates inserted between stages at positions matching the non-zero coefficients of g(x) = 1 + x + x^3, and a feedback line running from the outp…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cyclic-shift-register-encoder</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cyclic encoding with a shift register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cyclic encoding with a shi…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 message polynomial by x^(n-k)</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the result by g(x) using polynomial long division over GF(2)</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remainder r(x), of degree less than n-k</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codeword as x^(n-k) m(x) + r(x)</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hardware, clock the message into a shift register with taps at the coefficients of g(x)</a:t>
            </a:r>
            <a:endParaRPr lang="en-US" sz="1100" dirty="0"/>
          </a:p>
        </p:txBody>
      </p:sp>
      <p:sp>
        <p:nvSpPr>
          <p:cNvPr id="19" name="shape-4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n-k flip-flops and at most n-k XOR gates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 clock cycles per codeword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division is inherently serial, so throughput is one bit per clock</a:t>
            </a:r>
            <a:endParaRPr lang="en-US" sz="1100" dirty="0"/>
          </a:p>
        </p:txBody>
      </p:sp>
      <p:sp>
        <p:nvSpPr>
          <p:cNvPr id="21" name="shape-4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Parallel implementations process several bits per clock at the cost of more combinational logic.</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   |   CO5  |  Bloom L5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Systematic cyclic encoding with a shift register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Systematic cyclic encoding with a shi…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g(x) = x^3 + x + 1, message 1011 so m(x) = 1 + x^2 + x^3, n = 7, k = 4.</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x^3 m(x) = x^3 + x^5 + x^6</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by x^3 + x + 1 over GF(2)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remainder is r(x) = 1, that is 100 in coefficient order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 = message 1011 followed by parity 100</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Codeword 1011100, systematic with the message readable in the first four positions and divisible by g(x) by construction.</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r(x) = [ x^{n-k} * m(x) ]  mod  g(x)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c(x) = x^{n-k} * m(x) + r(x)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c(x) is divisible by g(x) by construction.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Hardware: (n-k)-stage shift register, XOR taps at the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non-zero coefficients of g(x), feedback from the output.</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the remainder without first shifting the message by x^(n-k). Without the shift the message and parity overlap in the same positions, the result is not systematic, and it is generally not a codeword either.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597-601   |   CO5  |  Bloom L5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computation for cyclic codes and a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computation for cyclic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For a cyclic code the syndrome of a received polynomial r(x) is simply its remainder on division by g(x), a computation performed by the same shift register used for encoding. A zero remainder means the received word is a codeword; a non-zero remainder identifies the error pattern up to a coset exactly as in the general linear case. The cyclic structure adds a decisive practical property: because a cyclic shift of the received word produces a predictable shift of the syndrome, one detection circuit can be reused for every error position, which is the basis of the Meggitt decoder. Cyclic codes are also natural burst-error detectors, catching any burst of length n-k or shorter.</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syndrome polynomial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remainder on division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detection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Meggitt decoder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burst detection</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Syndrome equals remainder after division by g(x), and the cyclic structure lets one circuit handle every error position.</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worked long division laid out vertically: the received polynomial as the dividend, g(x) as the divisor, the successive subtraction steps shown in XOR form with the bits struck through as they cancel, and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cyclic-syndrome-worked</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computation for cyclic codes and a worked exam…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computation for cyclic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Receive r(x) and divide by g(x) over GF(2)</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remainder s(x) as the syndrome</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s(x) is zero, accept the word</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not, use the syndrome to identify the error pattern, shifting cyclically as needed</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Correct and extract the message from the systematic positions</a:t>
            </a:r>
            <a:endParaRPr lang="en-US" sz="1100" dirty="0"/>
          </a:p>
        </p:txBody>
      </p:sp>
      <p:sp>
        <p:nvSpPr>
          <p:cNvPr id="19" name="shape-4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the same shift register serves for both encoding and syndrome computation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 clock cycles to compute the syndrome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full correction of multiple errors needs a more elaborate decoder</a:t>
            </a:r>
            <a:endParaRPr lang="en-US" sz="1100" dirty="0"/>
          </a:p>
        </p:txBody>
      </p:sp>
      <p:sp>
        <p:nvSpPr>
          <p:cNvPr id="21" name="shape-4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Meggitt decoder exploits the cyclic shift property to correct with one detection circuit rather than 2^(n-k) table entries.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   |   CO5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Syndrome computation for cyclic codes and a worked exam…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Syndrome computation for cyclic codes…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g(x) = x^3 + x + 1, transmitted codeword 1011100, an error in position 3 giving r = 1001100.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r(x) = 1 + x^3 + x^4</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by x^3 + x + 1 over GF(2)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remainder is x^2 + x, that is 011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against the syndrome table: 011 corresponds to an error at position 3</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syndrome 011 locates the error at position 3. Adding the error pattern 0010000 to r recovers 1011100, the transmitted codeword.</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s(x) = r(x) mod g(x)      degree &lt; n-k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s(x) = 0   =&gt;  r(x) is a codeword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Cyclic property: syndrome of a shifted r is a predictable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shift of s, so one circuit covers all positions.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Burst detection: any burst of length &lt;= n-k is detected.</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divide the received word by h(x) instead of g(x). The syndrome is the remainder on division by the generator polynomial; using the parity check polynomial gives a value that carries no useful error information.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   |   CO5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redundancy checks and burst error detection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redundancy checks and burst 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cyclic redundancy check is a cyclic code used for detection only: the transmitter appends the remainder of the frame divided by a standard generator polynomial, and the receiver recomputes it and compares. Because the error polynomial of a burst of length l confined to consecutive positions factors as x^i b(x) with b of degree below l, any burst of length n-k or shorter leaves a non-zero remainder and is caught. The residual risk is quantified rather than eliminated: a random error pattern escapes detection with probability about 2^-(n-k), so a 32-bit CRC misses roughly one bad frame in four billion. This is why CRC-32 guards Ethernet frames while forward error correction handles the bit-level noise beneath it.</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burst error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detection-only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frame check sequence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undetected error probability</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CRC is a cyclic code spending all its redundancy on detection: every burst up to n-k caught, random patterns missed with probability 2^-(n-k).</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frame drawn as a long horizontal strip with a short shaded tail labelled "FCS, 32 bits". Above the frame, a burst of contiguous red error bits spans 20 positions with a bracket labelled "burst length 20 &lt;= 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crc-frame-and-burst</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redundancy checks and burst error detection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redundancy checks and burst 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standard generator polynomial of degree n-k, such as CRC-32</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Append n-k zeros to the frame and divide by g(x)</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the frame followed by the remainder as the frame check sequence</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divide the whole received frame including the FCS by g(x)</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Accept on a zero remainder and discard the frame otherwise</a:t>
            </a:r>
            <a:endParaRPr lang="en-US" sz="1100" dirty="0"/>
          </a:p>
        </p:txBody>
      </p:sp>
      <p:sp>
        <p:nvSpPr>
          <p:cNvPr id="19" name="shape-5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the same shift register as any cyclic encoder, n-k stages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every burst of length n-k or shorter is detected with certainty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no correction capability at all: a failed check means discard and retransmit</a:t>
            </a:r>
            <a:endParaRPr lang="en-US" sz="1100" dirty="0"/>
          </a:p>
        </p:txBody>
      </p:sp>
      <p:sp>
        <p:nvSpPr>
          <p:cNvPr id="21" name="shape-5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CRC pairs naturally with ARQ, since detection without correction implies a retransmission request.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   |   CO4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Cyclic redundancy checks and burst error detection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Cyclic redundancy checks and burst 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CRC-32 protecting a 1500-byte Ethernet frame, link block error rate 1e-6.</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k = 32, so every burst of 32 bits or fewer is detected with certainty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Random patterns escape with probability about 2^-32 = 2.3 x 10^-10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1e-6 frame errors, undetected frames occur at 1e-6 x 2.3e-10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That is about 2.3 x 10^-16 per frame</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Roughly one undetected corrupt frame per 4 x 10^15 frames — at a billion frames a day, about one every eleven thousand years.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FCS = [ x^(n-k) * m(x) ]  mod  g(x)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Transmit:  m(x) followed by FCS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Check:     received frame mod g(x) == 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CRC-16:     x^16 + x^15 + x^2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CRC-CCITT:  x^16 + x^12 + x^5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CRC-32:     degree 32, used by Ethernet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Bursts up to n-k always detected.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Random patterns missed with probability ~ 2^-(n-k).</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a CRC to correct errors because it is a cyclic code. It is deliberately detection-only: all n-k bits of redundancy buy detection strength, and a failed check triggers retransmission rather than repair.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601-605   |   CO4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FEC pays a fixed bandwidth premium to avoid the round trip; ARQ pays a round trip to avoid the premium. Latency decides.</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Linearity means codewords form a subspace, and every simplification in this module follows from that single fact.</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is a basis in matrix form; encoding is c = mG, and row operations change the mapping without changing the code.</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 builds, H tests, and G H transpose = 0 ties them together — the decoder only ever needs H.</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Systematic form costs nothing in distance and buys a cheaper encoder plus a message you can read without decoding.</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 = eH transpose: the syndrome sees the error and is blind to the codeword, which is what shrinks decoding to a small lookup.</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linear code, minimum distance equals minimum weight, and that one number fixes all detection and correction guarantees.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d_min buys either detection or correction, and you choose the split — correcting t always costs 2t of the distance budget.</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coset has one syndrome and one most-likely error; decoding is compute-syndrome, look up leader, add.</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Order the columns of H as binary counting and the syndrome literally spells out which bit to flip.</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Cyclic shift plus linearity means the whole code is generated by one polynomial instead of a k-by-n matrix.</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x^n - 1 and every cyclic code of length n falls out; picking factors picks your rate and your distance together.</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h(x) = (x^n-1)/g(x) is the polynomial parity check; shifting coefficients builds G and H from the two polynomials.</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the message up, divide by g(x), append the remainder — and the whole operation is n-k flip-flops and a few XOR gates.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Syndrome equals remainder after division by g(x), and the cyclic structure lets one circuit handle every error position.</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CRC is a cyclic code spending all its redundancy on detection: every burst up to n-k caught, random patterns missed with probability 2^-(n-k).</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21%, L3-L4 64%, L5-L6 15%</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4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assignments/Module_4_Assignment.pdf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4 — Linear block and cyclic code construction</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8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&lt;USN&gt;_BEC503_Assignment4.pdf,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matrix and polynomial construction (8); GF(2) arithmetic accuracy (5); Circuit design and traces (4); Reasoning about guarantees (3). Attainment: CO4 = 9, CO5 = 11.</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2026-09-13T09:33:33Z</dcterms:created>
  <dcterms:modified xsi:type="dcterms:W3CDTF">2026-09-13T09:33:33Z</dcterms:modified>
</cp:coreProperties>
</file>