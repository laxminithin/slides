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10 contact hours and 16 teaching units, and that all of it exists to answer one question: How do I turn a radio-frequency waveform into a handful of numbers, and what is the best possible receiver once I have?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 I turn a radio-frequency waveform into a handful of numbers, and what is the best…" to look like?
Animation instructions: Module title block fades in first, then the textbook panel slides in from the right, then the five arc beats appear left to right one at a time.
Transition style: Fade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bandpass signal has all its significant frequency content confined to a band of width 2W centred on a carrier frequency fc, where fc is typically far la… Then add the part they are examined on - The carrier is packaging, not content; strip it analytically and the sampling cost drops by the ratio fc/W.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"bandpass signal" constrain here, and what would break if it did not hold?
Animation instructions: the frequency axis draws, then the two bandpass lobes fade in together, then the lower axis appears, then the translate arrow sweeps the positive lobe down to the origin, then the two sampling-rate lines land one after the other with the green one last.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the signal is bandpass: content confined to fc - W &lt; |f| &lt; fc + W - and check everyone has written it before moving on. At the cost panel, translate it: Two real sequences at 2W still beat one real sequence at 2(fc + W) whenever fc &gt; W, which is always.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signal occupying 2.400 GHz to 2.402 GHz, so fc = 2.401 GHz and W = 1 MHz. Work at the pace of the slowest note-taker and land hard on the result: 4.804 GHz real samples become 2 MHz complex samples — a factor of about 1200 fewer numbers for exactly the same information.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Hilbert transform of a signal g(t) is its convolution with the kernel 1/(pi*t), written g-hat(t). Then add the part they are examined on - The Hilbert transform changes phase by 90 degrees at every frequency and magnitude at none, which is why it can cancel a who…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"Hilbert transform" constrain here, and what would break if it did not hold?
Animation instructions: the frequency axis draws, then the flat magnitude line sweeps in left to right and its label lands, then the two phase segments appear one at a time with the discontinuity circle last, then the time-domain inset fades in and the dashed shifted wave slides a quarter period to the right.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Take the Fourier transform G(f) of the signal - and check everyone has written it before moving on. At the cost panel, translate it: Practical Hilbert transformers are FIR approximations with a group delay of half the filter length.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g(t) = cos(2*pi*f0*t), a single tone. Work at the pace of the slowest note-taker and land hard on the result: The Hilbert transform of cos is sin, and applying it twice returns the negative of the original — consistent with (-j*sgn(f))^2 =…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Three properties do all the work later. Then add the part they are examined on - Same energy, orthogonal to the original, and self-inverse up to a sign — these three properties are what make quadrature sig…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"energy conservation" constrain here, and what would break if it did not hold?
Animation instructions: the three cards rise in sequence from the baseline, then inside card two the positive and negative shaded lobes fill and visibly cancel to zero, then inside card three the chain arrows draw one after the other and the final waveform flips vertically.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Energy: |G-hat(f)| = |G(f)| for all f, so Parseval gives equal energies - and check everyone has written it before moving on. At the cost panel, translate it: The orthogonality that quadrature modulation relies on degrades first at the edges of the band.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g(t) = cos(2*pi*f0*t) over an integer number of periods, so g-hat(t) = sin(2*pi*f0*t). Work at the pace of the slowest note-taker and land hard on the result: Inner product is zero and energies are equal, confirming orthogonality and energy conservation on a concrete case.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42-45.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pre-envelope of a real signal g(t) is g_plus(t) = g(t) + j*g-hat(t). Then add the part they are examined on - Adding j times the Hilbert transform deletes the negative-frequency half of the spectrum; the cost of a one-sided spectrum i…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"pre-envelope" constrain here, and what would break if it did not hold?
Animation instructions: row one fades in, then row two fades in beneath it, then the two negative-frequency lobes slide together and visibly annihilate to a flat line while the two positive lobes stack and double in height, then the row-three label lands.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45-47.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Hilbert transform g-hat(t) of the real signal - and check everyone has written it before moving on. At the cost panel, translate it: The doubling in storage is repaid immediately at the next step, when the sampling rate drops.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45-47.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g(t) = cos(2*pi*fc*t). Work at the pace of the slowest note-taker and land hard on the result: The pre-envelope of a cosine is a complex exponential — the textbook one-sided spectrum, and the cleanest possible demonstration…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45-47.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complex envelope is g-tilde(t) = g_plus(t)*exp(-j*2*pi*fc*t), the pre-envelope translated down so that the carrier sits at zero frequency. Then add the part they are examined on - Multiplying the pre-envelope by exp(-j*2*pi*fc*t) slides the spectrum to baseband and leaves the complex envelope — the smal…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"complex envelope" constrain here, and what would break if it did not hold?
Animation instructions: the left lobe appears, then the multiply block flashes, then the lobe slides horizontally left until it is centred on zero, then the time-domain strip fades in, then the fast oscillation dims to grey while the slow envelope outline brightens and detaches to the right.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47-49.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Start from the pre-envelope g_plus(t) - and check everyone has written it before moving on. At the cost panel, translate it: That rotation is exactly the carrier-frequency-offset problem every real receiver has to correct.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47-49.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Bandpass signal s(t) = 3*cos(2*pi*fc*t + pi/4). Work at the pace of the slowest note-taker and land hard on the result: An unmodulated carrier collapses to a single constant complex number — the clearest possible statement that the carrier carries 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47-49.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Writing the complex envelope in rectangular form, g-tilde(t) = gI(t) + j*gQ(t), gives the canonical representation of the bandpass signal: g(t) = gI(t)*co… Then add the part they are examined on - Every bandpass signal is two real lowpass signals on orthogonal carriers — that is why one band can carry two independent st…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"in-phase component" constrain here, and what would break if it did not hold?
Animation instructions: the two input arrows draw, then the oscillator box and its two branches appear with the -90 degree box flashing, then the two multipliers light in turn, then the summing junction fills and the output arrow extends, then the phasor inset draws the I axis, the Q axis, and finally the resultant.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49-52.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Split the complex envelope into real and imaginary parts: gI = Re{g-tilde}, gQ = Im{g-tilde} - and check everyone has written it before moving on. At the cost panel, translate it: I/Q imbalance is the dominant impairment in cheap direct-conversion radios.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49-52.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gI(t) = 1, gQ(t) = 1, both constant over the symbol. Work at the pace of the slowest note-taker and land hard on the result: Two unit baseband values produce a carrier of amplitude 1.414 at 45 degrees — the arithmetic behind every QPSK constellation diag…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49-52.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same complex envelope written in polar form is g-tilde(t) = a(t)*exp(j*phi(t)), giving g(t) = a(t)*cos(2*pi*fc*t + phi(t)). Then add the part they are examined on - Rectangular form suits circuits and decisions; polar form suits amplifiers and envelope arguments — pick by the question, no…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"natural envelope" constrain here, and what would break if it did not hold?
Animation instructions: the axes draw, then point P appears, then the two dashed projections drop to the axes with their labels, then the radius arrow sweeps out from the origin and the angle arc fills, then the two formula cards slide in from left and right, then the time strip fades up.
Transition style: Fade
[Sources] VTU BEC503 Digital Communication syllabus, 2025 scheme, Module 1: Bandpass Signals to Equivalent Lowpass and Signalling over AWGN Channels. TB1 as listed by the syllabus: Simon Haykin, Digital Communication Systems, John Wiley &amp; Sons, 1st ed., 2014; Ch. 2, pp. 49-52.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a(t) = sqrt(gI(t)^2 + gQ(t)^2) - and check everyone has written it before moving on. At the cost panel, translate it: CORDIC hardware computes both without a multiplier, which is why it is standard in radios.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2, pp. 49-52.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gI = -1, gQ = 1 over one symbol. Work at the pace of the slowest note-taker and land hard on the result: Envelope 1.414 at 135 degrees. The four-quadrant atan2 is what keeps the point out of the wrong half-plane.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2, pp. 49-52.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additive white Gaussian noise channel model says the received waveform is x(t) = s(t) + w(t), where w(t) is a sample function of a zero-mean Gaussian… Then add the part they are examined on - AWGN is three assumptions, not one; every result in this module inherits all three, and each fails in a different real chann…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"AWGN" constrain here, and what would break if it did not hold?
Animation instructions: the channel block draws with its input arrow, then the noise arrow rises into the summing circle which flashes, then the output arrow extends, then the three cards fan out one at a time, then the three red failure footnotes appear together.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323-324.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Model the received waveform as x(t) = s(t) + w(t) - and check everyone has written it before moving on. At the cost panel, translate it: The infinity is harmless: only noise inside the receiver bandwidth ever reaches the decision.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323-324.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receiver of bandwidth B = 1 MHz with N0 = 4 x 10^-21 W/Hz. Work at the pace of the slowest note-taker and land hard on the result: A 1 MHz receiver sees about -114 dBm of thermal noise; every doubling of bandwidth costs 3 dB of noise floor.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323-324.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set of M finite-energy waveforms can always be written as linear combinations of at most M orthonormal basis functions, so each waveform is completely d… Then add the part they are examined on - Once signals are points and energy is squared length, detection is geometry — and the answer is always the nearest point.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"signal space" constrain here, and what would break if it did not hold?
Animation instructions: the three waveforms fade in on the left one at a time, then the projection arrow sweeps right, then the two axes draw, then each dot flies from its waveform to its position in the plane in turn, then the dashed coordinates appear on one dot, then the caption lands.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Collect the M signal waveforms of the modulation scheme - and check everyone has written it before moving on. At the cost panel, translate it: The dimension N is the real cost driver: it sets both bandwidth and receiver complexity.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Binary antipodal signalling: s1(t) = +sqrt(Eb)*phi(t), s2(t) = -sqrt(Eb)*phi(t). Work at the pace of the slowest note-taker and land hard on the result: BPSK lives on a line, with the two points 2*sqrt(Eb) apart — the largest separation any two signals of energy Eb can achieve.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Gram-Schmidt is the constructive algorithm that turns any set of M waveforms into an orthonormal basis for the space they span. Then add the part they are examined on - Subtract what is already represented, normalise what is left — and a zero remainder tells you the signal added no new dimens…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"Gram-Schmidt" constrain here, and what would break if it did not hold?
Animation instructions: s1 draws from the origin, then shrinks-copies into phi1, then s2 draws, then the dashed projection drops from s2 onto phi1, then the residual arrow rises from the projection tip to s2, then it rotates to the origin and normalises into phi2 with the right-angle square snapping into place, then the caption appears.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Set phi1(t) = s1(t)/sqrt(E1), where E1 is the energy of s1 - and check everyone has written it before moving on. At the cost panel, translate it: Classical Gram-Schmidt loses orthogonality in floating point; the modified variant costs the same and does not.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s1(t) = 1 on [0,1]; s2(t) = 1 on [0,0.5] and 0 on [0.5,1]. Work at the pace of the slowest note-taker and land hard on the result: Two signals, two dimensions. s1 sits at [1, 0] and s2 at [0.5, 0.5], and the basis is the constant function and the square wave.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Plotting the M signal vectors in the N-dimensional space produces the constellation diagram, and two numbers read off it determine performance. Then add the part they are examined on - A constellation is judged by one ratio: minimum distance squared over average energy. Everything else is detail.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"constellation" constrain here, and what would break if it did not hold?
Animation instructions: the four points appear together, then the radius vectors draw outward from the origin and the energy label lands, then the d_min arrow snaps between the two nearest points and pulses once, then the dashed boundaries sweep out from the origin to partition the plane and the tints fill, then the side card slides in.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Plot all M signal vectors in the N-dimensional space - and check everyone has written it before moving on. At the cost panel, translate it: Doubling M at constant average energy typically costs about 3 dB in required SNR.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QPSK with points at (+a, +a), (+a, -a), (-a, +a), (-a, -a). Work at the pace of the slowest note-taker and land hard on the result: QPSK has d_min = sqrt(2E) against BPSK d_min = 2*sqrt(E) — a factor sqrt(2) smaller per symbol, but each symbol carries two bits,…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324-332.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Projecting the received waveform x(t) onto the N basis functions produces N numbers x_j, and each equals the corresponding signal coefficient plus a noise… Then add the part they are examined on - Project onto the basis and the channel becomes N independent Gaussian scalars, each of variance N0/2 — the same variance 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"vector channel" constrain here, and what would break if it did not hold?
Animation instructions: the waveform arrow enters and fans out to all N correlators simultaneously, then each correlator lights and emits its output in top-to-bottom sequence, then the vector box assembles, then the bell curves grow beneath each output together to emphasise they are identical, then the footnote card appears.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332-337.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Correlate x(t) with each basis function phi_j over the symbol interval - and check everyone has written it before moving on. At the cost panel, translate it: Every practical loss in a coherent receiver traces back to imperfect timing or phase in exactly this step.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332-337.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BPSK, N = 1, transmitted +sqrt(Eb), noise variance N0/2 = 0.1, one noise draw of -0.35. Work at the pace of the slowest note-taker and land hard on the result: Correct decision. An error would need a noise draw more negative than -1, which has probability Q(sqrt(2Eb/N0)).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332-337.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theorem of irrelevance states that the component of the received waveform lying outside the span of the signal basis is statistically independent of b… Then add the part they are examined on - N numbers per symbol are provably enough; the rest of the waveform is pure noise and discarding it costs nothing.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"theorem of irrelevance" constrain here, and what would break if it did not hold?
Animation instructions: the full rectangle draws, then the dividing line sweeps down to split it, then the green region fills and its label lands, then the grey region fills, then the green arrow extends to the decision box, then the grey arrow extends and its terminal circle is struck through, then the caption appears.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332-337.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Decompose the received waveform into its projection on the basis plus a residual - and check everyone has written it before moving on. At the cost panel, translate it: With coloured noise the residual correlates with the retained components, and whitening must come first.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332-337.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BPSK, N = 1, basis phi(t). Received x(t) = s(t) + w(t). Work at the pace of the slowest note-taker and land hard on the result: A receiver that observes only x_1 makes exactly the same decisions as one that observes the whole waveform — the reduction is fre…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332-337.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receiver that minimises symbol error probability chooses the signal maximising the posterior probability given the observation; when all signals are e… Then add the part they are examined on - Equal priors plus equal-variance Gaussian noise makes maximum likelihood identical to nearest neighbour — the optimum receiv…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"maximum likelihood" constrain here, and what would break if it did not hold?
Animation instructions: the four signal points appear, then the bisectors sweep out one at a time to partition the plane and the tints fill, then the received point x drops in, then the four dashed distance lines extend simultaneously, then the shortest thickens and brightens while the other three fade, then the side panel numbers count in with the minimum highlighted last.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Receive the observation vector x - and check everyone has written it before moving on. At the cost panel, translate it: Structured constellations such as QAM allow per-axis slicing instead of an M-way search.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QPSK with points at (1,1), (1,-1), (-1,1), (-1,-1). Observation x = (0.3, 0.9). Work at the pace of the slowest note-taker and land hard on the result: The decision is (1,1) at squared distance 0.50. Note the same answer follows from sign-slicing each coordinate separately, which…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correlation receiver implements the projection directly: it multiplies the received waveform by each basis function and integrates the product over th… Then add the part they are examined on - A correlator is the inner-product integral built in hardware — and it is only correct if the integrator is dumped exactly at…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"correlator" constrain here, and what would break if it did not hold?
Animation instructions: the input arrow enters and fans to all branches, then a pulse travels along the top branch through multiplier, integrator and sampler in sequence, then the same pulse travels the remaining branches together, then the decision box fills and its output arrow extends, then the red reset callout snaps into view last.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Multiply the received waveform x(t) by basis function phi_j(t) - and check everyone has written it before moving on. At the cost panel, translate it: A 10% timing error costs roughly 1 dB; a 50% error is catastrophic.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phi(t) = 1/sqrt(T) on [0,T]. Received x(t) = A on [0,T] plus noise integrating to +0.1. Work at the pace of the slowest note-taker and land hard on the result: The correlator output is 2.1 against a noiseless 2.0. The signal term scales as sqrt(T), which is why longer symbols are more rob…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matched filter for a basis function phi(t) has impulse response h(t) = phi(T - t), the time-reversed and shifted version of the signal it is matched to. Then add the part they are examined on - Matched filter and correlator give the same number at t = T; the matched filter also maximises peak SNR, and that maximum de…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"matched filter" constrain here, and what would break if it did not hold?
Animation instructions: the upper path draws left to right, then the lower path draws left to right, then the equals sign appears and pulses, then the output plot draws its rising and falling edges, then the dashed sampling line drops onto the peak, then the time-reversal inset flips its waveform.
Transition style: Fade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Take the basis function phi(t) defined on [0,T] - and check everyone has written it before moving on. At the cost panel, translate it: Matched filtering maximises SNR at one instant only, which is why symbol synchronisation is inseparable from it.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Rectangular pulse phi(t) = 1 on [0,T], T = 1. Work at the pace of the slowest note-taker and land hard on the result: The output peaks exactly at the sampling instant. Sampling at t = 0.5T would collect only half the peak, costing 6 dB.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BEC503 Digital Communication syllabus, 2025 scheme, Module 1: Bandpass Signals to Equivalent Lowpass and Signalling over AWGN Channels. TB1 as listed by the syllabus: Simon Haykin, Digital Communication Systems, John Wiley &amp; Sons, 1st ed., 2014; Ch. 7, pp. 337-344.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BEC503 Digital Communication syllabus, 2025 scheme, Module 1: Bandpass Signals to Equivalent Lowpass and Signalling over AWGN Channels, 10 hours, TB1 (Haykin 2014) Ch. 2.8-2.11 pp. 42-52 and Ch. 7.1-7.4 pp. 323-344. TB1: Simon Haykin, Digital Communication Systems, John Wiley &amp; Sons, 1st ed., 2014. Assessment counts: 20 MCQs, 13 descriptive questions, 11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Digital Communication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1 asks: How do I turn a radio-frequency waveform into a handful of numbers, and what is the best possible receiver…</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1</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Bandpass Signals to Equivalent Lowpass and Signalling over AWGN Channels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10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Digital Communication Systems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Simon Haykin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John Wiley &amp; Sons, 1st edition, 2014</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(Haykin 2014) Ch. 2.8-2.11 pp. 42-52 and Ch. 7.1-7.4 pp. 323-344</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Signal Space &amp; AWGN   •   Digital Modulation   •   Information Theory   •   Block &amp; Cyclic Codes   •   Convolutional Codes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Carrier hides the information   →   Hilbert builds the analytic signal   →   Complex envelope drops the carrier   →   Gram-Schmidt makes signals vectors   →   Matched filter decides optimally</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5 · BEC503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 I turn a radio-frequency waveform into a handful of numbers, and what is the best possible receiver once I have?</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Carrier hides the information</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Hilbert builds the analytic signal</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Complex envelope drops the carrier</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Gram-Schmidt makes signals vectors</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Matched filter decides optimally</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Sections 2.8-2.11 and 7.1-7.4, the sections the syllabus names. The organising idea is a single change of representation: a bandpass waveform carries no information in its carrier, so the carrier is removed analytically to leave a complex lowpass envelope, and that envelope is then projected onto an orthonormal basis so that a continuous waveform becomes a point in a finite-dimensional space. Once signals are points and noise is a Gaussian cloud, the optimum receiver is forced rather than invented: it is nearest-neighbour decision, and the correlation receiver and matched filter are two circuits computing the same projection.</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CO1</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+ 11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Why a bandpass signal needs a lowpass equivalent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42-45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CO1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Hilbert transform as a wideband 90-degree phase shifter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42-45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CO1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Properties of the Hilbert transform and why they matter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42-45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CO1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pre-envelope, or analytic signal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45-47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CO1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complex envelope: removing the carrier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47-49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CO1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Canonical representation: in-phase and quadrature components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49-52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CO1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Polar form: natural envelope and phase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49-52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CO1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AWGN channel model and what it assumes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323-324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CO1 / L2</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Geometric representation: signals as points in a vector space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324-332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CO1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Gram-Schmidt orthogonalization procedure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324-332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CO1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Energy, distance and the constellation diagram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324-332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CO1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Converting the continuous AWGN channel into a vector channel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332-337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CO1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theorem of irrelevance and sufficient statistics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332-337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CO1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Maximum likelihood decoding and decision regions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337-344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CO1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correlation receiver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337-344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CO1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matched filter receiver and its equivalence to the correlator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337-344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CO1 / L4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a bandpass signal needs a lowpass equivalent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a bandpass signal needs a lowpass…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bandpass signal has all its significant frequency content confined to a band of width 2W centred on a carrier frequency fc, where fc is typically far larger than W. The carrier itself carries no information — it exists only to place the message where the antenna and the licence allow — so every operation that matters happens to the modulation riding on it. Working directly with the bandpass waveform forces a sampling rate set by fc rather than by W, which for a 2 GHz carrier and a 2 MHz message is three orders of magnitude of waste. The lowpass equivalent is a complex signal of bandwidth W that carries exactly the same information, so analysis and simulation cost is set by the message and not by where the message happens to sit.</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bandpass signal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carrier frequency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bandwidth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lowpass equivalent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sampling rate</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carrier is packaging, not content; strip it analytically and the sampling cost drops by the ratio fc/W.</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frequency axis running from -fc to +fc. Two shaded lobes of width 2W sit at -fc and +fc, labelled "negative-frequency image" and "positive-frequency band". Below, a second axis centred on zero shows one lobe…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bandpass-to-lowpass-shift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a bandpass signal needs a lowpass equivalent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a bandpass signal needs a lowpass…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signal is bandpass: content confined to fc - W &lt; |f| &lt; fc + W</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Suppress the negative-frequency half to form the pre-envelope</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Translate the remaining spectrum down by fc</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Retain the resulting complex lowpass signal as the equivalent</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Recover the bandpass signal when needed by re-modulating and taking the real part</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information is lost — the mapping is exactly invertible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sampling rate falls from 2(fc + W) to 2W</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equivalent is complex, so two real sequences are stored instead of one</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Two real sequences at 2W still beat one real sequence at 2(fc + W) whenever fc &gt; W, which is always.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   |   CO1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a bandpass signal needs a lowpass equivalent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a bandpass signal needs a lowpass…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signal occupying 2.400 GHz to 2.402 GHz, so fc = 2.401 GHz and W = 1 MHz.</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Bandpass sampling would need fs &gt; 2 x 2.402 GHz = 4.804 GHz</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pre-envelope, removing the negative-frequency lobe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Shift down by fc = 2.401 GHz; content now occupies -1 MHz to +1 MHz</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Lowpass sampling needs fs &gt; 2 MHz, complex</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4.804 GHz real samples become 2 MHz complex samples — a factor of about 1200 fewer numbers for exactly the same information.</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 = a(t) cos(2*pi*fc*t + phi(t))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Re{ s_lowpass(t) * exp(j*2*pi*fc*t)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s_lowpass(t) = a(t) * exp(j*phi(t))     complex, bandwidth W</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s_pre(t)     = s(t) + j*s_hat(t)        analytic, one-sided spectrum</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the lowpass equivalent as an approximation and expect a loss of accuracy. It is an exact, invertible change of representation — the bandpass signal can be reconstructed from it perfectly, provided fc &gt; W so the two spectral lobes do not overlap.</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   |   CO1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Hilbert transform as a wideband 90-degree phase shifter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Hilbert transform as a wideband 9…</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Hilbert transform of a signal g(t) is its convolution with the kernel 1/(pi*t), written g-hat(t). In the frequency domain this multiplies the spectrum by -j*sgn(f), which leaves every magnitude untouched and rotates every positive-frequency component by -90 degrees and every negative-frequency component by +90 degrees. It is therefore not a filter in the usual sense — nothing is attenuated — but a phase shifter that acts uniformly across all frequencies, which is exactly what a simple RC network cannot do. Its purpose in this course is single-sided spectra: adding j times the Hilbert transform to the original signal cancels the negative-frequency half.</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Hilbert transform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quadrature filter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signum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 shift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convolution kernel</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Hilbert transform changes phase by 90 degrees at every frequency and magnitude at none, which is why it can cancel a whole spectral half.</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stacked plots against frequency f. The upper plot is |H(f)| = 1, a flat horizontal green line across all f, labelled "magnitude unchanged". The lower plot is the phase response: a step at -90 degrees for f…</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hilbert-phase-response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Hilbert transform as a wideband 90-degree phase shi…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Hilbert transform as a wideband 9…</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Fourier transform G(f) of the signal</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-j for all f &gt; 0 and by +j for all f &lt; 0</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Leave the magnitude spectrum entirely alone</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Inverse transform to obtain g-hat(t)</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Equivalently, convolve g(t) with 1/(pi*t) in the time domain</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trivial for a single sinusoid — cos becomes sin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FFT, one multiply, one inverse FFT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ideal kernel is non-causal and infinitely long, so any real implementation truncates and delays</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Practical Hilbert transformers are FIR approximations with a group delay of half the filter length.</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   |   CO1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Hilbert transform as a wideband 90-degree phase shi…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Hilbert transform as a wideband 9…</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g(t) = cos(2*pi*f0*t), a single tone.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G(f) consists of two impulses of weight 1/2 at +f0 and -f0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the +f0 impulse by -j and the -f0 impulse by +j</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result is the transform of sin(2*pi*f0*t)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reverse: applying the transform again gives -cos(2*pi*f0*t)</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Hilbert transform of cos is sin, and applying it twice returns the negative of the original — consistent with (-j*sgn(f))^2 = -1.</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g_hat(t) = (1/pi) * integral_{-inf}^{inf} g(tau)/(t - tau) dtau</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G_hat(f) = -j * sgn(f) * G(f)</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sgn(f) = +1 for f &gt; 0, -1 for f &lt;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Hilbert{cos(2*pi*f0*t)} = sin(2*pi*f0*t)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Hilbert{sin(2*pi*f0*t)} = -cos(2*pi*f0*t)</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the Hilbert transform a filter and expect it to remove something. It removes nothing: |H(f)| = 1 everywhere. Every bit of energy in the signal is still present in g-hat(t); only the phase relationships have changed.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   |   CO1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the Hilbert transform and why they matter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the Hilbert transform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Three properties do all the work later. First, g(t) and g-hat(t) have the same amplitude spectrum, hence the same energy, because the transform touches only phase. Second, a signal and its Hilbert transform are orthogonal over all time, so their inner product is zero — this is what allows in-phase and quadrature channels to share a band without interfering. Third, applying the transform twice returns -g(t), because multiplying by -j*sgn(f) twice gives -1. The kernel 1/(pi*t) is non-zero for negative t, so the ideal transformer is non-causal and any implementation must accept delay.</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energy conservation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orthogonality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double transform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even and odd symmetry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non-causality</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Same energy, orthogonal to the original, and self-inverse up to a sign — these three properties are what make quadrature signalling possible.</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cards arranged left to right on a common baseline. Card one, headed "Energy", shows two identical spectral magnitude plots side by side with an equals sign between them and the caption "E{g} = E{g-hat}".…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hilbert-properties-triad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the Hilbert transform and why they matter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the Hilbert transform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Energy: |G-hat(f)| = |G(f)| for all f, so Parseval gives equal energies</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Orthogonality: the product spectrum is odd, so its integral vanishes</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Double transform: (-j*sgn(f))^2 = -1, hence Hilbert{Hilbert{g}} = -g</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Symmetry: if g(t) is even then g-hat(t) is odd, and conversely</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Causality: 1/(pi*t) extends to t &lt; 0, so the ideal transformer cannot be realised in real time</a:t>
            </a:r>
            <a:endParaRPr lang="en-US" sz="1100" dirty="0"/>
          </a:p>
        </p:txBody>
      </p:sp>
      <p:sp>
        <p:nvSpPr>
          <p:cNvPr id="19" name="shape-1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properties are exact for finite-energy signals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orthogonality holds over infinite time, approximately over a symbol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truncated FIR implementations break exact orthogonality at band edges</a:t>
            </a:r>
            <a:endParaRPr lang="en-US" sz="1100" dirty="0"/>
          </a:p>
        </p:txBody>
      </p:sp>
      <p:sp>
        <p:nvSpPr>
          <p:cNvPr id="21" name="shape-1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orthogonality that quadrature modulation relies on degrades first at the edges of the band.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   |   CO1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Properties of the Hilbert transform and why they matter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Properties of the Hilbert transform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g(t) = cos(2*pi*f0*t) over an integer number of periods, so g-hat(t) = sin(2*pi*f0*t).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Product g(t)*g-hat(t) = cos*sin = (1/2)sin(4*pi*f0*t)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over an integer number of periods of the doubled frequency</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positive and negative half-cycles cancel exactly</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Energy check: mean square of cos and of sin are both 1/2</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Inner product is zero and energies are equal, confirming orthogonality and energy conservation on a concrete case.</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Energy:        integral |g(t)|^2 dt = integral |g_hat(t)|^2 dt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Orthogonality: integral g(t) * g_hat(t) dt =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Double:        Hilbert{Hilbert{g(t)}} = -g(t)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Symmetry:      g(t) even  =&gt;  g_hat(t) odd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g(t) odd   =&gt;  g_hat(t) even</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orthogonality of g and g-hat holds over any finite interval. It holds over all time, and over a symbol interval only when the interval contains a whole number of carrier cycles. Non-integer cycle counts leave a residue that shows up as I/Q crosstalk.</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42-45   |   CO1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pre-envelope, or analytic signal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pre-envelope, or analytic signal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pre-envelope of a real signal g(t) is g_plus(t) = g(t) + j*g-hat(t). Its Fourier transform is 2G(f) for f &gt; 0 and exactly zero for f &lt; 0, so the whole negative-frequency half of the spectrum has been annihilated and the positive half doubled. This is the payoff of the 90-degree phase shift: adding j times the shifted copy makes the two halves cancel on one side and reinforce on the other. The price is that g_plus(t) is complex even though g(t) was real, which is unavoidable — a signal with a one-sided spectrum cannot be real-valued, because real signals have conjugate-symmetric spectra.</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pre-envelope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analytic signal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one-sided spectrum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positive-frequency content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complex-valued signal</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j times the Hilbert transform deletes the negative-frequency half of the spectrum; the cost of a one-sided spectrum is that the signal must go complex.</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frequency-domain rows stacked vertically, all sharing a vertical zero-frequency line. Row one shows G(f): two lobes of equal height at -fc and +fc, labelled "real signal, conjugate symmetric". Row two sh…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45-47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pre-envelope-spectrum-cancellation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pre-envelope, or analytic signal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pre-envelope, or analytic signal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Hilbert transform g-hat(t) of the real signal</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g_plus(t) = g(t) + j*g-hat(t)</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in the frequency domain: G_plus(f) = 2G(f) for f &gt; 0, 0 for f &lt; 0</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signal is now complex-valued</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Recover the original as g(t) = Re{g_plus(t)}</a:t>
            </a:r>
            <a:endParaRPr lang="en-US" sz="1100" dirty="0"/>
          </a:p>
        </p:txBody>
      </p:sp>
      <p:sp>
        <p:nvSpPr>
          <p:cNvPr id="19" name="shape-1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exact and invertible: the real part recovers g(t) exactly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storage doubles, from one real sequence to one complex sequence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requires the Hilbert transform, which is non-causal in ideal form</a:t>
            </a:r>
            <a:endParaRPr lang="en-US" sz="1100" dirty="0"/>
          </a:p>
        </p:txBody>
      </p:sp>
      <p:sp>
        <p:nvSpPr>
          <p:cNvPr id="21" name="shape-1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doubling in storage is repaid immediately at the next step, when the sampling rate drops.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45-47   |   CO1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pre-envelope, or analytic signal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pre-envelope, or analytic signal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g(t) = cos(2*pi*fc*t).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g-hat(t) = sin(2*pi*fc*t)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g_plus(t) = cos(2*pi*fc*t) + j*sin(2*pi*fc*t)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By Euler, this is exp(j*2*pi*fc*t)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Its spectrum is a single impulse at +fc, with nothing at -fc</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pre-envelope of a cosine is a complex exponential — the textbook one-sided spectrum, and the cleanest possible demonstration of the construction.</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g_plus(t) = g(t) + j * g_hat(t)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G_plus(f) = 2*G(f)   for f &gt;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G(0)     for f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0        for f &lt; 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Example:  g(t) = cos(2*pi*fc*t)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g_plus(t) = exp(j*2*pi*fc*t)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Recovery: g(t) = Re{ g_plus(t) }</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the pre-envelope to be the envelope. It is not: the pre-envelope still oscillates at the carrier frequency. The envelope only appears after the carrier is removed at the next step, and the magnitude |g_plus(t)| is what equals the envelope.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45-47   |   CO1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complex envelope: removing the carrier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complex envelope: removing the ca…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complex envelope is g-tilde(t) = g_plus(t)*exp(-j*2*pi*fc*t), the pre-envelope translated down so that the carrier sits at zero frequency. Its spectrum occupies -W to +W, a genuine baseband signal, and it is complex because the pre-envelope was. All the information originally spread around fc is now packed into a slowly varying complex function whose magnitude is the amplitude modulation and whose argument is the phase modulation. Every simulation of a modem operates on this signal, because it is the smallest complete description of what the transmitter is actually saying.</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 envelope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frequency translation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baseband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modulating signal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natural envelope</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Multiplying the pre-envelope by exp(-j*2*pi*fc*t) slides the spectrum to baseband and leaves the complex envelope — the smallest complete description of the modulation.</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half: a frequency axis with a single lobe of width 2W sitting at +fc, labelled "pre-envelope". A multiply block marked "x exp(-j 2 pi fc t)" sits between the halves. Right half: the same lobe now centred…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47-49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complex-envelope-translation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complex envelope: removing the carrier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complex envelope: removing the ca…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 from the pre-envelope g_plus(t)</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exp(-j*2*pi*fc*t) to translate the spectrum down by fc</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result g-tilde(t) is complex and band-limited to |f| &lt; W</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Its magnitude |g-tilde(t)| is the natural envelope of the bandpass signal</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Its argument arg{g-tilde(t)} is the phase modulation</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complex multiply per sample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sampling rate can now be reduced to just above 2W</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frequency error in the local oscillator rotates g-tilde(t) continuously</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That rotation is exactly the carrier-frequency-offset problem every real receiver has to correct.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47-49   |   CO1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complex envelope: removing the carrier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complex envelope: removing the ca…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Bandpass signal s(t) = 3*cos(2*pi*fc*t + pi/4).</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Pre-envelope: s_plus(t) = 3*exp(j*(2*pi*fc*t + pi/4))</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exp(-j*2*pi*fc*t)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s-tilde(t) = 3*exp(j*pi/4), a constant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Magnitude 3, argument 45 degrees</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An unmodulated carrier collapses to a single constant complex number — the clearest possible statement that the carrier carries nothing.</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g_tilde(t) = g_plus(t) * exp(-j*2*pi*fc*t)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G_tilde(f) = G_plus(f + fc)      band-limited to |f| &lt; W</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Envelope:  a(t)   = |g_tilde(t)|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Phase:     phi(t) = arg{ g_tilde(t)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Reconstruct: g(t) = Re{ g_tilde(t) * exp(j*2*pi*fc*t) }</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drop the "complex" and treat g-tilde(t) as the amplitude envelope alone. Discarding the imaginary part throws away all phase modulation, so PSK and QAM signals become indistinguishable from an unmodulated carrier.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47-49   |   CO1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Canonical representation: in-phase and quadrature components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Canonical representation: in-phase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Writing the complex envelope in rectangular form, g-tilde(t) = gI(t) + j*gQ(t), gives the canonical representation of the bandpass signal: g(t) = gI(t)*cos(2*pi*fc*t) - gQ(t)*sin(2*pi*fc*t). The two real signals gI and gQ are the in-phase and quadrature components, both lowpass and both band-limited to W. Because cos and sin are orthogonal over a symbol, the two components ride the same carrier frequency without interfering, which doubles the data a given bandwidth can carry. This form is the direct blueprint for hardware: two baseband paths, two mixers driven 90 degrees apart, one summing junction.</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in-phase component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quadrature component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canonical 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I/Q</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quadrature modulator</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bandpass signal is two real lowpass signals on orthogonal carriers — that is why one band can carry two independent streams.</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left-to-right block diagram. Two input arrows at the left labelled "gI(t)" and "gQ(t)" feed two multiplier circles. A local oscillator box at the bottom centre feeds the upper multiplier directly, labelled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49-52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iq-modulator-blockchain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Canonical representation: in-phase and quadrature compo…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Canonical representation: in-phase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Split the complex envelope into real and imaginary parts: gI = Re{g-tilde}, gQ = Im{g-tilde}</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gI(t) by cos(2*pi*fc*t)</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gQ(t) by -sin(2*pi*fc*t)</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the two products to obtain the real bandpass signal</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the receiver, multiply by cos and by -sin and lowpass filter to recover gI and gQ</a:t>
            </a:r>
            <a:endParaRPr lang="en-US" sz="1100" dirty="0"/>
          </a:p>
        </p:txBody>
      </p:sp>
      <p:sp>
        <p:nvSpPr>
          <p:cNvPr id="19" name="shape-2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multipliers and one adder in hardware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doubles spectral efficiency relative to a single real carrier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gain or phase mismatch between the I and Q paths leaks one channel into the other</a:t>
            </a:r>
            <a:endParaRPr lang="en-US" sz="1100" dirty="0"/>
          </a:p>
        </p:txBody>
      </p:sp>
      <p:sp>
        <p:nvSpPr>
          <p:cNvPr id="21" name="shape-2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I/Q imbalance is the dominant impairment in cheap direct-conversion radios.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49-52   |   CO1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Canonical representation: in-phase and quadrature compo…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Canonical representation: in-phase an…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gI(t) = 1, gQ(t) = 1, both constant over the symbol.</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g(t) = 1*cos(2*pi*fc*t) - 1*sin(2*pi*fc*t)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g(t) = sqrt(2)*cos(2*pi*fc*t + pi/4)</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Envelope is sqrt(2), phase is +45 degrees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This is one of the four QPSK constellation points</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Two unit baseband values produce a carrier of amplitude 1.414 at 45 degrees — the arithmetic behind every QPSK constellation diagram.</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g_tilde(t) = gI(t) + j*gQ(t)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 gI(t)*cos(2*pi*fc*t) - gQ(t)*sin(2*pi*fc*t)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Recovery at the receiver: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gI(t) = LPF{ 2*g(t)*cos(2*pi*fc*t)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gQ(t) = LPF{ -2*g(t)*sin(2*pi*fc*t) }</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plus sign in front of the quadrature term. The canonical form carries a minus, which follows from Re{(gI + j gQ)(cos + j sin)}. A sign error here rotates the whole constellation and inverts every quadrature decision.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49-52   |   CO1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Polar form: natural envelope and phase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Polar form: natural envelope and phase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same complex envelope written in polar form is g-tilde(t) = a(t)*exp(j*phi(t)), giving g(t) = a(t)*cos(2*pi*fc*t + phi(t)). Here a(t) = sqrt(gI^2 + gQ^2) is the natural envelope, always non-negative, and phi(t) = atan2(gQ, gI) is the instantaneous phase. The polar form is the right one when reasoning about amplitude modulation, envelope detection or the peak-to-average power ratio that decides how hard a power amplifier is driven; the rectangular form is the right one when reasoning about hardware and about decisions. They are the same object, and converting between them is the same operation as converting between Cartesian and polar coordinates.</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natural envelope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instantaneous phase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polar 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envelope detector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 trajectory</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Rectangular form suits circuits and decisions; polar form suits amplifiers and envelope arguments — pick by the question, not by habit.</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complex plane with I on the horizontal axis and Q on the vertical. A point P sits in the first quadrant. Dashed grey lines drop from P to both axes and are labelled "gI" and "gQ". A solid arrow runs f…</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49-52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polar-rectangular-duality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Polar form: natural envelope and phase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Polar form: natural envelope and phase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a(t) = sqrt(gI(t)^2 + gQ(t)^2)</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phi(t) = atan2(gQ(t), gI(t)), using the four-quadrant form</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a(t) &gt;= 0 always; all sign information lives in phi(t)</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back with gI = a*cos(phi) and gQ = a*sin(phi)</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peak-to-average power ratio, work with max{a^2}/mean{a^2}</a:t>
            </a:r>
            <a:endParaRPr lang="en-US" sz="1100" dirty="0"/>
          </a:p>
        </p:txBody>
      </p:sp>
      <p:sp>
        <p:nvSpPr>
          <p:cNvPr id="19" name="shape-24-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exact conversion, no approximation involved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 square root and an arctangent per sample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phase is undefined when a(t) = 0, and unwrapping is needed across 2*pi boundaries</a:t>
            </a:r>
            <a:endParaRPr lang="en-US" sz="1100" dirty="0"/>
          </a:p>
        </p:txBody>
      </p:sp>
      <p:sp>
        <p:nvSpPr>
          <p:cNvPr id="21" name="shape-24-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CORDIC hardware computes both without a multiplier, which is why it is standard in radios.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49-52   |   CO1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Polar form: natural envelope and phase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Polar form: natural envelope and phase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gI = -1, gQ = 1 over one symbol.</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 sqrt((-1)^2 + 1^2) = sqrt(2) = 1.414</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atan2(1, -1) = 135 degrees, correctly placed in the second quadrant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two-quadrant arctan would have returned -45 degrees, the wrong quadrant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Bandpass signal: 1.414*cos(2*pi*fc*t + 135 degrees)</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Envelope 1.414 at 135 degrees. The four-quadrant atan2 is what keeps the point out of the wrong half-plane.</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g_tilde(t) = a(t) * exp(j*phi(t))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a(t)   = sqrt( gI(t)^2 + gQ(t)^2 )        &gt;=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phi(t) = atan2( gQ(t), gI(t) )           four-quadrant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 a(t) * cos(2*pi*fc*t + phi(t))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PAPR = max{a(t)^2} / mean{a(t)^2}</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a two-argument-free arctan, atan(gQ/gI), and lose the quadrant. Points in the second and third quadrants are reported 180 degrees away from their true position, which silently inverts half the constellation.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2, pp. 49-52   |   CO1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AWGN channel model and what it assumes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AWGN channel model and what it as…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additive white Gaussian noise channel model says the received waveform is x(t) = s(t) + w(t), where w(t) is a sample function of a zero-mean Gaussian process with two-sided power spectral density N0/2 watts per hertz, constant over all frequencies. Three separate claims are packed in: additive, meaning the noise does not depend on the signal; white, meaning samples at distinct times are uncorrelated; and Gaussian, meaning the amplitude distribution is normal, which follows from the central limit theorem applied to enormous numbers of independent electron motions. It is the right model for thermal noise in a receiver front end and the wrong model for interference, impulsive noise or fading, all of which violate at least one of the three claims.</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AWGN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white noise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power spectral density N0/2</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additive channel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thermal noise</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AWGN is three assumptions, not one; every result in this module inherits all three, and each fails in a different real channel.</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central channel block with an input arrow "s(t)" on the left, a summing circle inside fed from below by an arrow labelled "w(t)", and an output arrow "x(t) = s(t) + w(t)" on the right. Three callout cards fa…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323-324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awgn-three-assumptions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AWGN channel model and what it assumes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AWGN channel model and what it as…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Model the received waveform as x(t) = s(t) + w(t)</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w(t) zero-mean Gaussian with PSD Sw(f) = N0/2 for all f</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autocorrelation is an impulse: Rw(tau) = (N0/2)*delta(tau)</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Conclude that samples at distinct instants are uncorrelated, hence independent for a Gaussian process</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three assumptions against the real channel before using any result derived from them</a:t>
            </a:r>
            <a:endParaRPr lang="en-US" sz="1100" dirty="0"/>
          </a:p>
        </p:txBody>
      </p:sp>
      <p:sp>
        <p:nvSpPr>
          <p:cNvPr id="19" name="shape-27-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analytically tractable — closed-form error probabilities follow</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good model for a thermal-noise-limited receiver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infinite total power, since a flat PSD over infinite bandwidth integrates to infinity</a:t>
            </a:r>
            <a:endParaRPr lang="en-US" sz="1100" dirty="0"/>
          </a:p>
        </p:txBody>
      </p:sp>
      <p:sp>
        <p:nvSpPr>
          <p:cNvPr id="21" name="shape-27-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infinity is harmless: only noise inside the receiver bandwidth ever reaches the decision.</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323-324   |   CO1  |  Bloom L2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AWGN channel model and what it assumes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AWGN channel model and what it as…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receiver of bandwidth B = 1 MHz with N0 = 4 x 10^-21 W/Hz.</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Noise power in the band: P = N0 * B for a real bandpass filter of width B</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 = 4 x 10^-21 x 10^6 = 4 x 10^-15 W</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dBm: 10*log10(4 x 10^-15 / 10^-3) = -114 dBm</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Widening the bandwidth to 10 MHz raises this by 10 dB</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1 MHz receiver sees about -114 dBm of thermal noise; every doubling of bandwidth costs 3 dB of noise floor.</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x(t) = s(t) + w(t)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E[w(t)]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Sw(f)    = N0/2       for all f      (two-sided)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Rw(tau)  = (N0/2) * delta(tau)</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Noise power in bandwidth B:  P = N0 *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Thermal:  N0 = k*T,  k = 1.38e-23 J/K</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read N0/2 as half the noise power. It is the two-sided power spectral density; the one-sided density is N0. Using N0/2 where N0 belongs produces error probabilities that are wrong by 3 dB.</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323-324   |   CO1  |  Bloom L2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Geometric representation: signals as points in a vector space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Geometric representation: signals as…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set of M finite-energy waveforms can always be written as linear combinations of at most M orthonormal basis functions, so each waveform is completely described by its N coefficients and becomes a point in an N-dimensional Euclidean space. The inner product of two waveforms equals the dot product of their coefficient vectors, and the energy of a waveform equals the squared length of its vector — the Parseval relation in geometric dress. This is the central move of the module: an infinite-dimensional problem about continuous functions collapses to a finite-dimensional problem about points, and every question about detection becomes a question about distance.</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signal space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orthonormal basis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signal constellation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dimension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inner product</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Once signals are points and energy is squared length, detection is geometry — and the answer is always the nearest point.</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panel: three time-domain waveforms s1(t), s2(t), s3(t) drawn stacked. A wide arrow labelled "project onto basis" points right. Right panel: a two-dimensional plane with axes labelled "phi1" and "phi2", ca…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signal-space-projection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Geometric representation: signals as points in a vector…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Geometric representation: signals as…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the M signal waveforms of the modulation scheme</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an orthonormal basis phi1..phiN spanning them, with N &lt;= M</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coefficients s_ij = integral of s_i(t)*phi_j(t) dt</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Represent each waveform by its vector s_i = [s_i1, ..., s_iN]</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energy as ||s_i||^2 and inter-signal distance as ||s_i - s_k||</a:t>
            </a:r>
            <a:endParaRPr lang="en-US" sz="1100" dirty="0"/>
          </a:p>
        </p:txBody>
      </p:sp>
      <p:sp>
        <p:nvSpPr>
          <p:cNvPr id="19" name="shape-30-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 = 1 for binary antipodal signalling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 &lt;= M always, and usually far smaller than 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 orthogonal signals need N = M dimensions</a:t>
            </a:r>
            <a:endParaRPr lang="en-US" sz="1100" dirty="0"/>
          </a:p>
        </p:txBody>
      </p:sp>
      <p:sp>
        <p:nvSpPr>
          <p:cNvPr id="21" name="shape-30-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dimension N is the real cost driver: it sets both bandwidth and receiver complexity.</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   |   CO1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Geometric representation: signals as points in a vector…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Geometric representation: signals as…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Binary antipodal signalling: s1(t) = +sqrt(Eb)*phi(t), s2(t) = -sqrt(Eb)*phi(t).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basis function suffices, so N =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Vectors are the scalars s1 = +sqrt(Eb) and s2 = -sqrt(Eb)</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Energy of each: (sqrt(Eb))^2 = Eb</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Distance between them: |s1 - s2| = 2*sqrt(Eb)</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BPSK lives on a line, with the two points 2*sqrt(Eb) apart — the largest separation any two signals of energy Eb can achieve.</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s_i(t) = sum_{j=1}^{N} s_ij * phi_j(t),   i = 1..M</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s_ij = integral_0^T s_i(t) * phi_j(t) dt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Orthonormality: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integral phi_i(t)*phi_j(t) dt = 1 if i = j, 0 otherwise</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Energy:    E_i = sum_j s_ij^2 = ||s_i||^2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Distance:  d_ik = ||s_i - s_k||</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the number of basis functions equals the number of signals. N is the dimension of the space the signals span, and it is often far smaller than M — QPSK has M = 4 signals but N = 2 dimensions.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   |   CO1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Gram-Schmidt orthogonalization procedure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Gram-Schmidt orthogonalization pr…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Gram-Schmidt is the constructive algorithm that turns any set of M waveforms into an orthonormal basis for the space they span. It processes the signals in order: the first basis function is the first signal normalised; each later basis function is formed by subtracting from the next signal its projections onto all basis functions already built, then normalising what remains. If the remainder is zero the signal was linearly dependent on its predecessors and contributes no new dimension, which is precisely how the algorithm discovers that N &lt; M. The order of processing changes the basis obtained but never changes N or any distance between signal points.</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Gram-Schmidt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orthonormalisation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projection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 independence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basis construction</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what is already represented, normalise what is left — and a zero remainder tells you the signal added no new dimension.</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two-dimensional plane. Step one shows vector s1 drawn from the origin and, beside it, a shorter unit vector along the same direction labelled "phi1 = s1/||s1||". Step two shows s2 drawn, with a dashed projec…</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gram-schmidt-two-step</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Gram-Schmidt orthogonalization procedure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Gram-Schmidt orthogonalization pr…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phi1(t) = s1(t)/sqrt(E1), where E1 is the energy of s1</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subsequent signal s_i, compute its projections s_ij onto every existing phi_j</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residual g_i(t) = s_i(t) - sum_j s_ij*phi_j(t)</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residual has zero energy, skip it: s_i adds no new dimension</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Otherwise normalise the residual to obtain the next basis function and continue</a:t>
            </a:r>
            <a:endParaRPr lang="en-US" sz="1100" dirty="0"/>
          </a:p>
        </p:txBody>
      </p:sp>
      <p:sp>
        <p:nvSpPr>
          <p:cNvPr id="19" name="shape-33-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signals already orthogonal — each normalisation is one division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O(M^2 N) inner products for M signals in N dimensions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numerically unstable for nearly parallel signals; modified Gram-Schmidt is preferred</a:t>
            </a:r>
            <a:endParaRPr lang="en-US" sz="1100" dirty="0"/>
          </a:p>
        </p:txBody>
      </p:sp>
      <p:sp>
        <p:nvSpPr>
          <p:cNvPr id="21" name="shape-33-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Classical Gram-Schmidt loses orthogonality in floating point; the modified variant costs the same and does not.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   |   CO1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Gram-Schmidt orthogonalization procedure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Gram-Schmidt orthogonalization pr…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s1(t) = 1 on [0,1]; s2(t) = 1 on [0,0.5] and 0 on [0.5,1].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E1 = 1, so phi1(t) = 1 on [0,1]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Projection of s2 on phi1: s21 = integral over [0,0.5] of 1 = 0.5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Residual g2(t) = s2(t) - 0.5*phi1(t): equals +0.5 on [0,0.5] and -0.5 on [0.5,1]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Energy of g2 = 0.25*0.5 + 0.25*0.5 = 0.25, so ||g2|| = 0.5 and phi2 = g2/0.5 = +1 then -1</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Two signals, two dimensions. s1 sits at [1, 0] and s2 at [0.5, 0.5], and the basis is the constant function and the square wave.</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phi_1(t) = s_1(t) / sqrt(E_1)</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for i = 2..M:</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s_ij = integral s_i(t) * phi_j(t) dt        for j &lt; i</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g_i(t) = s_i(t) - sum_{j&lt;i} s_ij * phi_j(t)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energy(g_i) == 0: skip s_i, no new dimension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else: phi_i(t) = g_i(t) / sqrt(energy(g_i))</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subtract the projection of the basis function onto the signal instead of the projection of the signal onto the basis function. The coefficient must be the inner product with the unit-norm basis function, otherwise the residual is not orthogonal to what came before.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   |   CO1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Energy, distance and the constellation diagram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Energy, distance and the constellatio…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Plotting the M signal vectors in the N-dimensional space produces the constellation diagram, and two numbers read off it determine performance. The average symbol energy is the mean of the squared distances from the origin, and it is what the power amplifier must supply. The minimum Euclidean distance d_min is the smallest separation between any two points, and it is what noise must overcome to cause an error. Every modulation comparison in the next module is a fight over the ratio d_min^2/E_avg, because raising d_min for a fixed energy budget is the only way to buy reliability without buying power.</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constellation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Euclidean distance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average energy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minimum distance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decision region</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constellation is judged by one ratio: minimum distance squared over average energy. Everything else is detail.</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two-dimensional constellation plane showing four points at the corners of a square, each with a thin vector from the origin. One vector is highlighted and labelled "sqrt(E)", and a caption reads "average ene…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constellation-energy-distance</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Energy, distance and the constellation diagram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Energy, distance and the constellatio…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Plot all M signal vectors in the N-dimensional space</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each energy as the squared distance from the origin</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Average over the M points, weighted by their probabilities, to get E_avg</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all pairwise distances and take the smallest as d_min</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Partition the plane by perpendicular bisectors to obtain the decision regions</a:t>
            </a:r>
            <a:endParaRPr lang="en-US" sz="1100" dirty="0"/>
          </a:p>
        </p:txBody>
      </p:sp>
      <p:sp>
        <p:nvSpPr>
          <p:cNvPr id="19" name="shape-3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binary antipodal maximises d_min for a given energy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M(M-1)/2 pairwise distances to evaluate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as M grows at fixed E_avg, d_min shrinks and errors multiply</a:t>
            </a:r>
            <a:endParaRPr lang="en-US" sz="1100" dirty="0"/>
          </a:p>
        </p:txBody>
      </p:sp>
      <p:sp>
        <p:nvSpPr>
          <p:cNvPr id="21" name="shape-3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Doubling M at constant average energy typically costs about 3 dB in required SNR.</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   |   CO1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Energy, distance and the constellation diagram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Energy, distance and the constellatio…</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with points at (+a, +a), (+a, -a), (-a, +a), (-a, -a).</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energy: a^2 + a^2 = 2a^2, so E_avg = 2a^2 = 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Nearest neighbours differ in one coordinate only: distance = 2a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Express in terms of E: a = sqrt(E/2), so d_min = 2*sqrt(E/2) = sqrt(2E)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Compare BPSK at the same energy: d_min = 2*sqrt(E)</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QPSK has d_min = sqrt(2E) against BPSK d_min = 2*sqrt(E) — a factor sqrt(2) smaller per symbol, but each symbol carries two bits, so the energy per bit is identical.</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E_i    = ||s_i||^2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E_avg  = (1/M) * sum_i ||s_i||^2</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d_ik   = ||s_i - s_k||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d_min  = min over i != k of d_ik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Figure of merit:  d_min^2 / E_avg</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Decision region Z_i = { x : ||x - s_i|| &lt; ||x - s_k|| for all k != i }</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compare constellations by minimum distance alone. A constellation can always be scaled up to enlarge d_min; the comparison is only meaningful at equal average energy, or equivalently by the ratio d_min^2/E_avg.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324-332   |   CO1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Converting the continuous AWGN channel into a vector channel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Converting the continuous AWGN channe…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Projecting the received waveform x(t) onto the N basis functions produces N numbers x_j, and each equals the corresponding signal coefficient plus a noise coefficient: x_j = s_ij + w_j. The noise projections w_j are jointly Gaussian, zero mean, mutually uncorrelated and each of variance N0/2 — uncorrelated because the basis functions are orthogonal and the noise is white, and independent because uncorrelated Gaussians are independent. The continuous channel has therefore become N parallel scalar Gaussian channels, which is the whole point: a detection problem over functions has become a detection problem over N real numbers with a known joint density.</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vector channel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noise projection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correlator bank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independent components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observation vector</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Project onto the basis and the channel becomes N independent Gaussian scalars, each of variance N0/2 — the same variance on every axis.</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waveform x(t) entering a vertical stack of N correlator blocks, each drawn as a multiplier fed by phi_j(t) followed by an integrator over [0,T]. Right: N output arrows carrying x_1 .. x_N into a vector…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332-337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continuous-to-vector-channel</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Converting the continuous AWGN channel into a vector ch…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Converting the continuous AWGN channe…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Correlate x(t) with each basis function phi_j over the symbol interval</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the N results as the observation vector x = [x_1, ..., x_N]</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Recognise x_j = s_ij + w_j with w_j zero-mean Gaussian of variance N0/2</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w_j are uncorrelated because the phi_j are orthogonal and the noise is white</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Discard the residual component of x(t) orthogonal to the basis: it is irrelevant to the decision</a:t>
            </a:r>
            <a:endParaRPr lang="en-US" sz="1100" dirty="0"/>
          </a:p>
        </p:txBody>
      </p:sp>
      <p:sp>
        <p:nvSpPr>
          <p:cNvPr id="19" name="shape-3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 correlators, one per dimension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reduces an infinite-dimensional problem to N real numbers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requires exact symbol timing and carrier phase to be meaningful</a:t>
            </a:r>
            <a:endParaRPr lang="en-US" sz="1100" dirty="0"/>
          </a:p>
        </p:txBody>
      </p:sp>
      <p:sp>
        <p:nvSpPr>
          <p:cNvPr id="21" name="shape-3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Every practical loss in a coherent receiver traces back to imperfect timing or phase in exactly this step.</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332-337   |   CO1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Converting the continuous AWGN channel into a vector ch…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Converting the continuous AWGN channe…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N = 1, transmitted +sqrt(Eb), noise variance N0/2 = 0.1, one noise draw of -0.35.</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Signal coefficient s = +sqrt(Eb); take Eb = 1 so s =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Observation x = 1 + (-0.35) = 0.65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Decision threshold sits at 0 by symmetry</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0.65 &gt; 0, so the decision is +1</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Correct decision. An error would need a noise draw more negative than -1, which has probability Q(sqrt(2Eb/N0)).</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x_j = integral_0^T x(t) * phi_j(t) dt     j = 1..N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x_j = s_ij + w_j</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E[w_j]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E[w_j^2]    = N0/2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E[w_j w_k]  = 0    for j != k</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 = s_i + w,   w ~ N(0, (N0/2) I_N)</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worry that the part of x(t) not captured by the basis is being thrown away. The theorem of irrelevance shows that residual contains only noise, is independent of the signal and of the retained components, and therefore cannot improve any decision.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332-337   |   CO1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theorem of irrelevance and sufficient statistics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theorem of irrelevance and suffic…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theorem of irrelevance states that the component of the received waveform lying outside the span of the signal basis is statistically independent of both the transmitted signal and the observation vector, so conditioning on it changes no likelihood and it cannot improve any decision. This makes the observation vector x a sufficient statistic: it carries every scrap of information about which signal was sent that the entire received waveform carries. The practical consequence is decisive — a receiver may discard everything except N numbers per symbol with no loss of optimality whatsoever.</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theorem of irrelevance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sufficient statistic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residual noise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likelihood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data reduction</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numbers per symbol are provably enough; the rest of the waveform is pure noise and discarding it costs nothing.</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large rectangle labelled "received waveform x(t)" split by a vertical line into two unequal regions. The left region, coloured green and occupying about a third, is labelled "projection onto span{phi_1..phi_…</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332-337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sufficient-statistic-partition</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theorem of irrelevance and sufficient statistics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theorem of irrelevance and suffic…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Decompose the received waveform into its projection on the basis plus a residual</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Show the residual is independent of the transmitted signal index</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Show the residual is independent of the observation vector components</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Conclude the conditional likelihood depends only on the observation vector</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Discard the residual and base the decision entirely on x</a:t>
            </a:r>
            <a:endParaRPr lang="en-US" sz="1100" dirty="0"/>
          </a:p>
        </p:txBody>
      </p:sp>
      <p:sp>
        <p:nvSpPr>
          <p:cNvPr id="19" name="shape-42-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reduces the observation from a function to N numbers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no loss of optimality, ever, under the AWGN assumptions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the result depends on the noise being white; coloured noise makes the residual informative</a:t>
            </a:r>
            <a:endParaRPr lang="en-US" sz="1100" dirty="0"/>
          </a:p>
        </p:txBody>
      </p:sp>
      <p:sp>
        <p:nvSpPr>
          <p:cNvPr id="21" name="shape-42-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With coloured noise the residual correlates with the retained components, and whitening must come first.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332-337   |   CO1  |  Bloom L4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theorem of irrelevance and sufficient statistics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theorem of irrelevance and suffic…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BPSK, N = 1, basis phi(t). Received x(t) = s(t) + w(t).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Project: x_1 = integral x(t)*phi(t) dt = s + w_1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Residual: x_r(t) = x(t) - x_1*phi(t), which contains no s at all</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x_r(t) is a function of the noise only, and is orthogonal to phi(t)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white Gaussian noise, orthogonal implies independent</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receiver that observes only x_1 makes exactly the same decisions as one that observes the whole waveform — the reduction is free.</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x(t) = sum_j x_j * phi_j(t)  +  x_r(t)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x_r(t) = x(t) - sum_j x_j * phi_j(t)     residual</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x_r(t) independent of s_i  and of  x</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p(x, x_r | s_i) = p(x | s_i) * p(x_r)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decision based on x alone is optimal</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carry this result across to coloured noise. Irrelevance depends on whiteness: with coloured noise the residual is correlated with the retained components and genuinely does carry usable information, so the received waveform must be whitened before projecting.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332-337   |   CO1  |  Bloom L4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Maximum likelihood decoding and decision regions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Maximum likelihood decoding and decis…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receiver that minimises symbol error probability chooses the signal maximising the posterior probability given the observation; when all signals are equally likely this reduces to maximising the likelihood p(x | s_i). Because the noise is Gaussian with equal variance on every axis, the likelihood is a decreasing function of the squared Euclidean distance ||x - s_i||^2, so maximising the likelihood is exactly minimising that distance. The optimum receiver is therefore the nearest-neighbour rule, and the decision regions are the Voronoi cells bounded by the perpendicular bisectors between signal points. All of the geometry set up earlier exists to make this one sentence available.</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maximum likelihood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MAP rule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likelihood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decision region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minimum distance rule</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Equal priors plus equal-variance Gaussian noise makes maximum likelihood identical to nearest neighbour — the optimum receiver is a distance comparison.</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constellation plane with four points arranged in a square. Perpendicular bisectors between adjacent points are drawn as solid lines, partitioning the plane into four regions, each tinted a distinct pale colo…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ml-decision-regions</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Maximum likelihood decoding and decision regions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Maximum likelihood decoding and decis…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Receive the observation vector x</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squared distance ||x - s_i||^2 to every candidate signal vector</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index i minimising that distance</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Equivalently, maximise the correlation term x . s_i - E_i/2</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unequal priors, add ln(p_i)*N0 to each correlation term to recover the MAP rule</a:t>
            </a:r>
            <a:endParaRPr lang="en-US" sz="1100" dirty="0"/>
          </a:p>
        </p:txBody>
      </p:sp>
      <p:sp>
        <p:nvSpPr>
          <p:cNvPr id="19" name="shape-4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binary case is a single threshold comparison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M distance computations, each 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 grows exponentially with bits per symbol, so exhaustive search becomes costly</a:t>
            </a:r>
            <a:endParaRPr lang="en-US" sz="1100" dirty="0"/>
          </a:p>
        </p:txBody>
      </p:sp>
      <p:sp>
        <p:nvSpPr>
          <p:cNvPr id="21" name="shape-4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Structured constellations such as QAM allow per-axis slicing instead of an M-way search.</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   |   CO1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Maximum likelihood decoding and decision regions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Maximum likelihood decoding and decis…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QPSK with points at (1,1), (1,-1), (-1,1), (-1,-1). Observation x = (0.3, 0.9).</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(1,1): (0.7)^2 + (0.1)^2 = 0.49 + 0.01 = 0.50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(-1,1): (1.3)^2 + (0.1)^2 = 1.69 + 0.01 = 1.70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(1,-1): (0.7)^2 + (1.9)^2 = 0.49 + 3.61 = 4.10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 (-1,-1): (1.3)^2 + (1.9)^2 = 1.69 + 3.61 = 5.30</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decision is (1,1) at squared distance 0.50. Note the same answer follows from sign-slicing each coordinate separately, which is why QAM receivers do not search.</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MAP:  choose i maximising  p(s_i) * p(x | s_i)</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Equal priors =&gt; ML:  choose i maximising  p(x | s_i)</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p(x | s_i) = (1/(pi*N0)^(N/2)) * exp( -||x - s_i||^2 / N0 )</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choose i minimising  ||x - s_i||^2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 equivalently maximising  x . s_i - E_i/2</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the nearest-neighbour rule when the signal energies differ and the priors are unequal. The correlation form needs the -E_i/2 bias term, and unequal priors need the ln(p_i) term; dropping either makes the receiver suboptimal without making it obviously wrong.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   |   CO1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correlation receiver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correlation receiver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correlation receiver implements the projection directly: it multiplies the received waveform by each basis function and integrates the product over the symbol interval, a structure usually built as a multiplier followed by an integrate-and-dump. N correlators in parallel produce the observation vector, which is then fed to the distance comparison. The structure is a literal circuit translation of the integral defining the inner product, which makes it easy to reason about and easy to get wrong in one specific way: the integrator must be reset at every symbol boundary, and the boundary must be known.</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correlator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integrate-and-dump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inner product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bank of correlators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 timing</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correlator is the inner-product integral built in hardware — and it is only correct if the integrator is dumped exactly at the symbol boundary.</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left-to-right diagram. Input arrow "x(t)" fans out to N parallel branches. Each branch has a multiplier circle fed from below by "phi_j(t)", then an integrator block marked with an integral sign over "0 to 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correlation-receiver-bank</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correlation receiver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correlation receiver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the received waveform x(t) by basis function phi_j(t)</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the product from 0 to T, the symbol duration</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Sample the integrator output at exactly t = T</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Dump — reset the integrator to zero before the next symbol</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across all N branches and pass the vector to the distance comparison</a:t>
            </a:r>
            <a:endParaRPr lang="en-US" sz="1100" dirty="0"/>
          </a:p>
        </p:txBody>
      </p:sp>
      <p:sp>
        <p:nvSpPr>
          <p:cNvPr id="19" name="shape-4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 multipliers and N integrators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multiply-accumulate per sample per branch in a digital implementation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timing error of a fraction of a symbol degrades every branch simultaneously</a:t>
            </a:r>
            <a:endParaRPr lang="en-US" sz="1100" dirty="0"/>
          </a:p>
        </p:txBody>
      </p:sp>
      <p:sp>
        <p:nvSpPr>
          <p:cNvPr id="21" name="shape-4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10% timing error costs roughly 1 dB; a 50% error is catastrophic.</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   |   CO1  |  Bloom L3</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correlation receiver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correlation receiver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phi(t) = 1/sqrt(T) on [0,T]. Received x(t) = A on [0,T] plus noise integrating to +0.1.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Product x(t)*phi(t) = A/sqrt(T) on [0,T]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Integral over [0,T] = A*T/sqrt(T) = A*sqrt(T)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the noise contribution: x_1 = A*sqrt(T) + 0.1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 2, T = 1: x_1 = 2.1</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correlator output is 2.1 against a noiseless 2.0. The signal term scales as sqrt(T), which is why longer symbols are more robust.</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x_j = integral_0^T x(t) * phi_j(t) dt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Hardware:  multiply -&gt; integrate over [0,T] -&gt; sample at T -&gt; dump</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Digital:   x_j = sum_{n=0}^{L-1} x[n] * phi_j[n]</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Critical:  integrator reset at every symbol boundary</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the dump. An integrator that is never reset accumulates across symbol boundaries, so each observation contains a contribution from every previous symbol and the constellation collapses into a drifting blur.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   |   CO1  |  Bloom L3</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matched filter receiver and its equivalence to the correlator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matched filter receiver and its 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matched filter for a basis function phi(t) has impulse response h(t) = phi(T - t), the time-reversed and shifted version of the signal it is matched to. Convolving the received waveform with this impulse response and sampling the output at t = T yields exactly the same number as the corresponding correlator produces, so the two structures are equivalent at the sampling instant and differ nowhere that matters. The matched filter is optimal in a stronger and independent sense: among all linear filters, it maximises the ratio of peak output signal power to average output noise power, and that maximum equals 2E/N0 regardless of the pulse shape.</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matched filter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impulse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peak SNR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 reversal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convolution</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Matched filter and correlator give the same number at t = T; the matched filter also maximises peak SNR, and that maximum depends only on E/N0, never on the pulse shape.</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horizontal signal paths stacked with a large equals sign between them at the right. Upper path: "x(t)" into a multiplier fed by "phi(t)", into an integrator over [0,T], into a sampler at t = T, output "x_1…</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matched-filter-vs-correlator</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matched filter receiver and its equivalence to the…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matched filter receiver and its 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basis function phi(t) defined on [0,T]</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impulse response h(t) = phi(T - t)</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Convolve the received waveform with h(t)</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Sample the output at exactly t = T</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value equals the correlator output for the same branch</a:t>
            </a:r>
            <a:endParaRPr lang="en-US" sz="1100" dirty="0"/>
          </a:p>
        </p:txBody>
      </p:sp>
      <p:sp>
        <p:nvSpPr>
          <p:cNvPr id="19" name="shape-5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a single filter replaces a multiplier and an integrator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peak output SNR is 2E/N0 for any pulse shape of energy 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output is only correct at t = T; sampling early or late loses SNR rapidly</a:t>
            </a:r>
            <a:endParaRPr lang="en-US" sz="1100" dirty="0"/>
          </a:p>
        </p:txBody>
      </p:sp>
      <p:sp>
        <p:nvSpPr>
          <p:cNvPr id="21" name="shape-5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Matched filtering maximises SNR at one instant only, which is why symbol synchronisation is inseparable from it.</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   |   CO1  |  Bloom L4</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matched filter receiver and its equivalence to the…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matched filter receiver and its 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Rectangular pulse phi(t) = 1 on [0,T], T = 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h(t) = phi(T - t) = 1 on [0,1] — the rectangle is its own mirror image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Convolving a rectangle with a rectangle gives a triangle of width 2T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triangle peaks at t = T =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Sampling anywhere else takes a value on the sloping sides, below the peak</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output peaks exactly at the sampling instant. Sampling at t = 0.5T would collect only half the peak, costing 6 dB.</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h(t) = phi(T - t)                  matched filter</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y(t) = integral x(tau) * h(t - tau) dtau</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y(T) = integral_0^T x(tau) * phi(tau) dtau     = correlator output</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Peak SNR at t = T:  SNR_max = 2E/N0</a:t>
            </a:r>
            <a:endParaRPr lang="en-US" sz="1000" dirty="0"/>
          </a:p>
          <a:p>
            <a:pPr algn="l" indent="0" marL="0">
              <a:lnSpc>
                <a:spcPct val="120000"/>
              </a:lnSpc>
              <a:buNone/>
            </a:pP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Independent of pulse shape; depends only on energy E.</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h(t) = phi(t) and skip the time reversal. Without reversing, the convolution does not compute a correlation, the output does not peak at t = T, and the SNR advantage is lost for any pulse that is not symmetric about T/2.</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Digital Communication Systems, 1st ed., Ch. 7, pp. 337-344   |   CO1  |  Bloom L4</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carrier is packaging, not content; strip it analytically and the sampling cost drops by the ratio fc/W.</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Hilbert transform changes phase by 90 degrees at every frequency and magnitude at none, which is why it can cancel a whole spectral half.</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Same energy, orthogonal to the original, and self-inverse up to a sign — these three properties are what make quadrature signalling possible.</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j times the Hilbert transform deletes the negative-frequency half of the spectrum; the cost of a one-sided spectrum is that the signal must go complex.</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Multiplying the pre-envelope by exp(-j*2*pi*fc*t) slides the spectrum to baseband and leaves the complex envelope — the smallest complete description of the modulation.</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bandpass signal is two real lowpass signals on orthogonal carriers — that is why one band can carry two independent streams.</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Rectangular form suits circuits and decisions; polar form suits amplifiers and envelope arguments — pick by the question, not by habit.</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AWGN is three assumptions, not one; every result in this module inherits all three, and each fails in a different real channel.</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Once signals are points and energy is squared length, detection is geometry — and the answer is always the nearest point.</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what is already represented, normalise what is left — and a zero remainder tells you the signal added no new dimension.</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constellation is judged by one ratio: minimum distance squared over average energy. Everything else is detail.</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Project onto the basis and the channel becomes N independent Gaussian scalars, each of variance N0/2 — the same variance on every axis.</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 numbers per symbol are provably enough; the rest of the waveform is pure noise and discarding it costs nothing.</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Equal priors plus equal-variance Gaussian noise makes maximum likelihood identical to nearest neighbour — the optimum receiver is a distance comparison.</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correlator is the inner-product integral built in hardware — and it is only correct if the integrator is dumped exactly at the symbol boundary.</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Matched filter and correlator give the same number at t = T; the matched filter also maximises peak SNR, and that maximum depends only on E/N0, never on the pulse shape.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BEC503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1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quizzes/Module_1_Quiz.pdf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quizzes/Module_1_Quiz.gift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21%, L3-L4 79%, L5-L6 0%</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1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assignments/Module_1_Assignment.pdf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1 — Signal space representation and optimum reception</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8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&lt;USN&gt;_BEC503_Assignment1.pdf,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derivations (8); Numerical accuracy and units (5); Diagrams and signal space sketches (4); Interpretation and engineering judgement (3). Attainment: CO1 = 15, CO2 = 5.</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2026-09-13T09:33:32Z</dcterms:created>
  <dcterms:modified xsi:type="dcterms:W3CDTF">2026-09-13T09:33:32Z</dcterms:modified>
</cp:coreProperties>
</file>