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10 contact hours and 16 teaching units, and that all of it exists to answer one question: What is the least I can pay to represent a source, and the most I can push through a channel, before the mathematics says no?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"What is the least I can pay to represent a source, and the most I can push through a chan…" to look like?
Animation instructions: Module title block fades in first, then the textbook panel slides in from the right, then the five arc beats appear left to right one at a time.
Transition style: Fade
[Sources] VTU BEC503 Digital Communication syllabus, 2025 scheme, Module 3: Information Theory, 10 hours, TB1 (Haykin 2014) Ch. 5.1-5.10 pp. 207-244. TB1: Simon Haykin, Digital Communication Systems, John Wiley &amp; Sons, 1st ed., 2014.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BEC503 Digital Communication syllabus, 2025 scheme, Module 3: Information Theory, 10 hours, TB1 (Haykin 2014) Ch. 5.1-5.10 pp. 207-244. TB1: Simon Haykin, Digital Communication Systems, John Wiley &amp; Sons, 1st ed., 2014.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BEC503 Digital Communication syllabus, 2025 scheme, Module 3: Information Theory, 10 hours, TB1 (Haykin 2014) Ch. 5.1-5.10 pp. 207-244. TB1: Simon Haykin, Digital Communication Systems, John Wiley &amp; Sons, 1st ed., 2014.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BEC503 Digital Communication syllabus, 2025 scheme, Module 3: Information Theory, 10 hours, TB1 (Haykin 2014) Ch. 5.1-5.10 pp. 207-244. TB1: Simon Haykin, Digital Communication Systems, John Wiley &amp; Sons, 1st ed., 2014.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information content of an event of probability p is I = log2(1/p) bits, a quantity that is zero for a certain event and grows without bound as the eve… Then add the part they are examined on - Information is surprise measured logarithmically, and the logarithm is forced by wanting independent events to add.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"self-information" constrain here, and what would break if it did not hold?
Animation instructions: the axes draw, then the curve sweeps in from the left, then the (0.5, 1) marker drops with its label, then the zero point fills, then the asymptote dashes upward, then the additivity panel builds left to right with the equals sign landing last.
Transition style: Fade
[Sources] VTU BEC503 Digital Communication syllabus, 2025 scheme, Module 3: Information Theory. TB1 as listed by the syllabus: Simon Haykin, Digital Communication Systems, John Wiley &amp; Sons, 1st ed., 2014; Ch. 5, pp. 207-214.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the probability p of the event - and check everyone has written it before moving on. At the cost panel, translate it: By convention 0 log 0 is taken as 0, justified by the limit.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207-214.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source emits A with probability 0.5, B with 0.25, C with 0.125, D with 0.125. Work at the pace of the slowest note-taker and land hard on the result: Rare symbols carry more bits. This is precisely why a good code gives short descriptions to common symbols and long ones to rare…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207-214.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entropy of a discrete memoryless source is H(X) = -sum over k of p_k log2(p_k), the expected value of the self-information over all symbols. Then add the part they are examined on - Entropy is average surprise, it depends only on the probabilities, and it is the floor for lossless compression.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"entropy" constrain here, and what would break if it did not hold?
Animation instructions: the axes draw, then the curve rises from the left zero, peaks and falls to the right zero in a single sweep, then the peak marker drops with its label, then the two zero markers appear, then the three pie charts fade in left to right with their entropy values counting up beneath each.
Transition style: Fade
[Sources] VTU BEC503 Digital Communication syllabus, 2025 scheme, Module 3: Information Theory. TB1 as listed by the syllabus: Simon Haykin, Digital Communication Systems, John Wiley &amp; Sons, 1st ed., 2014; Ch. 5, pp. 207-214.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List every symbol and its probability - and check everyone has written it before moving on. At the cost panel, translate it: Real sources are far from uniform, which is what makes compression possible at all.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207-214.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Source with probabilities 0.5, 0.25, 0.125, 0.125. Work at the pace of the slowest note-taker and land hard on the result: H = 1.75 bits against log2(4) = 2 bits for a uniform four-symbol source. The 0.25 bit of slack is exactly what a compressor can 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207-214.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Entropy is bounded between zero and log2(K) for a K-symbol alphabet, reaching the upper bound only when all symbols are equally likely, and it is a concav… Then add the part they are examined on - Coding blocks of n symbols divides the rounding waste by n, which is how real codes creep up on the entropy bound.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"entropy bounds" constrain here, and what would break if it did not hold?
Animation instructions: the dashed entropy line draws first, then the four bars grow upward from the baseline one at a time with their excess portions shaded, then the grouping strip animates above, boxing symbols into singles, then pairs, then triples, then the caption lands.
Transition style: Fade
[Sources] VTU BEC503 Digital Communication syllabus, 2025 scheme, Module 3: Information Theory. TB1 as listed by the syllabus: Simon Haykin, Digital Communication Systems, John Wiley &amp; Sons, 1st ed., 2014; Ch. 5, pp. 207-214.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Confirm the source is memoryless so that block probabilities are products - and check everyone has written it before moving on. At the cost panel, translate it: This exponential blow-up is why arithmetic coding, which avoids explicit tables, displaced block Huffman coding.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207-214.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Binary source with p = 0.9, so H = 0.469 bits. Work at the pace of the slowest note-taker and land hard on the result: Excess falls from 0.531 to 0.176 to 0.064 bits per symbol as n goes 1, 2, 3 — converging on the entropy from above, at the price…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207-214.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Shannon source coding theorem states that for a discrete memoryless source of entropy H(X), the average code length L of any uniquely decodable code s… Then add the part they are examined on - No lossless code beats entropy, and some code gets within one bit of it — a floor and a ceiling in one theorem.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"source coding theorem" constrain here, and what would break if it did not hold?
Animation instructions: the number line draws, then the solid barrier rises at H(X) and the red region fills to its left, then the dashed line appears at H(X)+1, then the green band fills between them, then the Huffman marker drops in, then the arrow extends leftward with its annotation.
Transition style: Fade
[Sources] VTU BEC503 Digital Communication syllabus, 2025 scheme, Module 3: Information Theory. TB1 as listed by the syllabus: Simon Haykin, Digital Communication Systems, John Wiley &amp; Sons, 1st ed., 2014; Ch. 5, pp. 214-215.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Compute the source entropy H(X) - and check everyone has written it before moving on. At the cost panel, translate it: That worst case is exactly where arithmetic coding pays for itself.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214-215.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Source with probabilities 0.5, 0.25, 0.125, 0.125 and code lengths 1, 2, 3, 3. Work at the pace of the slowest note-taker and land hard on the result: Perfect efficiency, because every probability is a negative power of two so every ideal length log2(1/p_k) is already a whole num…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214-215.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prefix code is one in which no codeword is a prefix of any other, which makes decoding instantaneous: as soon as the received bits match a codeword, tha… Then add the part they are examined on - Kraft says code lengths compete for one unit of tree; a prefix code exists exactly when the claims fit.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"prefix code" constrain here, and what would break if it did not hold?
Animation instructions: the tree grows level by level from the root, then each leaf fills solid in depth order with its codeword appearing, then the budget bar draws empty, then its segments stack from the bottom one at a time matching the leaf order, then the crossed-out overflow segment appears above the full bar.
Transition style: Fade
[Sources] VTU BEC503 Digital Communication syllabus, 2025 scheme, Module 3: Information Theory. TB1 as listed by the syllabus: Simon Haykin, Digital Communication Systems, John Wiley &amp; Sons, 1st ed., 2014; Ch. 5, pp. 215-223.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List the desired code lengths l_1 .. l_K - and check everyone has written it before moving on. At the cost panel, translate it: Any uniquely decodable code also satisfies Kraft, so prefix codes lose nothing.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215-223.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Proposed lengths 1, 2, 3, 3. Work at the pace of the slowest note-taker and land hard on the result: Kraft sum is exactly 1, so the code fits perfectly with no spare branches. Adding any fifth codeword is impossible without length…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215-223.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Huffman coding constructs an optimal prefix code by repeatedly merging the two least probable symbols into a composite symbol whose probability is their s… Then add the part they are examined on - Huffman is optimal among prefix codes, and its only loss is the rounding of ideal lengths to whole bits.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"Huffman code" constrain here, and what would break if it did not hold?
Animation instructions: the four leaves appear along the bottom, then merge 1 draws its two rising lines and its node, then merge 2, then merge 3 up to the root, then branch labels 0 and 1 appear along every edge together, then the table fills row by row and the average length and entropy values land last.
Transition style: Fade
[Sources] VTU BEC503 Digital Communication syllabus, 2025 scheme, Module 3: Information Theory. TB1 as listed by the syllabus: Simon Haykin, Digital Communication Systems, John Wiley &amp; Sons, 1st ed., 2014; Ch. 5, pp. 215-223.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List all symbols with their probabilities - and check everyone has written it before moving on. At the cost panel, translate it: Coding the nth extension reduces that excess to 1/n at the cost of a K^n table.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215-223.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Probabilities A 0.4, B 0.3, C 0.2, D 0.1. Work at the pace of the slowest note-taker and land hard on the result: L = 0.4(1) + 0.3(2) + 0.2(3) + 0.1(3) = 1.9 bits against H = 1.846 bits, an efficiency of 97.2%.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215-223.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Lempel-Ziv coding builds a dictionary of previously seen phrases as it reads the source, encoding each new phrase as a pointer to the longest matching ear… Then add the part they are examined on - Huffman needs the statistics and ignores memory; Lempel-Ziv learns as it goes and captures repetition, which is where real 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"Lempel-Ziv" constrain here, and what would break if it did not hold?
Animation instructions: the input tape draws, then the parse marker steps left to right pausing at each phrase boundary, boxing the phrase and adding the matching dictionary row with a connecting arrow, four times in sequence, then the side panel bars slide in from the right one after the other.
Transition style: Fade
[Sources] VTU BEC503 Digital Communication syllabus, 2025 scheme, Module 3: Information Theory. TB1 as listed by the syllabus: Simon Haykin, Digital Communication Systems, John Wiley &amp; Sons, 1st ed., 2014; Ch. 5, pp. 215-223.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Initialise the dictionary with the single-symbol phrases - and check everyone has written it before moving on. At the cost panel, translate it: The decoder needs no transmitted dictionary: it reconstructs the same one from the decoded output.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215-223.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The sequence 0 0 0 1 0 1 1 1 0 0 1 0. Work at the pace of the slowest note-taker and land hard on the result: Repeated substrings collapse into short pointers. On this twelve-bit toy input the overhead dominates, but on a megabyte of text…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215-223.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Code efficiency is the ratio H(X)/L and redundancy is one minus that, both dimensionless and both bounded by one. Then add the part they are examined on - Efficiency measures the mean; buffer size is set by the variance, so two codes with the same average length are not equally…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"efficiency" constrain here, and what would break if it did not hold?
Animation instructions: both trees draw simultaneously branch by branch, then the two average-length labels land together, then the two histograms grow beneath, then the two buffer diagrams fill with the right one visibly overflowing further, then the caption appears.
Transition style: Fade
[Sources] VTU BEC503 Digital Communication syllabus, 2025 scheme, Module 3: Information Theory. TB1 as listed by the syllabus: Simon Haykin, Digital Communication Systems, John Wiley &amp; Sons, 1st ed., 2014; Ch. 5, pp. 215-223.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Compute the average length L and the entropy H(X) - and check everyone has written it before moving on. At the cost panel, translate it: Buffer overflow, not compression ratio, is what usually breaks a variable-length link.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215-223.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Code with lengths 1, 2, 3, 3 and probabilities 0.5, 0.25, 0.125, 0.125, so L = 1.75 and H = 1.75. Work at the pace of the slowest note-taker and land hard on the result: Perfect efficiency but a length variance of 0.688, so the transmit buffer must absorb runs of long codewords even though the aver…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215-223.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discrete memoryless channel is specified by an input alphabet, an output alphabet and a matrix of transition probabilities p(y_j | x_k), the probability… Then add the part they are examined on - The channel matrix is given by nature; the input distribution is yours to choose, and capacity is the best you can do with 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"discrete memoryless channel" constrain here, and what would break if it did not hold?
Animation instructions: the input and output circles appear, then the two thick correct-transition arrows draw with their labels, then the two thin crossover arrows draw in red, then the matrix writes itself row by row, then the row-sum note lands, then the side card slides in with its arrow drawing last.
Transition style: Fade
[Sources] VTU BEC503 Digital Communication syllabus, 2025 scheme, Module 3: Information Theory. TB1 as listed by the syllabus: Simon Haykin, Digital Communication Systems, John Wiley &amp; Sons, 1st ed., 2014; Ch. 5, pp. 223-226.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Enumerate the input alphabet and the output alphabet - and check everyone has written it before moving on. At the cost panel, translate it: Identical rows mean zero mutual information for every input distribution, hence zero capacity.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223-226.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Binary symmetric channel with crossover probability p = 0.1 and equally likely inputs. Work at the pace of the slowest note-taker and land hard on the result: A uniform input gives a uniform output on a symmetric channel. The output distribution alone reveals nothing about the noise — th…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223-226.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binary symmetric channel flips each bit independently with probability p, so an error is undetectable at the receiver — a received 1 might be a transm… Then add the part they are examined on - Knowing which bits are damaged is worth more than the bits themselves; the BEC beats the BSC at the same disturbance probabi…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"BSC" constrain here, and what would break if it did not hold?
Animation instructions: both diagrams draw their inputs and outputs together, then the BSC crossing arrows appear in red, then the BEC erasure arrows appear in amber with the question-mark node, then the shared plot axes draw, then the BEC line sweeps down, then the BSC curve sweeps down beneath it, then the gap bracket snaps in at p = 0.1.
Transition style: Fade
[Sources] VTU BEC503 Digital Communication syllabus, 2025 scheme, Module 3: Information Theory. TB1 as listed by the syllabus: Simon Haykin, Digital Communication Systems, John Wiley &amp; Sons, 1st ed., 2014; Ch. 5, pp. 223-226.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whether the receiver can tell that a symbol was corrupted - and check everyone has written it before moving on. At the cost panel, translate it: A BSC with p = 0.9 is fine — just invert every bit; p = 0.5 is the only truly useless case.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223-226.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Compare a BSC with p = 0.1 against a BEC with epsilon = 0.1. Work at the pace of the slowest note-taker and land hard on the result: At the same 10% disturbance rate the erasure channel carries 70% more information, purely because the receiver knows where the da…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223-226.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Mutual information I(X;Y) = H(X) - H(X|Y) is the reduction in uncertainty about the input achieved by observing the output. Then add the part they are examined on - Mutual information is what survives the channel: total uncertainty minus what remains after looking at the output.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"mutual information" constrain here, and what would break if it did not hold?
Animation instructions: the left circle draws, then the right circle draws overlapping it, then the intersection shades and its label lands, then the two crescents are labelled in turn, then the union bracket sweeps beneath, then the two small insets fade in side by side.
Transition style: Fade
[Sources] VTU BEC503 Digital Communication syllabus, 2025 scheme, Module 3: Information Theory. TB1 as listed by the syllabus: Simon Haykin, Digital Communication Systems, John Wiley &amp; Sons, 1st ed., 2014; Ch. 5, pp. 226-230.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Compute H(X) from the input distribution - and check everyone has written it before moving on. At the cost panel, translate it: Mutual information is a function of both the channel and the input distribution; only maximising over inputs gives capacity.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226-230.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BSC with p = 0.1 and equally likely inputs. Work at the pace of the slowest note-taker and land hard on the result: 0.531 bits survive per channel use. The equivocation of 0.469 bits is precisely what channel coding in Module 4 sets out to recov…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226-230.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Mutual information is non-negative, symmetric in its two arguments, and concave in the input distribution for a fixed channel — the last property is what… Then add the part they are examined on - Concavity makes capacity computable; the data processing inequality makes it unbeatable by any amount of receiver cleverness.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"non-negativity" constrain here, and what would break if it did not hold?
Animation instructions: the three boxes appear left to right with their arrows, then the I(X;Y) bracket draws, then the I(X;Z) bracket draws above it, then the inequality sign appears between them and pulses, then the concavity plot axes draw and the curve sweeps up and over, then the peak marker drops with its caption.
Transition style: Fade
[Sources] VTU BEC503 Digital Communication syllabus, 2025 scheme, Module 3: Information Theory. TB1 as listed by the syllabus: Simon Haykin, Digital Communication Systems, John Wiley &amp; Sons, 1st ed., 2014; Ch. 5, pp. 226-230.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Verify non-negativity: I(X;Y) &gt;= 0 with equality only for independence - and check everyone has written it before moving on. At the cost panel, translate it: The Blahut-Arimoto algorithm computes capacity numerically for arbitrary channel matrices.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226-230.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BSC with p = 0.1 followed by a receiver that simply inverts every bit. Work at the pace of the slowest note-taker and land hard on the result: A reversible operation preserves information exactly; any irreversible one, such as quantising the output more coarsely, strictly…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226-230.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Channel capacity is C = max over p(x) of I(X;Y), the largest mutual information achievable by any choice of input distribution, measured in bits per chann… Then add the part they are examined on - Capacity is the best mutual information over all input distributions — a property of the channel, not of any code.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"channel capacity" constrain here, and what would break if it did not hold?
Animation instructions: the axes draw, then the symmetric curve sweeps up and over, then its peak marker drops with the label, then the asymmetric curve draws in a second colour, then its off-centre peak marker drops, then the side card slides in with its two lines appearing in order.
Transition style: Fade
[Sources] VTU BEC503 Digital Communication syllabus, 2025 scheme, Module 3: Information Theory. TB1 as listed by the syllabus: Simon Haykin, Digital Communication Systems, John Wiley &amp; Sons, 1st ed., 2014; Ch. 5, pp. 230-232.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mutual information as a function of the input distribution - and check everyone has written it before moving on. At the cost panel, translate it: Capacity per second requires multiplying by the symbol rate, which is where bandwidth enters.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230-232.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BSC with p = 0.01, symbol rate 1 Msymbol/s. Work at the pace of the slowest note-taker and land hard on the result: 919 kbit/s is the ceiling. Any code achieving less is inefficient; no code achieves more, whatever its complexity.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230-232.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channel coding theorem states that for any code rate R strictly less than capacity C, there exist codes of sufficiently long block length whose probab… Then add the part they are examined on - Below capacity, arbitrarily reliable communication exists; above it, none does. The theorem says codes exist but not which o…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"channel coding theorem" constrain here, and what would break if it did not hold?
Animation instructions: the rate axis draws, then the threshold line rises at C, then the green region fills leftward and the red region rightward, then the three error curves draw in sequence from the fastest-decaying to the flat one, then the caption lands.
Transition style: Fade
[Sources] VTU BEC503 Digital Communication syllabus, 2025 scheme, Module 3: Information Theory. TB1 as listed by the syllabus: Simon Haykin, Digital Communication Systems, John Wiley &amp; Sons, 1st ed., 2014; Ch. 5, pp. 232-237.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Compute the channel capacity C - and check everyone has written it before moving on. At the cost panel, translate it: Turbo and LDPC codes reach within a fraction of a dB of capacity with block lengths in the thousands.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232-237.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BSC with p = 0.01, so C = 0.919. A designer wants R = 0.95. Work at the pace of the slowest note-taker and land hard on the result: The design is impossible as stated. Reducing the rate to 0.9 puts it below capacity, at which point long enough codes can make er…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232-237.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Information Capacity Law states that a band-limited AWGN channel of bandwidth B hertz and signal-to-noise ratio S/N has capacity C = B log2(1 + S/N) b… Then add the part they are examined on - C = B log2(1 + S/N): capacity is linear in bandwidth and only logarithmic in power, which is why spectrum costs more than wa…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"Shannon-Hartley" constrain here, and what would break if it did not hold?
Animation instructions: both sets of axes draw together, then the left straight line sweeps up from the origin, then the right curve sweeps up and flattens, then the doubling markers appear on each plot in turn with their annotations, then the footer card slides up.
Transition style: Fade
[Sources] VTU BEC503 Digital Communication syllabus, 2025 scheme, Module 3: Information Theory. TB1 as listed by the syllabus: Simon Haykin, Digital Communication Systems, John Wiley &amp; Sons, 1st ed., 2014; Ch. 5, pp. 240-244.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Measure or specify the channel bandwidth B in hertz - and check everyone has written it before moving on. At the cost panel, translate it: The infinite-bandwidth limit is what produces the Shannon limit of -1.6 dB in Eb/N0.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240-244.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telephone channel with B = 3.1 kHz and SNR = 30 dB. Work at the pace of the slowest note-taker and land hard on the result: About 31 kbit/s, which is why 33.6 kbit/s modems sat at the practical limit of the analogue telephone network and no clever modul…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240-244.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Rewriting the capacity law in terms of energy per bit gives a boundary in the plane of spectral efficiency against Eb/N0, and no system can operate to the… Then add the part they are examined on - The Shannon limit is -1.6 dB; uncoded BPSK sits 11 dB above it, and that gap is exactly what channel coding exists to close.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"Shannon limit" constrain here, and what would break if it did not hold?
Animation instructions: the axes draw, then the capacity boundary curve sweeps in from the upper right and flattens onto its asymptote, then the vertical Shannon limit line rises and the red region fills to its left, then the four operating points drop in one at a time, then the coding-gain arrow extends from BPSK to the boundary with its bracket and label last.
Transition style: Fade
[Sources] VTU BEC503 Digital Communication syllabus, 2025 scheme, Module 3: Information Theory. TB1 as listed by the syllabus: Simon Haykin, Digital Communication Systems, John Wiley &amp; Sons, 1st ed., 2014; Ch. 5, pp. 240-244.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Express spectral efficiency as r = Rb/B bits per second per hertz - and check everyone has written it before moving on. At the cost panel, translate it: Turbo codes reached within 0.5 dB of the bound in 1993, which was the surprise of the decade.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3: Information Theory. TB1 as listed by the syllabus: Simon Haykin, Digital Communication Systems, John Wiley &amp; Sons, 1st ed., 2014; Ch. 5, pp. 240-244.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Required minimum Eb/N0 at spectral efficiencies 4, 1 and approaching 0. Work at the pace of the slowest note-taker and land hard on the result: Spending bandwidth buys power efficiency all the way down to -1.59 dB and no further. Below that, no bandwidth and no code suffic…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3: Information Theory. TB1 as listed by the syllabus: Simon Haykin, Digital Communication Systems, John Wiley &amp; Sons, 1st ed., 2014; Ch. 5, pp. 240-244.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3: Information Theory, 10 hours, TB1 (Haykin 2014) Ch. 5.1-5.10 pp. 207-244.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3: Information Theory, 10 hours, TB1 (Haykin 2014) Ch. 5.1-5.10 pp. 207-244.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3: Information Theory, 10 hours, TB1 (Haykin 2014) Ch. 5.1-5.10 pp. 207-244.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BEC503 Digital Communication syllabus, 2025 scheme, Module 3: Information Theory, 10 hours, TB1 (Haykin 2014) Ch. 5.1-5.10 pp. 207-244. TB1: Simon Haykin, Digital Communication Systems, John Wiley &amp; Sons, 1st ed., 2014. Assessment counts: 20 MCQs, 13 descriptive questions, 11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Digital Communication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3 asks: What is the least I can pay to represent a source, and the most I can push through a channel, before the ma…</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3</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Information Theory</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10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Digital Communication Systems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Simon Haykin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John Wiley &amp; Sons, 1st edition, 2014</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TB1 (Haykin 2014) Ch. 5.1-5.10 pp. 207-244</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Signal Space &amp; AWGN   •   Digital Modulation   •   Information Theory   •   Block &amp; Cyclic Codes   •   Convolutional Codes</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Surprise measures information   →   Entropy is average surprise   →   Codes reach the entropy bound   →   Channels lose mutual information   →   Capacity is the hard ceiling</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5 · BEC503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What is the least I can pay to represent a source, and the most I can push through a channel, before the mathematics says no?</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Surprise measures information</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Entropy is average surprise</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Codes reach the entropy bound</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Channels lose mutual information</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Capacity is the hard ceiling</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Built from TB1 Sections 5.1-5.10, which the syllabus names. The module has two halves that mirror each other. The source-coding half asks how few bits a source needs and answers with entropy, achieved by Huffman and Lempel-Ziv. The channel-coding half asks how many bits a channel can carry and answers with capacity, the maximum of mutual information over input distributions. Both are existence results: they say what is possible without saying how, which is exactly the gap that Modules 4 and 5 fill. The Information Capacity Law at the end unifies them and produces the Shannon limit of -1.6 dB, the number every coding scheme is ultimately measured against.</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CO3</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+ 11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Information as surprise: the logarithmic measure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207-214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CO3 / L2</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Entropy: the average information per symbol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207-214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CO3 / L3</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Properties of entropy and the extension of a source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207-214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CO3 / L4</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source coding theorem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214-215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CO3 / L3</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Prefix codes and the Kraft inequality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215-223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CO3 / L4</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Huffman coding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215-223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CO3 / L4</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Lempel-Ziv coding and the case for dictionary methods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215-223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CO3 / L4</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Code efficiency, redundancy and where compression stops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215-223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CO3 / L4</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Discrete memoryless channels and the transition matrix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223-226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CO3 / L3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binary symmetric and binary erasure channels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223-226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CO3 / L4</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Mutual information: what the output tells you about the input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226-230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CO3 / L4</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Properties of mutual information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226-230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CO3 / L4</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Channel capacity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230-232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CO3 / L4</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channel coding theorem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232-237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CO3 / L4</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Information Capacity Law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240-244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CO3 / L4</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bandwidth-power trade-off and the Shannon limit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240-244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CO3 / L5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Information as surprise: the logarithmic measure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Information as surprise: the logarith…</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information content of an event of probability p is I = log2(1/p) bits, a quantity that is zero for a certain event and grows without bound as the event becomes rarer. The logarithm is not an arbitrary choice: it is forced by requiring that the information in two independent events add, since probabilities multiply and only the logarithm converts multiplication into addition. Information in this sense is a property of the probability alone, not of the meaning or usefulness of the message, which is why the theory applies equally to speech, images and telemetry. A fair coin flip carries exactly one bit; an event of probability one carries none.</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self-information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surprise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logarithmic measure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bit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additivity</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Information is surprise measured logarithmically, and the logarithm is forced by wanting independent events to add.</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plot of I = log2(1/p) against probability p from 0 to 1. The curve descends steeply from the upper left, passing through the marked point (0.5, 1 bit) and reaching zero at p = 1, where a filled dot sits labe…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207-214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L2  |  visual id: self-information-curve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Information as surprise: the logarithmic measure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Information as surprise: the logarith…</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probability p of the event</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I = log2(1/p) = -log2(p)</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the answer in bits; use natural logarithm for nats or base 10 for hartleys</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independent events, add the individual informations</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the two limits: p = 1 gives 0 bits, p approaching 0 gives unbounded bits</a:t>
            </a:r>
            <a:endParaRPr lang="en-US" sz="1100" dirty="0"/>
          </a:p>
        </p:txBody>
      </p:sp>
      <p:sp>
        <p:nvSpPr>
          <p:cNvPr id="19" name="shape-6-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logarithm per event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depends only on the probability, never on the content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undefined for p = 0, which never occurs in a well-posed source</a:t>
            </a:r>
            <a:endParaRPr lang="en-US" sz="1100" dirty="0"/>
          </a:p>
        </p:txBody>
      </p:sp>
      <p:sp>
        <p:nvSpPr>
          <p:cNvPr id="21" name="shape-6-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By convention 0 log 0 is taken as 0, justified by the limit.</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207-214   |   CO3  |  Bloom L2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Information as surprise: the logarithmic measure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Information as surprise: the logarith…</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source emits A with probability 0.5, B with 0.25, C with 0.125, D with 0.125.</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I(A) = log2(1/0.5) = 1 bit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I(B) = log2(1/0.25) = 2 bits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I(C) = I(D) = log2(1/0.125) = 3 bits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sequence AB has information 1 + 2 = 3 bits if the symbols are independent</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Rare symbols carry more bits. This is precisely why a good code gives short descriptions to common symbols and long ones to rare symbols.</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I(x_k) = log2( 1 / p_k ) = -log2( p_k )     bits</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Properties: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I(x) = 0            when p =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I(x) -&gt; infinity    as p -&gt;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I(x,y) = I(x)+I(y)  for independent x, y</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Units: log2 -&gt; bits, ln -&gt; nats, log10 -&gt; hartleys</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take information to measure importance or meaning. It measures only improbability: a rare but useless reading carries more information than a common but critical one, and the theory is deliberately indifferent to which.</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207-214   |   CO3  |  Bloom L2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Entropy: the average information per symbol</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Entropy: the average information per…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entropy of a discrete memoryless source is H(X) = -sum over k of p_k log2(p_k), the expected value of the self-information over all symbols. It measures the average uncertainty per symbol and, by the source-coding theorem, the average number of bits per symbol any lossless code must use. Entropy depends only on the probability distribution, not on the symbol values, so a source emitting voltages and one emitting letters with the same probabilities have identical entropy. It is maximised when all symbols are equally likely and falls to zero when one symbol has probability one.</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entropy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discrete memoryless source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expectation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binary entropy function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uncertainty</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Entropy is average surprise, it depends only on the probabilities, and it is the floor for lossless compression.</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plot of H(p) against p from 0 to 1, showing the symmetric cap-shaped binary entropy curve peaking at exactly 1 bit at p = 0.5 and touching zero at both p = 0 and p = 1. The peak is marked with a dot and labe…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207-214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binary-entropy-function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Entropy: the average information per symbol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Entropy: the average information per…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every symbol and its probability</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p_k log2(p_k) for each symbol, taking 0 log 0 as 0</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Sum the products and negate</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the result lies between 0 and log2(K) for K symbols</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the extremes: uniform gives log2(K), deterministic gives 0</a:t>
            </a:r>
            <a:endParaRPr lang="en-US" sz="1100" dirty="0"/>
          </a:p>
        </p:txBody>
      </p:sp>
      <p:sp>
        <p:nvSpPr>
          <p:cNvPr id="19" name="shape-9-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zero entropy for a deterministic source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K logarithms and K multiplications for K symbols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log2(K) bits when the source is uniform</a:t>
            </a:r>
            <a:endParaRPr lang="en-US" sz="1100" dirty="0"/>
          </a:p>
        </p:txBody>
      </p:sp>
      <p:sp>
        <p:nvSpPr>
          <p:cNvPr id="21" name="shape-9-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Real sources are far from uniform, which is what makes compression possible at all.</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207-214   |   CO3  |  Bloom L3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Entropy: the average information per symbol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Entropy: the average information per…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Source with probabilities 0.5, 0.25, 0.125, 0.125.</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0.5 x log2(2) = 0.5 x 1 = 0.5</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0.25 x log2(4) = 0.25 x 2 = 0.5</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0.125 x log2(8) = 0.125 x 3 = 0.375, twice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Sum: 0.5 + 0.5 + 0.375 + 0.375 = 1.75 bits per symbol</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H = 1.75 bits against log2(4) = 2 bits for a uniform four-symbol source. The 0.25 bit of slack is exactly what a compressor can recover.</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H(X) = -sum_{k=1}^{K} p_k * log2(p_k)      bits/symbol</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Bounds:  0 &lt;= H(X) &lt;= log2(K)</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H(X) = 0        iff one symbol has probability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H(X) = log2(K)  iff all symbols are equally likely</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Binary:  H(p) = -p log2(p) - (1-p) log2(1-p)</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compute entropy per message rather than per symbol and then compare it against a per-symbol code length. Entropy as defined here is per source symbol; for a block of n independent symbols the entropy is n H(X).</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207-214   |   CO3  |  Bloom L3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Properties of entropy and the extension of a source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Properties of entropy and the extensi…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Entropy is bounded between zero and log2(K) for a K-symbol alphabet, reaching the upper bound only when all symbols are equally likely, and it is a concave function of the probability distribution. The nth extension of a discrete memoryless source treats blocks of n symbols as single super-symbols drawn from an alphabet of K^n, and its entropy is exactly n H(X) because the symbols are independent. This matters because coding blocks rather than individual symbols is how practical codes approach the entropy bound: the inefficiency of rounding a code length up to a whole number of bits is amortised over n symbols and shrinks as 1/n.</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entropy bounds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source extension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block entropy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concavity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equiprobable maximum</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Coding blocks of n symbols divides the rounding waste by n, which is how real codes creep up on the entropy bound.</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bar chart with n on the horizontal axis at values 1, 2, 3, 4 and average code length per source symbol on the vertical. Four bars descend towards a horizontal dashed line labelled "H(X) = 1.75", each bar ann…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207-214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source-extension-amortisation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Properties of entropy and the extension of a source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Properties of entropy and the extensi…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source is memoryless so that block probabilities are products</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the nth extension with alphabet size K^n</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entropy of the extension: it equals n H(X)</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Design a code for the extension rather than the original alphabet</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Divide the resulting average length by n to get bits per source symbol</a:t>
            </a:r>
            <a:endParaRPr lang="en-US" sz="1100" dirty="0"/>
          </a:p>
        </p:txBody>
      </p:sp>
      <p:sp>
        <p:nvSpPr>
          <p:cNvPr id="19" name="shape-12-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 = 1 requires no grouping at all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excess over entropy falls as 1/n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alphabet size K^n grows exponentially, so the code table explodes</a:t>
            </a:r>
            <a:endParaRPr lang="en-US" sz="1100" dirty="0"/>
          </a:p>
        </p:txBody>
      </p:sp>
      <p:sp>
        <p:nvSpPr>
          <p:cNvPr id="21" name="shape-12-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This exponential blow-up is why arithmetic coding, which avoids explicit tables, displaced block Huffman coding.</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207-214   |   CO3  |  Bloom L4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Properties of entropy and the extension of a source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Properties of entropy and the extensi…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Binary source with p = 0.9, so H = 0.469 bits.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 = 1: any binary code needs 1 bit per symbol, excess 0.531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 = 2: alphabet {AA, AB, BA, BB} with probabilities 0.81, 0.09, 0.09, 0.01</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Huffman code on those gives average length about 1.29 bits per pair, or 0.645 per symbol</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 = 3 brings it down to roughly 0.533 per symbol</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Excess falls from 0.531 to 0.176 to 0.064 bits per symbol as n goes 1, 2, 3 — converging on the entropy from above, at the price of an alphabet growing 2, 4, 8.</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Extension:  X^n has alphabet size K^n</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H(X^n) = n * H(X)          for a memoryless source</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Source coding theorem, block form: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H(X) &lt;= L_n / n &lt; H(X) + 1/n</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L_n / n -&gt; H(X)  as n -&gt; infinity</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apply H(X^n) = n H(X) to a source with memory. The relation depends on independence; for a source with memory the block entropy grows more slowly than linearly, which is exactly the redundancy that dictionary coders exploit.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207-214   |   CO3  |  Bloom L4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 coding theorem</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 coding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Shannon source coding theorem states that for a discrete memoryless source of entropy H(X), the average code length L of any uniquely decodable code satisfies L &gt;= H(X), and codes exist with L less than H(X) + 1. Entropy is therefore both a hard floor and an achievable target, which is what makes it the right definition of information content. The theorem is an existence result: it guarantees a code exists without constructing one, and the gap of up to one bit comes from the need to round code lengths to whole numbers. Coding the nth extension shrinks that gap to 1/n.</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source coding theorem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average code length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code efficiency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lower bound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lossless compression</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 lossless code beats entropy, and some code gets within one bit of it — a floor and a ceiling in one theorem.</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horizontal number line representing average code length in bits per symbol. A solid vertical barrier stands at H(X) with the region to its left shaded red and labelled "impossible: no uniquely decodable code…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214-215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source-coding-bounds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 coding theorem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 coding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source entropy H(X)</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Design a uniquely decodable code and compute its average length L = sum p_k l_k</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L &gt;= H(X); a violation means the code is not uniquely decodable</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efficiency as H(X)/L</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efficiency is unsatisfactory, code the nth extension instead</a:t>
            </a:r>
            <a:endParaRPr lang="en-US" sz="1100" dirty="0"/>
          </a:p>
        </p:txBody>
      </p:sp>
      <p:sp>
        <p:nvSpPr>
          <p:cNvPr id="19" name="shape-15-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efficiency 100% when all probabilities are negative powers of two</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Huffman typically achieves 95% or better on real sources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highly skewed binary source can lose over half a bit per symbol at n = 1</a:t>
            </a:r>
            <a:endParaRPr lang="en-US" sz="1100" dirty="0"/>
          </a:p>
        </p:txBody>
      </p:sp>
      <p:sp>
        <p:nvSpPr>
          <p:cNvPr id="21" name="shape-15-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That worst case is exactly where arithmetic coding pays for itself.</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214-215   |   CO3  |  Bloom L3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source coding theorem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source coding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Source with probabilities 0.5, 0.25, 0.125, 0.125 and code lengths 1, 2, 3, 3.</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 = 0.5(1) + 0.25(2) + 0.125(3) + 0.125(3) = 0.5 + 0.5 + 0.375 + 0.375</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 = 1.75 bits per symbol</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H(X) = 1.75 bits per symbol, computed earlier</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Efficiency = 1.75/1.75 = 100%</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Perfect efficiency, because every probability is a negative power of two so every ideal length log2(1/p_k) is already a whole number.</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 = sum_k p_k * l_k          average code length</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Source coding theorem: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H(X) &lt;= L &lt; H(X) + 1</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Efficiency:  eta = H(X) / 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Redundancy:  1 - eta</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Ideal length:  l_k = log2(1/p_k)</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find a code with L &lt; H(X) and conclude the theorem is wrong. Such a code is never uniquely decodable — the Kraft inequality fails, so distinct message sequences share the same encoding.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214-215   |   CO3  |  Bloom L3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Prefix codes and the Kraft inequality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Prefix codes and the Kraft inequality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prefix code is one in which no codeword is a prefix of any other, which makes decoding instantaneous: as soon as the received bits match a codeword, that codeword is complete and no lookahead is needed. Prefix codes correspond exactly to binary trees with codewords at the leaves, and a set of lengths l_k admits a prefix code if and only if the Kraft inequality sum of 2^(-l_k) &lt;= 1 holds. The inequality has a direct interpretation: each codeword of length l claims a fraction 2^(-l) of the tree, and the claims cannot exceed the whole tree. Equality means the tree is full, with no wasted branches.</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prefix code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instantaneous decoding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Kraft inequality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code tree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unique decodability</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Kraft says code lengths compete for one unit of tree; a prefix code exists exactly when the claims fit.</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binary tree drawn downward from a root, with left branches labelled 0 and right branches labelled 1. Four leaves are marked as codewords at depths 1, 2, 3, 3, each with its codeword string beneath. Internal…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215-223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prefix-code-tree-budget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Prefix codes and the Kraft inequality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Prefix codes and the Kraft inequality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the desired code lengths l_1 .. l_K</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Kraft sum: sum over k of 2^(-l_k)</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the sum exceeds 1, no prefix code with those lengths exists</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the sum is at most 1, assign codewords by walking a binary tree, shortest first</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Mark each assigned node and all its descendants as unavailable</a:t>
            </a:r>
            <a:endParaRPr lang="en-US" sz="1100" dirty="0"/>
          </a:p>
        </p:txBody>
      </p:sp>
      <p:sp>
        <p:nvSpPr>
          <p:cNvPr id="19" name="shape-18-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Kraft sum exactly 1 means no wasted tree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assignment is a single pass over sorted lengths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Kraft sum well below 1 signals lengths longer than necessary</a:t>
            </a:r>
            <a:endParaRPr lang="en-US" sz="1100" dirty="0"/>
          </a:p>
        </p:txBody>
      </p:sp>
      <p:sp>
        <p:nvSpPr>
          <p:cNvPr id="21" name="shape-18-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Any uniquely decodable code also satisfies Kraft, so prefix codes lose nothing.</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215-223   |   CO3  |  Bloom L4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Prefix codes and the Kraft inequality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Prefix codes and the Kraft inequality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Proposed lengths 1, 2, 3, 3.</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2^-1 + 2^-2 + 2^-3 + 2^-3</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0.5 + 0.25 + 0.125 + 0.125</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1.0 exactly</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prefix code exists and the tree is full: 0, 10, 110, 111</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Kraft sum is exactly 1, so the code fits perfectly with no spare branches. Adding any fifth codeword is impossible without lengthening an existing one.</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Prefix condition: no codeword is a prefix of another</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Kraft inequality:  sum_k 2^(-l_k) &lt;= 1</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Equality  =&gt;  full tree, no unused leaves</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Example:  lengths 1,2,3,3  -&gt;  0, 10, 110, 111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Kraft sum = 0.5+0.25+0.125+0.125 = 1</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treat the Kraft inequality as a test for optimality. It only tests existence: a wildly inefficient code with lengths 5, 5, 5, 5 also satisfies it comfortably while wasting more than three bits per symbol.</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215-223   |   CO3  |  Bloom L4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Huffman coding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Huffman coding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Huffman coding constructs an optimal prefix code by repeatedly merging the two least probable symbols into a composite symbol whose probability is their sum, until one symbol remains. Reading the resulting binary tree from the root to each leaf yields the codewords, and the construction is provably optimal: no other prefix code has a smaller average length for the same distribution. Its weakness is granularity — code lengths must be whole numbers of bits, so a symbol of probability 0.9 that ideally deserves 0.152 bits still gets a full bit. Ties in the merge order produce different trees with identical average length.</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Huffman code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greedy merge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optimal prefix code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code tree construction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tie breaking</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Huffman is optimal among prefix codes, and its only loss is the rounding of ideal lengths to whole bits.</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construction diagram flowing bottom to top. Four leaf boxes at the bottom carry probabilities 0.4, 0.3, 0.2, 0.1. The two smallest, 0.2 and 0.1, are joined by lines rising to a node labelled 0.3, with the br…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215-223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huffman-merge-tree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Huffman coding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Huffman coding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all symbols with their probabilities</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Merge the two least probable into a node with the sum of their probabilities</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Insert the merged node back into the list</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Repeat until a single node of probability 1 remains</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Label branches 0 and 1 and read codewords from the root down to each leaf</a:t>
            </a:r>
            <a:endParaRPr lang="en-US" sz="1100" dirty="0"/>
          </a:p>
        </p:txBody>
      </p:sp>
      <p:sp>
        <p:nvSpPr>
          <p:cNvPr id="19" name="shape-21-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O(K log K) with a priority queue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optimal average length among all prefix codes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up to one bit per symbol above entropy for skewed sources</a:t>
            </a:r>
            <a:endParaRPr lang="en-US" sz="1100" dirty="0"/>
          </a:p>
        </p:txBody>
      </p:sp>
      <p:sp>
        <p:nvSpPr>
          <p:cNvPr id="21" name="shape-21-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Coding the nth extension reduces that excess to 1/n at the cost of a K^n table.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215-223   |   CO3  |  Bloom L4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Huffman coding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Huffman coding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Probabilities A 0.4, B 0.3, C 0.2, D 0.1.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Merge C 0.2 and D 0.1 into CD 0.3</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Merge B 0.3 and CD 0.3 into BCD 0.6</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Merge A 0.4 and BCD 0.6 into the root 1.0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Codewords: A 0, B 10, C 110, D 111</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L = 0.4(1) + 0.3(2) + 0.2(3) + 0.1(3) = 1.9 bits against H = 1.846 bits, an efficiency of 97.2%.</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while more than one node remains: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take the two smallest probabilities p_i, p_j</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create parent with probability p_i + p_j</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label the two branches 0 and 1</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Codeword(symbol) = branch labels from root to its leaf</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Optimal:  no prefix code has smaller L for the same 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Bounded:  H(X) &lt;= L &lt; H(X) + 1</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assign 0 and 1 arbitrarily and then read codewords from leaf to root. The codeword is read root to leaf; reversing it breaks the prefix property in general and produces a code that cannot be decoded.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215-223   |   CO3  |  Bloom L4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Lempel-Ziv coding and the case for dictionary methods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Lempel-Ziv coding and the case for di…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Lempel-Ziv coding builds a dictionary of previously seen phrases as it reads the source, encoding each new phrase as a pointer to the longest matching earlier phrase plus one new symbol. It requires no prior knowledge of the source statistics, which makes it universal: it approaches the entropy rate of any stationary ergodic source as the sequence length grows. Its decisive advantage over Huffman is that it exploits memory — repeated patterns become single pointers regardless of individual symbol probabilities — which is why it underlies gzip, PNG and the compress utility while Huffman appears mostly as a back-end.</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Lempel-Ziv</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dictionary coding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universal code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source with memory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adaptive compression</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Huffman needs the statistics and ignores memory; Lempel-Ziv learns as it goes and captures repetition, which is where real redundancy lives.</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horizontal input string of bits shown as a tape at the top, with a moving parse marker. Beneath, a growing dictionary table with columns index, phrase and encoding, filling row by row as the parse advances.…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215-223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lempel-ziv-dictionary-build</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Lempel-Ziv coding and the case for dictionary methods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Lempel-Ziv coding and the case for di…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Initialise the dictionary with the single-symbol phrases</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Parse the input for the longest phrase already in the dictionary</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Emit the index of that phrase followed by the next input symbol</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the extended phrase to the dictionary as a new entry</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Continue until the input is exhausted; the decoder rebuilds the same dictionary</a:t>
            </a:r>
            <a:endParaRPr lang="en-US" sz="1100" dirty="0"/>
          </a:p>
        </p:txBody>
      </p:sp>
      <p:sp>
        <p:nvSpPr>
          <p:cNvPr id="19" name="shape-24-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highly repetitive data compresses enormously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approaches the entropy rate for any stationary ergodic source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random incompressible data expands slightly because of pointer overhead</a:t>
            </a:r>
            <a:endParaRPr lang="en-US" sz="1100" dirty="0"/>
          </a:p>
        </p:txBody>
      </p:sp>
      <p:sp>
        <p:nvSpPr>
          <p:cNvPr id="21" name="shape-24-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decoder needs no transmitted dictionary: it reconstructs the same one from the decoded output.</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215-223   |   CO3  |  Bloom L4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Lempel-Ziv coding and the case for dictionary methods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Lempel-Ziv coding and the case for di…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sequence 0 0 0 1 0 1 1 1 0 0 1 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Parse 0, not yet in the dictionary beyond the initial entries: phrase 1 = 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Parse 00, extend phrase 1: phrase 2 = 00, encoded as (1, 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Parse 1: phrase 3 = 1</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Parse 01, extend phrase 1 with 1: phrase 4 = 01, encoded as (1, 1)</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Repeated substrings collapse into short pointers. On this twelve-bit toy input the overhead dominates, but on a megabyte of text the same mechanism typically halves the size.</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dictionary = { single symbols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while input remains: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find longest prefix P of input already in dictionary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let c = next symbol after 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emit ( index(P), c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dictionary.add( P + c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Universal: no source statistics required in advance.</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expect Lempel-Ziv to beat Huffman on a memoryless source. On a genuinely memoryless source there is no repetition to exploit, so Huffman with known statistics wins; Lempel-Ziv pays pointer overhead for nothing.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215-223   |   CO3  |  Bloom L4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Code efficiency, redundancy and where compression stops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Code efficiency, redundancy and where…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Code efficiency is the ratio H(X)/L and redundancy is one minus that, both dimensionless and both bounded by one. A high efficiency means the code is close to the entropy floor, but average length is not the only design criterion: the variance of the code length matters too, because a variable-length code feeding a fixed-rate channel requires a buffer, and the buffer size is driven by the variance rather than the mean. Two Huffman codes can have identical average length and very different variance, which is why the tie-breaking rule in the merge step is not arbitrary in practice.</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efficiency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redundancy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variance of code length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buffering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compression ratio</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Efficiency measures the mean; buffer size is set by the variance, so two codes with the same average length are not equally usable.</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Huffman trees drawn side by side, both for the same probability set and both annotated "L = 2.2 bits". The left tree is balanced with lengths 2,2,2,3,3 and the right is skewed with lengths 1,2,3,4,4. Benea…</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215-223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efficiency-and-variance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Code efficiency, redundancy and where compression stops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Code efficiency, redundancy and where…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average length L and the entropy H(X)</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Efficiency is H(X)/L; redundancy is 1 minus that</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variance of code length: sum p_k (l_k - L)^2</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Size the transmit buffer from the variance, not the mean</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the tie-breaking that minimises variance when average lengths are equal</a:t>
            </a:r>
            <a:endParaRPr lang="en-US" sz="1100" dirty="0"/>
          </a:p>
        </p:txBody>
      </p:sp>
      <p:sp>
        <p:nvSpPr>
          <p:cNvPr id="19" name="shape-27-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efficiency 1 with zero variance when all lengths are equal and optimal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real sources reach 90 to 99% efficiency with Huffman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high variance forces a large buffer and adds latency</a:t>
            </a:r>
            <a:endParaRPr lang="en-US" sz="1100" dirty="0"/>
          </a:p>
        </p:txBody>
      </p:sp>
      <p:sp>
        <p:nvSpPr>
          <p:cNvPr id="21" name="shape-27-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Buffer overflow, not compression ratio, is what usually breaks a variable-length link.</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215-223   |   CO3  |  Bloom L4</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Code efficiency, redundancy and where compression stops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Code efficiency, redundancy and where…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Code with lengths 1, 2, 3, 3 and probabilities 0.5, 0.25, 0.125, 0.125, so L = 1.75 and H = 1.75.</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Efficiency = 1.75/1.75 = 100%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Variance = 0.5(1-1.75)^2 + 0.25(2-1.75)^2 + 0.125(3-1.75)^2 x 2</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0.5(0.5625) + 0.25(0.0625) + 0.25(1.5625)</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0.281 + 0.016 + 0.391 = 0.688</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Perfect efficiency but a length variance of 0.688, so the transmit buffer must absorb runs of long codewords even though the average is exactly at the entropy.</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Efficiency:  eta = H(X) / 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Redundancy:  R = 1 - eta</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Variance:    sigma^2 = sum_k p_k * (l_k - L)^2</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Compression ratio = original bits / compressed bits</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Buffer sizing is driven by sigma^2, not by L.</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report a compression ratio without stating the original representation. Compressing an eight-bit-per-symbol file to two bits gives a ratio of 4, but if the source entropy is 1.9 bits the code is still 5% off optimal — the ratio flatters the code.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215-223   |   CO3  |  Bloom L4</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Discrete memoryless channels and the transition matrix</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Discrete memoryless channels and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discrete memoryless channel is specified by an input alphabet, an output alphabet and a matrix of transition probabilities p(y_j | x_k), the probability of observing output j given input k. Memoryless means each output depends only on the current input, not on any previous one, so the matrix fully describes the channel. Every row sums to one because some output must occur. The channel matrix, together with the input distribution chosen by the transmitter, determines everything about the channel, including its capacity — and the split matters, because the matrix is imposed by physics while the input distribution is a design choice.</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discrete memoryless channel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transition probability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channel matrix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input alphabet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output alphabet</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channel matrix is given by nature; the input distribution is yours to choose, and capacity is the best you can do with that one choice.</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bipartite diagram with input symbols x1, x2 as filled circles on the left and output symbols y1, y2 as circles on the right. Four arrows connect every input to every output, the two horizontal ones drawn thi…</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223-226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dmc-transition-graph</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Discrete memoryless channels and the transition matrix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Discrete memoryless channels and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Enumerate the input alphabet and the output alphabet</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Fill the matrix entry p(y_j | x_k) for every input-output pair</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each row sums to one</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Combine with an input distribution p(x_k) to get joint probabilities</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Marginalise to obtain the output distribution p(y_j)</a:t>
            </a:r>
            <a:endParaRPr lang="en-US" sz="1100" dirty="0"/>
          </a:p>
        </p:txBody>
      </p:sp>
      <p:sp>
        <p:nvSpPr>
          <p:cNvPr id="19" name="shape-30-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noiseless channel has an identity matrix</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K x J entries for K inputs and J outputs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useless channel has identical rows, making the output independent of the input</a:t>
            </a:r>
            <a:endParaRPr lang="en-US" sz="1100" dirty="0"/>
          </a:p>
        </p:txBody>
      </p:sp>
      <p:sp>
        <p:nvSpPr>
          <p:cNvPr id="21" name="shape-30-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Identical rows mean zero mutual information for every input distribution, hence zero capacity.</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223-226   |   CO3  |  Bloom L3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Discrete memoryless channels and the transition matrix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Discrete memoryless channels and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Binary symmetric channel with crossover probability p = 0.1 and equally likely inputs.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Matrix rows: [0.9, 0.1] and [0.1, 0.9]</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Joint probabilities: 0.45, 0.05, 0.05, 0.45</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Output marginals: p(y=0) = 0.45 + 0.05 = 0.5, p(y=1) = 0.5</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Outputs are equally likely even though the channel is noisy</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uniform input gives a uniform output on a symmetric channel. The output distribution alone reveals nothing about the noise — the mutual information is what does.</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Channel: p(y_j | x_k),  j = 1..J,  k = 1..K</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sum_j p(y_j | x_k) = 1     for every k</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Joint:     p(x_k, y_j) = p(x_k) * p(y_j | x_k)</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Marginal:  p(y_j) = sum_k p(x_k) * p(y_j | x_k)</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BSC:  [[1-p, p], [p, 1-p]]</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confuse p(y|x) with p(x|y). The channel matrix holds forward probabilities, from input to output; the receiver needs the reverse, which requires Bayes and therefore the input distribution as well.</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223-226   |   CO3  |  Bloom L3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binary symmetric and binary erasure channels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binary symmetric and binary erasu…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binary symmetric channel flips each bit independently with probability p, so an error is undetectable at the receiver — a received 1 might be a transmitted 1 or a flipped 0. The binary erasure channel instead replaces each bit with an erasure symbol with probability epsilon, so the receiver always knows which bits it lost. This difference is decisive: knowing where the damage is worth a great deal, and the BEC has capacity 1 - epsilon while the BSC has the much smaller 1 - H(p). At the same probability of disturbance, the erasure channel carries substantially more information.</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BSC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BEC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crossover probability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erasure probability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channel comparison</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Knowing which bits are damaged is worth more than the bits themselves; the BEC beats the BSC at the same disturbance probability.</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bipartite channel diagrams side by side. Left, the BSC: two inputs, two outputs, crossing arrows labelled p in red. Right, the BEC: two inputs, three outputs including a middle one drawn as a question mark…</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223-226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bsc-versus-bec</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binary symmetric and binary erasure channels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binary symmetric and binary erasu…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whether the receiver can tell that a symbol was corrupted</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corruption is silent, model as a BSC with crossover p</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corruption is flagged, model as a BEC with erasure probability epsilon</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capacity: 1 - H(p) for the BSC, 1 - epsilon for the BEC</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a physical layer that flags its failures, since flagged loss is cheaper to code against</a:t>
            </a:r>
            <a:endParaRPr lang="en-US" sz="1100" dirty="0"/>
          </a:p>
        </p:txBody>
      </p:sp>
      <p:sp>
        <p:nvSpPr>
          <p:cNvPr id="19" name="shape-33-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BEC capacity falls only linearly with the erasure rate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BSC capacity falls with the binary entropy function, much faster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BSC at p = 0.5 has zero capacity: the output is independent of the input</a:t>
            </a:r>
            <a:endParaRPr lang="en-US" sz="1100" dirty="0"/>
          </a:p>
        </p:txBody>
      </p:sp>
      <p:sp>
        <p:nvSpPr>
          <p:cNvPr id="21" name="shape-33-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BSC with p = 0.9 is fine — just invert every bit; p = 0.5 is the only truly useless case.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223-226   |   CO3  |  Bloom L4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binary symmetric and binary erasure channels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binary symmetric and binary erasu…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a BSC with p = 0.1 against a BEC with epsilon = 0.1.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H(0.1) = -0.1 log2(0.1) - 0.9 log2(0.9) = 0.332 + 0.137 = 0.469</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BSC capacity: 1 - 0.469 = 0.531 bits per use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BEC capacity: 1 - 0.1 = 0.9 bits per use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Ratio: the BEC carries 1.70 times as much</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At the same 10% disturbance rate the erasure channel carries 70% more information, purely because the receiver knows where the damage is.</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BSC:  p(y != x) = 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C = 1 - H(p)          bits per channel use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H(p) = -p log2 p - (1-p) log2 (1-p)</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BEC:  p(y = erasure) = epsilon,  no bit errors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C = 1 - epsilon</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At p = epsilon = 0.1:  C_BSC = 0.531,  C_BEC = 0.9</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say a BSC with p = 0.9 is worse than one with p = 0.5. It is far better: simply invert every received bit and it becomes a BSC with p = 0.1. Capacity is symmetric about p = 0.5, which is the single worst value.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223-226   |   CO3  |  Bloom L4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Mutual information: what the output tells you about the input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Mutual information: what the output 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Mutual information I(X;Y) = H(X) - H(X|Y) is the reduction in uncertainty about the input achieved by observing the output. The subtracted term H(X|Y), called the equivocation, is the uncertainty that remains after the observation, and it is exactly the information the channel destroys. Mutual information is symmetric, so it equals H(Y) - H(Y|X) as well, and it is zero precisely when input and output are independent — a channel that tells you nothing. It is never negative: observing the output can never increase your uncertainty about the input, however noisy the channel.</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mutual information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conditional entropy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equivocation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uncertainty reduction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joint entropy</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Mutual information is what survives the channel: total uncertainty minus what remains after looking at the output.</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overlapping circles on a plain background, the left labelled H(X) and the right H(Y). The lens-shaped intersection is shaded solid and labelled "I(X;Y)". The left crescent is labelled "H(X|Y), equivocation…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226-230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mutual-information-venn</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Mutual information: what the output tells you about the…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Mutual information: what the output 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H(X) from the input distribution</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joint distribution p(x,y) from the input and the channel matrix</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H(X|Y) by averaging the conditional entropies over the output distribution</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Subtract: I(X;Y) = H(X) - H(X|Y)</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Cross-check with the symmetric form H(Y) - H(Y|X)</a:t>
            </a:r>
            <a:endParaRPr lang="en-US" sz="1100" dirty="0"/>
          </a:p>
        </p:txBody>
      </p:sp>
      <p:sp>
        <p:nvSpPr>
          <p:cNvPr id="19" name="shape-36-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noiseless channel gives I = H(X), nothing lost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requires the full joint distribution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useless channel gives I = 0 for every input distribution</a:t>
            </a:r>
            <a:endParaRPr lang="en-US" sz="1100" dirty="0"/>
          </a:p>
        </p:txBody>
      </p:sp>
      <p:sp>
        <p:nvSpPr>
          <p:cNvPr id="21" name="shape-36-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Mutual information is a function of both the channel and the input distribution; only maximising over inputs gives capacity.</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226-230   |   CO3  |  Bloom L4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Mutual information: what the output tells you about the…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Mutual information: what the output 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BSC with p = 0.1 and equally likely inputs.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H(X) = 1 bit since inputs are equiprobable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H(Y|X) = H(0.1) = 0.469 bits, the same for either input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H(Y) = 1 bit since the output is also equiprobable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I(X;Y) = H(Y) - H(Y|X) = 1 - 0.469 = 0.531 bits</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0.531 bits survive per channel use. The equivocation of 0.469 bits is precisely what channel coding in Module 4 sets out to recover.</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I(X;Y) = H(X) - H(X|Y)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 H(Y) - H(Y|X)</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 H(X) + H(Y) - H(X,Y)</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Properties: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I(X;Y) &gt;=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I(X;Y) = 0  iff X and Y are independent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I(X;Y) = I(Y;X)</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compute H(X) - H(Y) instead of H(X) - H(X|Y). The first is a difference of two marginal entropies and can be negative, which mutual information never is.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226-230   |   CO3  |  Bloom L4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Properties of mutual information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Properties of mutual information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Mutual information is non-negative, symmetric in its two arguments, and concave in the input distribution for a fixed channel — the last property is what guarantees that maximising it over input distributions has a single global maximum rather than a landscape of local ones. It also obeys the data processing inequality: if X, Y and Z form a Markov chain, then I(X;Z) &lt;= I(X;Y), meaning no amount of post-processing at the receiver can create information that the channel did not deliver. That inequality is the formal reason a clever decoder cannot beat channel capacity, only approach it.</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non-negativity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symmetry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concavity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data processing inequality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independence</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Concavity makes capacity computable; the data processing inequality makes it unbeatable by any amount of receiver cleverness.</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left-to-right chain of three labelled boxes X, Y, Z joined by two arrows, the first labelled "channel" and the second "any processing". Above the chain, two brackets span the pairs: a wide one from X to Z la…</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226-230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data-processing-chain</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Properties of mutual information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Properties of mutual information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non-negativity: I(X;Y) &gt;= 0 with equality only for independence</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symmetry: I(X;Y) = I(Y;X)</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concavity in p(x) to justify a single-maximum search for capacity</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the data processing inequality to any receiver post-processing stage</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Conclude that no decoder can exceed the mutual information the channel delivers</a:t>
            </a:r>
            <a:endParaRPr lang="en-US" sz="1100" dirty="0"/>
          </a:p>
        </p:txBody>
      </p:sp>
      <p:sp>
        <p:nvSpPr>
          <p:cNvPr id="19" name="shape-39-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symmetry halves the work in many derivations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concavity permits standard convex optimisation for capacity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the maximisation has no closed form for a general asymmetric channel</a:t>
            </a:r>
            <a:endParaRPr lang="en-US" sz="1100" dirty="0"/>
          </a:p>
        </p:txBody>
      </p:sp>
      <p:sp>
        <p:nvSpPr>
          <p:cNvPr id="21" name="shape-39-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Blahut-Arimoto algorithm computes capacity numerically for arbitrary channel matrices.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226-230   |   CO3  |  Bloom L4</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Properties of mutual information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Properties of mutual information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BSC with p = 0.1 followed by a receiver that simply inverts every bit.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I(X;Y) across the channel = 0.531 bits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inversion is a deterministic function, so X -&gt; Y -&gt; Z is a Markov chain</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Data processing gives I(X;Z) &lt;= 0.531</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Here inversion is invertible, so equality holds: I(X;Z) = 0.531</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reversible operation preserves information exactly; any irreversible one, such as quantising the output more coarsely, strictly loses some.</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Non-negativity:  I(X;Y) &gt;=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Symmetry:        I(X;Y) = I(Y;X)</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Concavity:       I is concave in p(x) for fixed p(y|x)</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Data processing: if X -&gt; Y -&gt; Z is a Markov chain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then I(X;Z) &lt;= I(X;Y)</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Equality iff the processing is invertible.</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apply the data processing inequality in the wrong direction and conclude a better decoder can raise capacity. Post-processing can only preserve or destroy information; capacity is fixed by the channel and the input distribution alone.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226-230   |   CO3  |  Bloom L4</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Channel capacity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Channel capacity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Channel capacity is C = max over p(x) of I(X;Y), the largest mutual information achievable by any choice of input distribution, measured in bits per channel use. The maximisation is over the transmitter design space, since the channel matrix itself is fixed by physics, and concavity guarantees a unique maximum. For symmetric channels the maximising distribution is uniform, which makes the calculation easy; for asymmetric channels it generally is not, and numerical methods are required. Capacity is a property of the channel alone, and it is the ceiling every coding scheme in the remaining modules is trying to approach.</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channel capacity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maximisation over inputs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bits per channel use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symmetric channel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optimal input distribution</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Capacity is the best mutual information over all input distributions — a property of the channel, not of any code.</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plot of mutual information against the input probability p(x=0) from 0 to 1 for a BSC with p = 0.1. The curve is a symmetric cap peaking at exactly 0.5 with value 0.531, the peak marked with a dot labelled "…</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230-232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capacity-maximisation</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Channel capacity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Channel capacity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mutual information as a function of the input distribution</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whether the channel is symmetric</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symmetric, take the uniform input distribution and evaluate directly</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not, maximise numerically, for example with the Blahut-Arimoto algorithm</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Report capacity in bits per channel use, and multiply by the symbol rate for bits per second</a:t>
            </a:r>
            <a:endParaRPr lang="en-US" sz="1100" dirty="0"/>
          </a:p>
        </p:txBody>
      </p:sp>
      <p:sp>
        <p:nvSpPr>
          <p:cNvPr id="19" name="shape-42-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symmetric channels have uniform optimal input and a closed form</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concave maximisation, so a unique global optimum exists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no closed form for general asymmetric channels</a:t>
            </a:r>
            <a:endParaRPr lang="en-US" sz="1100" dirty="0"/>
          </a:p>
        </p:txBody>
      </p:sp>
      <p:sp>
        <p:nvSpPr>
          <p:cNvPr id="21" name="shape-42-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Capacity per second requires multiplying by the symbol rate, which is where bandwidth enters.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230-232   |   CO3  |  Bloom L4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Channel capacity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Channel capacity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BSC with p = 0.01, symbol rate 1 Msymbol/s.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H(0.01) = -0.01 log2(0.01) - 0.99 log2(0.99) = 0.0664 + 0.0144 = 0.0808</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 = 1 - 0.0808 = 0.919 bits per channel use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1 Msymbol/s: 919 kbit/s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1% error rate therefore costs about 8% of the throughput, not 1%</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919 kbit/s is the ceiling. Any code achieving less is inefficient; no code achieves more, whatever its complexity.</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 = max over p(x) of I(X;Y)        bits per channel use</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Symmetric channel  =&gt;  uniform p(x) is optimal</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BSC:  C = 1 - H(p)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BEC:  C = 1 - epsilon</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Capacity in bits/second = C * symbol rate</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state capacity in bits per second without a symbol rate. Capacity as defined is per channel use; converting to bits per second requires the signalling rate, which is set by the bandwidth.</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230-232   |   CO3  |  Bloom L4</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channel coding theorem</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channel coding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channel coding theorem states that for any code rate R strictly less than capacity C, there exist codes of sufficiently long block length whose probability of error can be made arbitrarily small; and conversely, for R greater than C, the error probability is bounded away from zero no matter what code is used. This is the most consequential result in the subject, because it says reliable communication over an unreliable channel is possible without reducing the rate to zero — which was not obvious and was widely disbelieved before 1948. It is an existence proof by random coding: it shows good codes are plentiful without exhibiting one, which is why the next two modules are needed.</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channel coding theorem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arbitrarily small error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code rate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block length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converse</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Below capacity, arbitrarily reliable communication exists; above it, none does. The theorem says codes exist but not which ones.</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horizontal rate axis from 0 to beyond C, with a bold vertical threshold line at C. To the left of it the region is tinted green and labelled "R &lt; C: error probability can be driven to zero with long enough b…</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232-237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coding-theorem-threshold</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channel coding theorem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channel coding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channel capacity C</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 code rate R = k/n strictly less than C</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Increase the block length n until the required error probability is met</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Accept the increased latency and decoding complexity that longer blocks bring</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the required rate exceeds C, reduce the rate or improve the channel — no code will help</a:t>
            </a:r>
            <a:endParaRPr lang="en-US" sz="1100" dirty="0"/>
          </a:p>
        </p:txBody>
      </p:sp>
      <p:sp>
        <p:nvSpPr>
          <p:cNvPr id="19" name="shape-45-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rates well below capacity converge quickly with modest block length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error probability falls exponentially in the block length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rates approaching capacity need very long blocks and heavy decoding</a:t>
            </a:r>
            <a:endParaRPr lang="en-US" sz="1100" dirty="0"/>
          </a:p>
        </p:txBody>
      </p:sp>
      <p:sp>
        <p:nvSpPr>
          <p:cNvPr id="21" name="shape-45-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Turbo and LDPC codes reach within a fraction of a dB of capacity with block lengths in the thousands.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232-237   |   CO3  |  Bloom L4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channel coding theorem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channel coding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BSC with p = 0.01, so C = 0.919. A designer wants R = 0.95.</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R against C: 0.95 &gt; 0.919</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converse applies: error probability is bounded away from zero</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 block length and no decoder complexity can fix this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Options: reduce R below 0.919, or improve the channel to reduce p</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design is impossible as stated. Reducing the rate to 0.9 puts it below capacity, at which point long enough codes can make errors as rare as required.</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Code rate:  R = k/n     information bits per transmitted bit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Forward:  R &lt; C  =&gt;  exists a code with Pe -&gt; 0 as n -&gt; infinity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Converse: R &gt; C  =&gt;  Pe bounded away from 0 for every code</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Random coding argument: almost all long codes are good.</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read the theorem as a promise that any specific code will work below capacity. It guarantees that good codes exist, not that a chosen code is one of them — a rate-1/2 repetition code is far below capacity and still poor.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232-237   |   CO3  |  Bloom L4</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Information Capacity Law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Information Capacity Law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Information Capacity Law states that a band-limited AWGN channel of bandwidth B hertz and signal-to-noise ratio S/N has capacity C = B log2(1 + S/N) bits per second. It ties together the three resources a communication engineer trades between — bandwidth, power and reliability — in a single expression, and it is the continuous-channel counterpart of the discrete capacity results. Capacity grows only logarithmically with power, so doubling the transmit power adds barely one bit per hertz at high SNR, while it grows linearly with bandwidth, which is why spectrum is the more valuable of the two resources.</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Shannon-Hartley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information capacity law</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bandwidth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signal-to-noise ratio</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band-limited channel</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 = B log2(1 + S/N): capacity is linear in bandwidth and only logarithmic in power, which is why spectrum costs more than watts.</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plots side by side sharing a capacity axis. Left: capacity against bandwidth at fixed SNR, a straight line rising from the origin, labelled "linear in B". Right: capacity against SNR in dB at fixed bandwid…</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240-244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shannon-hartley-surface</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Information Capacity Law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Information Capacity Law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Measure or specify the channel bandwidth B in hertz</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signal-to-noise ratio S/N as a linear ratio, not in decibels</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Evaluate C = B log2(1 + S/N) in bits per second</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against the required bit rate</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short, decide whether more bandwidth or more power is the cheaper remedy</a:t>
            </a:r>
            <a:endParaRPr lang="en-US" sz="1100" dirty="0"/>
          </a:p>
        </p:txBody>
      </p:sp>
      <p:sp>
        <p:nvSpPr>
          <p:cNvPr id="19" name="shape-48-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unlimited bandwidth still gives a finite capacity of 1.44 S/N0</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logarithm per evaluation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high SNR gives sharply diminishing returns on power</a:t>
            </a:r>
            <a:endParaRPr lang="en-US" sz="1100" dirty="0"/>
          </a:p>
        </p:txBody>
      </p:sp>
      <p:sp>
        <p:nvSpPr>
          <p:cNvPr id="21" name="shape-48-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infinite-bandwidth limit is what produces the Shannon limit of -1.6 dB in Eb/N0.</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240-244   |   CO3  |  Bloom L4</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Information Capacity Law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Information Capacity Law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telephone channel with B = 3.1 kHz and SNR = 30 dB.</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SNR linear: 10^(30/10) = 1000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 = 3100 x log2(1001)</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log2(1001) = 9.97</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 = 3100 x 9.97 = 30,900 bit/s</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About 31 kbit/s, which is why 33.6 kbit/s modems sat at the practical limit of the analogue telephone network and no clever modulation could exceed it.</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 = B * log2( 1 + S/N )        bits per second</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S/N linear, not in dB:  S/N = 10^(SNR_dB/10)</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With S = Eb*Rb and N = N0*B:</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C = B * log2( 1 + (Eb/N0)*(Rb/B)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Infinite bandwidth limit:  C_inf = 1.44 * S/N0</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substitute the SNR in decibels directly into the formula. The expression needs the linear power ratio; using 30 instead of 1000 gives 15.4 kbit/s instead of 31 kbit/s.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240-244   |   CO3  |  Bloom L4</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bandwidth-power trade-off and the Shannon limit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bandwidth-power trade-off and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Rewriting the capacity law in terms of energy per bit gives a boundary in the plane of spectral efficiency against Eb/N0, and no system can operate to the left of it. As bandwidth grows without limit and spectral efficiency falls towards zero, the required Eb/N0 approaches ln(2), which is -1.59 dB — the Shannon limit, the least energy per bit that can ever suffice on an AWGN channel. Uncoded BPSK needs 9.6 dB for an error rate of 1e-5, so there is over 11 dB of theoretical coding gain available, and modern turbo and LDPC codes claim most of it.</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Shannon limit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bandwidth efficiency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Eb/N0 minimum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capacity boundary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coding gain</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Shannon limit is -1.6 dB; uncoded BPSK sits 11 dB above it, and that gap is exactly what channel coding exists to close.</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plot with Eb/N0 in dB on the horizontal axis from -2 to 15 and spectral efficiency in bit/s/Hz on the vertical from 0.1 to 8 on a logarithmic scale. The capacity boundary curve descends from the upper right…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240-244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L5  |  visual id: shannon-limit-plane</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bandwidth-power trade-off and the Shannon limit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bandwidth-power trade-off and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Express spectral efficiency as r = Rb/B bits per second per hertz</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Substitute S/N = (Eb/N0)(Rb/B) into the capacity law</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for the minimum Eb/N0 as (2^r - 1)/r</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the limit as r approaches zero to obtain ln(2) = -1.59 dB</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Measure any real scheme by its horizontal distance from the boundary</a:t>
            </a:r>
            <a:endParaRPr lang="en-US" sz="1100" dirty="0"/>
          </a:p>
        </p:txBody>
      </p:sp>
      <p:sp>
        <p:nvSpPr>
          <p:cNvPr id="19" name="shape-51-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the bound is exact and universal for AWGN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the required Eb/N0 rises steeply for spectral efficiency above 4</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approaching the bound needs enormous block lengths and iterative decoding</a:t>
            </a:r>
            <a:endParaRPr lang="en-US" sz="1100" dirty="0"/>
          </a:p>
        </p:txBody>
      </p:sp>
      <p:sp>
        <p:nvSpPr>
          <p:cNvPr id="21" name="shape-51-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Turbo codes reached within 0.5 dB of the bound in 1993, which was the surprise of the decade.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240-244   |   CO3  |  Bloom L5</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bandwidth-power trade-off and the Shannon limit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bandwidth-power trade-off and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Required minimum Eb/N0 at spectral efficiencies 4, 1 and approaching 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 = 4: (2^4 - 1)/4 = 15/4 = 3.75, which is 5.7 dB</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 = 1: (2^1 - 1)/1 = 1, which is 0 dB</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 = 0.1: (2^0.1 - 1)/0.1 = 0.718, which is -1.44 dB</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 approaching 0: the limit is ln(2) = 0.693, which is -1.59 dB</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Spending bandwidth buys power efficiency all the way down to -1.59 dB and no further. Below that, no bandwidth and no code suffices.</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 = Rb/B        spectral efficiency, bit/s/Hz</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 &lt; log2( 1 + r * Eb/N0 )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  Eb/N0 &gt; (2^r - 1) / r</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As r -&gt; 0:  Eb/N0 &gt; ln(2) = 0.693 = -1.59 dB</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Uncoded BPSK at 1e-5 needs 9.6 dB: gap = 11.2 dB</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quote -1.6 dB as the minimum for any system. It is the limit as spectral efficiency tends to zero, meaning infinite bandwidth per bit. A system at 2 bit/s/Hz faces a minimum of 1.76 dB, not -1.6 dB.</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5, pp. 240-244   |   CO3  |  Bloom L5</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Information is surprise measured logarithmically, and the logarithm is forced by wanting independent events to add.</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Entropy is average surprise, it depends only on the probabilities, and it is the floor for lossless compression.</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Coding blocks of n symbols divides the rounding waste by n, which is how real codes creep up on the entropy bound.</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 lossless code beats entropy, and some code gets within one bit of it — a floor and a ceiling in one theorem.</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Kraft says code lengths compete for one unit of tree; a prefix code exists exactly when the claims fit.</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Huffman is optimal among prefix codes, and its only loss is the rounding of ideal lengths to whole bits.</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Huffman needs the statistics and ignores memory; Lempel-Ziv learns as it goes and captures repetition, which is where real redundancy lives.</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Efficiency measures the mean; buffer size is set by the variance, so two codes with the same average length are not equally usable.</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channel matrix is given by nature; the input distribution is yours to choose, and capacity is the best you can do with that one choice.</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Knowing which bits are damaged is worth more than the bits themselves; the BEC beats the BSC at the same disturbance probability.</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Mutual information is what survives the channel: total uncertainty minus what remains after looking at the output.</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Concavity makes capacity computable; the data processing inequality makes it unbeatable by any amount of receiver cleverness.</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Capacity is the best mutual information over all input distributions — a property of the channel, not of any code.</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Below capacity, arbitrarily reliable communication exists; above it, none does. The theorem says codes exist but not which ones.</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 = B log2(1 + S/N): capacity is linear in bandwidth and only logarithmic in power, which is why spectrum costs more than watts.</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Shannon limit is -1.6 dB; uncoded BPSK sits 11 dB above it, and that gap is exactly what channel coding exists to close.</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3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quizzes/Module_3_Quiz.pdf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quizzes/Module_3_Quiz.gift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33%, L3-L4 55%, L5-L6 12%</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3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assignments/Module_3_Assignment.pdf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3 — Entropy, source coding and channel capacity</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8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&lt;USN&gt;_BEC503_Assignment3.pdf,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Correctness of entropy and capacity calculations (8); Code construction and verification (5); Plots and comparative analysis (4); Interpretation of the fundamental limits (3). Attainment: CO3 = 18, CO4 = 2.</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2026-09-13T09:33:32Z</dcterms:created>
  <dcterms:modified xsi:type="dcterms:W3CDTF">2026-09-13T09:33:32Z</dcterms:modified>
</cp:coreProperties>
</file>