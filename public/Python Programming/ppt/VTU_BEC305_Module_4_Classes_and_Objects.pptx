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9 contact hours and 16 teaching units, and that all of it exists to answer one question: When do I stop passing loose values around and define a type of my own — and what does a class give me that a dictionary does not?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"When do I stop passing loose values around and define a type of my own — and what does a…" to look like?
Animation instructions: Module title block fades in first, then the textbook panel slides in from the right, then the five arc beats appear left to right one at a time.
Transition style: Fade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class statement defines a new type, and calling that class creates an instance of it. Then add the part they are examined on - Define a class when the same values keep travelling together and the same functions keep following them.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"class" constrain here, and what would break if it did not hold?
Animation instructions: the loose tokens and floating functions appear first with the amber tag, then the blueprint card slides in, then the instantiation arrow fires twice stamping out the two instance boxes, then the functions migrate from floating to attached.
Transition style: Fade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Notice a group of values that always travel together - and check everyone has written it before moving on. At the cost panel, translate it: A class is not free — for a pure data pair with no behaviour, a tuple is often the honest choice.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Define an empty Point class and create one instance. Work at the pace of the slowest note-taker and land hard on the result: A new type exists and one instance of it has been created, but it carries no data yet — attributes come next.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attribute is a value stored on an instance and reached with dot notation, so blank.x = 3.0 creates an attribute named x on that particular object. Then add the part they are examined on - Assigning an attribute creates it, so a typo makes a new attribute rather than an error — the error comes later, on read.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"attribute" constrain here, and what would break if it did not hold?
Animation instructions: the two correct slots deposit in turn, then the red capital-Y arrow deposits its third slot with the tag landing, then the read arrow fires at empty space and the AttributeError badge appears.
Transition style: Fade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Create an attribute by assigning to instance.name - and check everyone has written it before moving on. At the cost panel, translate it: Attributes live in a per-instance dictionary, which is why they can be added at any time.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Give a Point instance x and y, then misspell one on a second assignment. Work at the pace of the slowest note-taker and land hard on the result: The instance now carries three attributes where two were intended, and nothing reported the mistake until an unrelated read faile…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attribute may itself be an instance of another class, which is how a Rectangle holds a Point as its corner alongside its width and height. Then add the part they are examined on - Composition is a design decision, not a mechanical one — the representation you pick makes some operations free and others a…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"embedded object" constrain here, and what would break if it did not hold?
Animation instructions: the Rectangle box draws, the corner arrow extends to the Point box, the two dot-hop arrows trace the expression beneath, then the two candidate representations draw side by side and their operation tables fill row by row.
Transition style: Fade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the operations the program will perform most often - and check everyone has written it before moving on. At the cost panel, translate it: A chain longer than two or three dots usually indicates a missing method on the intermediate object.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Build a Rectangle whose corner is a Point at (0, 0), width 100, height 200. Work at the pace of the slowest note-taker and land hard on the result: One rectangle object holds two numbers and a nested point, and box.corner.x reads the point through the rectangle in one expressi…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function may return a newly created instance, which is what lets operations on objects compose. Then add the part they are examined on - Returning a new object rather than two loose numbers is what lets one operation feed directly into the next.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"returning an object" constrain here, and what would break if it did not hold?
Animation instructions: the amber track animates its two tokens out and the reassembly node builds the point before passing on, then the green track animates its single token flowing straight through, then the caption fades in.
Transition style: Fade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what the function conceptually produces - and check everyone has written it before moving on. At the cost panel, translate it: In a hot loop, returning a tuple avoids the allocation; elsewhere the clarity is worth more.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Write find_center(rect) returning the centre of a rectangle as a Point. Work at the pace of the slowest note-taker and land hard on the result: centre = find_center(box) gives an object whose x and y are already named, and it can be passed directly to any function expectin…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instance can be changed after creation by assigning to its attributes, and because a function receives a reference rather than a copy, a function can c… Then add the part they are examined on - A function receives your object, not a copy of it, so modification is invisible at the call site unless the name says so.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"mutable object" constrain here, and what would break if it did not hold?
Animation instructions: the shared box draws with both labels converging, the function frame runs its assignment and the slot rewrites with both labels flashing, then the two separate boxes appear and the comparison strip types in.
Transition style: Fade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Assume a function can modify any object passed to it - and check everyone has written it before moving on. At the cost panel, translate it: Argument passing never copies in Python, which is why the modification question has to be settled by convention.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Call grow_rectangle(box, 50, 100) which adds to width and height in place. Work at the pace of the slowest note-taker and land hard on the result: The caller sees a modified rectangle even though nothing was returned and nothing at the call site suggested it would change.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copy.copy() duplicates an object by copying its attribute references into a new instance, which protects the outer object but leaves any embedded object s… Then add the part they are examined on - A shallow copy of an object that holds an object gives you two shells around one core.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"copy.copy()" constrain here, and what would break if it did not hold?
Animation instructions: each scenario draws in turn, the corner-change animation fires within it, and the side strip fills its rows as each scenario completes.
Transition style: Fade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how deep the independence must go - and check everyone has written it before moving on. At the cost panel, translate it: deepcopy handles cycles correctly, which is part of why it costs more than a manual reconstruction.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Shallow-copy a Rectangle that holds a Point, then move the copy's corner. Work at the pace of the slowest note-taker and land hard on the result: The shallow copy protected the width and height but not the corner, which is the failure mode the deep variant exists to prevent.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15.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Time object holding hour, minute and second is the standard vehicle for the next several ideas because it has an invariant worth stating: minute and sec… Then add the part they are examined on - State the invariant your type must satisfy, then choose the representation in which it is hardest to break.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"Time" constrain here, and what would break if it did not hold?
Animation instructions: the valid Time box draws with its ticks, the invalid one appears with the red tag, then the conversion arrow carries the object to the number line, the addition slides the token along, then the return arrow rebuilds a Time box and the ticks reappear one at a time.
Transition style: Fade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down the invariant every valid instance must satisfy - and check everyone has written it before moving on. At the cost panel, translate it: Canonical-form arithmetic replaces carrying logic with two conversions, which is far easier to get right.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Add 90 seconds to the time 11:59:30 using the canonical form. Work at the pace of the slowest note-taker and land hard on the result: The result is 12:01:00 and the hour rolled over correctly, with no explicit carrying code anywhere.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pure function reads its arguments, changes nothing outside itself, and returns a new value. Then add the part they are examined on - A pure function can be tested by one comparison, because its entire effect is its return value.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"pure function" constrain here, and what would break if it did not hold?
Animation instructions: the function box draws, the two padlocked arguments enter, the new object exits, then the struck-through global and file lines appear, then the two test panels build side by side with the green one completing first.
Transition style: Fade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Take every input as a parameter - and check everyone has written it before moving on. At the cost panel, translate it: Purity is a correctness and testability property; the allocation cost is the only thing traded for it.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Write add_time(t1, t2) as a pure function and call it twice with the same arguments. Work at the pace of the slowest note-taker and land hard on the result: The same inputs always give the same output and the arguments survive unchanged, so the function can be called anywhere without c…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modifier changes an object it was given and conventionally returns None, signalling that its whole effect was the change. Then add the part they are examined on - A modifier returns None on purpose — that None is the signal that the effect was in the argument.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"modifier" constrain here, and what would break if it did not hold?
Animation instructions: the pure side animates its padlocked pass-through, then the modifier side animates its in-place rewrite and grey None, then the ordering strip runs both swap demonstrations with their tags landing.
Transition style: Fade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the object must change identity or merely value - and check everyone has written it before moving on. At the cost panel, translate it: A modifier avoids an allocation, which is the only concrete advantage it has over the pure form.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Write increment(t, seconds) as a modifier and call it on a Time. Work at the pace of the slowest note-taker and land hard on the result: The caller's Time now reads 12:01:00 with nothing returned, so the call site gives no clue that anything changed.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Prototype and patch means writing a rough version, finding the cases it fails, and patching each one, which gets working code quickly but accumulates spec… Then add the part they are examined on - Prototype while you are still learning the problem, plan once you understand it — and refactor at the boundary.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"prototype and patch" constrain here, and what would break if it did not hold?
Animation instructions: the upper route draws patch by patch with the meter climbing at each, then the lower route draws its single node and the special cases fade out one by one, then the refactor bridge arrow appears between them.
Transition style: Fade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Start by prototyping when the problem is unfamiliar - and check everyone has written it before moving on. At the cost panel, translate it: The crossover is usually the third or fourth special case; that is the moment to stop patching.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Compare the two approaches to adding two Times. Work at the pace of the slowest note-taker and land hard on the result: The prototype needs three conditional patches and the designed version needs none, because the canonical representation makes the…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16.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method is a function defined inside a class body, so it is attached to the type rather than floating beside it. Then add the part they are examined on - The instance before the dot becomes the first argument, which is why self is a parameter you never pass.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"method" constrain here, and what would break if it did not hold?
Animation instructions: the call site appears with its two circles, the curved arrow sweeps the instance into the self slot which lights blue, then the plain-function contrast row appears beneath, then the class-body panel slides in from the right.
Transition style: Fade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Move a function that always takes an instance of your type into the class body - and check everyone has written it before moving on. At the cost panel, translate it: Method dispatch is a dictionary lookup; the cost is negligible against the organisational gain.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Convert a plain print_time(t) function into a method. Work at the pace of the slowest note-taker and land hard on the result: The behaviour is identical, but the operation now lives with the type and is found by anyone reading the class.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__init__ is called automatically when a class is instantiated, and its job is to put the instance into a valid state before anyone else touches it. Then add the part they are examined on - With __init__ there is no code path that produces a half-built instance — that is what it buys over assigning attributes by…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"__init__" constrain here, and what would break if it did not hold?
Animation instructions: the amber track builds attribute by attribute with the red window appearing mid-sequence, then the green track fires its single call and the instance emerges complete, then the defaults strip fills its three rows.
Transition style: Fade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Define def __init__(self, ...) inside the class - and check everyone has written it before moving on. At the cost panel, translate it: A mutable default such as [] is shared across every instance and is a classic bug; use None and build inside.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Define Time.__init__ with defaults and instantiate three ways. Work at the pace of the slowest note-taker and land hard on the result: All three calls yield a fully populated, valid instance, and no call path exists that leaves an attribute missing.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__str__ returns the string Python should show when an instance is printed or passed to str(). Then add the part they are examined on - Without __str__ every print of your object shows a memory address, which helps nobody debugging it.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"__str__" constrain here, and what would break if it did not hold?
Animation instructions: the left panel prints its address string with the red tag, the method definition slides in, the right panel prints its readable form, then the container row appears and the __repr__ note lands.
Transition style: Fade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Define def __str__(self) inside the class - and check everyone has written it before moving on. At the cost panel, translate it: Formatting inside __str__ runs on every print; keep it cheap for objects printed in loops.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Print a Time instance before and after defining __str__. Work at the pace of the slowest note-taker and land hard on the result: Direct printing becomes readable immediately, and the list case shows why __repr__ is the one to define when only one is written.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Defining __add__ on a class makes the + operator work on its instances, because Python translates a + b into a.__add__(b). Then add the part they are examined on - Overload an operator only when its conventional meaning is the right one; otherwise a named method is clearer.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"__add__" constrain here, and what would break if it did not hold?
Animation instructions: the expression appears and the translation arrow rewrites it, then the operator wheel spokes appear one at a time, then the NotImplemented fallback path animates, then the red caution card drops in.
Transition style: Fade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the operator has an obvious conventional meaning for your type - and check everyone has written it before moving on. At the cost panel, translate it: Defining __eq__ without __hash__ makes instances unhashable, which silently breaks their use as dictionary keys.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Define Time.__add__ and evaluate t1 + t2. Work at the pace of the slowest note-taker and land hard on the result: Two Time objects add with the + operator exactly as numbers do, and the result is a third independent object.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17.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Type-based dispatch means inspecting the type of an operand with isinstance() and branching, which lets one method handle several argument types — adding… Then add the part they are examined on - A growing chain of isinstance branches is the smell that a polymorphic interface was the right answer.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"type-based dispatch" constrain here, and what would break if it did not hold?
Animation instructions: the left chain draws diamond by diamond with the growth arrow appearing last, then the right box draws and the three plugs connect in turn, then the fourth plug connects with the green tick, then the duck-typing note fades in.
Transition style: Fade
[Sources] VTU BEC305 Python Programming syllabus, 2025 scheme, Module 4: Classes and Objects. Assigned by the syllabus to TB2: Allen B. Downey, Think Python: How to Think Like a Computer Scientist, Green Tea Press, 2nd ed., 2015; TB2 Ch. 17-18.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down the operations the function actually needs - and check everyone has written it before moving on. At the cost panel, translate it: Polymorphic dispatch is O(1) regardless of how many types participate, because each type carries its own implementation.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17-18.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Make Time.__add__ accept either a Time or an integer number of seconds. Work at the pace of the slowest note-taker and land hard on the result: Two argument types are handled by one operator, and the polymorphic alternative would handle any type supplying to_seconds() with…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17-18.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Not every group of values deserves a class. Then add the part they are examined on - A class earns its ceremony when behaviour or an invariant attaches to the data — not merely because values travel together.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"design choice" constrain here, and what would break if it did not hold?
Animation instructions: the four rungs draw left to right with their cost badges, then the two gates appear between them, then the token climbs and halts at rung 3 with the caption landing.
Transition style: Fade
[Sources] VTU BEC305 Python Programming syllabus, 2025 scheme, Module 4: Classes and Objects. Assigned by the syllabus to TB2: Allen B. Downey, Think Python: How to Think Like a Computer Scientist, Green Tea Press, 2nd ed., 2015; TB2 Ch. 15-18.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what the program does with the group of values - and check everyone has written it before moving on. At the cost panel, translate it: The runtime differences are small; the maintenance differences are not.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4: Classes and Objects. Assigned by the syllabus to TB2: Allen B. Downey, Think Python: How to Think Like a Computer Scientist, Green Tea Press, 2nd ed., 2015; TB2 Ch. 15-18.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program needs a 2-D point. Decide the structure four ways. Work at the pace of the slowest note-taker and land hard on the result: Four legitimate answers for four different requirement sets, which is why the structure cannot be chosen before the operations ar…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4: Classes and Objects. Assigned by the syllabus to TB2: Allen B. Downey, Think Python: How to Think Like a Computer Scientist, Green Tea Press, 2nd ed., 2015; TB2 Ch. 15-18.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BEC305 Python Programming syllabus, 2025 scheme, Module 4: Classes and Objects, 9 hours, TB2 (Downey, Think Python 2e) Ch. 15-18 — TB2 was not supplied in this environment, so chapters are cited as the syllabus gives them and no page numbers are claimed. TB1: Al Sweigart, Automate the Boring Stuff with Python, No Starch Press, 1st ed., 2015.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Python Programming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4 asks: When do I stop passing loose values around and define a type of my own — and what does a class give me that…</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4</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Classes and Objects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9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Automate the Boring Stuff with Python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 Sweigart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Starch Press, 1st edition, 2015</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TB2 (Downey, Think Python 2e) Ch. 15-18 — TB2 was not supplied in this environment, so chapters are cited as the syllabus gives them and no page numbers are claimed</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Basics &amp; Flow Control   •   Lists, Dicts &amp; Strings   •   Regex &amp; Files   •   Classes &amp; Objects   •   Web Services &amp; SQL</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Define a type of your own   →   Attributes hold the state   →   Pure functions beat modifiers   →   Methods attach behaviour to data   →   Operators extend to your type</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BEC305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When do I stop passing loose values around and define a type of my own — and what does a class give me that a dictionary does not?</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Define a type of your own</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Attributes hold the state</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Pure functions beat modifiers</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Methods attach behaviour to data</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Operators extend to your type</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syllabus assigns this module entirely to TB2, Allen B. Downey, Think Python 2e, Chapters 15-18. That book was NOT supplied in this environment. Every unit below is therefore aligned to the verbatim syllabus headings, which are themselves Downey section titles, and cites only the chapter numbers the syllabus gives. No page numbers are claimed anywhere in this module, and every slide says so in its [Sources] note. Content is standard Python object semantics, which are verifiable against the language itself; a reviewer with the book should check section ordering before the module is taught.</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CO4</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Programmer-defined types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CO4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Attributes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CO4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Rectangles: objects as attributes of objects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CO4 / L4</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Instances as return values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CO4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Objects are mutable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CO4 / L4</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Copying objects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CO4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Classes and functions: the Time class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CO4 / L4</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Pure functions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CO4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Modifiers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CO4 / L4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Prototyping versus planning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CO4 / L5</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Classes and methods: object-oriented features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CO4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Printing objects and the __init__ method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CO4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__str__ method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CO4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Operator overloading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CO4 / L4</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Type-based dispatch and polymorphism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17-18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CO4 / L5</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Choosing between a class, a dictionary and a tuple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Ch. 15-18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CO4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Programmer-defined types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Programmer-defined types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class statement defines a new type, and calling that class creates an instance of it. The value of doing so is naming: a Point with x and y reads as a point everywhere it appears, where a two-element list or a dictionary with two keys reads as whatever the reader guesses. A class also gives you one place to attach the operations that belong to the data, which a bare dictionary cannot. The cost is ceremony — a class is several lines where a tuple is one — so the test for introducing one is whether the same group of values keeps travelling together and keeps having the same functions applied to it.</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class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instantiation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type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object</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a class when the same values keep travelling together and the same functions keep following them.</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three loose value tokens x=3.0 and y=4.0 drifting separately, with three function boxes beside them each taking both as arguments, tagged amber "the pairing is a convention nobody enforces". Centre: a cl…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L2  |  visual id: class-defines-a-type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Programmer-defined types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Programmer-defined types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Notice a group of values that always travel together</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Notice the functions that always take that group</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class Name: to define the type</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an instance by calling the class</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type with type(instance)</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a tuple or dictionary while the group is small and behaviourless</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instantiate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an instance costs more memory than a tuple of the same values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the cost is memory and ceremony, not time</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class is not free — for a pure data pair with no behaviour, a tuple is often the honest choice.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Programmer-defined types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Programmer-defined types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an empty Point class and create one instance.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class Point: with a docstring body defines the type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blank = Point() calls the class and returns a new instance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type(blank) reports the class Point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Printing blank shows the class name and a memory address, because nothing else has been defined yet</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new type exists and one instance of it has been created, but it carries no data yet — attributes come next.</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class Point: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"""Represents a point in 2-D space."""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blank = Point()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print(type(blank))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&lt;class '__main__.Point'&gt;</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define a class for every group of two values and end up with more boilerplate than behaviour. If nothing but attribute access ever happens, a tuple or a dictionary carries the same information for a fraction of the code.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Attributes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Attributes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attribute is a value stored on an instance and reached with dot notation, so blank.x = 3.0 creates an attribute named x on that particular object. Python creates attributes on assignment rather than requiring them to be declared, which is flexible and also means a typo silently creates a second attribute instead of raising. Reading an attribute that was never assigned raises AttributeError, which is the only signal you get that the name was misspelled. Because attributes belong to the instance and not the class, two instances of the same class may carry entirely different attributes, which is a freedom worth using sparingly.</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attribute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dot notation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instance attribute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AttributeError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dynamic attributes</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Assigning an attribute creates it, so a typo makes a new attribute rather than an error — the error comes later, on read.</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An instance box labelled "blank" drawn as a container with named slots. An arrow labelled blank.x = 3.0 deposits a slot named x holding 3.0, then a second arrow labelled blank.y = 4.0 deposits y. A third arrow…</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attribute-typo-trap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Attributes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Attributes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an attribute by assigning to instance.name</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it back with the same dot notation</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the attribute names of one class consistent across all its instances</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Treat an AttributeError on read as a probable typo on write</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setting every attribute in one place rather than scattering assignments</a:t>
            </a:r>
            <a:endParaRPr lang="en-US" sz="1100" dirty="0"/>
          </a:p>
        </p:txBody>
      </p:sp>
      <p:sp>
        <p:nvSpPr>
          <p:cNvPr id="19" name="shape-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vars(instance) to list what an instance actually carries</a:t>
            </a:r>
            <a:endParaRPr lang="en-US" sz="1100" dirty="0"/>
          </a:p>
        </p:txBody>
      </p:sp>
      <p:sp>
        <p:nvSpPr>
          <p:cNvPr id="21" name="shape-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attribute lookup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via the instance dictionary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plus a walk up the class hierarchy when the attribute is not on the instance</a:t>
            </a:r>
            <a:endParaRPr lang="en-US" sz="1100" dirty="0"/>
          </a:p>
        </p:txBody>
      </p:sp>
      <p:sp>
        <p:nvSpPr>
          <p:cNvPr id="23" name="shape-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Attributes live in a per-instance dictionary, which is why they can be added at any time.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Attributes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Attributes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Give a Point instance x and y, then misspell one on a second assignment.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blank.x = 3.0 creates the attribute x with value 3.0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blank.y = 4.0 creates 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blank.Y = 5.0 creates a third attribute Y, leaving y untouched at 4.0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blank.z raises AttributeError, because z was never assigned</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instance now carries three attributes where two were intended, and nothing reported the mistake until an unrelated read failed.</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blank = Point()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blank.x = 3.0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blank.y = 4.0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blank.Y = 5.0      # typo: new attribute, no error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vars(blank)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 3.0, 'y': 4.0, 'Y': 5.0}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blank.z</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AttributeError: 'Point' object has no attribute 'z'</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assigning to a misspelled attribute will raise, as it would in a statically typed language. Python creates it instead, so the original attribute keeps its old value and the bug surfaces much later in unrelated code.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Rectangles: objects as attributes of objects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Rectangles: objects as attributes of…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attribute may itself be an instance of another class, which is how a Rectangle holds a Point as its corner alongside its width and height. This is composition — a has-a relationship — and it is reached by chaining dots, so box.corner.x reads the x of the point held by the rectangle. The design question it raises is genuine: a rectangle could be represented by one corner plus width and height, or by two opposite corners, and neither is universally right. Choosing is a matter of which operations the program performs most, because the chosen representation makes some operations trivial and others require arithmetic.</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embedded object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composition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has-a relationship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attribute chain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design choice</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Composition is a design decision, not a mechanical one — the representation you pick makes some operations free and others awkward.</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Rectangle instance box containing three slots, width, height and corner; the corner slot holds an arrow pointing out to a separate Point instance box with its own x and y slots. The expression box.corn…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composition-chain-and-choice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Rectangles: objects as attributes of objects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Rectangles: objects as attributes of…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the operations the program will perform most often</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representation that makes those operations direct</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Store a component object as an attribute</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Reach into it by chaining dot notation</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Document the chosen representation in the class docstring</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Revisit the choice if the dominant operation changes</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per dot hop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O(depth) for a chain of attributes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O(depth); deep chains cost readability rather than time</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chain longer than two or three dots usually indicates a missing method on the intermediate object.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Rectangles: objects as attributes of objects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Rectangles: objects as attributes of…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a Rectangle whose corner is a Point at (0, 0), width 100, height 200.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box = Rectangle() creates the instance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box.width = 100.0 and box.height = 200.0 set the two simple attributes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box.corner = Point() stores a whole object as an attribute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box.corner.x = 0.0 reaches through the rectangle into the point</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One rectangle object holds two numbers and a nested point, and box.corner.x reads the point through the rectangle in one expression.</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 = Rectangle()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box.width = 100.0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box.height = 200.0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box.corner = Point()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box.corner.x = 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box.corner.y = 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print(box.corner.x)   # 0.0</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pick a representation by whichever they thought of first and then fight it for the rest of the program. Decide by which operations dominate; a rectangle stored as two corners makes the opposite corner free and the width a subtraction.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Instances as return values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Instances as return values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function may return a newly created instance, which is what lets operations on objects compose. find_center(box) can build and return a Point rather than returning two loose numbers the caller must reassemble. The benefit is that the result of one operation is immediately the argument of the next, with no unpacking in between, and the returned type documents what the function produces. Returning a new object rather than modifying an argument also keeps the function pure, which is the property the next few units build on.</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returning an object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factory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composability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construction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named result</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Returning a new object rather than two loose numbers is what lets one operation feed directly into the next.</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track, tagged amber: a function box labelled find_center returning two separate number tokens, which the caller must catch and reassemble into a Point before passing to the next function box, with a manu…</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return-object-composes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Instances as return values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Instances as return values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what the function conceptually produces</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it produces a thing rather than a number, return that thing</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the instance inside the function</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its attributes from the computation</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the instance</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that the result can be passed straight to the next function</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create and return one instance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plus the computation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allocating an object per call is measurable in a tight loop</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In a hot loop, returning a tuple avoids the allocation; elsewhere the clarity is worth more.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Instances as return values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Instances as return values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find_center(rect) returning the centre of a rectangle as a Point.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function creates p = Point()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p.x = rect.corner.x + rect.width / 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p.y = rect.corner.y + rect.height /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p hands the whole point back to the caller</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centre = find_center(box) gives an object whose x and y are already named, and it can be passed directly to any function expecting a Point.</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find_center(rect):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 = Point()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p.x = rect.corner.x + rect.width /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p.y = rect.corner.y + rect.height /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p</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centre = find_center(box)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print(centre.x, centre.y)   # 50.0 100.0</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return a tuple of loose numbers and then unpack it at every call site, so the meaning of each position has to be remembered. Returning the object names the parts once, in the class, instead of at every caller.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Objects are mutable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Objects are mutable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instance can be changed after creation by assigning to its attributes, and because a function receives a reference rather than a copy, a function can change its caller's object. This is exactly the aliasing behaviour met with lists in Module 2, now applied to objects of your own types. The consequence is that a function taking an object must declare, in its name or its docstring, whether it modifies that object, because a caller cannot tell from the call site. Two names referring to one instance are not two objects, and the is operator is what distinguishes them from two equal but separate instances.</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mutable object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aliasing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pass by reference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side effect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shared state</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function receives your object, not a copy of it, so modification is invisible at the call site unless the name says so.</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half: a single Rectangle instance box with two name labels, "box" in the caller and "rect" inside a function frame drawn as a dashed rectangle, both arrows converging on the same box. An assignment insid…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object-aliasing-and-mutation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Objects are mutable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Objects are mutable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Assume a function can modify any object passed to it</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Name a modifying function so the modification is obvious</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Document the modification in the docstring</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is to test whether two names refer to one object</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a copy when the caller must be protected</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returning a new object over modifying an argument</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mutate one attribute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no copying occurs on a call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if the caller must defensively copy a large object</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Argument passing never copies in Python, which is why the modification question has to be settled by convention.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Objects are mutable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Objects are mutable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grow_rectangle(box, 50, 100) which adds to width and height in place.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function parameter rect refers to the same object as the caller's box</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rect.width += 50 changes the attribute on that shared object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rect.height += 100 does the same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function returns None, but box.width and box.height have changed in the caller</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caller sees a modified rectangle even though nothing was returned and nothing at the call site suggested it would change.</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grow_rectangle(rect, dwidth, dheight):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rect.width += dwidth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rect.height += dheight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box.width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grow_rectangle(box, 50, 100)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box.width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150.0   &lt;- the caller's object changed</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call a function on an object, ignore the None return, and are surprised the original changed. Nothing at the call site distinguishes a modifier from a pure function; only the name and the docstring can.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Copying objects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Copying objects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copy.copy() duplicates an object by copying its attribute references into a new instance, which protects the outer object but leaves any embedded object shared. For a Rectangle holding a Point, a shallow copy gives two rectangles pointing at one corner, so moving the corner of either moves both. copy.deepcopy() recursively copies embedded objects too and produces genuinely independent structures. This is the same distinction met with nested lists in Module 2, and the diagnostic is the same: compare with is rather than ==, because two distinct objects with identical attributes are still two objects.</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copy.copy()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copy.deepcopy()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shallow copy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embedded object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 versus ==</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shallow copy of an object that holds an object gives you two shells around one core.</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scenarios stacked. Scenario 1 "b = a": one Rectangle box with two labels, its corner arrow reaching a single Point box. Scenario 2 "b = copy.copy(a)": two Rectangle boxes, each with its own width and hei…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shallow-deep-object-copy</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Copying objects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Copying objects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how deep the independence must go</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copy.copy() when only the outer object must be separate</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copy.deepcopy() when embedded objects must be separate too</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with is on both the object and its embedded attributes</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 is not equality for your class until you define it</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constructing a fresh object over copying where it is simple</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O(k) for k attributes in a shallow copy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shallow, O(total nodes) deep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deepcopy of a large graph is markedly slower</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deepcopy handles cycles correctly, which is part of why it costs more than a manual reconstruction.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Copying objects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Copying objects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Shallow-copy a Rectangle that holds a Point, then move the copy's corner.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 = copy.copy(box) creates a second Rectangle with its own width and height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b.corner and box.corner are the same Point object, so b.corner is box.corner is True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b.corner.x = 99 therefore changes box.corner.x as well</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copy.deepcopy(box) would have given c its own Point, leaving box unaffected</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shallow copy protected the width and height but not the corner, which is the failure mode the deep variant exists to prevent.</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copy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 = copy.copy(box)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 is box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False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b.corner is box.corner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b.corner.x = 99</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box.corner.x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99</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check b is box, see False, and conclude the copy is independent. The test must be applied to every embedded object as well; b.corner is box.corner is the check that reveals a shallow copy.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   |   CO4  |  Bloom L4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Classes and functions: the Time class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Classes and functions: the Time class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Time object holding hour, minute and second is the standard vehicle for the next several ideas because it has an invariant worth stating: minute and second must lie between 0 and 59, and a function that leaves them outside that range has produced an object that is not a valid Time. Writing functions over such a type forces the question of who is responsible for maintaining the invariant. A useful technique is to convert to a single canonical number — seconds since midnight — perform the arithmetic there, and convert back, because the invariant is trivially satisfied by the conversion rather than by careful carrying.</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Time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hour minute second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invariant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representation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helper function</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State the invariant your type must satisfy, then choose the representation in which it is hardest to break.</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Time instance box with three slots, hour 11, minute 59, second 30, and an invariant banner beneath reading "0 &lt;= minute &lt; 60, 0 &lt;= second &lt; 60" with green ticks beside each slot. A second Time box besi…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time-invariant-and-canonical-form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Classes and functions: the Time class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Classes and functions: the Time class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down the invariant every valid instance must satisfy</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attributes that represent the value</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a function converting the object to a single canonical number</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its inverse, converting the number back to an object</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Perform arithmetic in the canonical form</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back, so the invariant is restored by construction</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each conversion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arithmetic in canonical form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the saving is in correctness, not speed</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Canonical-form arithmetic replaces carrying logic with two conversions, which is far easier to get right.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Classes and functions: the Time class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Classes and functions: the Time class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90 seconds to the time 11:59:30 using the canonical form.</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time_to_int gives 11*3600 + 59*60 + 30 = 43170 seconds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Adding 90 gives 43260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int_to_time divides back: 43260 // 3600 = 12 hours, remainder 60 seconds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That gives 12:01:00, with minute and second both inside the valid range</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result is 12:01:00 and the hour rolled over correctly, with no explicit carrying code anywhere.</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time_to_int(t):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t.hour * 3600 + t.minute * 60 + t.second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int_to_time(seconds):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 =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t.hour, rem = divmod(seconds, 3600)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t.minute, t.second = divmod(rem, 60)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int_to_time(time_to_int(t) + 90)   # 12:01:00</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times attribute by attribute and write carrying logic by hand, producing minute values of 75 that no later code expects. Converting to seconds, adding and converting back makes the invariant impossible to break.</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Pure functions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Pure functions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pure function reads its arguments, changes nothing outside itself, and returns a new value. It does not modify the objects it is given and does not touch global state, so calling it twice with the same arguments gives the same answer both times. The practical payoff is testability: a pure function can be tested by comparing its return value against an expected one, with no setup and no teardown. The cost is allocation, since a new object is created per call, which matters in a tight loop and almost nowhere else.</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pure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 side effects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referential transparency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testability</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pure function can be tested by one comparison, because its entire effect is its return value.</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function box drawn with a solid closed boundary. Two argument objects enter from the left, each with a padlock badge indicating they are not modified. A single new object exits on the right. Around the box,…</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pure-function-boundary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Pure functions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Pure functions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every input as a parameter</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no globals and touch no files</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a new object for the result</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 not assign to any attribute of any argument</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the new object</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by comparing the return value against an expected one</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plus the computation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allocation per call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allocation pressure in a hot loop</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Purity is a correctness and testability property; the allocation cost is the only thing traded for it.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Pure functions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Pure functions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add_time(t1, t2) as a pure function and call it twice with the same arguments.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function computes the sum in canonical form and builds a new Time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Neither t1 nor t2 is modified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Calling it a second time with the same arguments returns an equal result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test is one line: assert time_to_int(add_time(a, b)) == expected</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same inputs always give the same output and the arguments survive unchanged, so the function can be called anywhere without checking what else it might have touched.</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add_time(t1, t2):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"""Pure: returns a new Time, modifies nothing."""</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int_to_time(time_to_int(t1) + time_to_int(t2))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start = make_time(9, 45,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add_time(start, duration)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start.hour   # still 9 - unchanged</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function that both returns a value and quietly modifies an argument, so it is neither pure nor honestly a modifier. Pick one; a function that does both cannot be reasoned about from its call site.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Modifiers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Modifiers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modifier changes an object it was given and conventionally returns None, signalling that its whole effect was the change. Modifiers are the right choice when the object is large enough that copying it would be wasteful, or when the identity of the object matters because other code holds a reference to it. They are harder to test and harder to reason about, because the effect is invisible at the call site and the order of calls now matters. The convention that makes them survivable is naming: a verb that plainly announces the change, plus a docstring stating exactly which attributes are touched.</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modifier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in-place change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return None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naming convention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when a modifier is right</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modifier returns None on purpose — that None is the signal that the effect was in the argument.</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split panel. Left, "pure": an argument object with a padlock enters, a new object exits, and a call-site line reads result = add_time(a, b) with the result visibly captured. Right, "modifier": an argument ob…</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modifier-versus-pure-comparison</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Modifiers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Modifiers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the object must change identity or merely value</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modifier when the object is large or shared by reference</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Name it with a verb that announces the change</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Document exactly which attributes are modified</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None, not the object</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by inspecting the argument after the call, not the return value</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change one attribute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with no allocation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the cost is in reasoning, not runtime</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modifier avoids an allocation, which is the only concrete advantage it has over the pure form.</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Modifiers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Modifiers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increment(t, seconds) as a modifier and call it on a Time.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function converts t to seconds, adds the increment and converts back</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assigns the new hour, minute and second onto t itself</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returns None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caller inspects t after the call to see the effect</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caller's Time now reads 12:01:00 with nothing returned, so the call site gives no clue that anything changed.</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increment(t, seconds):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"""Modifier: changes t.hour, t.minute, t.second in place."""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total = time_to_int(t) + seconds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t.hour, rem = divmod(total, 3600)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t.minute, t.second = divmod(rem, 60)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increment(start, 90)   # returns None; start has changed</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modifier that also returns the object so it can be chained. That makes it impossible to tell from a call site whether a new object was produced, and code downstream starts assuming a copy it never received.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Prototyping versus planning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Prototyping versus planning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Prototype and patch means writing a rough version, finding the cases it fails, and patching each one, which gets working code quickly but accumulates special cases nobody can later justify. Designed development means understanding the problem first — often by finding the canonical representation, as with seconds since midnight — so the special cases dissolve rather than being handled. The honest position is that prototyping is right when the problem is not yet understood and planning is right once it is, and the transition between them is refactoring rather than rewriting. A codebase that never makes the transition ends up with correctness held together by accumulated patches.</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prototype and patch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designed development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invariant-first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refactoring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special cases</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Prototype while you are still learning the problem, plan once you understand it — and refactor at the boundary.</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routes from a "problem" node on the left to a "working solution" node on the right. Upper route, "prototype and patch", is drawn as a jagged line through four patch nodes, each labelled with a special case…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prototype-versus-plan-paths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Prototyping versus planning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Prototyping versus planning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Start by prototyping when the problem is unfamiliar</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every special case you patch, rather than just patching it</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Look for a representation in which those cases stop being special</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Refactor to that representation once it is found</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Re-run the same tests against the redesigned version</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planning from the start for a problem you have solved before</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prototyping reaches a first working version fastest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designed development is slower to start and cheaper to extend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unrefactored prototypes grow special cases without bound</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crossover is usually the third or fourth special case; that is the moment to stop patching.</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L5</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Prototyping versus planning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Prototyping versus planning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the two approaches to adding two Times.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Prototype: add hour to hour, minute to minute, second to second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Patch 1: if second &gt;= 60, carry into minute. Patch 2: if minute &gt;= 60, carry into hour</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Patch 3: handle hour rolling past 24. Each patch is an extra branch</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Designed: convert both to seconds, add, convert back — every carry is handled by divmod</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prototype needs three conditional patches and the designed version needs none, because the canonical representation makes the carrying arithmetic rather than logic.</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prototype and patch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if sum.second &gt;= 60: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sum.second -= 60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sum.minute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if sum.minute &gt;= 60: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sum.minute -= 60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sum.hour += 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designed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return int_to_time(time_to_int(t1) + time_to_int(t2))</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keep patching past the point where the pattern is obvious, because each individual patch is small. Count the special cases; by the third, the representation is usually wrong and a redesign is cheaper than a fourth patch.</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16   |   CO4  |  Bloom L5</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Classes and methods: object-oriented features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Classes and methods: object-oriented…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method is a function defined inside a class body, so it is attached to the type rather than floating beside it. Calling it as instance.method(args) passes the instance automatically as the first parameter, conventionally named self, which is why a method definition always has one more parameter than its call appears to supply. The syntactic change makes the subject of the operation explicit: t.print_time() reads as an instruction to that particular object. The substantive change is discoverability — every operation on a type lives in one place, so the class definition is the documentation.</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method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self</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bound method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method syntax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subject of the call</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instance before the dot becomes the first argument, which is why self is a parameter you never pass.</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call site reading t.print_time() with the instance t circled blue and the empty parentheses circled grey. A curved arrow carries the blue instance into the first parameter slot of a def print_time(self…</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method-self-binding</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Classes and methods: object-oriented features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Classes and methods: object-oriented…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Move a function that always takes an instance of your type into the class body</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Rename its first parameter to self</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Indent it inside the class</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it as instance.method(remaining_args)</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 not pass self explicitly at the call site</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every operation on the type inside the class</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method lookup on the instance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plus a walk up the class hierarchy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O(depth) of inheritance for an inherited method</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Method dispatch is a dictionary lookup; the cost is negligible against the organisational gain.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Classes and methods: object-oriented features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Classes and methods: object-oriented…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a plain print_time(t) function into a method.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Move the def inside the class body</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Rename the parameter t to self</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call changes from print_time(t) to t.print_time()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Python passes t as self automatically, so the parameter count appears to differ by one</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behaviour is identical, but the operation now lives with the type and is found by anyone reading the class.</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class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def print_time(self):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print('%.2d:%.2d:%.2d' % (self.hour, self.minute, self.second))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 = Time(); t.hour, t.minute, t.second = 12, 1,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t.print_time()      # self is supplied automatically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12:01:00</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omit self from a method definition and get TypeError saying the method takes 0 positional arguments but 1 was given. The instance is always passed; the parameter must be there to receive 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Printing objects and the __init__ method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Printing objects and the __init__ met…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__init__ is called automatically when a class is instantiated, and its job is to put the instance into a valid state before anyone else touches it. Giving its parameters defaults allows Time() and Time(9, 45) to both work, with the omitted values filled in. The reason this matters beyond convenience is the invariant: with an __init__, no code path can produce an instance missing an attribute, which removes the whole class of AttributeError that the manual attribute assignment of earlier units invited. It is one of several special methods whose names begin and end with double underscores and which Python calls on your behalf.</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__init__</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constructor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default parameter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initialisation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special method</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 __init__ there is no code path that produces a half-built instance — that is what it buys over assigning attributes by hand.</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track, tagged amber: an instance created bare, then three separate assignment arrows adding hour, minute and second one at a time, with a red window drawn across the middle of the sequence labelled "vali…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init-guarantees-valid-state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Printing objects and the __init__ method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Printing objects and the __init__ met…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def __init__(self, ...) inside the class</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Give every parameter a sensible default</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 every attribute the class requires</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Validate the invariant before returning</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the class with arguments to instantiate</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assign a required attribute outside __init__</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initialise a few attributes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for k attributes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plus any validation cost</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mutable default such as [] is shared across every instance and is a classic bug; use None and build inside.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Printing objects and the __init__ method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Printing objects and the __init__ met…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Time.__init__ with defaults and instantiate three ways.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 __init__(self, hour=0, minute=0, second=0) assigns all three attributes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Time() gives 00:00:00, with every default used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Time(9, 45) gives 09:45:00, with second defaulted</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Time(9, 45, 30) supplies all three explicitly</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All three calls yield a fully populated, valid instance, and no call path exists that leaves an attribute missing.</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class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def __init__(self, hour=0, minute=0, second=0):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self.hour = hour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self.minute = minute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self.second = second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Time()            # 00:00:00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Time(9, 45)       # 09:45:00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Time(9, 45, 30)   # 09:45:30</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give a parameter a mutable default such as items=[], and every instance shares the same list because the default is evaluated once at definition time. Use items=None and create the list inside __init__.</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__str__ method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__str__ method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__str__ returns the string Python should show when an instance is printed or passed to str(). Without it, printing an object gives the class name and a memory address, which tells a reader nothing about the value. Defining it turns every print and every f-string interpolation of that type into something meaningful, at the cost of one short method. Its companion __repr__ is intended for developers and should ideally produce text that could recreate the object; when only one is defined, __repr__ is the more useful, because the interactive shell and container displays use it.</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__str__</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string representation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print()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__repr__</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Without __str__ every print of your object shows a memory address, which helps nobody debugging it.</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console panels side by side over one Time instance. Left panel, no __str__ defined, shows print(t) producing &lt;__main__.Time object at 0x000001A2...&gt; in grey, tagged red "tells you nothing". Right panel, wi…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str-method-output-contrast</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__str__ method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__str__ method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def __str__(self) inside the class</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and return a string describing the value</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a string, never print from inside it</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with print(instance) and with str(instance)</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__repr__ as well for developer-facing output</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defining only one, define __repr__</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O(k) to format k attributes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per call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called once per print, so negligible</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Formatting inside __str__ runs on every print; keep it cheap for objects printed in loops.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__str__ method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__str__ method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 a Time instance before and after defining __str__.</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Without __str__, print(t) shows &lt;__main__.Time object at 0x...&gt;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Defining __str__ to return '%.2d:%.2d:%.2d' % (self.hour, self.minute, self.second)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print(t) now shows 12:01:00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list containing t still shows the address, because containers call __repr__</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Direct printing becomes readable immediately, and the list case shows why __repr__ is the one to define when only one is written.</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class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def __str__(self):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'%.2d:%.2d:%.2d' % (self.hour, self.minute, self.second)</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print(t)      # 12:01:00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print([t])    # [&lt;__main__.Time object at 0x...&gt;]  &lt;- uses __repr__</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print inside __str__ instead of returning a string, so the output appears twice and print(t) also shows None. __str__ must return; the caller does the printing.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Operator overloading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Operator overloading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Defining __add__ on a class makes the + operator work on its instances, because Python translates a + b into a.__add__(b). The same mechanism covers the other operators through __sub__, __mul__, __lt__, __eq__ and their relatives, which is how a user-defined type can behave like a built-in one. Returning NotImplemented rather than raising lets Python try the reflected operation on the other operand, which is what makes mixed-type arithmetic work. Overloading is worth doing only when the operator means what a reader would expect: defining + to mean something surprising is worse than a plainly named method.</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__add__</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special method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operator overloading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NotImplemented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__eq__</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Overload an operator only when its conventional meaning is the right one; otherwise a named method is clearer.</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an expression t1 + t2 with a translation arrow beneath it turning into t1.__add__(t2), with the left operand circled blue as the receiver. Around it, a wheel of operator-to-method mappings: + to __add_…</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operator-to-method-translation</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Operator overloading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Operator overloading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the operator has an obvious conventional meaning for your type</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the matching special method</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other operand as the second parameter</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a new object rather than modifying either operand</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NotImplemented for operand types you do not handle</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__eq__ if you want == to compare values rather than identity</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dispatch to the special method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cost of the operation itself</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reflected-operation fallback costs one extra dispatch</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Defining __eq__ without __hash__ makes instances unhashable, which silently breaks their use as dictionary keys.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Operator overloading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Operator overloading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Time.__add__ and evaluate t1 + t2.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Python rewrites t1 + t2 as t1.__add__(t2)</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method converts both to seconds and adds them</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returns a brand-new Time built from the total</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Neither t1 nor t2 is modified, so the operation is pure</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Two Time objects add with the + operator exactly as numbers do, and the result is a third independent object.</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class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def __add__(self, other):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int_to_time(time_to_int(self) + time_to_int(other))</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t3 = t1 + t2          # calls t1.__add__(t2)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print(t3)             # a new Time; t1 and t2 unchanged</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define __eq__ and then find their objects can no longer be dictionary keys. Defining __eq__ sets __hash__ to None unless you define it too; supply __hash__ or use a dataclass with frozen=True.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   |   CO4  |  Bloom L4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Type-based dispatch and polymorphism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Type-based dispatch and polymorphism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Type-based dispatch means inspecting the type of an operand with isinstance() and branching, which lets one method handle several argument types — adding a Time to a Time and a Time to an integer, for example. Polymorphism is the stronger idea: a function written against an interface rather than a type works with any object supplying that interface, so the same code serves types it was never written for. Python favours the polymorphic form through duck typing, where suitability is decided by whether the needed methods exist rather than by what class an object belongs to. A long chain of isinstance branches is usually the signal that polymorphism was available and not taken.</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type-based dispatch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isinstance()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polymorphism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duck typing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interface</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growing chain of isinstance branches is the smell that a polymorphic interface was the right answer.</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"type-based dispatch": a single method box containing a vertical chain of three isinstance diamonds, each branching to its own handling block, with a growth arrow at the bottom labelled "a fourth type me…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17-18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dispatch-versus-polymorphism</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Type-based dispatch and polymorphism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Type-based dispatch and polymorphism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down the operations the function actually needs</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Express those operations as an interface rather than a type</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isinstance only where the behaviours genuinely differ in kind</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NotImplemented for argument types you do not support</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the isinstance branches; three or more suggests refactoring</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adding a method to each type over adding a branch to one function</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single isinstance check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checks for k supported types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and O(k) code paths to maintain</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Polymorphic dispatch is O(1) regardless of how many types participate, because each type carries its own implementation.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17-18   |   CO4  |  Bloom L5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Type-based dispatch and polymorphism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Type-based dispatch and polymorphism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Make Time.__add__ accept either a Time or an integer number of seconds.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isinstance(other, Time) selects the time-plus-time path</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Otherwise the other operand is treated as a number of seconds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path builds and returns a new Time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polymorphic alternative would ask both operands for a to_seconds() method and add the results</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Two argument types are handled by one operator, and the polymorphic alternative would handle any type supplying to_seconds() without further branches.</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class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def __add__(self, other):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isinstance(other,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self.add_time(other)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self.increment(other)</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t1 + t2      # Time + Time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t1 + 1337    # Time + seconds</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an isinstance branch for every new type and the method grows without bound. Each branch is small, so the growth is easy to miss; by the third type, giving each type its own method is the cheaper design.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17-18   |   CO4  |  Bloom L5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between a class, a dictionary and a tuple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between a class, a dictionar…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Not every group of values deserves a class. A tuple suits a small fixed record with no behaviour, a dictionary suits a record whose fields vary at run time, and a class earns its ceremony once behaviour attaches to the data or once an invariant must be enforced. Python supplies middle grounds — a namedtuple gives named fields with tuple economy, and a dataclass generates __init__, __repr__ and __eq__ from a field list, removing most of the boilerplate that makes people avoid classes. The deciding question is whether anything other than attribute access ever happens; if not, the lighter structure is the honest one.</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design choice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data versus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namedtuple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dataclass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over-engineering</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class earns its ceremony when behaviour or an invariant attaches to the data — not merely because values travel together.</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four-rung ladder climbing left to right, each rung a structure with a cost badge. Rung 1 "tuple", badge "1 line, no names". Rung 2 "namedtuple", badge "1 line, named fields". Rung 3 "dataclass", badge "3 lin…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15-18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structure-choice-ladder</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between a class, a dictionary and a tuple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between a class, a dictionar…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what the program does with the group of values</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only attribute access, use a tuple or namedtuple</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fields vary at run time, use a dictionary</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behaviour attaches, use a dataclass</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an invariant must be enforced on construction, write a full class</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Stop at the first option that satisfies the requirement</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a tuple is the smallest in memory and fastest to create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 dataclass costs roughly what a hand-written class costs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full class with many methods is the largest</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runtime differences are small; the maintenance differences are not.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15-18   |   CO4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between a class, a dictionary and a tuple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between a class, a dictionar…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program needs a 2-D point. Decide the structure four ways.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Only ever reads .x and .y, never computes: a namedtuple suffices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Fields differ between records at run time: a dictionary is right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Distance and midpoint operations attach: a dataclass earns its keep</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Points must be validated as finite on construction: a full class with __init__ validation</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Four legitimate answers for four different requirement sets, which is why the structure cannot be chosen before the operations are known.</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from collections import namedtuple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from dataclasses import dataclass</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Point = namedtuple('Point', 'x y')      # data only</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@dataclass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class Point2:                            # data + behaviour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x: float = 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y: float = 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def dist(self):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(self.x**2 + self.y**2) ** 0.5</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full class with an __init__ and nothing else, reproducing by hand what a namedtuple or dataclass supplies in one line. If the class contains only __init__, a lighter structure was available.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Think Python: How to Think Like a Computer Scientist (TB2, not supplied) - TB2 Ch. 15-18   |   CO4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Define a class when the same values keep travelling together and the same functions keep following them.</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Assigning an attribute creates it, so a typo makes a new attribute rather than an error — the error comes later, on read.</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Composition is a design decision, not a mechanical one — the representation you pick makes some operations free and others awkward.</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Returning a new object rather than two loose numbers is what lets one operation feed directly into the next.</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function receives your object, not a copy of it, so modification is invisible at the call site unless the name says so.</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shallow copy of an object that holds an object gives you two shells around one core.</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State the invariant your type must satisfy, then choose the representation in which it is hardest to break.</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pure function can be tested by one comparison, because its entire effect is its return value.</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modifier returns None on purpose — that None is the signal that the effect was in the argument.</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Prototype while you are still learning the problem, plan once you understand it — and refactor at the boundary.</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instance before the dot becomes the first argument, which is why self is a parameter you never pass.</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 __init__ there is no code path that produces a half-built instance — that is what it buys over assigning attributes by hand.</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Without __str__ every print of your object shows a memory address, which helps nobody debugging it.</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Overload an operator only when its conventional meaning is the right one; otherwise a named method is clearer.</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growing chain of isinstance branches is the smell that a polymorphic interface was the right answer.</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class earns its ceremony when behaviour or an invariant attaches to the data — not merely because values travel together.</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4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quizzes/Module_4_Quiz.pdf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quizzes/Module_4_Quiz.gift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24%, L3-L4 48%, L5-L6 27%</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4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assignments/Module_4_Assignment.pdf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4 — Programmer-defined types and object semantics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&lt;USN&gt;_BEC305_Assignment4.pdf,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Class definition and initialisation (6); Object semantics: aliasing and copying (5); Purity, modifiers and design (5); Special methods and structure choice (4). Attainment: CO4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2026-09-11T19:47:50Z</dcterms:created>
  <dcterms:modified xsi:type="dcterms:W3CDTF">2026-09-11T19:47:50Z</dcterms:modified>
</cp:coreProperties>
</file>