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8 contact hours and 16 teaching units, and that all of it exists to answer one question: How does a Python program fetch data from somewhere else on the network, understand what it gets back, and store it so the next run does not have to fetch it again?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does a Python program fetch data from somewhere else on the network, understand what…" to look like?
Animation instructions: Module title block fades in first, then the textbook panel slides in from the right, then the five arc beats appear left to right one at a time.
Transition style: Fade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HTTP is a request-response protocol carried over a TCP connection: the client opens a connection, sends a request line naming a method and a path, and the… Then add the part they are examined on - HTTP is stateless text over TCP, and the status code must be checked before the body is believed.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"protocol" constrain here, and what would break if it did not hold?
Animation instructions: the handshake draws, the request arrow travels right with its block assembling, the response arrow travels left with the status line landing first and the body filling last, then the code key appears, then the stateless note fades in.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Open a TCP connection to the host on the appropriate port - and check everyone has written it before moving on. At the cost panel, translate it: Latency dominates for small resources; bandwidth dominates for large ones.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Request /page.htm from a web server and inspect the reply. Work at the pace of the slowest note-taker and land hard on the result: A 200 status means the body is the requested document; a 404 would mean the body is an error page, which a program that skipped 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browser in eight lines: create a socket, connect to the host and port, send a correctly formed request, then loop on recv() until it returns an empty by… Then add the part they are examined on - A socket carries bytes in arbitrary chunks, so you must encode, decode, and loop until recv returns empty.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"socket" constrain here, and what would break if it did not hold?
Animation instructions: the code panel appears, the request badge encodes and fires, then the five chunks arrive one at a time accumulating in the box, then the hollow empty chunk lands and the exit arrow fires, then the decode badge converts the accumulated bytes to text.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Create a socket with AF_INET and SOCK_STREAM - and check everyone has written it before moving on. At the cost panel, translate it: The chunk boundaries are arbitrary, so no single recv call can be assumed to return a complete message.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Fetch a small document with a raw socket and count the receive calls. Work at the pace of the slowest note-taker and land hard on the result: The full document is assembled from several chunks; code that used only the first recv would have captured the headers and a frag…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Fetching an image exposes two things a text document hides. Then add the part they are examined on - Split headers from body at the first blank line, and never decode a binary body as text.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"binary data" constrain here, and what would break if it did not hold?
Animation instructions: the stream ribbon draws left to right, the blank-line marker appears and the scissors cut, the Content-Length value flies into its counter, then the binary write path fires green and the text-mode path fires red.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Send the request and accumulate the whole reply as bytes - and check everyone has written it before moving on. At the cost panel, translate it: Memory is O(n) if the whole body is accumulated; streaming to disk keeps it constant.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Download a JPEG of about 250 kB and save it. Work at the pace of the slowest note-taker and land hard on the result: The saved file matches the Content-Length; writing with mode 'w' instead would have raised or silently corrupted the file through…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urllib.request.urlopen() does everything the socket version did — connect, send, receive, split the headers — and returns an object you can read like a fi… Then add the part they are examined on - urlopen returns a file-like object of bytes — read it like a file, but decode every line.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"urllib.request" constrain here, and what would break if it did not hold?
Animation instructions: the four grey socket steps appear, the urlopen slab slides across covering them, the file object emerges above, three lines iterate out through the decode gate, then the error path fires and the exception badge lands.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import urllib.request - and check everyone has written it before moving on. At the cost panel, translate it: Iterating line by line keeps memory constant, exactly as with a local file.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Count the words in a remote text file with urllib. Work at the pace of the slowest note-taker and land hard on the result: The remote file is processed with the same loop a local file would need, the only addition being the decode call on each line.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XML represents structured data as nested elements, each delimited by a matching start and end tag, optionally carrying attributes in the start tag. Then add the part they are examined on - XML is a tree written flat; well-formedness is a hard requirement, not a style preference.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"tag" constrain here, and what would break if it did not hold?
Animation instructions: the code panel appears and the matching arcs draw one pair at a time, the parse arrow sweeps right and the tree grows node by node with the attribute tag attaching last, then the two rejected documents drop in with their red strikes.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entities in the data and make each an element - and check everyone has written it before moving on. At the cost panel, translate it: A tree parser holds the whole document; a streaming parser trades convenience for constant memory.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Model a person with a name and a phone number that should be hidden. Work at the pace of the slowest note-taker and land hard on the result: A three-node tree in six lines of text, with the visibility flag carried as an attribute because it describes the phone rather 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xml.etree.ElementTree parses a document into a tree of Element objects. Then add the part they are examined on - find() returns None for a missing tag, so every chained .text is an AttributeError waiting for a different document.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"ElementTree" constrain here, and what would break if it did not hold?
Animation instructions: the tree draws, the first probe latches and extracts its value, the second probe returns None and the chained access raises the red badge, then the guarded version draws with its gate, then the attribute probe fires.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import xml.etree.ElementTree as ET - and check everyone has written it before moving on. At the cost panel, translate it: Repeated find calls in a loop rescan; collect the nodes once with findall instead.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Extract the name and the hide attribute from the person document, then attempt a missing tag. Work at the pace of the slowest note-taker and land hard on the result: Two successful extractions and one crash, and the crash arrives only on documents that omit the optional element — which is to sa…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findall() returns a list of every child matching a tag, which turns a repeating XML structure into something a for loop can walk. Then add the part they are examined on - findall returns a possibly empty list, so a missing tag gives you an empty loop instead of an AttributeError.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"findall()" constrain here, and what would break if it did not hold?
Animation instructions: the tree draws, the probe sweeps and all three children highlight, the list box fills and the len readout lands, then the loop walks the list filling the output table row by row, then the contrast card appears.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repeating element in the document - and check everyone has written it before moving on. At the cost panel, translate it: Call findall once and reuse the list; calling it inside the loop rescans the tree on every pass.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Count and list the users in a document containing three user records. Work at the pace of the slowest note-taker and land hard on the result: Three records extracted in one pass, and the empty-document case degrades to zero iterations rather than an exception.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JSON encodes the same kinds of structure as XML with far less punctuation, and maps directly onto Python types: a JSON object becomes a dictionary, an arr… Then add the part they are examined on - JSON parses straight into dictionaries and lists, so Module 2 subscripting is the whole API.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"json.loads()" constrain here, and what would break if it did not hold?
Animation instructions: the JSON panel appears with its constructs colouring in, the loads arrow sweeps right and the Python structure assembles with matching colours, the type key fills line by line, then the dumps return arrow draws and the amber note lands.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up to 13.5.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import json - and check everyone has written it before moving on. At the cost panel, translate it: JSON parsing is typically faster than XML because the grammar is smaller.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up to 13.5.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Parse a JSON array of two user records and print each name. Work at the pace of the slowest note-taker and land hard on the result: The records are read with plain dictionary and list operations; nothing resembling a tree API is involved.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13 up to 13.5.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database stores data in tables of rows and columns and provides indexed access, so a lookup does not require reading every record. Then add the part they are examined on - A file must be scanned; an indexed table is searched — that is the difference that matters as data grows.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"database" constrain here, and what would break if it did not hold?
Animation instructions: the file scan animates record by record with the counter climbing, then the index lookup animates its three hops with the counter stopping at 3, then the persistence strip draws both restart paths.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lookups will be by key and whether the data will grow - and check everyone has written it before moving on. At the cost panel, translate it: An index costs space and slows writes, which is why they are added deliberately rather than everywhere.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Find one record among 100000, first in a flat file and then in an indexed table. Work at the pace of the slowest note-taker and land hard on the result: Around 50000 comparisons against roughly 17, and the gap widens with every record added — which is the entire argument for a data…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SQLite is a serverless database engine: the whole database is a single file and the engine runs inside your process, so there is nothing to install, confi… Then add the part they are examined on - SQLite is one file and no server, so the browser can show you exactly what your code just did.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"SQLite" constrain here, and what would break if it did not hold?
Animation instructions: the client-server architecture draws with its four setup steps, then the SQLite architecture draws beneath it with its single step, then the browser window opens and its two panes populate, then the caution badge lands.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SQLite when the data is local and writers are few - and check everyone has written it before moving on. At the cost panel, translate it: No network round trip at all, which makes SQLite faster than a server for single-process work.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Create a database file, add a table, and verify it in the browser. Work at the pace of the slowest note-taker and land hard on the result: The database exists as one file that can be copied, emailed or opened in a browser, with no server anywhere in the picture.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CREATE TABLE defines a table by naming its columns and their types, and that definition is the schema — the contract every row must satisfy. Then add the part they are examined on - The schema is a contract on every row — and DROP TABLE IF EXISTS is a development convenience that must never ship.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"CREATE TABLE" constrain here, and what would break if it did not hold?
Animation instructions: the statement appears with its columns colouring in, the arrow sweeps down and the table headers inherit the colours, the three rows fill, the mis-shaped row bounces off with its amber tag, then the two-state DROP card flips from green to red.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the fields every record must carry - and check everyone has written it before moving on. At the cost panel, translate it: Adding a column later is cheap in SQLite; changing a column type generally is not.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Create a Tracks table with a title and a play count. Work at the pace of the slowest note-taker and land hard on the result: A two-column table exists and the schema is visible in the browser, but the leading DROP means this script destroys prior data ev…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SQL expresses what you want rather than how to fetch it, in four core statements: INSERT adds rows, SELECT retrieves them, UPDATE changes them and DELETE… Then add the part they are examined on - Always parameterise with placeholders, and never write an UPDATE or DELETE without a WHERE.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"INSERT" constrain here, and what would break if it did not hold?
Animation instructions: the four statement arrows fire in sequence on the table, then the no-WHERE overlay greys every row with its badge, then the security strip animates the injection breaking out and the placeholder containing it.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INSERT INTO table (columns) VALUES (?, ?) - and check everyone has written it before moving on. At the cost panel, translate it: A WHERE clause on an unindexed column still scans; the index is what makes the restriction cheap.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Insert two tracks, increment one play count, then list the table. Work at the pace of the slowest note-taker and land hard on the result: Two rows exist with play counts 20 and 16; omitting the WHERE on the UPDATE would have incremented both.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spider walks a network of linked records, fetching each and following the links it finds. Then add the part they are examined on - A retrieved flag in the table is what makes a long crawl resumable and idempotent.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"spider" constrain here, and what would break if it did not hold?
Animation instructions: the table draws with its flags, the selector picks a grey row, the fetch and parse boxes fire, the new rows insert and the flag flips, then the interruption bolt strikes and the restart arrow demonstrates resumption.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Create a table with the record identifier and a retrieved flag defaulting to 0 - and check everyone has written it before moving on. At the cost panel, translate it: Committing after each record costs a little speed and buys resumability, which is almost always the right trade.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Crawl three linked records with a spider that is interrupted after the second. Work at the pace of the slowest note-taker and land hard on the result: Only record C remains to fetch after the restart; without the flag, all three would have been fetched again and the discovered li…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Modelling means deciding which tables exist and how they refer to one another, and the tool for the referring is the key. Then add the part they are examined on - Never repeat a string across rows; store it once and point at its integer primary key.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"primary key" constrain here, and what would break if it did not hold?
Animation instructions: the before table draws and its four repeated cells flash amber with the badge, then the split animates into two tables, then the four foreign-key arrows sweep across to converge on the single artist row, then the legend fills.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the entities in the data and give each its own table - and check everyone has written it before moving on. At the cost panel, translate it: Normalisation saves space and prevents contradictory duplicates; it costs a join on every read.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Store four tracks by one artist, first denormalised and then normalised. Work at the pace of the slowest note-taker and land hard on the result: Four copies collapse to one, and the UNIQUE constraint makes a second AC/DC row impossible, which is the integrity guarantee the…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JOIN reassembles, at query time, the rows that normalisation split apart. Then add the part they are examined on - A JOIN without an ON clause pairs everything with everything — the row count tells you immediately.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"JOIN" constrain here, and what would break if it did not hold?
Animation instructions: the two source tables draw, the three ON-matched arrows fire one at a time and the green result fills, then the six cross arrows fire together and the red result fills with its multiplication badge, then the index icon lands.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which tables hold the columns you need - and check everyone has written it before moving on. At the cost panel, translate it: The row count of the result is the cheapest diagnostic for a missing ON clause.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List every track with its artist name from the normalised tables. Work at the pace of the slowest note-taker and land hard on the result: Three rows, matching the track count exactly; dropping the ON clause would have returned six, which is the signal that the condit…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module assembles into one pipeline: retrieve over HTTP, parse the XML or JSON into Python structures, normalise into tables, and query with SQL. Then add the part they are examined on - Separate fetch, parse, store and query so each can be tested alone — and make the whole thing safe to run twice.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"pipeline" constrain here, and what would break if it did not hold?
Animation instructions: the four stages appear left to right with their connecting arrows, then the two test taps drop in beneath, then the idempotence loop fires and the row counter visibly does not move, then the cost strip shades red to green.
Transition style: Fade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Fetch the resource and save the raw response - and check everyone has written it before moving on. At the cost panel, translate it: The stored database turns a repeated network cost into a one-off 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Run a fetch-parse-store-query pipeline twice over the same source. Work at the pace of the slowest note-taker and land hard on the result: The database holds 50 rows after both runs, so the pipeline is safe to re-run after a failure without producing duplicates.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5: Networked Programs, Web Services and Databases. Assigned by the syllabus to TB3: Charles R. Severance, Python for Everybody: Exploring Data Using Python 3, CreateSpace Independent Publishing Platform, 1st ed., 2016; TB3 Ch. 12-15. TB3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BEC305 Python Programming syllabus, 2025 scheme, Module 5: Networked Programs, Web Services and Databases, 8 hours, TB3 (Severance, Python for Everybody) Ch. 12, Ch. 13 up to 13.5, Ch. 15 — TB3 was not supplied in this environment, so chapters are cited as the syllabus gives them and no page numbers are claimed. TB1: Al Sweigart, Automate the Boring Stuff with Python, No Starch Press, 1st ed., 2015.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Python Programming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5 asks: How does a Python program fetch data from somewhere else on the network, understand what it gets back, and…</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5</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Networked Programs, Web Services and Databases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8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Automate the Boring Stuff with Python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 Sweigart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Starch Press, 1st edition, 2015</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TB3 (Severance, Python for Everybody) Ch. 12, Ch. 13 up to 13.5, Ch. 15 — TB3 was not supplied in this environment, so chapters are cited as the syllabus gives them and no page numbers are claimed</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Basics &amp; Flow Control   •   Lists, Dicts &amp; Strings   •   Regex &amp; Files   •   Classes &amp; Objects   •   Web Services &amp; SQL</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Sockets carry bytes   →   urllib hides the protocol   →   XML and JSON carry structure   →   Tables outlive the process   →   Keys and JOIN relate them</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BEC305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does a Python program fetch data from somewhere else on the network, understand what it gets back, and store it so the next run does not have to fetch it again?</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Sockets carry bytes</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urllib hides the protocol</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XML and JSON carry structure</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Tables outlive the process</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Keys and JOIN relate them</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syllabus assigns this module entirely to TB3, Charles R. Severance, Python for Everybody, Chapters 12, 13 up to section 13.5, and 15. That book was NOT supplied in this environment. Every unit below is aligned to the verbatim syllabus headings, which are Severance section titles, and cites only the chapter numbers the syllabus gives; no page numbers are claimed and every slide says so in its [Sources] note. Content is standard HTTP, XML/JSON and SQLite behaviour, verifiable against the Python standard library. The Twitter spidering example is presented as the book frames it, with a note that the public API it assumes has since been restricted.</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CO5</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HTTP: the Hypertext Transfer Protocol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CO5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world's simplest web browser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CO5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Retrieving an image over HTTP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CO5 / L4</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Retrieving web pages with urllib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CO5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XML: eXtensible Markup Language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CO5 / L2</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Parsing XML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CO5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Looping through nodes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CO5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JSON: JavaScript Object Notation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13 up to 13.5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CO5 / L3</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What is a database, and why not a file?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CO5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Database concepts and the SQLite browser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CO5 / L3</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Creating a database table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CO5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SQL: inserting, selecting, updating and deleting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CO5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Spidering a web API into a database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CO5 / L5</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Basic data modelling and the three kinds of keys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CO5 / L5</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Programming with multiple tables and JOIN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CO5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Putting it together: fetch, parse, store, query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TB3 Ch. 12-15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CO5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HTTP: the Hypertext Transfer Protocol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HTTP: the Hypertext Transfer Protocol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HTTP is a request-response protocol carried over a TCP connection: the client opens a connection, sends a request line naming a method and a path, and the server replies with a status line, headers and a body. It is a text protocol, which is why a request can be typed by hand and why the whole exchange can be read without special tools. Being stateless, each request carries everything the server needs, so the server keeps nothing between them — cookies and tokens exist precisely to reintroduce state the protocol deliberately omits. The status code is the part a program must read first: 200 means the body is what you asked for, 404 means it is an error page, and code that ignores the code happily parses the error page as data.</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protocol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request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status code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header</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HTTP is stateless text over TCP, and the status code must be checked before the body is believed.</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vertical lifelines, client on the left and server on the right, with a TCP connection drawn as a horizontal handshake at the top. A request arrow travels right carrying a labelled block: request line GET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L2  |  visual id: http-request-response-exchange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HTTP: the Hypertext Transfer Protocol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HTTP: the Hypertext Transfer Protocol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a TCP connection to the host on the appropriate port</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Send a request line naming the method and path</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Send any headers, then a blank line</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status line and check the code</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headers to learn the content type and length</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body only once the status code says it is valid</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round trip for a small resource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round trip plus transfer time proportional to the body size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many round trips when a page pulls in many sub-resources</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Latency dominates for small resources; bandwidth dominates for large ones.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HTTP: the Hypertext Transfer Protocol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HTTP: the Hypertext Transfer Protocol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Request /page.htm from a web server and inspect the reply.</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client connects on port 80 and sends GET /page.htm HTTP/1.0 followed by a blank line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server replies with the status line HTTP/1.1 200 OK</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Headers follow, including Content-Type and Content-Length, then a blank line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body follows the blank line and is the document requested</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200 status means the body is the requested document; a 404 would mean the body is an error page, which a program that skipped the status check would parse as if it were data.</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socket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 = socket.socket(socket.AF_INET, socket.SOCK_STREAM)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s.connect(('data.pr4e.org', 80))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s.send(b'GET /page.htm HTTP/1.0\r\nHost: data.pr4e.org\r\n\r\n')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print(s.recv(512).decode())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HTTP/1.1 200 OK ... headers ... blank line ... body</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parse the response body without checking the status code, so a 404 error page is scraped as though it were the data. Always branch on the status code before touching the body.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world's simplest web browser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world's simplest web browser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browser in eight lines: create a socket, connect to the host and port, send a correctly formed request, then loop on recv() until it returns an empty byte string. Writing it once is worth the effort because it makes visible everything the higher-level libraries hide — that the request must end with a blank line, that the reply arrives in arbitrary chunks rather than all at once, and that everything on a socket is bytes rather than text. Sockets carry bytes, so the request must be encoded and the reply decoded, which is where the difference between a str and a bytes object stops being academic. recv() returning an empty value is the signal that the server has closed its end.</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socket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AF_INET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SOCK_STREAM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recv()</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socket carries bytes in arbitrary chunks, so you must encode, decode, and loop until recv returns empty.</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code panel of eight numbered lines from socket creation to the receive loop. Right: a stream of incoming data drawn as a long ribbon, chopped into five unequal chunks arriving at different times along…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socket-recv-chunk-loop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world's simplest web browser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world's simplest web browser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 socket with AF_INET and SOCK_STREAM</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Connect to the host and port</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Encode the request string to bytes and send it</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 calling recv() with a buffer size</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Append each chunk until recv returns an empty byte string</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Decode the accumulated bytes and close the socket</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recv call for a small response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 buffer) calls for a response of n bytes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many small chunks on a slow or congested link</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chunk boundaries are arbitrary, so no single recv call can be assumed to return a complete message.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world's simplest web browser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world's simplest web browser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Fetch a small document with a raw socket and count the receive calls.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request is built as a str and converted with .encode() before send()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first recv returns the status line, headers and part of the body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Further recv calls return the rest in chunks of varying size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final recv returns b'' and the loop ends</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full document is assembled from several chunks; code that used only the first recv would have captured the headers and a fragment of the body.</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while 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data = s.recv(512)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len(data) &lt;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break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print(data.decode(), end='')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s.close()</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recv once and assume they have the whole reply. TCP delivers a stream, not messages, so the data arrives in arbitrary chunks and must be accumulated until recv returns empty.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Retrieving an image over HTTP</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Retrieving an image over HTTP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Fetching an image exposes two things a text document hides. First, the body is binary, so it must never be decoded as text — decoding corrupts it and often raises UnicodeDecodeError partway through. Second, the headers and body arrive in one stream and must be separated, which is done by finding the first blank line, since HTTP defines exactly one empty line between them. Content-Length tells you how many bytes of body to expect, which is what lets a program know it has everything. The received bytes are written to disk with a file opened in binary mode, because text mode would translate line endings and destroy the file.</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binary data</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Content-Length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header and body split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buffering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write binary</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Split headers from body at the first blank line, and never decode a binary body as text.</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incoming stream ribbon divided into two zones by a prominent blank-line marker: the left zone shaded light and labelled "headers, text", the right zone shaded dark and labelled "body, binary". A sciss…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binary-body-split-and-write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Retrieving an image over HTTP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Retrieving an image over HTTP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Send the request and accumulate the whole reply as bytes</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first blank line to locate the end of the headers</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Decode only the header portion as text</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Content-Length to learn the expected body size</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everything after the blank line as the body, still as bytes</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body to a file opened in 'wb' mode</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n bytes of image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with several recv calls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plus retries on a lossy connection</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Memory is O(n) if the whole body is accumulated; streaming to disk keeps it constant.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Retrieving an image over HTTP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Retrieving an image over HTTP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Download a JPEG of about 250 kB and save it.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accumulated reply is searched for the first blank line separating headers from body</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header text reports Content-Length: 254057</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bytes after the blank line are the image data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Opening the output file with mode 'wb' and writing those bytes reproduces the image exactly</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saved file matches the Content-Length; writing with mode 'w' instead would have raised or silently corrupted the file through line-ending translation.</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pos = data.find(b'\r\n\r\n')       # end of headers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headers = data[:pos].decode()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body = data[pos + 4:]                # still bytes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with open('image.jpg', 'wb') as f:   # binary mode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f.write(body)</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decode the whole reply to text before splitting it, which corrupts the binary body or raises UnicodeDecodeError. Decode the headers only; the body stays bytes all the way to the file.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Retrieving web pages with urllib</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Retrieving web pages with urllib</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urllib.request.urlopen() does everything the socket version did — connect, send, receive, split the headers — and returns an object you can read like a file. That abstraction is the point: the protocol details stop being your problem, and iterating the returned object yields lines exactly as iterating an open file does. What it does not do is hide the bytes-versus-text distinction, so the lines still arrive as bytes and must be decoded. It also raises on an HTTP error rather than handing back the error page, which is the behaviour you want, and is why building the socket version first makes the convenience legible rather than magical.</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urllib.request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urlopen()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file-like object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abstraction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encoding</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urlopen returns a file-like object of bytes — read it like a file, but decode every line.</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layered diagram. Bottom layer, greyed, shows the four socket steps: create, connect, send, recv loop, each with a small icon. A wide slab labelled urllib.request.urlopen() sits over them, covering all four,…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urllib-hides-the-protocol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Retrieving web pages with urllib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Retrieving web pages with urllib</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urllib.request</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urlopen(url) to obtain a file-like object</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Iterate it to get lines, or call read() for everything</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Decode each line or the whole body</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Handle HTTPError and URLError around the call</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Close the object, or use a with statement</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round trip, as with the socket version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identical network cost; the saving is in code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read() holds the entire body in memory</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Iterating line by line keeps memory constant, exactly as with a local file.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Retrieving web pages with urllib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Retrieving web pages with urllib</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the words in a remote text file with urllib.</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fhand = urllib.request.urlopen('http://data.pr4e.org/romeo.txt')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Iterating fhand yields one line at a time, each as a bytes object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line.decode() converts it to text, and split() breaks it into words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dictionary counts the words exactly as it would for a local file</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remote file is processed with the same loop a local file would need, the only addition being the decode call on each line.</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urllib.request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fhand = urllib.request.urlopen('http://data.pr4e.org/romeo.txt')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counts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line in fhand: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for word in line.decode().split():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counts[word] = counts.get(word, 0) + 1</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the decode and then call a string method on a bytes object, getting a TypeError about str and bytes. urlopen yields bytes because it does not know the encoding; you must supply that knowledge.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   |   CO5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XML: eXtensible Markup Language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XML: eXtensible Markup Language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XML represents structured data as nested elements, each delimited by a matching start and end tag, optionally carrying attributes in the start tag. The nesting forms a tree, which is what allows arbitrarily deep structure to be written in a flat text file. A document is well-formed when every tag is closed, tags nest without overlapping and there is exactly one root element; a parser rejects anything else rather than guessing. The design decision XML forces on every author is what belongs in an attribute and what belongs in a child element — the usual guidance being that data belongs in elements and metadata about that data belongs in attributes.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tag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element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attribute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nesting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well-formed</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XML is a tree written flat; well-formedness is a hard requirement, not a style preference.</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an XML document in a code panel, with a person element containing name and phone children, the phone element carrying a hide attribute, and matching tag pairs joined by faint coloured arcs above the text…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L2  |  visual id: xml-text-to-tree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XML: eXtensible Markup Language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XML: eXtensible Markup Language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entities in the data and make each an element</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Nest child elements inside their parent</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Put data in elements and metadata in attributes</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Ensure exactly one root element</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Close every tag and never overlap them</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Validate well-formedness before attempting to parse</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to parse n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time and O(depth) parser stack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memory when the whole tree is built at once</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tree parser holds the whole document; a streaming parser trades convenience for constant memory.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   CO5  |  Bloom L2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XML: eXtensible Markup Language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XML: eXtensible Markup Language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Model a person with a name and a phone number that should be hidden.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person is the root element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name is a child element holding the data Chuck</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 is a child element holding the number, and hide is an attribute describing it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tag is closed and the nesting does not overlap, so the document is well-formed</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three-node tree in six lines of text, with the visibility flag carried as an attribute because it describes the phone rather than being data about the person.</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data = '''&lt;person&gt;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&lt;name&gt;Chuck&lt;/name&gt;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&lt;phone type="intl" hide="yes"&gt;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+1 734 303 4456</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&lt;/phone&gt;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&lt;/person&gt;'''</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put data in attributes because it is shorter, then discover an attribute cannot have children when the data later needs structure. Data belongs in elements; attributes describe the element they sit 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   CO5  |  Bloom L2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Parsing XML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Parsing XML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xml.etree.ElementTree parses a document into a tree of Element objects. fromstring() parses text and returns the root; find() searches for the first matching child by tag name and returns an Element or None; the .text attribute holds the character data inside an element and get() reads an attribute. The recurring hazard is that find() returns None when the tag is absent, so chaining .text onto it raises AttributeError on exactly the documents that differ from your sample. Because .text is also None for an empty element, robust code tests the Element before reading it rather than assuming the structure.</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ElementTree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fromstring()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find()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text</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returns None for a missing tag, so every chained .text is an AttributeError waiting for a different document.</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tree drawn from a root person node with name and phone children. A find('name') probe arrow descends and latches onto the name node, which lights green, and a .text arrow extracts the token 'Chuck'. A second…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elementtree-find-none-hazard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Parsing XML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Parsing XML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xml.etree.ElementTree as ET</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with ET.fromstring(text) or ET.parse(filename)</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Locate a child with find(tagname)</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the result against None before using it</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character data with .text and attributes with .get()</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Strip whitespace from .text, since indentation is included</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find on a shallow tree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O(children) per find, since it scans siblings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for a deep search across the whole document</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Repeated find calls in a loop rescan; collect the nodes once with findall instead.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   CO5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Parsing XML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Parsing XML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Extract the name and the hide attribute from the person document, then attempt a missing tag.</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tree = ET.fromstring(data) returns the root Element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tree.find('name').text gives 'Chuck'</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tree.find('phone').get('hide') gives 'yes'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tree.find('email').text raises AttributeError, because find returned None</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Two successful extractions and one crash, and the crash arrives only on documents that omit the optional element — which is to say, in production rather than in testing.</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xml.etree.ElementTree as ET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tree = ET.fromstring(data)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print('Name:', tree.find('name').text)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print('Hide:', tree.find('phone').get('hide'))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node = tree.find('email')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if node is not None: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print(node.text)</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chain .text straight onto find() because it worked on the sample document. The first record missing that optional tag raises AttributeError; test the returned Element against None first.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   CO5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Looping through nodes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Looping through nodes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findall() returns a list of every child matching a tag, which turns a repeating XML structure into something a for loop can walk. It accepts a simple path, so findall('users/user') descends one level before matching, and len() on the result counts the records without parsing anything twice. The distinction from find() is worth stating plainly: find returns one Element or None, findall returns a list that may be empty, so an absent tag yields an empty loop rather than a crash. That makes findall the safer default whenever the data is a collection rather than a single value.</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findall()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node list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iteration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expression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len()</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findall returns a possibly empty list, so a missing tag gives you an empty loop instead of an AttributeError.</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tree with a users node branching to three user children, each holding id and name leaves. A findall('users/user') probe sweeps across all three children, which highlight together, and emits a list box contai…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findall-node-list-loop</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Looping through nodes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Looping through nodes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repeating element in the document</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findall with its tag, or a path if it is nested</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len() of the result if a count is needed</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 over the returned list</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Extract fields from each node inside the loop</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Accept an empty list as a valid outcome rather than an error</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O(k) for k matching nodes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to scan the relevant subtree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over the whole document for a deep path</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Call findall once and reuse the list; calling it inside the loop rescans the tree on every pass.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   CO5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Looping through nodes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Looping through nodes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and list the users in a document containing three user records.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lst = stuff.findall('users/user') returns a list of three Elements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len(lst) reports 3 without a second parse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Looping over lst, each item yields item.find('name').text and item.find('id').text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document with no user elements would return an empty list and the loop would simply not run</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Three records extracted in one pass, and the empty-document case degrades to zero iterations rather than an exception.</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lst = stuff.findall('users/user')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print('User count:', len(lst))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item in lst: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print('Name', item.find('name').text)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print('Id', item.find('id').text)</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findall inside the loop that iterates its own result, rescanning the tree on every pass and turning an O(n) extraction into O(n squared). Call it once and bind the list.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   CO5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JSON: JavaScript Object Notation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JSON: JavaScript Object Notation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JSON encodes the same kinds of structure as XML with far less punctuation, and maps directly onto Python types: a JSON object becomes a dictionary, an array becomes a list, and strings, numbers, true, false and null become str, int or float, True, False and None. json.loads() parses text into those structures and json.dumps() serialises them back. The practical consequence is that no tree API is needed — the parsed result is ordinary Python data reached with the subscripting from Module 2. The trade against XML is that JSON has no attributes and no comments, so metadata has to become just another key.</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json.loads()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json.dumps()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object to dict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array to list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serialisation</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JSON parses straight into dictionaries and lists, so Module 2 subscripting is the whole API.</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JSON document panel with an array of two objects, each holding id, x and name keys, with braces and brackets colour-coded. A json.loads() arrow points right to a Python structure panel drawn as a list…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up to 13.5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json-maps-to-python-types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JSON: JavaScript Object Notation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JSON: JavaScript Object Notation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json</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text with json.loads()</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Reach into the result with ordinary subscripting</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get() with a default for keys that may be absent</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Serialise back with json.dumps()</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indent to dumps when the output must be readable</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to parse n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time and O(n) memory for the structure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memory, since the whole document is materialised</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JSON parsing is typically faster than XML because the grammar is smaller.</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up to 13.5   |   CO5  |  Bloom L3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JSON: JavaScript Object Notation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JSON: JavaScript Object Notation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a JSON array of two user records and print each name.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info = json.loads(data) returns a Python list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len(info) is 2, counted with the same len used on any list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Looping over info, each item is a dictionary, so item['name'] reads the name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item.get('email', 'none') supplies a default for a key that may be missing</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records are read with plain dictionary and list operations; nothing resembling a tree API is involved.</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json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info = json.loads(data)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print('User count:', len(info))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item in info: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print('Name', item['name'])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print('Id', item['id'])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print('Attribute', item.get('x', 'none'))</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index a possibly absent key with square brackets and get a KeyError on the first record that omits it. Real feeds are irregular; use get() with a default for anything not guaranteed by the schema.</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13 up to 13.5   |   CO5  |  Bloom L3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is a database, and why not a file?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is a database, and why not a fil…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database stores data in tables of rows and columns and provides indexed access, so a lookup does not require reading every record. That is the decisive difference from a flat file: a file must be scanned end to end to find anything, whereas an indexed table reaches a row in roughly logarithmic time regardless of size. A database also enforces structure, so every row of a table has the same columns, and it survives the program ending without any serialisation code. The cost is a schema that must be designed before data can be stored, which is exactly the discipline a flat file lets you avoid and then regret.</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database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row</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column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index</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file must be scanned; an indexed table is searched — that is the difference that matters as data grows.</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panel "flat file": a long ribbon of records with a search token walking from the start, testing each record, a step counter climbing to a large number, tagged "O(n) scan, grows with the file". Right panel…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file-scan-versus-index-lookup</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is a database, and why not a file?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is a database, and why not a fil…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lookups will be by key and whether the data will grow</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Design a table with one column per field</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Give each table a primary key</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an index for any column searched often</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rows rather than appending lines</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Query by key rather than scanning</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O(log n) for an indexed lookup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O(log n) indexed, O(n) unindexed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full table scan when no suitable index exists</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An index costs space and slows writes, which is why they are added deliberately rather than everywhere.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is a database, and why not a file?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is a database, and why not a fil…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one record among 100000, first in a flat file and then in an indexed table.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flat file is read line by line, comparing each until the match is found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 average that is 50000 comparisons, and 100000 for a miss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indexed table descends a balanced structure instead</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That reaches the row in roughly 17 steps, and a miss costs the same</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Around 50000 comparisons against roughly 17, and the gap widens with every record added — which is the entire argument for a database.</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flat file: scan everything</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line in open('data.txt'):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line.startswith(key):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break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database: ask for 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cur.execute('SELECT * FROM Users WHERE email = ?', (key,))</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reach for a database for a hundred rows that a dictionary in memory would hold, paying schema cost for no benefit. A database earns its keep when the data outlives the process or exceeds memory.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Database concepts and the SQLite browser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Database concepts and the SQLite brow…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SQLite is a serverless database engine: the whole database is a single file and the engine runs inside your process, so there is nothing to install, configure or start. That makes it the right tool for learning and for any application whose data lives on one machine, and the wrong tool for many concurrent writers. DB Browser for SQLite opens that file and shows tables, columns and rows directly, which matters pedagogically because it makes the effect of every statement visible rather than inferred. Inspecting the schema in a browser after running a CREATE TABLE is the fastest way to confirm that what you wrote is what you meant.</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SQLite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serverless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single file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DB Browser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schema inspection</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SQLite is one file and no server, so the browser can show you exactly what your code just did.</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comparison of two architectures. Upper, "client-server": an application box, a network link, a separate server process box and a data directory, with four setup steps listed beside it. Lower, "SQLite":…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sqlite-single-file-and-browser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Database concepts and the SQLite browser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Database concepts and the SQLite brow…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SQLite when the data is local and writers are few</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Connect with sqlite3.connect(filename), which creates the file if absent</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a cursor from the connection</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Execute statements through the cursor</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Commit the connection to persist changes</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the file in DB Browser to verify the schema and rows</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open an existing file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query cost dominates, not connection cost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concurrent writers serialise on a file lock</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No network round trip at all, which makes SQLite faster than a server for single-process work.</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Database concepts and the SQLite browser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Database concepts and the SQLite brow…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 database file, add a table, and verify it in the browser.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sqlite3.connect('music.sqlite') creates the file if it does not exist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conn.cursor() returns the object through which statements are executed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CREATE TABLE statement defines the schema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conn.commit() writes it, and opening music.sqlite in DB Browser shows the new table</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database exists as one file that can be copied, emailed or opened in a browser, with no server anywhere in the picture.</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import sqlite3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conn = sqlite3.connect('music.sqlite')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 = conn.cursor()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cur.execute('CREATE TABLE IF NOT EXISTS Tracks (title TEXT, plays INTEGER)')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conn.commit()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conn.close()</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conn.commit() and find the database empty on the next run. SQLite wraps statements in a transaction; without a commit the changes are discarded when the connection closes.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Creating a database table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Creating a database table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CREATE TABLE defines a table by naming its columns and their types, and that definition is the schema — the contract every row must satisfy. SQLite recognises TEXT, INTEGER, REAL, BLOB and NULL, and is unusually permissive about what it will actually store in a column, which means the schema documents intent more strongly than it enforces it. A development script commonly begins with DROP TABLE IF EXISTS so that each run starts from a known state, which is convenient while building and catastrophic if it survives into production. Designing the schema is where the modelling decisions of Module 2 return, now with the constraint that every row must have the same shape.</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CREATE TABLE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column type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TEXT INTEGER REAL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DROP TABLE IF EXISTS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schema</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schema is a contract on every row — and DROP TABLE IF EXISTS is a development convenience that must never ship.</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 CREATE TABLE statement with each column name and type highlighted in a distinct colour. An arrow leads down to a table drawn with matching coloured column headers, and three rows fill in beneath, eac…</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create-table-schema-contract</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Creating a database table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Creating a database table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the fields every record must carry</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type for each field</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CREATE TABLE with one column definition per field</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 primary key</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IF NOT EXISTS for idempotent creation</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DROP TABLE IF EXISTS only in a development script</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create an empty table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creation is a metadata operation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dropping a large table costs proportional to its size</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Adding a column later is cheap in SQLite; changing a column type generally is not.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Creating a database table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Creating a database table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 Tracks table with a title and a play count.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DROP TABLE IF EXISTS Tracks removes any previous version so the run starts clean</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TABLE Tracks (title TEXT, plays INTEGER) defines two columns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subsequent insert must supply values for those two columns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Opening the file in DB Browser shows the table with no rows and the declared column types</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two-column table exists and the schema is visible in the browser, but the leading DROP means this script destroys prior data every time it runs.</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cur.execute('DROP TABLE IF EXISTS Tracks')   # development only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cur.execute('''CREATE TABLE Tracks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id     INTEGER PRIMARY KEY,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title  TEXT UNIQUE,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plays  INTEGER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leave DROP TABLE IF EXISTS at the top of a script that later runs against real data and destroy it on the next execution. Keep destructive setup in a separate initialisation script.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SQL: inserting, selecting, updating and deleting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SQL: inserting, selecting, updating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SQL expresses what you want rather than how to fetch it, in four core statements: INSERT adds rows, SELECT retrieves them, UPDATE changes them and DELETE removes them. WHERE restricts which rows an UPDATE, DELETE or SELECT applies to, and omitting it on an UPDATE or DELETE applies the statement to every row in the table — a mistake with no undo. Values must be supplied through placeholders rather than string formatting, because the database then treats them as data rather than as SQL, which both prevents injection and handles quoting correctly. A SELECT returns rows through the cursor, which is iterated like any other Python sequence.</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INSERT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SELECT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UPDATE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DELETE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WHERE</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Always parameterise with placeholders, and never write an UPDATE or DELETE without a WHERE.</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table drawn centrally with four rows. Four labelled arrows act on it: INSERT adding a fifth row from below in green, SELECT drawing two matching rows out to the right through a WHERE filter gate, UPDATE rewr…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sql-four-statements-and-placeholder</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SQL: inserting, selecting, updating and deleting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SQL: inserting, selecting, updating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INSERT INTO table (columns) VALUES (?, ?)</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the values as a tuple in the second argument to execute</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SELECT columns FROM table WHERE condition</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Iterate the cursor to read the returned rows</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Always include a WHERE clause on UPDATE and DELETE</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Commit the connection after any statement that changes data</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O(log n) for an indexed WHERE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O(log n) indexed, O(n) otherwise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full scan, and O(n) for an unrestricted UPDATE</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WHERE clause on an unindexed column still scans; the index is what makes the restriction cheap.</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SQL: inserting, selecting, updating and deleting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SQL: inserting, selecting, updating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two tracks, increment one play count, then list the table.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execute('INSERT INTO Tracks (title, plays) VALUES (?, ?)', ('Thunderstruck', 20)) adds a row safely</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second insert adds ('My Way', 15)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execute('UPDATE Tracks SET plays = plays + 1 WHERE title = ?', ('My Way',)) increments exactly one row</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execute('SELECT title, plays FROM Tracks') returns both rows through the cursor</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Two rows exist with play counts 20 and 16; omitting the WHERE on the UPDATE would have incremented both.</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cur.execute('INSERT INTO Tracks (title, plays) VALUES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('Thunderstruck', 20))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cur.execute('UPDATE Tracks SET plays = plays + 1 WHERE title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('My Way',))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row in cur.execute('SELECT title, plays FROM Tracks'):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print(row)</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conn.commit()</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build SQL with string formatting, as in "... WHERE name = '" + name + "'". A value containing a quote then breaks out of the string and becomes executable SQL. Use ? placeholders and pass a tuple.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Spidering a web API into a database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Spidering a web API into a database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spider walks a network of linked records, fetching each and following the links it finds. Doing that against a database rather than in memory gives resumability: a retrieved column marks which records have been fetched, so a run interrupted after two hours resumes where it stopped instead of starting again. The same table also deduplicates, because a record already present is not fetched twice. Two practical constraints govern any spider — the service's rate limit, which must be respected with a delay between requests, and its access rules, which change. The Twitter example in the prescribed text assumes a public API that has since been restricted, so it should be taught as a pattern and demonstrated against an open API.</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spider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crawl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retrieved flag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rate limit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resumability</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retrieved flag in the table is what makes a long crawl resumable and idempotent.</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table with columns name and retrieved, holding five rows, two flagged 1 in green and three flagged 0 in grey. A selector arrow labelled "SELECT ... WHERE retrieved = 0 LIMIT 1" picks the first grey row…</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spider-resumable-crawl</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Spidering a web API into a database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Spidering a web API into a database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 table with the record identifier and a retrieved flag defaulting to 0</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Select one unretrieved record</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Fetch it from the service</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any newly discovered records with retrieved set to 0</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the fetched record's retrieved flag to 1 and commit</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Sleep for the interval the service requires, then repeat</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database work per fetch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network latency dominates entirely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rate limiting sets a hard ceiling on throughput</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Committing after each record costs a little speed and buys resumability, which is almost always the right trade.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L5</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Spidering a web API into a database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Spidering a web API into a database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Crawl three linked records with a spider that is interrupted after the second.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A is selected, fetched, its two links inserted as unretrieved, and its flag set to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B is selected and fetched the same way, and its flag committed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program is interrupted before record C</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 restart, the SELECT WHERE retrieved = 0 finds C immediately and continues</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Only record C remains to fetch after the restart; without the flag, all three would have been fetched again and the discovered links duplicated.</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cur.execute('SELECT name FROM People WHERE retrieved = 0 LIMIT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row = cur.fetchone()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fetch and parse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cur.execute('UPDATE People SET retrieved = 1 WHERE name = ?', (row[0],))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conn.commit()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time.sleep(1)   # respect the service's rate limit</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commit once at the end of a long crawl, so an interruption after an hour loses everything. Commit after each record; the cost is trivial next to refetching.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L5</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Basic data modelling and the three kinds of keys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Basic data modelling and the three ki…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Modelling means deciding which tables exist and how they refer to one another, and the tool for the referring is the key. A primary key is an integer the database assigns, meaningless outside the table and never reused, which is what makes it a stable target for references. A logical key is the value the outside world uses to identify the row, such as an email address or an album title, and it should carry a UNIQUE constraint. A foreign key is a column holding another table's primary key, and it is how a row in one table points at a row in another. The rule that follows is normalisation: never repeat a string value across rows — store it once and reference it by its integer primary key.</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primary key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logical key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foreign key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normalisation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integer key</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repeat a string across rows; store it once and point at its integer primary key.</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"before": a single wide table where the artist name is repeated verbatim across four track rows, with those four cells shaded amber and a badge "four copies, four chances to disagree". Lower half,…</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three-keys-and-normalisation</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Basic data modelling and the three kinds of keys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Basic data modelling and the three ki…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the entities in the data and give each its own table</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Give every table an integer primary key</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 UNIQUE constraint to the logical key</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any repeated value with a foreign key to the table that owns it</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the referenced row first, then read back its id</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 the id, never the string, in the referring table</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follow a foreign key with an index</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O(log n) lookup per reference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when the foreign key column is unindexed</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Normalisation saves space and prevents contradictory duplicates; it costs a join on every read.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Basic data modelling and the three kinds of keys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Basic data modelling and the three ki…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 four tracks by one artist, first denormalised and then normalised.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Denormalised: the string 'AC/DC' appears in four rows, so a spelling correction must find and fix four cells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Normalised: one Artist row holds id 1 and name AC/DC with a UNIQUE constraint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Track row stores artist_id = 1 instead of the name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Correcting the spelling now means editing exactly one cell</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Four copies collapse to one, and the UNIQUE constraint makes a second AC/DC row impossible, which is the integrity guarantee the denormalised version cannot offer.</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cur.execute('INSERT OR IGNORE INTO Artist (name) VALUES (?)', ('AC/DC',))</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cur.execute('SELECT id FROM Artist WHERE name = ?', ('AC/DC',))</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artist_id = cur.fetchone()[0]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cur.execute('INSERT INTO Track (title, artist_id) VALUES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('Thunderstruck', artist_id))</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the logical key as the foreign key, storing the artist name in every track row. Renaming the artist then requires updating every referring row, and any missed row silently becomes a separate artist.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Programming with multiple tables and JOIN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Programming with multiple tables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JOIN reassembles, at query time, the rows that normalisation split apart. The ON clause states which columns must match, so JOIN Artist ON Track.artist_id = Artist.id pairs each track with its one artist. Omitting the ON clause produces a cross join, pairing every row of one table with every row of the other, which for two thousand-row tables is a million rows and is almost never what was wanted. A join is therefore the read-side cost of the write-side benefit gained in the previous unit, and an index on the foreign key column is what keeps that cost small.</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JOIN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ON clause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cross join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reconstructing rows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query across tables</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JOIN without an ON clause pairs everything with everything — the row count tells you immediately.</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two small tables, Track with three rows carrying artist_id values, and Artist with two rows carrying ids. A JOIN with an ON clause is drawn as three matching arrows, each track linking to exactly one art…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join-on-clause-versus-cross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Programming with multiple tables and JOIN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Programming with multiple tables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which tables hold the columns you need</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SELECT naming the columns with their table prefixes</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FROM with the first table</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JOIN with the second table</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ON naming the foreign key and the primary key it matches</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returned row count against what you expected</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with an index on the join column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log n) for an index-assisted join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O(n*m) for a cross join or an unindexed join</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row count of the result is the cheapest diagnostic for a missing ON clause.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Programming with multiple tables and JOIN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Programming with multiple tables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every track with its artist name from the normalised tables.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SELECT Track.title, Artist.name names one column from each table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Track JOIN Artist introduces both</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 Track.artist_id = Artist.id states the matching condition</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Three tracks and two artists return three rows, one per track</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Three rows, matching the track count exactly; dropping the ON clause would have returned six, which is the signal that the condition was lost.</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cur.execute('''SELECT Track.title, Artist.name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FROM Track JOIN Artist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ON Track.artist_id = Artist.id''')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row in cur: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print(row)</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('Thunderstruck', 'AC/DC') ...</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FROM Track, Artist without an ON condition and get every combination. The result looks plausible for tiny tables and becomes a million rows at scale; always check the row count against the expected 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15   |   CO5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Putting it together: fetch, parse, store, query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Putting it together: fetch, parse, st…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module assembles into one pipeline: retrieve over HTTP, parse the XML or JSON into Python structures, normalise into tables, and query with SQL. Keeping the four stages separate is what makes the program testable, because each can be exercised with a fixed input — a saved response file lets the parser be tested without the network. Idempotence is the property worth designing for: running the pipeline twice should leave the database as it was after the first run, which INSERT OR IGNORE together with UNIQUE constraints provides. The end result is that the expensive stage, fetching, is performed once and the cheap stage, querying, can be repeated freely.</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pipeline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idempotence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INSERT OR IGNORE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separation of concerns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end-to-end</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Separate fetch, parse, store and query so each can be tested alone — and make the whole thing safe to run twice.</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Four stage boxes in a row connected by arrows: "Fetch" with a network icon, "Parse" with a tree-and-braces icon, "Store" with a table icon, "Query" with a magnifier icon. Beneath each of the first three, a tes…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end-to-end-pipeline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Putting it together: fetch, parse, store, query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Putting it together: fetch, parse, st…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Fetch the resource and save the raw response</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Parse the saved response into Python structures</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Design the tables and add UNIQUE constraints to the logical keys</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with INSERT OR IGNORE so a second run adds nothing</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Commit after each record for resumability</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Query the stored data with SELECT and JOIN</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fetch once, query many times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network cost once, O(log n) per later query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refetching on every query, which is what the pipeline exists to avoid</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stored database turns a repeated network cost into a one-off one.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12-15   |   CO5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Putting it together: fetch, parse, store, query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Putting it together: fetch, parse, st…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Run a fetch-parse-store-query pipeline twice over the same source.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First run: the resource is fetched, parsed into a list of dictionaries, and inserted, creating 50 rows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insert uses INSERT OR IGNORE against a UNIQUE logical key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Second run: the same 50 records are parsed and offered to the database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insert is ignored because the logical keys already exist, so the row count stays at 50</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database holds 50 rows after both runs, so the pipeline is safe to re-run after a failure without producing duplicates.</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data = urllib.request.urlopen(url).read().decode()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records = json.loads(data)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r in records: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cur.execute('INSERT OR IGNORE INTO Users (email, name) VALUES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(r['email'], r['name']))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conn.commit()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cur.execute('SELECT COUNT(*) FROM Users')</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interleave fetching and parsing in one function, so the parser cannot be tested without the network and a service outage blocks all development. Save the raw response, then parse the file.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Python for Everybody: Exploring Data Using Python 3 (TB3, not supplied) - TB3 Ch. 12-15   |   CO5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HTTP is stateless text over TCP, and the status code must be checked before the body is believed.</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socket carries bytes in arbitrary chunks, so you must encode, decode, and loop until recv returns empty.</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Split headers from body at the first blank line, and never decode a binary body as text.</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urlopen returns a file-like object of bytes — read it like a file, but decode every line.</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XML is a tree written flat; well-formedness is a hard requirement, not a style preference.</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returns None for a missing tag, so every chained .text is an AttributeError waiting for a different document.</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findall returns a possibly empty list, so a missing tag gives you an empty loop instead of an AttributeError.</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JSON parses straight into dictionaries and lists, so Module 2 subscripting is the whole API.</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file must be scanned; an indexed table is searched — that is the difference that matters as data grows.</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SQLite is one file and no server, so the browser can show you exactly what your code just did.</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schema is a contract on every row — and DROP TABLE IF EXISTS is a development convenience that must never ship.</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Always parameterise with placeholders, and never write an UPDATE or DELETE without a WHERE.</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retrieved flag in the table is what makes a long crawl resumable and idempotent.</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repeat a string across rows; store it once and point at its integer primary key.</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JOIN without an ON clause pairs everything with everything — the row count tells you immediately.</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Separate fetch, parse, store and query so each can be tested alone — and make the whole thing safe to run twice.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5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quizzes/Module_5_Quiz.pdf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quizzes/Module_5_Quiz.gift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21%, L3-L4 58%, L5-L6 21%</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5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assignments/Module_5_Assignment.pdf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5 — Networked data, web services and databases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&lt;USN&gt;_BEC305_Assignment5.pdf,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Network retrieval and byte handling (5); Parsing XML and JSON (5); Schema design and normalisation (6); SQL safety and the end-to-end pipeline (4). Attainment: CO5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2026-09-11T19:47:50Z</dcterms:created>
  <dcterms:modified xsi:type="dcterms:W3CDTF">2026-09-11T19:47:50Z</dcterms:modified>
</cp:coreProperties>
</file>