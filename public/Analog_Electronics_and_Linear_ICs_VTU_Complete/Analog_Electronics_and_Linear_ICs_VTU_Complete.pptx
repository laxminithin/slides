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73f676f9894f48" /><Relationship Type="http://schemas.openxmlformats.org/officeDocument/2006/relationships/extended-properties" Target="/docProps/app.xml" Id="Rd24de8f2edb7418d" /><Relationship Type="http://schemas.openxmlformats.org/officeDocument/2006/relationships/officeDocument" Target="/ppt/presentation.xml" Id="R3a2796f65ebb41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001698b9a24ba8"/>
  </p:sldMasterIdLst>
  <p:notesMasterIdLst>
    <p:notesMasterId xmlns:r="http://schemas.openxmlformats.org/officeDocument/2006/relationships" r:id="Rc67bc63194df49d2"/>
  </p:notesMasterIdLst>
  <p:sldIdLst>
    <p:sldId xmlns:r="http://schemas.openxmlformats.org/officeDocument/2006/relationships" id="256" r:id="R34fd6b4113204e6e"/>
    <p:sldId xmlns:r="http://schemas.openxmlformats.org/officeDocument/2006/relationships" id="257" r:id="R4f09ad8085bf43df"/>
    <p:sldId xmlns:r="http://schemas.openxmlformats.org/officeDocument/2006/relationships" id="258" r:id="R8de8c2c3b1254880"/>
    <p:sldId xmlns:r="http://schemas.openxmlformats.org/officeDocument/2006/relationships" id="259" r:id="Rc1a9466175524a0f"/>
    <p:sldId xmlns:r="http://schemas.openxmlformats.org/officeDocument/2006/relationships" id="260" r:id="R88c1961914c84aff"/>
    <p:sldId xmlns:r="http://schemas.openxmlformats.org/officeDocument/2006/relationships" id="261" r:id="R4ebe8564aac840c7"/>
    <p:sldId xmlns:r="http://schemas.openxmlformats.org/officeDocument/2006/relationships" id="262" r:id="R1d9b4c9909484506"/>
    <p:sldId xmlns:r="http://schemas.openxmlformats.org/officeDocument/2006/relationships" id="263" r:id="Ref16bed912214e3d"/>
    <p:sldId xmlns:r="http://schemas.openxmlformats.org/officeDocument/2006/relationships" id="264" r:id="R512afec74cde481f"/>
    <p:sldId xmlns:r="http://schemas.openxmlformats.org/officeDocument/2006/relationships" id="265" r:id="R167362398f7e4f61"/>
    <p:sldId xmlns:r="http://schemas.openxmlformats.org/officeDocument/2006/relationships" id="266" r:id="Rd34fc4ab745f4888"/>
    <p:sldId xmlns:r="http://schemas.openxmlformats.org/officeDocument/2006/relationships" id="267" r:id="R3a6bd9ae22aa4aca"/>
    <p:sldId xmlns:r="http://schemas.openxmlformats.org/officeDocument/2006/relationships" id="268" r:id="R58b96c1fdaa645e6"/>
    <p:sldId xmlns:r="http://schemas.openxmlformats.org/officeDocument/2006/relationships" id="269" r:id="R7ef01ca147c546c8"/>
    <p:sldId xmlns:r="http://schemas.openxmlformats.org/officeDocument/2006/relationships" id="270" r:id="R81bafc895cb34e1f"/>
    <p:sldId xmlns:r="http://schemas.openxmlformats.org/officeDocument/2006/relationships" id="271" r:id="Ra4bb4e5c69b04759"/>
    <p:sldId xmlns:r="http://schemas.openxmlformats.org/officeDocument/2006/relationships" id="272" r:id="R54080ddd1fdb4cc1"/>
    <p:sldId xmlns:r="http://schemas.openxmlformats.org/officeDocument/2006/relationships" id="273" r:id="Rd33e9eed493f42b1"/>
    <p:sldId xmlns:r="http://schemas.openxmlformats.org/officeDocument/2006/relationships" id="274" r:id="R57e5b0a0afea4000"/>
    <p:sldId xmlns:r="http://schemas.openxmlformats.org/officeDocument/2006/relationships" id="275" r:id="R5ca9bc5ec23146c6"/>
    <p:sldId xmlns:r="http://schemas.openxmlformats.org/officeDocument/2006/relationships" id="276" r:id="Rc1a88518c3e54b66"/>
    <p:sldId xmlns:r="http://schemas.openxmlformats.org/officeDocument/2006/relationships" id="277" r:id="R1cf83feab6864e0c"/>
    <p:sldId xmlns:r="http://schemas.openxmlformats.org/officeDocument/2006/relationships" id="278" r:id="Rb2525e2b209e4927"/>
    <p:sldId xmlns:r="http://schemas.openxmlformats.org/officeDocument/2006/relationships" id="279" r:id="R08f7225675d843f7"/>
    <p:sldId xmlns:r="http://schemas.openxmlformats.org/officeDocument/2006/relationships" id="280" r:id="Rdfe32b1bc5154462"/>
    <p:sldId xmlns:r="http://schemas.openxmlformats.org/officeDocument/2006/relationships" id="281" r:id="R6cf27df279b2400e"/>
    <p:sldId xmlns:r="http://schemas.openxmlformats.org/officeDocument/2006/relationships" id="282" r:id="Re9b66d4659644f85"/>
    <p:sldId xmlns:r="http://schemas.openxmlformats.org/officeDocument/2006/relationships" id="283" r:id="Re6c3c6cf31064d03"/>
    <p:sldId xmlns:r="http://schemas.openxmlformats.org/officeDocument/2006/relationships" id="284" r:id="R29ba61708ac54702"/>
    <p:sldId xmlns:r="http://schemas.openxmlformats.org/officeDocument/2006/relationships" id="285" r:id="Rfdc795aea8e34ffb"/>
    <p:sldId xmlns:r="http://schemas.openxmlformats.org/officeDocument/2006/relationships" id="286" r:id="Rd99a4106eaa04ac0"/>
    <p:sldId xmlns:r="http://schemas.openxmlformats.org/officeDocument/2006/relationships" id="287" r:id="R7157a0190c314432"/>
    <p:sldId xmlns:r="http://schemas.openxmlformats.org/officeDocument/2006/relationships" id="288" r:id="R5c86b545eace40cb"/>
    <p:sldId xmlns:r="http://schemas.openxmlformats.org/officeDocument/2006/relationships" id="289" r:id="R26b3c5c892d74d6a"/>
    <p:sldId xmlns:r="http://schemas.openxmlformats.org/officeDocument/2006/relationships" id="290" r:id="R96c88b2c9cd8469a"/>
    <p:sldId xmlns:r="http://schemas.openxmlformats.org/officeDocument/2006/relationships" id="291" r:id="R8d0f4ace3ab04b7f"/>
    <p:sldId xmlns:r="http://schemas.openxmlformats.org/officeDocument/2006/relationships" id="292" r:id="Ra7796700242e48c2"/>
    <p:sldId xmlns:r="http://schemas.openxmlformats.org/officeDocument/2006/relationships" id="293" r:id="R92f70cfe700843ea"/>
    <p:sldId xmlns:r="http://schemas.openxmlformats.org/officeDocument/2006/relationships" id="294" r:id="R326d0044abe24cc2"/>
    <p:sldId xmlns:r="http://schemas.openxmlformats.org/officeDocument/2006/relationships" id="295" r:id="R035d93a6e8174270"/>
    <p:sldId xmlns:r="http://schemas.openxmlformats.org/officeDocument/2006/relationships" id="296" r:id="R705900eb42254877"/>
    <p:sldId xmlns:r="http://schemas.openxmlformats.org/officeDocument/2006/relationships" id="297" r:id="Re964f946ac094d52"/>
    <p:sldId xmlns:r="http://schemas.openxmlformats.org/officeDocument/2006/relationships" id="298" r:id="Rf27e3ebc9caf462a"/>
    <p:sldId xmlns:r="http://schemas.openxmlformats.org/officeDocument/2006/relationships" id="299" r:id="Rd82c6c143c6f42ff"/>
    <p:sldId xmlns:r="http://schemas.openxmlformats.org/officeDocument/2006/relationships" id="300" r:id="Rab4ab56d1c424a72"/>
    <p:sldId xmlns:r="http://schemas.openxmlformats.org/officeDocument/2006/relationships" id="301" r:id="R88b21fce398943a6"/>
    <p:sldId xmlns:r="http://schemas.openxmlformats.org/officeDocument/2006/relationships" id="302" r:id="R6c06b10789c7487a"/>
    <p:sldId xmlns:r="http://schemas.openxmlformats.org/officeDocument/2006/relationships" id="303" r:id="R6211f2915d364fb3"/>
    <p:sldId xmlns:r="http://schemas.openxmlformats.org/officeDocument/2006/relationships" id="304" r:id="R5514ead66cbd4457"/>
    <p:sldId xmlns:r="http://schemas.openxmlformats.org/officeDocument/2006/relationships" id="305" r:id="Ra9e1ba5e72054a6b"/>
    <p:sldId xmlns:r="http://schemas.openxmlformats.org/officeDocument/2006/relationships" id="306" r:id="R014f903534a64681"/>
    <p:sldId xmlns:r="http://schemas.openxmlformats.org/officeDocument/2006/relationships" id="307" r:id="R4aa23460cf8b46a5"/>
    <p:sldId xmlns:r="http://schemas.openxmlformats.org/officeDocument/2006/relationships" id="308" r:id="R63ab289681dd4e52"/>
    <p:sldId xmlns:r="http://schemas.openxmlformats.org/officeDocument/2006/relationships" id="309" r:id="Rc619603e3c8b4e4e"/>
    <p:sldId xmlns:r="http://schemas.openxmlformats.org/officeDocument/2006/relationships" id="310" r:id="R7094cd3ef3a747e9"/>
    <p:sldId xmlns:r="http://schemas.openxmlformats.org/officeDocument/2006/relationships" id="311" r:id="Rb4d9eec584d5405c"/>
    <p:sldId xmlns:r="http://schemas.openxmlformats.org/officeDocument/2006/relationships" id="312" r:id="Re9c270a566534f34"/>
    <p:sldId xmlns:r="http://schemas.openxmlformats.org/officeDocument/2006/relationships" id="313" r:id="Rc03f5cd3300840b3"/>
    <p:sldId xmlns:r="http://schemas.openxmlformats.org/officeDocument/2006/relationships" id="314" r:id="R53ea1f09088d4204"/>
    <p:sldId xmlns:r="http://schemas.openxmlformats.org/officeDocument/2006/relationships" id="315" r:id="R36fe2c4c3842483f"/>
    <p:sldId xmlns:r="http://schemas.openxmlformats.org/officeDocument/2006/relationships" id="316" r:id="R89c2a53ca7d540d1"/>
    <p:sldId xmlns:r="http://schemas.openxmlformats.org/officeDocument/2006/relationships" id="317" r:id="R78ca48440f40425f"/>
    <p:sldId xmlns:r="http://schemas.openxmlformats.org/officeDocument/2006/relationships" id="318" r:id="Rba582e7af2c44395"/>
    <p:sldId xmlns:r="http://schemas.openxmlformats.org/officeDocument/2006/relationships" id="319" r:id="R1d9a2635f73b4776"/>
    <p:sldId xmlns:r="http://schemas.openxmlformats.org/officeDocument/2006/relationships" id="320" r:id="Rfab6e0417bfd4fbf"/>
    <p:sldId xmlns:r="http://schemas.openxmlformats.org/officeDocument/2006/relationships" id="321" r:id="R8dbd3e7b51e64710"/>
    <p:sldId xmlns:r="http://schemas.openxmlformats.org/officeDocument/2006/relationships" id="322" r:id="Rf76cf20a4d774d29"/>
    <p:sldId xmlns:r="http://schemas.openxmlformats.org/officeDocument/2006/relationships" id="323" r:id="R5adeb68137104742"/>
    <p:sldId xmlns:r="http://schemas.openxmlformats.org/officeDocument/2006/relationships" id="324" r:id="R59cad198f75d43a4"/>
    <p:sldId xmlns:r="http://schemas.openxmlformats.org/officeDocument/2006/relationships" id="325" r:id="Re7e2cbdff51d484e"/>
    <p:sldId xmlns:r="http://schemas.openxmlformats.org/officeDocument/2006/relationships" id="326" r:id="R890992e163cd4102"/>
    <p:sldId xmlns:r="http://schemas.openxmlformats.org/officeDocument/2006/relationships" id="327" r:id="Rb7b086cf25354802"/>
    <p:sldId xmlns:r="http://schemas.openxmlformats.org/officeDocument/2006/relationships" id="328" r:id="R1cadb18d83214f77"/>
    <p:sldId xmlns:r="http://schemas.openxmlformats.org/officeDocument/2006/relationships" id="329" r:id="Rae2869333e604d74"/>
    <p:sldId xmlns:r="http://schemas.openxmlformats.org/officeDocument/2006/relationships" id="330" r:id="R446e2846d5394b1e"/>
    <p:sldId xmlns:r="http://schemas.openxmlformats.org/officeDocument/2006/relationships" id="331" r:id="R50e57f52b54c4769"/>
    <p:sldId xmlns:r="http://schemas.openxmlformats.org/officeDocument/2006/relationships" id="332" r:id="Rddea6560260a4c5a"/>
    <p:sldId xmlns:r="http://schemas.openxmlformats.org/officeDocument/2006/relationships" id="333" r:id="R544969af01934b09"/>
    <p:sldId xmlns:r="http://schemas.openxmlformats.org/officeDocument/2006/relationships" id="334" r:id="R6bc93033cf6d4e3b"/>
    <p:sldId xmlns:r="http://schemas.openxmlformats.org/officeDocument/2006/relationships" id="335" r:id="R887045c27c0b4b85"/>
    <p:sldId xmlns:r="http://schemas.openxmlformats.org/officeDocument/2006/relationships" id="336" r:id="Rb5b14eaa7ad34e17"/>
    <p:sldId xmlns:r="http://schemas.openxmlformats.org/officeDocument/2006/relationships" id="337" r:id="R62174b9ed2e844e9"/>
    <p:sldId xmlns:r="http://schemas.openxmlformats.org/officeDocument/2006/relationships" id="338" r:id="Rbe8bc24ef25d452c"/>
    <p:sldId xmlns:r="http://schemas.openxmlformats.org/officeDocument/2006/relationships" id="339" r:id="R2b6483e6b70e498f"/>
    <p:sldId xmlns:r="http://schemas.openxmlformats.org/officeDocument/2006/relationships" id="340" r:id="Rc4681c93e76d4304"/>
    <p:sldId xmlns:r="http://schemas.openxmlformats.org/officeDocument/2006/relationships" id="341" r:id="Raf8fbeec9ea04851"/>
    <p:sldId xmlns:r="http://schemas.openxmlformats.org/officeDocument/2006/relationships" id="342" r:id="R4ef27c2bb5a1416a"/>
    <p:sldId xmlns:r="http://schemas.openxmlformats.org/officeDocument/2006/relationships" id="343" r:id="Ra271d2531990445b"/>
    <p:sldId xmlns:r="http://schemas.openxmlformats.org/officeDocument/2006/relationships" id="344" r:id="R3a971ea93d7243fc"/>
    <p:sldId xmlns:r="http://schemas.openxmlformats.org/officeDocument/2006/relationships" id="345" r:id="Rc7e8270972b74376"/>
    <p:sldId xmlns:r="http://schemas.openxmlformats.org/officeDocument/2006/relationships" id="346" r:id="Rfb36a52449e143fe"/>
    <p:sldId xmlns:r="http://schemas.openxmlformats.org/officeDocument/2006/relationships" id="347" r:id="Rbd26accb5f674a37"/>
    <p:sldId xmlns:r="http://schemas.openxmlformats.org/officeDocument/2006/relationships" id="348" r:id="R8a434bcc529640d9"/>
    <p:sldId xmlns:r="http://schemas.openxmlformats.org/officeDocument/2006/relationships" id="349" r:id="R7bd2f1928f88448b"/>
    <p:sldId xmlns:r="http://schemas.openxmlformats.org/officeDocument/2006/relationships" id="350" r:id="R9e3aa21396ab4d7f"/>
    <p:sldId xmlns:r="http://schemas.openxmlformats.org/officeDocument/2006/relationships" id="351" r:id="R222ac5343f7049e0"/>
    <p:sldId xmlns:r="http://schemas.openxmlformats.org/officeDocument/2006/relationships" id="352" r:id="R0617b67c83f542fc"/>
    <p:sldId xmlns:r="http://schemas.openxmlformats.org/officeDocument/2006/relationships" id="353" r:id="R00e5e39c9b8549fc"/>
    <p:sldId xmlns:r="http://schemas.openxmlformats.org/officeDocument/2006/relationships" id="354" r:id="Rdc79a6964dc4420f"/>
    <p:sldId xmlns:r="http://schemas.openxmlformats.org/officeDocument/2006/relationships" id="355" r:id="R8ecee83edd104390"/>
    <p:sldId xmlns:r="http://schemas.openxmlformats.org/officeDocument/2006/relationships" id="356" r:id="R82fb269fd5864db8"/>
    <p:sldId xmlns:r="http://schemas.openxmlformats.org/officeDocument/2006/relationships" id="357" r:id="R6101130ca840435d"/>
    <p:sldId xmlns:r="http://schemas.openxmlformats.org/officeDocument/2006/relationships" id="358" r:id="Rc4dd2fa4ebfb4ce0"/>
    <p:sldId xmlns:r="http://schemas.openxmlformats.org/officeDocument/2006/relationships" id="359" r:id="Re73c086d187a4e10"/>
    <p:sldId xmlns:r="http://schemas.openxmlformats.org/officeDocument/2006/relationships" id="360" r:id="Re3ad0c8b0b884858"/>
    <p:sldId xmlns:r="http://schemas.openxmlformats.org/officeDocument/2006/relationships" id="361" r:id="R95901e6d8e334eb2"/>
    <p:sldId xmlns:r="http://schemas.openxmlformats.org/officeDocument/2006/relationships" id="362" r:id="Rd016f76d74344cc7"/>
    <p:sldId xmlns:r="http://schemas.openxmlformats.org/officeDocument/2006/relationships" id="363" r:id="R61df3f76283442ea"/>
    <p:sldId xmlns:r="http://schemas.openxmlformats.org/officeDocument/2006/relationships" id="364" r:id="Rb3d8de1b0aa14cea"/>
    <p:sldId xmlns:r="http://schemas.openxmlformats.org/officeDocument/2006/relationships" id="365" r:id="R786f8d53d87f4e76"/>
    <p:sldId xmlns:r="http://schemas.openxmlformats.org/officeDocument/2006/relationships" id="366" r:id="R2dae8268fb664412"/>
    <p:sldId xmlns:r="http://schemas.openxmlformats.org/officeDocument/2006/relationships" id="367" r:id="R9f61598cebec40c8"/>
    <p:sldId xmlns:r="http://schemas.openxmlformats.org/officeDocument/2006/relationships" id="368" r:id="R7824de8fdc2d4d88"/>
    <p:sldId xmlns:r="http://schemas.openxmlformats.org/officeDocument/2006/relationships" id="369" r:id="Rc3b393e2129546cb"/>
    <p:sldId xmlns:r="http://schemas.openxmlformats.org/officeDocument/2006/relationships" id="370" r:id="R5242010d1f294745"/>
    <p:sldId xmlns:r="http://schemas.openxmlformats.org/officeDocument/2006/relationships" id="371" r:id="Re3a964ce0bac451c"/>
    <p:sldId xmlns:r="http://schemas.openxmlformats.org/officeDocument/2006/relationships" id="372" r:id="R91e9dc5dc5da4283"/>
    <p:sldId xmlns:r="http://schemas.openxmlformats.org/officeDocument/2006/relationships" id="373" r:id="R997368f10cdd4407"/>
    <p:sldId xmlns:r="http://schemas.openxmlformats.org/officeDocument/2006/relationships" id="374" r:id="R60df24467bc74e5c"/>
    <p:sldId xmlns:r="http://schemas.openxmlformats.org/officeDocument/2006/relationships" id="375" r:id="R688c8e980f524256"/>
    <p:sldId xmlns:r="http://schemas.openxmlformats.org/officeDocument/2006/relationships" id="376" r:id="R558a138b2f354b82"/>
    <p:sldId xmlns:r="http://schemas.openxmlformats.org/officeDocument/2006/relationships" id="377" r:id="R8bc1b192855e4ca6"/>
    <p:sldId xmlns:r="http://schemas.openxmlformats.org/officeDocument/2006/relationships" id="378" r:id="R4452a0f3089b432e"/>
    <p:sldId xmlns:r="http://schemas.openxmlformats.org/officeDocument/2006/relationships" id="379" r:id="Rcb323b0832734e29"/>
    <p:sldId xmlns:r="http://schemas.openxmlformats.org/officeDocument/2006/relationships" id="380" r:id="R0febede4770a405f"/>
    <p:sldId xmlns:r="http://schemas.openxmlformats.org/officeDocument/2006/relationships" id="381" r:id="R2e2015152e0447b2"/>
    <p:sldId xmlns:r="http://schemas.openxmlformats.org/officeDocument/2006/relationships" id="382" r:id="R9c0e5e8f41344313"/>
    <p:sldId xmlns:r="http://schemas.openxmlformats.org/officeDocument/2006/relationships" id="383" r:id="R598100b2156c4f8a"/>
    <p:sldId xmlns:r="http://schemas.openxmlformats.org/officeDocument/2006/relationships" id="384" r:id="Rbfb60491be174249"/>
    <p:sldId xmlns:r="http://schemas.openxmlformats.org/officeDocument/2006/relationships" id="385" r:id="R46118bd050ed4449"/>
    <p:sldId xmlns:r="http://schemas.openxmlformats.org/officeDocument/2006/relationships" id="386" r:id="R4d87829db8ae41c2"/>
    <p:sldId xmlns:r="http://schemas.openxmlformats.org/officeDocument/2006/relationships" id="387" r:id="Rd0e7091181454128"/>
    <p:sldId xmlns:r="http://schemas.openxmlformats.org/officeDocument/2006/relationships" id="388" r:id="R12b1d7f01f5547b3"/>
    <p:sldId xmlns:r="http://schemas.openxmlformats.org/officeDocument/2006/relationships" id="389" r:id="Rb64ca5617fad41b0"/>
    <p:sldId xmlns:r="http://schemas.openxmlformats.org/officeDocument/2006/relationships" id="390" r:id="R7cbf9fae0ac94df1"/>
    <p:sldId xmlns:r="http://schemas.openxmlformats.org/officeDocument/2006/relationships" id="391" r:id="R7e6e183ecf844ee7"/>
    <p:sldId xmlns:r="http://schemas.openxmlformats.org/officeDocument/2006/relationships" id="392" r:id="R07022c0a4f114482"/>
    <p:sldId xmlns:r="http://schemas.openxmlformats.org/officeDocument/2006/relationships" id="393" r:id="R0b3a58c50a7f47d1"/>
    <p:sldId xmlns:r="http://schemas.openxmlformats.org/officeDocument/2006/relationships" id="394" r:id="R792f51e9e76a419c"/>
    <p:sldId xmlns:r="http://schemas.openxmlformats.org/officeDocument/2006/relationships" id="395" r:id="Rd01c8ca3465a4958"/>
    <p:sldId xmlns:r="http://schemas.openxmlformats.org/officeDocument/2006/relationships" id="396" r:id="R47660f3931c24fc4"/>
    <p:sldId xmlns:r="http://schemas.openxmlformats.org/officeDocument/2006/relationships" id="397" r:id="Ra3bc3baad9fb416f"/>
    <p:sldId xmlns:r="http://schemas.openxmlformats.org/officeDocument/2006/relationships" id="398" r:id="R52770435f3b0431b"/>
    <p:sldId xmlns:r="http://schemas.openxmlformats.org/officeDocument/2006/relationships" id="399" r:id="Rea7ea425af28440a"/>
    <p:sldId xmlns:r="http://schemas.openxmlformats.org/officeDocument/2006/relationships" id="400" r:id="Rc0ec841b1d004444"/>
    <p:sldId xmlns:r="http://schemas.openxmlformats.org/officeDocument/2006/relationships" id="401" r:id="Rd756541f862945f8"/>
    <p:sldId xmlns:r="http://schemas.openxmlformats.org/officeDocument/2006/relationships" id="402" r:id="Re28dacd63114470e"/>
    <p:sldId xmlns:r="http://schemas.openxmlformats.org/officeDocument/2006/relationships" id="403" r:id="Re14e84e1124049aa"/>
    <p:sldId xmlns:r="http://schemas.openxmlformats.org/officeDocument/2006/relationships" id="404" r:id="Rc3212029f4b245d4"/>
    <p:sldId xmlns:r="http://schemas.openxmlformats.org/officeDocument/2006/relationships" id="405" r:id="R19238345e95e4955"/>
    <p:sldId xmlns:r="http://schemas.openxmlformats.org/officeDocument/2006/relationships" id="406" r:id="R443a170e702c4e77"/>
    <p:sldId xmlns:r="http://schemas.openxmlformats.org/officeDocument/2006/relationships" id="407" r:id="Rab760fd192ad4ddc"/>
    <p:sldId xmlns:r="http://schemas.openxmlformats.org/officeDocument/2006/relationships" id="408" r:id="R623ba2747c2d47aa"/>
    <p:sldId xmlns:r="http://schemas.openxmlformats.org/officeDocument/2006/relationships" id="409" r:id="Ree6f433c9a3b4cb8"/>
    <p:sldId xmlns:r="http://schemas.openxmlformats.org/officeDocument/2006/relationships" id="410" r:id="R26eb74ca641b4d6c"/>
    <p:sldId xmlns:r="http://schemas.openxmlformats.org/officeDocument/2006/relationships" id="411" r:id="Re2d1141697794091"/>
    <p:sldId xmlns:r="http://schemas.openxmlformats.org/officeDocument/2006/relationships" id="412" r:id="R2e7ed402f8ba4f07"/>
    <p:sldId xmlns:r="http://schemas.openxmlformats.org/officeDocument/2006/relationships" id="413" r:id="Ra606d07548cf459e"/>
    <p:sldId xmlns:r="http://schemas.openxmlformats.org/officeDocument/2006/relationships" id="414" r:id="Rfc9c107f094044b9"/>
    <p:sldId xmlns:r="http://schemas.openxmlformats.org/officeDocument/2006/relationships" id="415" r:id="Rcf7f8a4a9a224fc8"/>
    <p:sldId xmlns:r="http://schemas.openxmlformats.org/officeDocument/2006/relationships" id="416" r:id="R83c2be8c8f6a470f"/>
    <p:sldId xmlns:r="http://schemas.openxmlformats.org/officeDocument/2006/relationships" id="417" r:id="R606dc46734034c68"/>
    <p:sldId xmlns:r="http://schemas.openxmlformats.org/officeDocument/2006/relationships" id="418" r:id="R3f3fc9ea2930466e"/>
    <p:sldId xmlns:r="http://schemas.openxmlformats.org/officeDocument/2006/relationships" id="419" r:id="Rb48ceb155a274ed3"/>
    <p:sldId xmlns:r="http://schemas.openxmlformats.org/officeDocument/2006/relationships" id="420" r:id="Rd27b6c7e0e964060"/>
    <p:sldId xmlns:r="http://schemas.openxmlformats.org/officeDocument/2006/relationships" id="421" r:id="Re1fc02bf4ec142cc"/>
    <p:sldId xmlns:r="http://schemas.openxmlformats.org/officeDocument/2006/relationships" id="422" r:id="Rde0f537aa3104d7f"/>
    <p:sldId xmlns:r="http://schemas.openxmlformats.org/officeDocument/2006/relationships" id="423" r:id="Rfe50c586cb624356"/>
    <p:sldId xmlns:r="http://schemas.openxmlformats.org/officeDocument/2006/relationships" id="424" r:id="Ra245b3702feb40b9"/>
    <p:sldId xmlns:r="http://schemas.openxmlformats.org/officeDocument/2006/relationships" id="425" r:id="R588bbe87efbb425a"/>
    <p:sldId xmlns:r="http://schemas.openxmlformats.org/officeDocument/2006/relationships" id="426" r:id="Rc49dec2e0d9a4a01"/>
    <p:sldId xmlns:r="http://schemas.openxmlformats.org/officeDocument/2006/relationships" id="427" r:id="R617d07eeec734568"/>
    <p:sldId xmlns:r="http://schemas.openxmlformats.org/officeDocument/2006/relationships" id="428" r:id="R7c06879d91394c26"/>
    <p:sldId xmlns:r="http://schemas.openxmlformats.org/officeDocument/2006/relationships" id="429" r:id="R5fc94678ec8446f1"/>
    <p:sldId xmlns:r="http://schemas.openxmlformats.org/officeDocument/2006/relationships" id="430" r:id="R172514fda47e4abc"/>
    <p:sldId xmlns:r="http://schemas.openxmlformats.org/officeDocument/2006/relationships" id="431" r:id="Rc47899d6b2984b2d"/>
    <p:sldId xmlns:r="http://schemas.openxmlformats.org/officeDocument/2006/relationships" id="432" r:id="R19133443326e4cc0"/>
    <p:sldId xmlns:r="http://schemas.openxmlformats.org/officeDocument/2006/relationships" id="433" r:id="R3301bf2e816b4ae9"/>
    <p:sldId xmlns:r="http://schemas.openxmlformats.org/officeDocument/2006/relationships" id="434" r:id="R8672d20e8b3e471c"/>
    <p:sldId xmlns:r="http://schemas.openxmlformats.org/officeDocument/2006/relationships" id="435" r:id="R85f3f8971fd84697"/>
    <p:sldId xmlns:r="http://schemas.openxmlformats.org/officeDocument/2006/relationships" id="436" r:id="Rc3595b3eeeaa447c"/>
    <p:sldId xmlns:r="http://schemas.openxmlformats.org/officeDocument/2006/relationships" id="437" r:id="Rb1968ef0f849441b"/>
    <p:sldId xmlns:r="http://schemas.openxmlformats.org/officeDocument/2006/relationships" id="438" r:id="R162938903f92425d"/>
    <p:sldId xmlns:r="http://schemas.openxmlformats.org/officeDocument/2006/relationships" id="439" r:id="R0c86032f6ad5424f"/>
    <p:sldId xmlns:r="http://schemas.openxmlformats.org/officeDocument/2006/relationships" id="440" r:id="R8932b7b246884ada"/>
    <p:sldId xmlns:r="http://schemas.openxmlformats.org/officeDocument/2006/relationships" id="441" r:id="R1772614011664d1f"/>
    <p:sldId xmlns:r="http://schemas.openxmlformats.org/officeDocument/2006/relationships" id="442" r:id="R9c1f4767726c4453"/>
    <p:sldId xmlns:r="http://schemas.openxmlformats.org/officeDocument/2006/relationships" id="443" r:id="Ra3db42220bce427c"/>
    <p:sldId xmlns:r="http://schemas.openxmlformats.org/officeDocument/2006/relationships" id="444" r:id="Re34e0afe46934411"/>
    <p:sldId xmlns:r="http://schemas.openxmlformats.org/officeDocument/2006/relationships" id="445" r:id="R1b47dd7633de4e72"/>
    <p:sldId xmlns:r="http://schemas.openxmlformats.org/officeDocument/2006/relationships" id="446" r:id="R9afa7a84d78b41dd"/>
    <p:sldId xmlns:r="http://schemas.openxmlformats.org/officeDocument/2006/relationships" id="447" r:id="Rbd1af11499f44309"/>
    <p:sldId xmlns:r="http://schemas.openxmlformats.org/officeDocument/2006/relationships" id="448" r:id="R04131b0ba3544353"/>
    <p:sldId xmlns:r="http://schemas.openxmlformats.org/officeDocument/2006/relationships" id="449" r:id="Rc8970a8ec9054552"/>
    <p:sldId xmlns:r="http://schemas.openxmlformats.org/officeDocument/2006/relationships" id="450" r:id="R003aa55bb16342fa"/>
    <p:sldId xmlns:r="http://schemas.openxmlformats.org/officeDocument/2006/relationships" id="451" r:id="R191b6025f92a4e12"/>
    <p:sldId xmlns:r="http://schemas.openxmlformats.org/officeDocument/2006/relationships" id="452" r:id="Rb40737b0cd2b41f4"/>
    <p:sldId xmlns:r="http://schemas.openxmlformats.org/officeDocument/2006/relationships" id="453" r:id="R89d543a40d754f48"/>
    <p:sldId xmlns:r="http://schemas.openxmlformats.org/officeDocument/2006/relationships" id="454" r:id="R4930e65589094f7c"/>
    <p:sldId xmlns:r="http://schemas.openxmlformats.org/officeDocument/2006/relationships" id="455" r:id="R6b62be7cab08412b"/>
    <p:sldId xmlns:r="http://schemas.openxmlformats.org/officeDocument/2006/relationships" id="456" r:id="R038dcb8c00444f90"/>
    <p:sldId xmlns:r="http://schemas.openxmlformats.org/officeDocument/2006/relationships" id="457" r:id="R89952f9f9d2e4f14"/>
    <p:sldId xmlns:r="http://schemas.openxmlformats.org/officeDocument/2006/relationships" id="458" r:id="R1735d4a464714322"/>
    <p:sldId xmlns:r="http://schemas.openxmlformats.org/officeDocument/2006/relationships" id="459" r:id="R075254993d2c4fc5"/>
    <p:sldId xmlns:r="http://schemas.openxmlformats.org/officeDocument/2006/relationships" id="460" r:id="Rb8b46f96d89d4788"/>
    <p:sldId xmlns:r="http://schemas.openxmlformats.org/officeDocument/2006/relationships" id="461" r:id="R07b2e06178a647d1"/>
    <p:sldId xmlns:r="http://schemas.openxmlformats.org/officeDocument/2006/relationships" id="462" r:id="R04b7a7c28a634090"/>
    <p:sldId xmlns:r="http://schemas.openxmlformats.org/officeDocument/2006/relationships" id="463" r:id="R620589921c584eb8"/>
    <p:sldId xmlns:r="http://schemas.openxmlformats.org/officeDocument/2006/relationships" id="464" r:id="R836c03d64e224fba"/>
    <p:sldId xmlns:r="http://schemas.openxmlformats.org/officeDocument/2006/relationships" id="465" r:id="R92987a9eced44d39"/>
    <p:sldId xmlns:r="http://schemas.openxmlformats.org/officeDocument/2006/relationships" id="466" r:id="Reaa0dca88e7e43be"/>
    <p:sldId xmlns:r="http://schemas.openxmlformats.org/officeDocument/2006/relationships" id="467" r:id="R456b61fc9a88458d"/>
    <p:sldId xmlns:r="http://schemas.openxmlformats.org/officeDocument/2006/relationships" id="468" r:id="Rfb94e8944a664cc9"/>
    <p:sldId xmlns:r="http://schemas.openxmlformats.org/officeDocument/2006/relationships" id="469" r:id="R3f10e4f4f9df479a"/>
    <p:sldId xmlns:r="http://schemas.openxmlformats.org/officeDocument/2006/relationships" id="470" r:id="Rb91ee1daad5a4e84"/>
    <p:sldId xmlns:r="http://schemas.openxmlformats.org/officeDocument/2006/relationships" id="471" r:id="Rb5f6dbee690f4ded"/>
    <p:sldId xmlns:r="http://schemas.openxmlformats.org/officeDocument/2006/relationships" id="472" r:id="Rd90d3742d8654873"/>
    <p:sldId xmlns:r="http://schemas.openxmlformats.org/officeDocument/2006/relationships" id="473" r:id="R49f716820df744e6"/>
    <p:sldId xmlns:r="http://schemas.openxmlformats.org/officeDocument/2006/relationships" id="474" r:id="R3fd1ab89e43f4d2e"/>
    <p:sldId xmlns:r="http://schemas.openxmlformats.org/officeDocument/2006/relationships" id="475" r:id="Ra9aba324afc34195"/>
    <p:sldId xmlns:r="http://schemas.openxmlformats.org/officeDocument/2006/relationships" id="476" r:id="Re318d3989b4b46c5"/>
    <p:sldId xmlns:r="http://schemas.openxmlformats.org/officeDocument/2006/relationships" id="477" r:id="Rbbae62b2f5ef4283"/>
    <p:sldId xmlns:r="http://schemas.openxmlformats.org/officeDocument/2006/relationships" id="478" r:id="Rb3d82e22b3cd427b"/>
    <p:sldId xmlns:r="http://schemas.openxmlformats.org/officeDocument/2006/relationships" id="479" r:id="R888c0117b6da44c8"/>
    <p:sldId xmlns:r="http://schemas.openxmlformats.org/officeDocument/2006/relationships" id="480" r:id="R2121d50e755042ca"/>
    <p:sldId xmlns:r="http://schemas.openxmlformats.org/officeDocument/2006/relationships" id="481" r:id="R75295b6b1b25466e"/>
    <p:sldId xmlns:r="http://schemas.openxmlformats.org/officeDocument/2006/relationships" id="482" r:id="R6757f8d990da4971"/>
    <p:sldId xmlns:r="http://schemas.openxmlformats.org/officeDocument/2006/relationships" id="483" r:id="R07073c8b9a0b4f4a"/>
    <p:sldId xmlns:r="http://schemas.openxmlformats.org/officeDocument/2006/relationships" id="484" r:id="R4c3277e5ac1e4e6c"/>
    <p:sldId xmlns:r="http://schemas.openxmlformats.org/officeDocument/2006/relationships" id="485" r:id="R8a2de40739534deb"/>
    <p:sldId xmlns:r="http://schemas.openxmlformats.org/officeDocument/2006/relationships" id="486" r:id="R4a0331df3b714888"/>
    <p:sldId xmlns:r="http://schemas.openxmlformats.org/officeDocument/2006/relationships" id="487" r:id="Recf3368caa334a59"/>
    <p:sldId xmlns:r="http://schemas.openxmlformats.org/officeDocument/2006/relationships" id="488" r:id="R634bfabda02646a4"/>
    <p:sldId xmlns:r="http://schemas.openxmlformats.org/officeDocument/2006/relationships" id="489" r:id="R527e8f2bd6de4f00"/>
    <p:sldId xmlns:r="http://schemas.openxmlformats.org/officeDocument/2006/relationships" id="490" r:id="R5aa5ae97a34847d7"/>
    <p:sldId xmlns:r="http://schemas.openxmlformats.org/officeDocument/2006/relationships" id="491" r:id="Rf75f4121bdb54a73"/>
    <p:sldId xmlns:r="http://schemas.openxmlformats.org/officeDocument/2006/relationships" id="492" r:id="R8a722d58db954a1d"/>
    <p:sldId xmlns:r="http://schemas.openxmlformats.org/officeDocument/2006/relationships" id="493" r:id="R4f19eb31d3af4101"/>
    <p:sldId xmlns:r="http://schemas.openxmlformats.org/officeDocument/2006/relationships" id="494" r:id="Rd99d78a1ff884b46"/>
    <p:sldId xmlns:r="http://schemas.openxmlformats.org/officeDocument/2006/relationships" id="495" r:id="Rdc1b56ec6384414e"/>
    <p:sldId xmlns:r="http://schemas.openxmlformats.org/officeDocument/2006/relationships" id="496" r:id="R67263046eb76472f"/>
    <p:sldId xmlns:r="http://schemas.openxmlformats.org/officeDocument/2006/relationships" id="497" r:id="Ra7e86ccbc6c44894"/>
    <p:sldId xmlns:r="http://schemas.openxmlformats.org/officeDocument/2006/relationships" id="498" r:id="R9927c27abaab474a"/>
    <p:sldId xmlns:r="http://schemas.openxmlformats.org/officeDocument/2006/relationships" id="499" r:id="R11699c0e3ba54f84"/>
    <p:sldId xmlns:r="http://schemas.openxmlformats.org/officeDocument/2006/relationships" id="500" r:id="Rd7a862ca713e4c27"/>
    <p:sldId xmlns:r="http://schemas.openxmlformats.org/officeDocument/2006/relationships" id="501" r:id="R85a5f76424384a51"/>
    <p:sldId xmlns:r="http://schemas.openxmlformats.org/officeDocument/2006/relationships" id="502" r:id="R68c6de67c3084a87"/>
    <p:sldId xmlns:r="http://schemas.openxmlformats.org/officeDocument/2006/relationships" id="503" r:id="Rbe9ae4e055764bb1"/>
    <p:sldId xmlns:r="http://schemas.openxmlformats.org/officeDocument/2006/relationships" id="504" r:id="R8e373c19ed6e4862"/>
    <p:sldId xmlns:r="http://schemas.openxmlformats.org/officeDocument/2006/relationships" id="505" r:id="R4da021b9809b4f71"/>
    <p:sldId xmlns:r="http://schemas.openxmlformats.org/officeDocument/2006/relationships" id="506" r:id="R7456ab33f6af430f"/>
    <p:sldId xmlns:r="http://schemas.openxmlformats.org/officeDocument/2006/relationships" id="507" r:id="R4be376e9739c44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667ad010434d2a" /><Relationship Type="http://schemas.openxmlformats.org/officeDocument/2006/relationships/slideMaster" Target="/ppt/slideMasters/slideMaster1.xml" Id="R83001698b9a24ba8" /><Relationship Type="http://schemas.openxmlformats.org/officeDocument/2006/relationships/notesMaster" Target="/ppt/notesMasters/notesMaster1.xml" Id="Rc67bc63194df49d2" /><Relationship Type="http://schemas.openxmlformats.org/officeDocument/2006/relationships/presProps" Target="/ppt/presProps.xml" Id="R5a43ed7a06ac4955" /><Relationship Type="http://schemas.openxmlformats.org/officeDocument/2006/relationships/tableStyles" Target="/ppt/tableStyles.xml" Id="Ra627c6c2a43b4ced" /><Relationship Type="http://schemas.openxmlformats.org/officeDocument/2006/relationships/slide" Target="/ppt/slides/slide1.xml" Id="R34fd6b4113204e6e" /><Relationship Type="http://schemas.openxmlformats.org/officeDocument/2006/relationships/slide" Target="/ppt/slides/slide2.xml" Id="R4f09ad8085bf43df" /><Relationship Type="http://schemas.openxmlformats.org/officeDocument/2006/relationships/slide" Target="/ppt/slides/slide3.xml" Id="R8de8c2c3b1254880" /><Relationship Type="http://schemas.openxmlformats.org/officeDocument/2006/relationships/slide" Target="/ppt/slides/slide4.xml" Id="Rc1a9466175524a0f" /><Relationship Type="http://schemas.openxmlformats.org/officeDocument/2006/relationships/slide" Target="/ppt/slides/slide5.xml" Id="R88c1961914c84aff" /><Relationship Type="http://schemas.openxmlformats.org/officeDocument/2006/relationships/slide" Target="/ppt/slides/slide6.xml" Id="R4ebe8564aac840c7" /><Relationship Type="http://schemas.openxmlformats.org/officeDocument/2006/relationships/slide" Target="/ppt/slides/slide7.xml" Id="R1d9b4c9909484506" /><Relationship Type="http://schemas.openxmlformats.org/officeDocument/2006/relationships/slide" Target="/ppt/slides/slide8.xml" Id="Ref16bed912214e3d" /><Relationship Type="http://schemas.openxmlformats.org/officeDocument/2006/relationships/slide" Target="/ppt/slides/slide9.xml" Id="R512afec74cde481f" /><Relationship Type="http://schemas.openxmlformats.org/officeDocument/2006/relationships/slide" Target="/ppt/slides/slide10.xml" Id="R167362398f7e4f61" /><Relationship Type="http://schemas.openxmlformats.org/officeDocument/2006/relationships/slide" Target="/ppt/slides/slide11.xml" Id="Rd34fc4ab745f4888" /><Relationship Type="http://schemas.openxmlformats.org/officeDocument/2006/relationships/slide" Target="/ppt/slides/slide12.xml" Id="R3a6bd9ae22aa4aca" /><Relationship Type="http://schemas.openxmlformats.org/officeDocument/2006/relationships/slide" Target="/ppt/slides/slide13.xml" Id="R58b96c1fdaa645e6" /><Relationship Type="http://schemas.openxmlformats.org/officeDocument/2006/relationships/slide" Target="/ppt/slides/slide14.xml" Id="R7ef01ca147c546c8" /><Relationship Type="http://schemas.openxmlformats.org/officeDocument/2006/relationships/slide" Target="/ppt/slides/slide15.xml" Id="R81bafc895cb34e1f" /><Relationship Type="http://schemas.openxmlformats.org/officeDocument/2006/relationships/slide" Target="/ppt/slides/slide16.xml" Id="Ra4bb4e5c69b04759" /><Relationship Type="http://schemas.openxmlformats.org/officeDocument/2006/relationships/slide" Target="/ppt/slides/slide17.xml" Id="R54080ddd1fdb4cc1" /><Relationship Type="http://schemas.openxmlformats.org/officeDocument/2006/relationships/slide" Target="/ppt/slides/slide18.xml" Id="Rd33e9eed493f42b1" /><Relationship Type="http://schemas.openxmlformats.org/officeDocument/2006/relationships/slide" Target="/ppt/slides/slide19.xml" Id="R57e5b0a0afea4000" /><Relationship Type="http://schemas.openxmlformats.org/officeDocument/2006/relationships/slide" Target="/ppt/slides/slide20.xml" Id="R5ca9bc5ec23146c6" /><Relationship Type="http://schemas.openxmlformats.org/officeDocument/2006/relationships/slide" Target="/ppt/slides/slide21.xml" Id="Rc1a88518c3e54b66" /><Relationship Type="http://schemas.openxmlformats.org/officeDocument/2006/relationships/slide" Target="/ppt/slides/slide22.xml" Id="R1cf83feab6864e0c" /><Relationship Type="http://schemas.openxmlformats.org/officeDocument/2006/relationships/slide" Target="/ppt/slides/slide23.xml" Id="Rb2525e2b209e4927" /><Relationship Type="http://schemas.openxmlformats.org/officeDocument/2006/relationships/slide" Target="/ppt/slides/slide24.xml" Id="R08f7225675d843f7" /><Relationship Type="http://schemas.openxmlformats.org/officeDocument/2006/relationships/slide" Target="/ppt/slides/slide25.xml" Id="Rdfe32b1bc5154462" /><Relationship Type="http://schemas.openxmlformats.org/officeDocument/2006/relationships/slide" Target="/ppt/slides/slide26.xml" Id="R6cf27df279b2400e" /><Relationship Type="http://schemas.openxmlformats.org/officeDocument/2006/relationships/slide" Target="/ppt/slides/slide27.xml" Id="Re9b66d4659644f85" /><Relationship Type="http://schemas.openxmlformats.org/officeDocument/2006/relationships/slide" Target="/ppt/slides/slide28.xml" Id="Re6c3c6cf31064d03" /><Relationship Type="http://schemas.openxmlformats.org/officeDocument/2006/relationships/slide" Target="/ppt/slides/slide29.xml" Id="R29ba61708ac54702" /><Relationship Type="http://schemas.openxmlformats.org/officeDocument/2006/relationships/slide" Target="/ppt/slides/slide30.xml" Id="Rfdc795aea8e34ffb" /><Relationship Type="http://schemas.openxmlformats.org/officeDocument/2006/relationships/slide" Target="/ppt/slides/slide31.xml" Id="Rd99a4106eaa04ac0" /><Relationship Type="http://schemas.openxmlformats.org/officeDocument/2006/relationships/slide" Target="/ppt/slides/slide32.xml" Id="R7157a0190c314432" /><Relationship Type="http://schemas.openxmlformats.org/officeDocument/2006/relationships/slide" Target="/ppt/slides/slide33.xml" Id="R5c86b545eace40cb" /><Relationship Type="http://schemas.openxmlformats.org/officeDocument/2006/relationships/slide" Target="/ppt/slides/slide34.xml" Id="R26b3c5c892d74d6a" /><Relationship Type="http://schemas.openxmlformats.org/officeDocument/2006/relationships/slide" Target="/ppt/slides/slide35.xml" Id="R96c88b2c9cd8469a" /><Relationship Type="http://schemas.openxmlformats.org/officeDocument/2006/relationships/slide" Target="/ppt/slides/slide36.xml" Id="R8d0f4ace3ab04b7f" /><Relationship Type="http://schemas.openxmlformats.org/officeDocument/2006/relationships/slide" Target="/ppt/slides/slide37.xml" Id="Ra7796700242e48c2" /><Relationship Type="http://schemas.openxmlformats.org/officeDocument/2006/relationships/slide" Target="/ppt/slides/slide38.xml" Id="R92f70cfe700843ea" /><Relationship Type="http://schemas.openxmlformats.org/officeDocument/2006/relationships/slide" Target="/ppt/slides/slide39.xml" Id="R326d0044abe24cc2" /><Relationship Type="http://schemas.openxmlformats.org/officeDocument/2006/relationships/slide" Target="/ppt/slides/slide40.xml" Id="R035d93a6e8174270" /><Relationship Type="http://schemas.openxmlformats.org/officeDocument/2006/relationships/slide" Target="/ppt/slides/slide41.xml" Id="R705900eb42254877" /><Relationship Type="http://schemas.openxmlformats.org/officeDocument/2006/relationships/slide" Target="/ppt/slides/slide42.xml" Id="Re964f946ac094d52" /><Relationship Type="http://schemas.openxmlformats.org/officeDocument/2006/relationships/slide" Target="/ppt/slides/slide43.xml" Id="Rf27e3ebc9caf462a" /><Relationship Type="http://schemas.openxmlformats.org/officeDocument/2006/relationships/slide" Target="/ppt/slides/slide44.xml" Id="Rd82c6c143c6f42ff" /><Relationship Type="http://schemas.openxmlformats.org/officeDocument/2006/relationships/slide" Target="/ppt/slides/slide45.xml" Id="Rab4ab56d1c424a72" /><Relationship Type="http://schemas.openxmlformats.org/officeDocument/2006/relationships/slide" Target="/ppt/slides/slide46.xml" Id="R88b21fce398943a6" /><Relationship Type="http://schemas.openxmlformats.org/officeDocument/2006/relationships/slide" Target="/ppt/slides/slide47.xml" Id="R6c06b10789c7487a" /><Relationship Type="http://schemas.openxmlformats.org/officeDocument/2006/relationships/slide" Target="/ppt/slides/slide48.xml" Id="R6211f2915d364fb3" /><Relationship Type="http://schemas.openxmlformats.org/officeDocument/2006/relationships/slide" Target="/ppt/slides/slide49.xml" Id="R5514ead66cbd4457" /><Relationship Type="http://schemas.openxmlformats.org/officeDocument/2006/relationships/slide" Target="/ppt/slides/slide50.xml" Id="Ra9e1ba5e72054a6b" /><Relationship Type="http://schemas.openxmlformats.org/officeDocument/2006/relationships/slide" Target="/ppt/slides/slide51.xml" Id="R014f903534a64681" /><Relationship Type="http://schemas.openxmlformats.org/officeDocument/2006/relationships/slide" Target="/ppt/slides/slide52.xml" Id="R4aa23460cf8b46a5" /><Relationship Type="http://schemas.openxmlformats.org/officeDocument/2006/relationships/slide" Target="/ppt/slides/slide53.xml" Id="R63ab289681dd4e52" /><Relationship Type="http://schemas.openxmlformats.org/officeDocument/2006/relationships/slide" Target="/ppt/slides/slide54.xml" Id="Rc619603e3c8b4e4e" /><Relationship Type="http://schemas.openxmlformats.org/officeDocument/2006/relationships/slide" Target="/ppt/slides/slide55.xml" Id="R7094cd3ef3a747e9" /><Relationship Type="http://schemas.openxmlformats.org/officeDocument/2006/relationships/slide" Target="/ppt/slides/slide56.xml" Id="Rb4d9eec584d5405c" /><Relationship Type="http://schemas.openxmlformats.org/officeDocument/2006/relationships/slide" Target="/ppt/slides/slide57.xml" Id="Re9c270a566534f34" /><Relationship Type="http://schemas.openxmlformats.org/officeDocument/2006/relationships/slide" Target="/ppt/slides/slide58.xml" Id="Rc03f5cd3300840b3" /><Relationship Type="http://schemas.openxmlformats.org/officeDocument/2006/relationships/slide" Target="/ppt/slides/slide59.xml" Id="R53ea1f09088d4204" /><Relationship Type="http://schemas.openxmlformats.org/officeDocument/2006/relationships/slide" Target="/ppt/slides/slide60.xml" Id="R36fe2c4c3842483f" /><Relationship Type="http://schemas.openxmlformats.org/officeDocument/2006/relationships/slide" Target="/ppt/slides/slide61.xml" Id="R89c2a53ca7d540d1" /><Relationship Type="http://schemas.openxmlformats.org/officeDocument/2006/relationships/slide" Target="/ppt/slides/slide62.xml" Id="R78ca48440f40425f" /><Relationship Type="http://schemas.openxmlformats.org/officeDocument/2006/relationships/slide" Target="/ppt/slides/slide63.xml" Id="Rba582e7af2c44395" /><Relationship Type="http://schemas.openxmlformats.org/officeDocument/2006/relationships/slide" Target="/ppt/slides/slide64.xml" Id="R1d9a2635f73b4776" /><Relationship Type="http://schemas.openxmlformats.org/officeDocument/2006/relationships/slide" Target="/ppt/slides/slide65.xml" Id="Rfab6e0417bfd4fbf" /><Relationship Type="http://schemas.openxmlformats.org/officeDocument/2006/relationships/slide" Target="/ppt/slides/slide66.xml" Id="R8dbd3e7b51e64710" /><Relationship Type="http://schemas.openxmlformats.org/officeDocument/2006/relationships/slide" Target="/ppt/slides/slide67.xml" Id="Rf76cf20a4d774d29" /><Relationship Type="http://schemas.openxmlformats.org/officeDocument/2006/relationships/slide" Target="/ppt/slides/slide68.xml" Id="R5adeb68137104742" /><Relationship Type="http://schemas.openxmlformats.org/officeDocument/2006/relationships/slide" Target="/ppt/slides/slide69.xml" Id="R59cad198f75d43a4" /><Relationship Type="http://schemas.openxmlformats.org/officeDocument/2006/relationships/slide" Target="/ppt/slides/slide70.xml" Id="Re7e2cbdff51d484e" /><Relationship Type="http://schemas.openxmlformats.org/officeDocument/2006/relationships/slide" Target="/ppt/slides/slide71.xml" Id="R890992e163cd4102" /><Relationship Type="http://schemas.openxmlformats.org/officeDocument/2006/relationships/slide" Target="/ppt/slides/slide72.xml" Id="Rb7b086cf25354802" /><Relationship Type="http://schemas.openxmlformats.org/officeDocument/2006/relationships/slide" Target="/ppt/slides/slide73.xml" Id="R1cadb18d83214f77" /><Relationship Type="http://schemas.openxmlformats.org/officeDocument/2006/relationships/slide" Target="/ppt/slides/slide74.xml" Id="Rae2869333e604d74" /><Relationship Type="http://schemas.openxmlformats.org/officeDocument/2006/relationships/slide" Target="/ppt/slides/slide75.xml" Id="R446e2846d5394b1e" /><Relationship Type="http://schemas.openxmlformats.org/officeDocument/2006/relationships/slide" Target="/ppt/slides/slide76.xml" Id="R50e57f52b54c4769" /><Relationship Type="http://schemas.openxmlformats.org/officeDocument/2006/relationships/slide" Target="/ppt/slides/slide77.xml" Id="Rddea6560260a4c5a" /><Relationship Type="http://schemas.openxmlformats.org/officeDocument/2006/relationships/slide" Target="/ppt/slides/slide78.xml" Id="R544969af01934b09" /><Relationship Type="http://schemas.openxmlformats.org/officeDocument/2006/relationships/slide" Target="/ppt/slides/slide79.xml" Id="R6bc93033cf6d4e3b" /><Relationship Type="http://schemas.openxmlformats.org/officeDocument/2006/relationships/slide" Target="/ppt/slides/slide80.xml" Id="R887045c27c0b4b85" /><Relationship Type="http://schemas.openxmlformats.org/officeDocument/2006/relationships/slide" Target="/ppt/slides/slide81.xml" Id="Rb5b14eaa7ad34e17" /><Relationship Type="http://schemas.openxmlformats.org/officeDocument/2006/relationships/slide" Target="/ppt/slides/slide82.xml" Id="R62174b9ed2e844e9" /><Relationship Type="http://schemas.openxmlformats.org/officeDocument/2006/relationships/slide" Target="/ppt/slides/slide83.xml" Id="Rbe8bc24ef25d452c" /><Relationship Type="http://schemas.openxmlformats.org/officeDocument/2006/relationships/slide" Target="/ppt/slides/slide84.xml" Id="R2b6483e6b70e498f" /><Relationship Type="http://schemas.openxmlformats.org/officeDocument/2006/relationships/slide" Target="/ppt/slides/slide85.xml" Id="Rc4681c93e76d4304" /><Relationship Type="http://schemas.openxmlformats.org/officeDocument/2006/relationships/slide" Target="/ppt/slides/slide86.xml" Id="Raf8fbeec9ea04851" /><Relationship Type="http://schemas.openxmlformats.org/officeDocument/2006/relationships/slide" Target="/ppt/slides/slide87.xml" Id="R4ef27c2bb5a1416a" /><Relationship Type="http://schemas.openxmlformats.org/officeDocument/2006/relationships/slide" Target="/ppt/slides/slide88.xml" Id="Ra271d2531990445b" /><Relationship Type="http://schemas.openxmlformats.org/officeDocument/2006/relationships/slide" Target="/ppt/slides/slide89.xml" Id="R3a971ea93d7243fc" /><Relationship Type="http://schemas.openxmlformats.org/officeDocument/2006/relationships/slide" Target="/ppt/slides/slide90.xml" Id="Rc7e8270972b74376" /><Relationship Type="http://schemas.openxmlformats.org/officeDocument/2006/relationships/slide" Target="/ppt/slides/slide91.xml" Id="Rfb36a52449e143fe" /><Relationship Type="http://schemas.openxmlformats.org/officeDocument/2006/relationships/slide" Target="/ppt/slides/slide92.xml" Id="Rbd26accb5f674a37" /><Relationship Type="http://schemas.openxmlformats.org/officeDocument/2006/relationships/slide" Target="/ppt/slides/slide93.xml" Id="R8a434bcc529640d9" /><Relationship Type="http://schemas.openxmlformats.org/officeDocument/2006/relationships/slide" Target="/ppt/slides/slide94.xml" Id="R7bd2f1928f88448b" /><Relationship Type="http://schemas.openxmlformats.org/officeDocument/2006/relationships/slide" Target="/ppt/slides/slide95.xml" Id="R9e3aa21396ab4d7f" /><Relationship Type="http://schemas.openxmlformats.org/officeDocument/2006/relationships/slide" Target="/ppt/slides/slide96.xml" Id="R222ac5343f7049e0" /><Relationship Type="http://schemas.openxmlformats.org/officeDocument/2006/relationships/slide" Target="/ppt/slides/slide97.xml" Id="R0617b67c83f542fc" /><Relationship Type="http://schemas.openxmlformats.org/officeDocument/2006/relationships/slide" Target="/ppt/slides/slide98.xml" Id="R00e5e39c9b8549fc" /><Relationship Type="http://schemas.openxmlformats.org/officeDocument/2006/relationships/slide" Target="/ppt/slides/slide99.xml" Id="Rdc79a6964dc4420f" /><Relationship Type="http://schemas.openxmlformats.org/officeDocument/2006/relationships/slide" Target="/ppt/slides/slide100.xml" Id="R8ecee83edd104390" /><Relationship Type="http://schemas.openxmlformats.org/officeDocument/2006/relationships/slide" Target="/ppt/slides/slide101.xml" Id="R82fb269fd5864db8" /><Relationship Type="http://schemas.openxmlformats.org/officeDocument/2006/relationships/slide" Target="/ppt/slides/slide102.xml" Id="R6101130ca840435d" /><Relationship Type="http://schemas.openxmlformats.org/officeDocument/2006/relationships/slide" Target="/ppt/slides/slide103.xml" Id="Rc4dd2fa4ebfb4ce0" /><Relationship Type="http://schemas.openxmlformats.org/officeDocument/2006/relationships/slide" Target="/ppt/slides/slide104.xml" Id="Re73c086d187a4e10" /><Relationship Type="http://schemas.openxmlformats.org/officeDocument/2006/relationships/slide" Target="/ppt/slides/slide105.xml" Id="Re3ad0c8b0b884858" /><Relationship Type="http://schemas.openxmlformats.org/officeDocument/2006/relationships/slide" Target="/ppt/slides/slide106.xml" Id="R95901e6d8e334eb2" /><Relationship Type="http://schemas.openxmlformats.org/officeDocument/2006/relationships/slide" Target="/ppt/slides/slide107.xml" Id="Rd016f76d74344cc7" /><Relationship Type="http://schemas.openxmlformats.org/officeDocument/2006/relationships/slide" Target="/ppt/slides/slide108.xml" Id="R61df3f76283442ea" /><Relationship Type="http://schemas.openxmlformats.org/officeDocument/2006/relationships/slide" Target="/ppt/slides/slide109.xml" Id="Rb3d8de1b0aa14cea" /><Relationship Type="http://schemas.openxmlformats.org/officeDocument/2006/relationships/slide" Target="/ppt/slides/slide110.xml" Id="R786f8d53d87f4e76" /><Relationship Type="http://schemas.openxmlformats.org/officeDocument/2006/relationships/slide" Target="/ppt/slides/slide111.xml" Id="R2dae8268fb664412" /><Relationship Type="http://schemas.openxmlformats.org/officeDocument/2006/relationships/slide" Target="/ppt/slides/slide112.xml" Id="R9f61598cebec40c8" /><Relationship Type="http://schemas.openxmlformats.org/officeDocument/2006/relationships/slide" Target="/ppt/slides/slide113.xml" Id="R7824de8fdc2d4d88" /><Relationship Type="http://schemas.openxmlformats.org/officeDocument/2006/relationships/slide" Target="/ppt/slides/slide114.xml" Id="Rc3b393e2129546cb" /><Relationship Type="http://schemas.openxmlformats.org/officeDocument/2006/relationships/slide" Target="/ppt/slides/slide115.xml" Id="R5242010d1f294745" /><Relationship Type="http://schemas.openxmlformats.org/officeDocument/2006/relationships/slide" Target="/ppt/slides/slide116.xml" Id="Re3a964ce0bac451c" /><Relationship Type="http://schemas.openxmlformats.org/officeDocument/2006/relationships/slide" Target="/ppt/slides/slide117.xml" Id="R91e9dc5dc5da4283" /><Relationship Type="http://schemas.openxmlformats.org/officeDocument/2006/relationships/slide" Target="/ppt/slides/slide118.xml" Id="R997368f10cdd4407" /><Relationship Type="http://schemas.openxmlformats.org/officeDocument/2006/relationships/slide" Target="/ppt/slides/slide119.xml" Id="R60df24467bc74e5c" /><Relationship Type="http://schemas.openxmlformats.org/officeDocument/2006/relationships/slide" Target="/ppt/slides/slide120.xml" Id="R688c8e980f524256" /><Relationship Type="http://schemas.openxmlformats.org/officeDocument/2006/relationships/slide" Target="/ppt/slides/slide121.xml" Id="R558a138b2f354b82" /><Relationship Type="http://schemas.openxmlformats.org/officeDocument/2006/relationships/slide" Target="/ppt/slides/slide122.xml" Id="R8bc1b192855e4ca6" /><Relationship Type="http://schemas.openxmlformats.org/officeDocument/2006/relationships/slide" Target="/ppt/slides/slide123.xml" Id="R4452a0f3089b432e" /><Relationship Type="http://schemas.openxmlformats.org/officeDocument/2006/relationships/slide" Target="/ppt/slides/slide124.xml" Id="Rcb323b0832734e29" /><Relationship Type="http://schemas.openxmlformats.org/officeDocument/2006/relationships/slide" Target="/ppt/slides/slide125.xml" Id="R0febede4770a405f" /><Relationship Type="http://schemas.openxmlformats.org/officeDocument/2006/relationships/slide" Target="/ppt/slides/slide126.xml" Id="R2e2015152e0447b2" /><Relationship Type="http://schemas.openxmlformats.org/officeDocument/2006/relationships/slide" Target="/ppt/slides/slide127.xml" Id="R9c0e5e8f41344313" /><Relationship Type="http://schemas.openxmlformats.org/officeDocument/2006/relationships/slide" Target="/ppt/slides/slide128.xml" Id="R598100b2156c4f8a" /><Relationship Type="http://schemas.openxmlformats.org/officeDocument/2006/relationships/slide" Target="/ppt/slides/slide129.xml" Id="Rbfb60491be174249" /><Relationship Type="http://schemas.openxmlformats.org/officeDocument/2006/relationships/slide" Target="/ppt/slides/slide130.xml" Id="R46118bd050ed4449" /><Relationship Type="http://schemas.openxmlformats.org/officeDocument/2006/relationships/slide" Target="/ppt/slides/slide131.xml" Id="R4d87829db8ae41c2" /><Relationship Type="http://schemas.openxmlformats.org/officeDocument/2006/relationships/slide" Target="/ppt/slides/slide132.xml" Id="Rd0e7091181454128" /><Relationship Type="http://schemas.openxmlformats.org/officeDocument/2006/relationships/slide" Target="/ppt/slides/slide133.xml" Id="R12b1d7f01f5547b3" /><Relationship Type="http://schemas.openxmlformats.org/officeDocument/2006/relationships/slide" Target="/ppt/slides/slide134.xml" Id="Rb64ca5617fad41b0" /><Relationship Type="http://schemas.openxmlformats.org/officeDocument/2006/relationships/slide" Target="/ppt/slides/slide135.xml" Id="R7cbf9fae0ac94df1" /><Relationship Type="http://schemas.openxmlformats.org/officeDocument/2006/relationships/slide" Target="/ppt/slides/slide136.xml" Id="R7e6e183ecf844ee7" /><Relationship Type="http://schemas.openxmlformats.org/officeDocument/2006/relationships/slide" Target="/ppt/slides/slide137.xml" Id="R07022c0a4f114482" /><Relationship Type="http://schemas.openxmlformats.org/officeDocument/2006/relationships/slide" Target="/ppt/slides/slide138.xml" Id="R0b3a58c50a7f47d1" /><Relationship Type="http://schemas.openxmlformats.org/officeDocument/2006/relationships/slide" Target="/ppt/slides/slide139.xml" Id="R792f51e9e76a419c" /><Relationship Type="http://schemas.openxmlformats.org/officeDocument/2006/relationships/slide" Target="/ppt/slides/slide140.xml" Id="Rd01c8ca3465a4958" /><Relationship Type="http://schemas.openxmlformats.org/officeDocument/2006/relationships/slide" Target="/ppt/slides/slide141.xml" Id="R47660f3931c24fc4" /><Relationship Type="http://schemas.openxmlformats.org/officeDocument/2006/relationships/slide" Target="/ppt/slides/slide142.xml" Id="Ra3bc3baad9fb416f" /><Relationship Type="http://schemas.openxmlformats.org/officeDocument/2006/relationships/slide" Target="/ppt/slides/slide143.xml" Id="R52770435f3b0431b" /><Relationship Type="http://schemas.openxmlformats.org/officeDocument/2006/relationships/slide" Target="/ppt/slides/slide144.xml" Id="Rea7ea425af28440a" /><Relationship Type="http://schemas.openxmlformats.org/officeDocument/2006/relationships/slide" Target="/ppt/slides/slide145.xml" Id="Rc0ec841b1d004444" /><Relationship Type="http://schemas.openxmlformats.org/officeDocument/2006/relationships/slide" Target="/ppt/slides/slide146.xml" Id="Rd756541f862945f8" /><Relationship Type="http://schemas.openxmlformats.org/officeDocument/2006/relationships/slide" Target="/ppt/slides/slide147.xml" Id="Re28dacd63114470e" /><Relationship Type="http://schemas.openxmlformats.org/officeDocument/2006/relationships/slide" Target="/ppt/slides/slide148.xml" Id="Re14e84e1124049aa" /><Relationship Type="http://schemas.openxmlformats.org/officeDocument/2006/relationships/slide" Target="/ppt/slides/slide149.xml" Id="Rc3212029f4b245d4" /><Relationship Type="http://schemas.openxmlformats.org/officeDocument/2006/relationships/slide" Target="/ppt/slides/slide150.xml" Id="R19238345e95e4955" /><Relationship Type="http://schemas.openxmlformats.org/officeDocument/2006/relationships/slide" Target="/ppt/slides/slide151.xml" Id="R443a170e702c4e77" /><Relationship Type="http://schemas.openxmlformats.org/officeDocument/2006/relationships/slide" Target="/ppt/slides/slide152.xml" Id="Rab760fd192ad4ddc" /><Relationship Type="http://schemas.openxmlformats.org/officeDocument/2006/relationships/slide" Target="/ppt/slides/slide153.xml" Id="R623ba2747c2d47aa" /><Relationship Type="http://schemas.openxmlformats.org/officeDocument/2006/relationships/slide" Target="/ppt/slides/slide154.xml" Id="Ree6f433c9a3b4cb8" /><Relationship Type="http://schemas.openxmlformats.org/officeDocument/2006/relationships/slide" Target="/ppt/slides/slide155.xml" Id="R26eb74ca641b4d6c" /><Relationship Type="http://schemas.openxmlformats.org/officeDocument/2006/relationships/slide" Target="/ppt/slides/slide156.xml" Id="Re2d1141697794091" /><Relationship Type="http://schemas.openxmlformats.org/officeDocument/2006/relationships/slide" Target="/ppt/slides/slide157.xml" Id="R2e7ed402f8ba4f07" /><Relationship Type="http://schemas.openxmlformats.org/officeDocument/2006/relationships/slide" Target="/ppt/slides/slide158.xml" Id="Ra606d07548cf459e" /><Relationship Type="http://schemas.openxmlformats.org/officeDocument/2006/relationships/slide" Target="/ppt/slides/slide159.xml" Id="Rfc9c107f094044b9" /><Relationship Type="http://schemas.openxmlformats.org/officeDocument/2006/relationships/slide" Target="/ppt/slides/slide160.xml" Id="Rcf7f8a4a9a224fc8" /><Relationship Type="http://schemas.openxmlformats.org/officeDocument/2006/relationships/slide" Target="/ppt/slides/slide161.xml" Id="R83c2be8c8f6a470f" /><Relationship Type="http://schemas.openxmlformats.org/officeDocument/2006/relationships/slide" Target="/ppt/slides/slide162.xml" Id="R606dc46734034c68" /><Relationship Type="http://schemas.openxmlformats.org/officeDocument/2006/relationships/slide" Target="/ppt/slides/slide163.xml" Id="R3f3fc9ea2930466e" /><Relationship Type="http://schemas.openxmlformats.org/officeDocument/2006/relationships/slide" Target="/ppt/slides/slide164.xml" Id="Rb48ceb155a274ed3" /><Relationship Type="http://schemas.openxmlformats.org/officeDocument/2006/relationships/slide" Target="/ppt/slides/slide165.xml" Id="Rd27b6c7e0e964060" /><Relationship Type="http://schemas.openxmlformats.org/officeDocument/2006/relationships/slide" Target="/ppt/slides/slide166.xml" Id="Re1fc02bf4ec142cc" /><Relationship Type="http://schemas.openxmlformats.org/officeDocument/2006/relationships/slide" Target="/ppt/slides/slide167.xml" Id="Rde0f537aa3104d7f" /><Relationship Type="http://schemas.openxmlformats.org/officeDocument/2006/relationships/slide" Target="/ppt/slides/slide168.xml" Id="Rfe50c586cb624356" /><Relationship Type="http://schemas.openxmlformats.org/officeDocument/2006/relationships/slide" Target="/ppt/slides/slide169.xml" Id="Ra245b3702feb40b9" /><Relationship Type="http://schemas.openxmlformats.org/officeDocument/2006/relationships/slide" Target="/ppt/slides/slide170.xml" Id="R588bbe87efbb425a" /><Relationship Type="http://schemas.openxmlformats.org/officeDocument/2006/relationships/slide" Target="/ppt/slides/slide171.xml" Id="Rc49dec2e0d9a4a01" /><Relationship Type="http://schemas.openxmlformats.org/officeDocument/2006/relationships/slide" Target="/ppt/slides/slide172.xml" Id="R617d07eeec734568" /><Relationship Type="http://schemas.openxmlformats.org/officeDocument/2006/relationships/slide" Target="/ppt/slides/slide173.xml" Id="R7c06879d91394c26" /><Relationship Type="http://schemas.openxmlformats.org/officeDocument/2006/relationships/slide" Target="/ppt/slides/slide174.xml" Id="R5fc94678ec8446f1" /><Relationship Type="http://schemas.openxmlformats.org/officeDocument/2006/relationships/slide" Target="/ppt/slides/slide175.xml" Id="R172514fda47e4abc" /><Relationship Type="http://schemas.openxmlformats.org/officeDocument/2006/relationships/slide" Target="/ppt/slides/slide176.xml" Id="Rc47899d6b2984b2d" /><Relationship Type="http://schemas.openxmlformats.org/officeDocument/2006/relationships/slide" Target="/ppt/slides/slide177.xml" Id="R19133443326e4cc0" /><Relationship Type="http://schemas.openxmlformats.org/officeDocument/2006/relationships/slide" Target="/ppt/slides/slide178.xml" Id="R3301bf2e816b4ae9" /><Relationship Type="http://schemas.openxmlformats.org/officeDocument/2006/relationships/slide" Target="/ppt/slides/slide179.xml" Id="R8672d20e8b3e471c" /><Relationship Type="http://schemas.openxmlformats.org/officeDocument/2006/relationships/slide" Target="/ppt/slides/slide180.xml" Id="R85f3f8971fd84697" /><Relationship Type="http://schemas.openxmlformats.org/officeDocument/2006/relationships/slide" Target="/ppt/slides/slide181.xml" Id="Rc3595b3eeeaa447c" /><Relationship Type="http://schemas.openxmlformats.org/officeDocument/2006/relationships/slide" Target="/ppt/slides/slide182.xml" Id="Rb1968ef0f849441b" /><Relationship Type="http://schemas.openxmlformats.org/officeDocument/2006/relationships/slide" Target="/ppt/slides/slide183.xml" Id="R162938903f92425d" /><Relationship Type="http://schemas.openxmlformats.org/officeDocument/2006/relationships/slide" Target="/ppt/slides/slide184.xml" Id="R0c86032f6ad5424f" /><Relationship Type="http://schemas.openxmlformats.org/officeDocument/2006/relationships/slide" Target="/ppt/slides/slide185.xml" Id="R8932b7b246884ada" /><Relationship Type="http://schemas.openxmlformats.org/officeDocument/2006/relationships/slide" Target="/ppt/slides/slide186.xml" Id="R1772614011664d1f" /><Relationship Type="http://schemas.openxmlformats.org/officeDocument/2006/relationships/slide" Target="/ppt/slides/slide187.xml" Id="R9c1f4767726c4453" /><Relationship Type="http://schemas.openxmlformats.org/officeDocument/2006/relationships/slide" Target="/ppt/slides/slide188.xml" Id="Ra3db42220bce427c" /><Relationship Type="http://schemas.openxmlformats.org/officeDocument/2006/relationships/slide" Target="/ppt/slides/slide189.xml" Id="Re34e0afe46934411" /><Relationship Type="http://schemas.openxmlformats.org/officeDocument/2006/relationships/slide" Target="/ppt/slides/slide190.xml" Id="R1b47dd7633de4e72" /><Relationship Type="http://schemas.openxmlformats.org/officeDocument/2006/relationships/slide" Target="/ppt/slides/slide191.xml" Id="R9afa7a84d78b41dd" /><Relationship Type="http://schemas.openxmlformats.org/officeDocument/2006/relationships/slide" Target="/ppt/slides/slide192.xml" Id="Rbd1af11499f44309" /><Relationship Type="http://schemas.openxmlformats.org/officeDocument/2006/relationships/slide" Target="/ppt/slides/slide193.xml" Id="R04131b0ba3544353" /><Relationship Type="http://schemas.openxmlformats.org/officeDocument/2006/relationships/slide" Target="/ppt/slides/slide194.xml" Id="Rc8970a8ec9054552" /><Relationship Type="http://schemas.openxmlformats.org/officeDocument/2006/relationships/slide" Target="/ppt/slides/slide195.xml" Id="R003aa55bb16342fa" /><Relationship Type="http://schemas.openxmlformats.org/officeDocument/2006/relationships/slide" Target="/ppt/slides/slide196.xml" Id="R191b6025f92a4e12" /><Relationship Type="http://schemas.openxmlformats.org/officeDocument/2006/relationships/slide" Target="/ppt/slides/slide197.xml" Id="Rb40737b0cd2b41f4" /><Relationship Type="http://schemas.openxmlformats.org/officeDocument/2006/relationships/slide" Target="/ppt/slides/slide198.xml" Id="R89d543a40d754f48" /><Relationship Type="http://schemas.openxmlformats.org/officeDocument/2006/relationships/slide" Target="/ppt/slides/slide199.xml" Id="R4930e65589094f7c" /><Relationship Type="http://schemas.openxmlformats.org/officeDocument/2006/relationships/slide" Target="/ppt/slides/slide200.xml" Id="R6b62be7cab08412b" /><Relationship Type="http://schemas.openxmlformats.org/officeDocument/2006/relationships/slide" Target="/ppt/slides/slide201.xml" Id="R038dcb8c00444f90" /><Relationship Type="http://schemas.openxmlformats.org/officeDocument/2006/relationships/slide" Target="/ppt/slides/slide202.xml" Id="R89952f9f9d2e4f14" /><Relationship Type="http://schemas.openxmlformats.org/officeDocument/2006/relationships/slide" Target="/ppt/slides/slide203.xml" Id="R1735d4a464714322" /><Relationship Type="http://schemas.openxmlformats.org/officeDocument/2006/relationships/slide" Target="/ppt/slides/slide204.xml" Id="R075254993d2c4fc5" /><Relationship Type="http://schemas.openxmlformats.org/officeDocument/2006/relationships/slide" Target="/ppt/slides/slide205.xml" Id="Rb8b46f96d89d4788" /><Relationship Type="http://schemas.openxmlformats.org/officeDocument/2006/relationships/slide" Target="/ppt/slides/slide206.xml" Id="R07b2e06178a647d1" /><Relationship Type="http://schemas.openxmlformats.org/officeDocument/2006/relationships/slide" Target="/ppt/slides/slide207.xml" Id="R04b7a7c28a634090" /><Relationship Type="http://schemas.openxmlformats.org/officeDocument/2006/relationships/slide" Target="/ppt/slides/slide208.xml" Id="R620589921c584eb8" /><Relationship Type="http://schemas.openxmlformats.org/officeDocument/2006/relationships/slide" Target="/ppt/slides/slide209.xml" Id="R836c03d64e224fba" /><Relationship Type="http://schemas.openxmlformats.org/officeDocument/2006/relationships/slide" Target="/ppt/slides/slide210.xml" Id="R92987a9eced44d39" /><Relationship Type="http://schemas.openxmlformats.org/officeDocument/2006/relationships/slide" Target="/ppt/slides/slide211.xml" Id="Reaa0dca88e7e43be" /><Relationship Type="http://schemas.openxmlformats.org/officeDocument/2006/relationships/slide" Target="/ppt/slides/slide212.xml" Id="R456b61fc9a88458d" /><Relationship Type="http://schemas.openxmlformats.org/officeDocument/2006/relationships/slide" Target="/ppt/slides/slide213.xml" Id="Rfb94e8944a664cc9" /><Relationship Type="http://schemas.openxmlformats.org/officeDocument/2006/relationships/slide" Target="/ppt/slides/slide214.xml" Id="R3f10e4f4f9df479a" /><Relationship Type="http://schemas.openxmlformats.org/officeDocument/2006/relationships/slide" Target="/ppt/slides/slide215.xml" Id="Rb91ee1daad5a4e84" /><Relationship Type="http://schemas.openxmlformats.org/officeDocument/2006/relationships/slide" Target="/ppt/slides/slide216.xml" Id="Rb5f6dbee690f4ded" /><Relationship Type="http://schemas.openxmlformats.org/officeDocument/2006/relationships/slide" Target="/ppt/slides/slide217.xml" Id="Rd90d3742d8654873" /><Relationship Type="http://schemas.openxmlformats.org/officeDocument/2006/relationships/slide" Target="/ppt/slides/slide218.xml" Id="R49f716820df744e6" /><Relationship Type="http://schemas.openxmlformats.org/officeDocument/2006/relationships/slide" Target="/ppt/slides/slide219.xml" Id="R3fd1ab89e43f4d2e" /><Relationship Type="http://schemas.openxmlformats.org/officeDocument/2006/relationships/slide" Target="/ppt/slides/slide220.xml" Id="Ra9aba324afc34195" /><Relationship Type="http://schemas.openxmlformats.org/officeDocument/2006/relationships/slide" Target="/ppt/slides/slide221.xml" Id="Re318d3989b4b46c5" /><Relationship Type="http://schemas.openxmlformats.org/officeDocument/2006/relationships/slide" Target="/ppt/slides/slide222.xml" Id="Rbbae62b2f5ef4283" /><Relationship Type="http://schemas.openxmlformats.org/officeDocument/2006/relationships/slide" Target="/ppt/slides/slide223.xml" Id="Rb3d82e22b3cd427b" /><Relationship Type="http://schemas.openxmlformats.org/officeDocument/2006/relationships/slide" Target="/ppt/slides/slide224.xml" Id="R888c0117b6da44c8" /><Relationship Type="http://schemas.openxmlformats.org/officeDocument/2006/relationships/slide" Target="/ppt/slides/slide225.xml" Id="R2121d50e755042ca" /><Relationship Type="http://schemas.openxmlformats.org/officeDocument/2006/relationships/slide" Target="/ppt/slides/slide226.xml" Id="R75295b6b1b25466e" /><Relationship Type="http://schemas.openxmlformats.org/officeDocument/2006/relationships/slide" Target="/ppt/slides/slide227.xml" Id="R6757f8d990da4971" /><Relationship Type="http://schemas.openxmlformats.org/officeDocument/2006/relationships/slide" Target="/ppt/slides/slide228.xml" Id="R07073c8b9a0b4f4a" /><Relationship Type="http://schemas.openxmlformats.org/officeDocument/2006/relationships/slide" Target="/ppt/slides/slide229.xml" Id="R4c3277e5ac1e4e6c" /><Relationship Type="http://schemas.openxmlformats.org/officeDocument/2006/relationships/slide" Target="/ppt/slides/slide230.xml" Id="R8a2de40739534deb" /><Relationship Type="http://schemas.openxmlformats.org/officeDocument/2006/relationships/slide" Target="/ppt/slides/slide231.xml" Id="R4a0331df3b714888" /><Relationship Type="http://schemas.openxmlformats.org/officeDocument/2006/relationships/slide" Target="/ppt/slides/slide232.xml" Id="Recf3368caa334a59" /><Relationship Type="http://schemas.openxmlformats.org/officeDocument/2006/relationships/slide" Target="/ppt/slides/slide233.xml" Id="R634bfabda02646a4" /><Relationship Type="http://schemas.openxmlformats.org/officeDocument/2006/relationships/slide" Target="/ppt/slides/slide234.xml" Id="R527e8f2bd6de4f00" /><Relationship Type="http://schemas.openxmlformats.org/officeDocument/2006/relationships/slide" Target="/ppt/slides/slide235.xml" Id="R5aa5ae97a34847d7" /><Relationship Type="http://schemas.openxmlformats.org/officeDocument/2006/relationships/slide" Target="/ppt/slides/slide236.xml" Id="Rf75f4121bdb54a73" /><Relationship Type="http://schemas.openxmlformats.org/officeDocument/2006/relationships/slide" Target="/ppt/slides/slide237.xml" Id="R8a722d58db954a1d" /><Relationship Type="http://schemas.openxmlformats.org/officeDocument/2006/relationships/slide" Target="/ppt/slides/slide238.xml" Id="R4f19eb31d3af4101" /><Relationship Type="http://schemas.openxmlformats.org/officeDocument/2006/relationships/slide" Target="/ppt/slides/slide239.xml" Id="Rd99d78a1ff884b46" /><Relationship Type="http://schemas.openxmlformats.org/officeDocument/2006/relationships/slide" Target="/ppt/slides/slide240.xml" Id="Rdc1b56ec6384414e" /><Relationship Type="http://schemas.openxmlformats.org/officeDocument/2006/relationships/slide" Target="/ppt/slides/slide241.xml" Id="R67263046eb76472f" /><Relationship Type="http://schemas.openxmlformats.org/officeDocument/2006/relationships/slide" Target="/ppt/slides/slide242.xml" Id="Ra7e86ccbc6c44894" /><Relationship Type="http://schemas.openxmlformats.org/officeDocument/2006/relationships/slide" Target="/ppt/slides/slide243.xml" Id="R9927c27abaab474a" /><Relationship Type="http://schemas.openxmlformats.org/officeDocument/2006/relationships/slide" Target="/ppt/slides/slide244.xml" Id="R11699c0e3ba54f84" /><Relationship Type="http://schemas.openxmlformats.org/officeDocument/2006/relationships/slide" Target="/ppt/slides/slide245.xml" Id="Rd7a862ca713e4c27" /><Relationship Type="http://schemas.openxmlformats.org/officeDocument/2006/relationships/slide" Target="/ppt/slides/slide246.xml" Id="R85a5f76424384a51" /><Relationship Type="http://schemas.openxmlformats.org/officeDocument/2006/relationships/slide" Target="/ppt/slides/slide247.xml" Id="R68c6de67c3084a87" /><Relationship Type="http://schemas.openxmlformats.org/officeDocument/2006/relationships/slide" Target="/ppt/slides/slide248.xml" Id="Rbe9ae4e055764bb1" /><Relationship Type="http://schemas.openxmlformats.org/officeDocument/2006/relationships/slide" Target="/ppt/slides/slide249.xml" Id="R8e373c19ed6e4862" /><Relationship Type="http://schemas.openxmlformats.org/officeDocument/2006/relationships/slide" Target="/ppt/slides/slide250.xml" Id="R4da021b9809b4f71" /><Relationship Type="http://schemas.openxmlformats.org/officeDocument/2006/relationships/slide" Target="/ppt/slides/slide251.xml" Id="R7456ab33f6af430f" /><Relationship Type="http://schemas.openxmlformats.org/officeDocument/2006/relationships/slide" Target="/ppt/slides/slide252.xml" Id="R4be376e9739c44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a7d32f99944b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19e6c14034531" /><Relationship Type="http://schemas.openxmlformats.org/officeDocument/2006/relationships/notesMaster" Target="/ppt/notesMasters/notesMaster1.xml" Id="Re4f5335a936647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378cc3976747c5" /><Relationship Type="http://schemas.openxmlformats.org/officeDocument/2006/relationships/notesMaster" Target="/ppt/notesMasters/notesMaster1.xml" Id="R28c12299a7ad47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61ae6525d447b1" /><Relationship Type="http://schemas.openxmlformats.org/officeDocument/2006/relationships/notesMaster" Target="/ppt/notesMasters/notesMaster1.xml" Id="R784e60b7a49040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8e162dea064ac3" /><Relationship Type="http://schemas.openxmlformats.org/officeDocument/2006/relationships/notesMaster" Target="/ppt/notesMasters/notesMaster1.xml" Id="Rf997bdaf7f804a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38b0b6f55547de" /><Relationship Type="http://schemas.openxmlformats.org/officeDocument/2006/relationships/notesMaster" Target="/ppt/notesMasters/notesMaster1.xml" Id="R71db0c1c0f1440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7b106d6c814dd7" /><Relationship Type="http://schemas.openxmlformats.org/officeDocument/2006/relationships/notesMaster" Target="/ppt/notesMasters/notesMaster1.xml" Id="Ree92bd8274674c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3c6afb5aee4bb8" /><Relationship Type="http://schemas.openxmlformats.org/officeDocument/2006/relationships/notesMaster" Target="/ppt/notesMasters/notesMaster1.xml" Id="R74db1f37620f4c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3001ed4dad41ef" /><Relationship Type="http://schemas.openxmlformats.org/officeDocument/2006/relationships/notesMaster" Target="/ppt/notesMasters/notesMaster1.xml" Id="R65f609fd4a1f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96d148eca74889" /><Relationship Type="http://schemas.openxmlformats.org/officeDocument/2006/relationships/notesMaster" Target="/ppt/notesMasters/notesMaster1.xml" Id="R995f66fb67b046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002c8e0f56406d" /><Relationship Type="http://schemas.openxmlformats.org/officeDocument/2006/relationships/notesMaster" Target="/ppt/notesMasters/notesMaster1.xml" Id="Rd80405bc9de546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21dae436b14d70" /><Relationship Type="http://schemas.openxmlformats.org/officeDocument/2006/relationships/notesMaster" Target="/ppt/notesMasters/notesMaster1.xml" Id="R9ad816263be147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0380e453064e87" /><Relationship Type="http://schemas.openxmlformats.org/officeDocument/2006/relationships/notesMaster" Target="/ppt/notesMasters/notesMaster1.xml" Id="Ra7240b18f23a43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dc3995f094410d" /><Relationship Type="http://schemas.openxmlformats.org/officeDocument/2006/relationships/notesMaster" Target="/ppt/notesMasters/notesMaster1.xml" Id="Rfc4321d1a43940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3aebafedab4df2" /><Relationship Type="http://schemas.openxmlformats.org/officeDocument/2006/relationships/notesMaster" Target="/ppt/notesMasters/notesMaster1.xml" Id="R7d98893809a04e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d19eef143f4b2e" /><Relationship Type="http://schemas.openxmlformats.org/officeDocument/2006/relationships/notesMaster" Target="/ppt/notesMasters/notesMaster1.xml" Id="R196333f5915340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fff2c1e24d43b5" /><Relationship Type="http://schemas.openxmlformats.org/officeDocument/2006/relationships/notesMaster" Target="/ppt/notesMasters/notesMaster1.xml" Id="Rdcc13efe93bd42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62e829b45b4a43" /><Relationship Type="http://schemas.openxmlformats.org/officeDocument/2006/relationships/notesMaster" Target="/ppt/notesMasters/notesMaster1.xml" Id="R4baf1903155e4b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99578232bc46a9" /><Relationship Type="http://schemas.openxmlformats.org/officeDocument/2006/relationships/notesMaster" Target="/ppt/notesMasters/notesMaster1.xml" Id="R386cf31bc26840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6313f6f4614747" /><Relationship Type="http://schemas.openxmlformats.org/officeDocument/2006/relationships/notesMaster" Target="/ppt/notesMasters/notesMaster1.xml" Id="R14981bf53c9045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02c3a3eb6144ce" /><Relationship Type="http://schemas.openxmlformats.org/officeDocument/2006/relationships/notesMaster" Target="/ppt/notesMasters/notesMaster1.xml" Id="R61f30d000ab943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57ba1e671b46bd" /><Relationship Type="http://schemas.openxmlformats.org/officeDocument/2006/relationships/notesMaster" Target="/ppt/notesMasters/notesMaster1.xml" Id="Rbdedc7c4108b441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f5c76f62f84559" /><Relationship Type="http://schemas.openxmlformats.org/officeDocument/2006/relationships/notesMaster" Target="/ppt/notesMasters/notesMaster1.xml" Id="R80797fe44ee84a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cbef705754e409e" /><Relationship Type="http://schemas.openxmlformats.org/officeDocument/2006/relationships/notesMaster" Target="/ppt/notesMasters/notesMaster1.xml" Id="R221e27892ce84dd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7b4fc1e17e4f44" /><Relationship Type="http://schemas.openxmlformats.org/officeDocument/2006/relationships/notesMaster" Target="/ppt/notesMasters/notesMaster1.xml" Id="R3a58c675537945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eec7ffdac04a5f" /><Relationship Type="http://schemas.openxmlformats.org/officeDocument/2006/relationships/notesMaster" Target="/ppt/notesMasters/notesMaster1.xml" Id="Rf9a5e354a18d477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aaf6fea243491d" /><Relationship Type="http://schemas.openxmlformats.org/officeDocument/2006/relationships/notesMaster" Target="/ppt/notesMasters/notesMaster1.xml" Id="Rd4b5d5ec5bb7429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5be2b5eab6c4619" /><Relationship Type="http://schemas.openxmlformats.org/officeDocument/2006/relationships/notesMaster" Target="/ppt/notesMasters/notesMaster1.xml" Id="R3cd60d64fcd94de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7ff013ef7a4221" /><Relationship Type="http://schemas.openxmlformats.org/officeDocument/2006/relationships/notesMaster" Target="/ppt/notesMasters/notesMaster1.xml" Id="R1f13bf25c7534b3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7e59e261e394571" /><Relationship Type="http://schemas.openxmlformats.org/officeDocument/2006/relationships/notesMaster" Target="/ppt/notesMasters/notesMaster1.xml" Id="R258fa919d56340b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bb94f84e02343b9" /><Relationship Type="http://schemas.openxmlformats.org/officeDocument/2006/relationships/notesMaster" Target="/ppt/notesMasters/notesMaster1.xml" Id="R3a1e77ffd6d5404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a64368e6525484f" /><Relationship Type="http://schemas.openxmlformats.org/officeDocument/2006/relationships/notesMaster" Target="/ppt/notesMasters/notesMaster1.xml" Id="R60fa4484bf04442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0af44164843474f" /><Relationship Type="http://schemas.openxmlformats.org/officeDocument/2006/relationships/notesMaster" Target="/ppt/notesMasters/notesMaster1.xml" Id="R1d4c847eb6b445c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25bd6e6d66e4f16" /><Relationship Type="http://schemas.openxmlformats.org/officeDocument/2006/relationships/notesMaster" Target="/ppt/notesMasters/notesMaster1.xml" Id="Rf085355da1d1490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57488abdbbd41a9" /><Relationship Type="http://schemas.openxmlformats.org/officeDocument/2006/relationships/notesMaster" Target="/ppt/notesMasters/notesMaster1.xml" Id="R8444e3a6bd16402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959054169db42bc" /><Relationship Type="http://schemas.openxmlformats.org/officeDocument/2006/relationships/notesMaster" Target="/ppt/notesMasters/notesMaster1.xml" Id="R0b7b71f588c9419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394ad9a15dd4b8d" /><Relationship Type="http://schemas.openxmlformats.org/officeDocument/2006/relationships/notesMaster" Target="/ppt/notesMasters/notesMaster1.xml" Id="R3a064404445e49d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c2368e1a3eb4687" /><Relationship Type="http://schemas.openxmlformats.org/officeDocument/2006/relationships/notesMaster" Target="/ppt/notesMasters/notesMaster1.xml" Id="R5c31a0967f394ef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e6031a233134822" /><Relationship Type="http://schemas.openxmlformats.org/officeDocument/2006/relationships/notesMaster" Target="/ppt/notesMasters/notesMaster1.xml" Id="Rfc2cacbc27c446e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e16dea23d1745ed" /><Relationship Type="http://schemas.openxmlformats.org/officeDocument/2006/relationships/notesMaster" Target="/ppt/notesMasters/notesMaster1.xml" Id="Rc84bbe007db34b7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d24b4d81ab74efe" /><Relationship Type="http://schemas.openxmlformats.org/officeDocument/2006/relationships/notesMaster" Target="/ppt/notesMasters/notesMaster1.xml" Id="Rc08c68a5414649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0d9016736734bc7" /><Relationship Type="http://schemas.openxmlformats.org/officeDocument/2006/relationships/notesMaster" Target="/ppt/notesMasters/notesMaster1.xml" Id="R6239912c558d4d4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f197f2c7b5a4a33" /><Relationship Type="http://schemas.openxmlformats.org/officeDocument/2006/relationships/notesMaster" Target="/ppt/notesMasters/notesMaster1.xml" Id="Rd26fbfa639424cd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59ce88f7304437d" /><Relationship Type="http://schemas.openxmlformats.org/officeDocument/2006/relationships/notesMaster" Target="/ppt/notesMasters/notesMaster1.xml" Id="R56a68a0348d949e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77bae4f49a04a57" /><Relationship Type="http://schemas.openxmlformats.org/officeDocument/2006/relationships/notesMaster" Target="/ppt/notesMasters/notesMaster1.xml" Id="Raebef656f3d146c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9f8ecf354e04361" /><Relationship Type="http://schemas.openxmlformats.org/officeDocument/2006/relationships/notesMaster" Target="/ppt/notesMasters/notesMaster1.xml" Id="Rbd19c70ef41f49b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f9d828b9c3b4d18" /><Relationship Type="http://schemas.openxmlformats.org/officeDocument/2006/relationships/notesMaster" Target="/ppt/notesMasters/notesMaster1.xml" Id="R6feaa07e8fdc4c7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d8dfe1aca304214" /><Relationship Type="http://schemas.openxmlformats.org/officeDocument/2006/relationships/notesMaster" Target="/ppt/notesMasters/notesMaster1.xml" Id="R283ab7add12d491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9d4788bcd124211" /><Relationship Type="http://schemas.openxmlformats.org/officeDocument/2006/relationships/notesMaster" Target="/ppt/notesMasters/notesMaster1.xml" Id="R9027ddfd74414b9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841b02be39e4351" /><Relationship Type="http://schemas.openxmlformats.org/officeDocument/2006/relationships/notesMaster" Target="/ppt/notesMasters/notesMaster1.xml" Id="R2f1c54ec2e2e4e5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934085a33c54a58" /><Relationship Type="http://schemas.openxmlformats.org/officeDocument/2006/relationships/notesMaster" Target="/ppt/notesMasters/notesMaster1.xml" Id="Ra5e768103c9a4ad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9ccc6c5c11646e1" /><Relationship Type="http://schemas.openxmlformats.org/officeDocument/2006/relationships/notesMaster" Target="/ppt/notesMasters/notesMaster1.xml" Id="R65ebf750f9a4456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5aedda0dc144ed5" /><Relationship Type="http://schemas.openxmlformats.org/officeDocument/2006/relationships/notesMaster" Target="/ppt/notesMasters/notesMaster1.xml" Id="R4b873a7d11be462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83997b10ac14125" /><Relationship Type="http://schemas.openxmlformats.org/officeDocument/2006/relationships/notesMaster" Target="/ppt/notesMasters/notesMaster1.xml" Id="R854f04a07522448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5eecdb18e8f4272" /><Relationship Type="http://schemas.openxmlformats.org/officeDocument/2006/relationships/notesMaster" Target="/ppt/notesMasters/notesMaster1.xml" Id="R506e6e6ea2994b6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221d43f1a9c4e86" /><Relationship Type="http://schemas.openxmlformats.org/officeDocument/2006/relationships/notesMaster" Target="/ppt/notesMasters/notesMaster1.xml" Id="R9a122501aed446e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ccfcdfe48674b5b" /><Relationship Type="http://schemas.openxmlformats.org/officeDocument/2006/relationships/notesMaster" Target="/ppt/notesMasters/notesMaster1.xml" Id="R9c157ac642bc415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66c880520324202" /><Relationship Type="http://schemas.openxmlformats.org/officeDocument/2006/relationships/notesMaster" Target="/ppt/notesMasters/notesMaster1.xml" Id="R9eb2f6aea9a84ef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19c822427104be8" /><Relationship Type="http://schemas.openxmlformats.org/officeDocument/2006/relationships/notesMaster" Target="/ppt/notesMasters/notesMaster1.xml" Id="Re7d102d3af0445e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353f8ac7bb848fd" /><Relationship Type="http://schemas.openxmlformats.org/officeDocument/2006/relationships/notesMaster" Target="/ppt/notesMasters/notesMaster1.xml" Id="R412dc14cf0604a8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c1450eda8b742dc" /><Relationship Type="http://schemas.openxmlformats.org/officeDocument/2006/relationships/notesMaster" Target="/ppt/notesMasters/notesMaster1.xml" Id="Rd5aa216904ff484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c3821c5558704f2d" /><Relationship Type="http://schemas.openxmlformats.org/officeDocument/2006/relationships/notesMaster" Target="/ppt/notesMasters/notesMaster1.xml" Id="R1c5aa1feeb6d444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6170730e17d4e04" /><Relationship Type="http://schemas.openxmlformats.org/officeDocument/2006/relationships/notesMaster" Target="/ppt/notesMasters/notesMaster1.xml" Id="Rafb72b5fe62b48d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f0e280dd393f4034" /><Relationship Type="http://schemas.openxmlformats.org/officeDocument/2006/relationships/notesMaster" Target="/ppt/notesMasters/notesMaster1.xml" Id="R646e1af89c14484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820dbf0842747d5" /><Relationship Type="http://schemas.openxmlformats.org/officeDocument/2006/relationships/notesMaster" Target="/ppt/notesMasters/notesMaster1.xml" Id="R96e5814f1cbe41c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48db7642d6b4114" /><Relationship Type="http://schemas.openxmlformats.org/officeDocument/2006/relationships/notesMaster" Target="/ppt/notesMasters/notesMaster1.xml" Id="Rccd349d71c0c477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1a94448c63ea40ec" /><Relationship Type="http://schemas.openxmlformats.org/officeDocument/2006/relationships/notesMaster" Target="/ppt/notesMasters/notesMaster1.xml" Id="R0f8beb9df20841c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265a7a059fa4abb" /><Relationship Type="http://schemas.openxmlformats.org/officeDocument/2006/relationships/notesMaster" Target="/ppt/notesMasters/notesMaster1.xml" Id="R2fc847ab2f504c9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89f434f43504fba" /><Relationship Type="http://schemas.openxmlformats.org/officeDocument/2006/relationships/notesMaster" Target="/ppt/notesMasters/notesMaster1.xml" Id="R848a8dfef282493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695606f80eb426f" /><Relationship Type="http://schemas.openxmlformats.org/officeDocument/2006/relationships/notesMaster" Target="/ppt/notesMasters/notesMaster1.xml" Id="R003fdb0e2fec410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bea7c140b5ef48ab" /><Relationship Type="http://schemas.openxmlformats.org/officeDocument/2006/relationships/notesMaster" Target="/ppt/notesMasters/notesMaster1.xml" Id="Rd6fafb0df06b46a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daa7798af6e4fb8" /><Relationship Type="http://schemas.openxmlformats.org/officeDocument/2006/relationships/notesMaster" Target="/ppt/notesMasters/notesMaster1.xml" Id="Rd2f3876e9eb7481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ac908d181c6c4768" /><Relationship Type="http://schemas.openxmlformats.org/officeDocument/2006/relationships/notesMaster" Target="/ppt/notesMasters/notesMaster1.xml" Id="R933f3184c31c4c0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e3ed2e36b7544f9" /><Relationship Type="http://schemas.openxmlformats.org/officeDocument/2006/relationships/notesMaster" Target="/ppt/notesMasters/notesMaster1.xml" Id="R12b7994af8ba402f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715ac524940a4b1e" /><Relationship Type="http://schemas.openxmlformats.org/officeDocument/2006/relationships/notesMaster" Target="/ppt/notesMasters/notesMaster1.xml" Id="R3efac87af567496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ab5403ee91744a2d" /><Relationship Type="http://schemas.openxmlformats.org/officeDocument/2006/relationships/notesMaster" Target="/ppt/notesMasters/notesMaster1.xml" Id="R50748d7c176a4b0c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db1a4b109684361" /><Relationship Type="http://schemas.openxmlformats.org/officeDocument/2006/relationships/notesMaster" Target="/ppt/notesMasters/notesMaster1.xml" Id="R11d658f3170e4090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1484803fe7b4848" /><Relationship Type="http://schemas.openxmlformats.org/officeDocument/2006/relationships/notesMaster" Target="/ppt/notesMasters/notesMaster1.xml" Id="Re9ac2ed3e91f4d07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5b4a8a1191d4936" /><Relationship Type="http://schemas.openxmlformats.org/officeDocument/2006/relationships/notesMaster" Target="/ppt/notesMasters/notesMaster1.xml" Id="R9a7594dfc62b4617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3d21f96345d4b5d" /><Relationship Type="http://schemas.openxmlformats.org/officeDocument/2006/relationships/notesMaster" Target="/ppt/notesMasters/notesMaster1.xml" Id="R7777808deb6348a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ca337c019b3e42e3" /><Relationship Type="http://schemas.openxmlformats.org/officeDocument/2006/relationships/notesMaster" Target="/ppt/notesMasters/notesMaster1.xml" Id="Rf6cc0678f28e4264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c65653fa647e414b" /><Relationship Type="http://schemas.openxmlformats.org/officeDocument/2006/relationships/notesMaster" Target="/ppt/notesMasters/notesMaster1.xml" Id="R3297cbb31468430d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845d227b2ce643b3" /><Relationship Type="http://schemas.openxmlformats.org/officeDocument/2006/relationships/notesMaster" Target="/ppt/notesMasters/notesMaster1.xml" Id="R6fea2b26b65249a1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9c29e87915f14215" /><Relationship Type="http://schemas.openxmlformats.org/officeDocument/2006/relationships/notesMaster" Target="/ppt/notesMasters/notesMaster1.xml" Id="Rcbedecfbe70b4ac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d02f9000a6f64e43" /><Relationship Type="http://schemas.openxmlformats.org/officeDocument/2006/relationships/notesMaster" Target="/ppt/notesMasters/notesMaster1.xml" Id="R0fcfaa7b578e47b8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64bdf3c7ec5f4c4b" /><Relationship Type="http://schemas.openxmlformats.org/officeDocument/2006/relationships/notesMaster" Target="/ppt/notesMasters/notesMaster1.xml" Id="Rbd3008462ec84cfd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25333c02aa8548dd" /><Relationship Type="http://schemas.openxmlformats.org/officeDocument/2006/relationships/notesMaster" Target="/ppt/notesMasters/notesMaster1.xml" Id="R07f37b365b254bb6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dbb0bf562fc54bfb" /><Relationship Type="http://schemas.openxmlformats.org/officeDocument/2006/relationships/notesMaster" Target="/ppt/notesMasters/notesMaster1.xml" Id="R174878ec77d24a8a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bce1dfac3474d86" /><Relationship Type="http://schemas.openxmlformats.org/officeDocument/2006/relationships/notesMaster" Target="/ppt/notesMasters/notesMaster1.xml" Id="R8ef6745d0c3a4dca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676e71e614014977" /><Relationship Type="http://schemas.openxmlformats.org/officeDocument/2006/relationships/notesMaster" Target="/ppt/notesMasters/notesMaster1.xml" Id="R6c9280cba07a4c2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21f7b3a4c55140c7" /><Relationship Type="http://schemas.openxmlformats.org/officeDocument/2006/relationships/notesMaster" Target="/ppt/notesMasters/notesMaster1.xml" Id="Recbe029c17a846ac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5f11a6777963467f" /><Relationship Type="http://schemas.openxmlformats.org/officeDocument/2006/relationships/notesMaster" Target="/ppt/notesMasters/notesMaster1.xml" Id="R1ff9773de2a24a2c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8063896f977d4cba" /><Relationship Type="http://schemas.openxmlformats.org/officeDocument/2006/relationships/notesMaster" Target="/ppt/notesMasters/notesMaster1.xml" Id="R806c00614ac24ef0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9e31ea2cea04b01" /><Relationship Type="http://schemas.openxmlformats.org/officeDocument/2006/relationships/notesMaster" Target="/ppt/notesMasters/notesMaster1.xml" Id="Rab04a7a341284f2f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fb1a44779cd1409c" /><Relationship Type="http://schemas.openxmlformats.org/officeDocument/2006/relationships/notesMaster" Target="/ppt/notesMasters/notesMaster1.xml" Id="R5681e6df55f34da9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a414952083d4aad" /><Relationship Type="http://schemas.openxmlformats.org/officeDocument/2006/relationships/notesMaster" Target="/ppt/notesMasters/notesMaster1.xml" Id="Rad3c861c472547c4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2da19dba7e744475" /><Relationship Type="http://schemas.openxmlformats.org/officeDocument/2006/relationships/notesMaster" Target="/ppt/notesMasters/notesMaster1.xml" Id="R49d11856c76d42df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7a51aa0a1b084361" /><Relationship Type="http://schemas.openxmlformats.org/officeDocument/2006/relationships/notesMaster" Target="/ppt/notesMasters/notesMaster1.xml" Id="R15bf9936fdef4fb2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872252296bae4df6" /><Relationship Type="http://schemas.openxmlformats.org/officeDocument/2006/relationships/notesMaster" Target="/ppt/notesMasters/notesMaster1.xml" Id="R2097fbdc56f6412a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4566a02f085443f9" /><Relationship Type="http://schemas.openxmlformats.org/officeDocument/2006/relationships/notesMaster" Target="/ppt/notesMasters/notesMaster1.xml" Id="R18bb7bbe663d4766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98b79175729f4008" /><Relationship Type="http://schemas.openxmlformats.org/officeDocument/2006/relationships/notesMaster" Target="/ppt/notesMasters/notesMaster1.xml" Id="Rf0b470eebf0949fd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05f5bdc28c442ba" /><Relationship Type="http://schemas.openxmlformats.org/officeDocument/2006/relationships/notesMaster" Target="/ppt/notesMasters/notesMaster1.xml" Id="R6d0a961ecdcd40fd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7e14bbb9b658437e" /><Relationship Type="http://schemas.openxmlformats.org/officeDocument/2006/relationships/notesMaster" Target="/ppt/notesMasters/notesMaster1.xml" Id="R47fdb7b1aaf34c3b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d9c59f9b92094364" /><Relationship Type="http://schemas.openxmlformats.org/officeDocument/2006/relationships/notesMaster" Target="/ppt/notesMasters/notesMaster1.xml" Id="R71b5554f6cd143d4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88fabed4cb6a4446" /><Relationship Type="http://schemas.openxmlformats.org/officeDocument/2006/relationships/notesMaster" Target="/ppt/notesMasters/notesMaster1.xml" Id="R64ae599b230d4a5e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dab25cad652d4529" /><Relationship Type="http://schemas.openxmlformats.org/officeDocument/2006/relationships/notesMaster" Target="/ppt/notesMasters/notesMaster1.xml" Id="R262d97967d3b488a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4eb56336382e4596" /><Relationship Type="http://schemas.openxmlformats.org/officeDocument/2006/relationships/notesMaster" Target="/ppt/notesMasters/notesMaster1.xml" Id="R0941971b9c3b4965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69018d835d154cff" /><Relationship Type="http://schemas.openxmlformats.org/officeDocument/2006/relationships/notesMaster" Target="/ppt/notesMasters/notesMaster1.xml" Id="R8b9d90529dc94727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3186a02a6a0c42bb" /><Relationship Type="http://schemas.openxmlformats.org/officeDocument/2006/relationships/notesMaster" Target="/ppt/notesMasters/notesMaster1.xml" Id="Rd2f9d30a4a724a6d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9f75d8996d2f4fdc" /><Relationship Type="http://schemas.openxmlformats.org/officeDocument/2006/relationships/notesMaster" Target="/ppt/notesMasters/notesMaster1.xml" Id="Rdcac654a93f146de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e7d1f26192a04913" /><Relationship Type="http://schemas.openxmlformats.org/officeDocument/2006/relationships/notesMaster" Target="/ppt/notesMasters/notesMaster1.xml" Id="R30e7c6ddab3d41f2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589bafccd7ff4af2" /><Relationship Type="http://schemas.openxmlformats.org/officeDocument/2006/relationships/notesMaster" Target="/ppt/notesMasters/notesMaster1.xml" Id="R1668c5c0113e4f0c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2cac720731784253" /><Relationship Type="http://schemas.openxmlformats.org/officeDocument/2006/relationships/notesMaster" Target="/ppt/notesMasters/notesMaster1.xml" Id="R06cf9081a6ab4539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fee7b5f0cd134168" /><Relationship Type="http://schemas.openxmlformats.org/officeDocument/2006/relationships/notesMaster" Target="/ppt/notesMasters/notesMaster1.xml" Id="R0a1a88c4ba7f438e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24c45743bf2c41a9" /><Relationship Type="http://schemas.openxmlformats.org/officeDocument/2006/relationships/notesMaster" Target="/ppt/notesMasters/notesMaster1.xml" Id="R7fbeb95d4d224b0b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7a0c2231fb704018" /><Relationship Type="http://schemas.openxmlformats.org/officeDocument/2006/relationships/notesMaster" Target="/ppt/notesMasters/notesMaster1.xml" Id="Re4d1607b00204fa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61e5f5c5f814864" /><Relationship Type="http://schemas.openxmlformats.org/officeDocument/2006/relationships/notesMaster" Target="/ppt/notesMasters/notesMaster1.xml" Id="Re09d6027d20c4e17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af0aaa6b94604185" /><Relationship Type="http://schemas.openxmlformats.org/officeDocument/2006/relationships/notesMaster" Target="/ppt/notesMasters/notesMaster1.xml" Id="Rf27781498c5949e6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a1c2397067e74b44" /><Relationship Type="http://schemas.openxmlformats.org/officeDocument/2006/relationships/notesMaster" Target="/ppt/notesMasters/notesMaster1.xml" Id="R36548eb699fe41ec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ba16f1ae81804b25" /><Relationship Type="http://schemas.openxmlformats.org/officeDocument/2006/relationships/notesMaster" Target="/ppt/notesMasters/notesMaster1.xml" Id="R996d5832e9384e21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3bf0b76e9f264915" /><Relationship Type="http://schemas.openxmlformats.org/officeDocument/2006/relationships/notesMaster" Target="/ppt/notesMasters/notesMaster1.xml" Id="Rd441682b2f5c45ba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331498ddd59b478d" /><Relationship Type="http://schemas.openxmlformats.org/officeDocument/2006/relationships/notesMaster" Target="/ppt/notesMasters/notesMaster1.xml" Id="R92117f4194954a03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19e6b5ac96a646b4" /><Relationship Type="http://schemas.openxmlformats.org/officeDocument/2006/relationships/notesMaster" Target="/ppt/notesMasters/notesMaster1.xml" Id="R1cc9966bac354e13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e592acdd42384851" /><Relationship Type="http://schemas.openxmlformats.org/officeDocument/2006/relationships/notesMaster" Target="/ppt/notesMasters/notesMaster1.xml" Id="R9b4bb267fe7e4ada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8a90b8c113cc4f6e" /><Relationship Type="http://schemas.openxmlformats.org/officeDocument/2006/relationships/notesMaster" Target="/ppt/notesMasters/notesMaster1.xml" Id="R1b0f12ef0946482b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1cac796445b84eed" /><Relationship Type="http://schemas.openxmlformats.org/officeDocument/2006/relationships/notesMaster" Target="/ppt/notesMasters/notesMaster1.xml" Id="R9825783536f343f3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96ae8360498648e7" /><Relationship Type="http://schemas.openxmlformats.org/officeDocument/2006/relationships/notesMaster" Target="/ppt/notesMasters/notesMaster1.xml" Id="Rbbd9b2c02b394bed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50769a1feffc4049" /><Relationship Type="http://schemas.openxmlformats.org/officeDocument/2006/relationships/notesMaster" Target="/ppt/notesMasters/notesMaster1.xml" Id="R7f685490d73b41cd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137169a56fc74f93" /><Relationship Type="http://schemas.openxmlformats.org/officeDocument/2006/relationships/notesMaster" Target="/ppt/notesMasters/notesMaster1.xml" Id="R4da53b3ed4a9472b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dae2be47a4b2471b" /><Relationship Type="http://schemas.openxmlformats.org/officeDocument/2006/relationships/notesMaster" Target="/ppt/notesMasters/notesMaster1.xml" Id="R4e6a557aea064576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4d48921c858b46fc" /><Relationship Type="http://schemas.openxmlformats.org/officeDocument/2006/relationships/notesMaster" Target="/ppt/notesMasters/notesMaster1.xml" Id="R42d2f363b23b48e5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2c3bf7154dcb4fe0" /><Relationship Type="http://schemas.openxmlformats.org/officeDocument/2006/relationships/notesMaster" Target="/ppt/notesMasters/notesMaster1.xml" Id="Rbe6f0f3f17094ba6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1505c679503d4b0f" /><Relationship Type="http://schemas.openxmlformats.org/officeDocument/2006/relationships/notesMaster" Target="/ppt/notesMasters/notesMaster1.xml" Id="R615839604c60470b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e67679c8c4554fcb" /><Relationship Type="http://schemas.openxmlformats.org/officeDocument/2006/relationships/notesMaster" Target="/ppt/notesMasters/notesMaster1.xml" Id="R02dd978d109c432e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359bb09940cd4062" /><Relationship Type="http://schemas.openxmlformats.org/officeDocument/2006/relationships/notesMaster" Target="/ppt/notesMasters/notesMaster1.xml" Id="Reb3eadbdc7494d87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00ef09ffcb644159" /><Relationship Type="http://schemas.openxmlformats.org/officeDocument/2006/relationships/notesMaster" Target="/ppt/notesMasters/notesMaster1.xml" Id="R5f3ab86da2064f48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8e44500daaa84a98" /><Relationship Type="http://schemas.openxmlformats.org/officeDocument/2006/relationships/notesMaster" Target="/ppt/notesMasters/notesMaster1.xml" Id="R6fbf896ffe54416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958fea93c5ff47ab" /><Relationship Type="http://schemas.openxmlformats.org/officeDocument/2006/relationships/notesMaster" Target="/ppt/notesMasters/notesMaster1.xml" Id="R36d84d2ce7b44361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050ccce840414675" /><Relationship Type="http://schemas.openxmlformats.org/officeDocument/2006/relationships/notesMaster" Target="/ppt/notesMasters/notesMaster1.xml" Id="Rc733736621de4bf4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38855d3bd84b41bd" /><Relationship Type="http://schemas.openxmlformats.org/officeDocument/2006/relationships/notesMaster" Target="/ppt/notesMasters/notesMaster1.xml" Id="R7527d2a4a7984590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81c516372112466d" /><Relationship Type="http://schemas.openxmlformats.org/officeDocument/2006/relationships/notesMaster" Target="/ppt/notesMasters/notesMaster1.xml" Id="Ra22bd4d2edba4f03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da9e389110634261" /><Relationship Type="http://schemas.openxmlformats.org/officeDocument/2006/relationships/notesMaster" Target="/ppt/notesMasters/notesMaster1.xml" Id="R307f0bc02d654f07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4b2e8474719d441a" /><Relationship Type="http://schemas.openxmlformats.org/officeDocument/2006/relationships/notesMaster" Target="/ppt/notesMasters/notesMaster1.xml" Id="Ra46e28c98c1e43ac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57e44eced5254f6b" /><Relationship Type="http://schemas.openxmlformats.org/officeDocument/2006/relationships/notesMaster" Target="/ppt/notesMasters/notesMaster1.xml" Id="Rffa3dc52adab47cb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a75c7d6fcd2e4ec4" /><Relationship Type="http://schemas.openxmlformats.org/officeDocument/2006/relationships/notesMaster" Target="/ppt/notesMasters/notesMaster1.xml" Id="R5963b667e25043c5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a462fb0e890f4af5" /><Relationship Type="http://schemas.openxmlformats.org/officeDocument/2006/relationships/notesMaster" Target="/ppt/notesMasters/notesMaster1.xml" Id="Ra7f93c5b31df4e0b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0cbf4468747747bd" /><Relationship Type="http://schemas.openxmlformats.org/officeDocument/2006/relationships/notesMaster" Target="/ppt/notesMasters/notesMaster1.xml" Id="R7fe9d32a07854e5d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5226548233b148de" /><Relationship Type="http://schemas.openxmlformats.org/officeDocument/2006/relationships/notesMaster" Target="/ppt/notesMasters/notesMaster1.xml" Id="Rc0eeb96d71c14682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3fd25c3347a14a9c" /><Relationship Type="http://schemas.openxmlformats.org/officeDocument/2006/relationships/notesMaster" Target="/ppt/notesMasters/notesMaster1.xml" Id="Rf963406cd051474a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9d404775806e4d0d" /><Relationship Type="http://schemas.openxmlformats.org/officeDocument/2006/relationships/notesMaster" Target="/ppt/notesMasters/notesMaster1.xml" Id="R1779aa453455457c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212c6fc616714d3e" /><Relationship Type="http://schemas.openxmlformats.org/officeDocument/2006/relationships/notesMaster" Target="/ppt/notesMasters/notesMaster1.xml" Id="R465b4a1831f048d2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a890a8b5aafc450d" /><Relationship Type="http://schemas.openxmlformats.org/officeDocument/2006/relationships/notesMaster" Target="/ppt/notesMasters/notesMaster1.xml" Id="R59b5dc3680d44ce4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00b1d224e0e84184" /><Relationship Type="http://schemas.openxmlformats.org/officeDocument/2006/relationships/notesMaster" Target="/ppt/notesMasters/notesMaster1.xml" Id="R4c6ee35925464774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c56940b264e4445f" /><Relationship Type="http://schemas.openxmlformats.org/officeDocument/2006/relationships/notesMaster" Target="/ppt/notesMasters/notesMaster1.xml" Id="Rcbc89f1b6bcf421e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80ae599bcac04aa6" /><Relationship Type="http://schemas.openxmlformats.org/officeDocument/2006/relationships/notesMaster" Target="/ppt/notesMasters/notesMaster1.xml" Id="R97ebc8f38e374e34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b298e35606544627" /><Relationship Type="http://schemas.openxmlformats.org/officeDocument/2006/relationships/notesMaster" Target="/ppt/notesMasters/notesMaster1.xml" Id="R9c80d29bed0b403a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953643b2e14e42fa" /><Relationship Type="http://schemas.openxmlformats.org/officeDocument/2006/relationships/notesMaster" Target="/ppt/notesMasters/notesMaster1.xml" Id="Rdb45ea4ee44f4f1b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d28f8a145bab4a72" /><Relationship Type="http://schemas.openxmlformats.org/officeDocument/2006/relationships/notesMaster" Target="/ppt/notesMasters/notesMaster1.xml" Id="R4ba9d8c830d14a23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bab7a4dab52947e7" /><Relationship Type="http://schemas.openxmlformats.org/officeDocument/2006/relationships/notesMaster" Target="/ppt/notesMasters/notesMaster1.xml" Id="Re9ec5a6cc9084cdb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ed5443822c26417c" /><Relationship Type="http://schemas.openxmlformats.org/officeDocument/2006/relationships/notesMaster" Target="/ppt/notesMasters/notesMaster1.xml" Id="R87be4621a8734d32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09289abe58ae4813" /><Relationship Type="http://schemas.openxmlformats.org/officeDocument/2006/relationships/notesMaster" Target="/ppt/notesMasters/notesMaster1.xml" Id="Rc3ada318eb3542d4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aadf2129a6134e11" /><Relationship Type="http://schemas.openxmlformats.org/officeDocument/2006/relationships/notesMaster" Target="/ppt/notesMasters/notesMaster1.xml" Id="Rf4ab0c1a021d4e9c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428272e377884c69" /><Relationship Type="http://schemas.openxmlformats.org/officeDocument/2006/relationships/notesMaster" Target="/ppt/notesMasters/notesMaster1.xml" Id="R42129ad4d3c74e0c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c57e6e7e1ee047ae" /><Relationship Type="http://schemas.openxmlformats.org/officeDocument/2006/relationships/notesMaster" Target="/ppt/notesMasters/notesMaster1.xml" Id="R02aec3a4aec34a18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37e9afe4293a4c5e" /><Relationship Type="http://schemas.openxmlformats.org/officeDocument/2006/relationships/notesMaster" Target="/ppt/notesMasters/notesMaster1.xml" Id="Ra40f5b23d50549c3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f32f0d3518b04e8c" /><Relationship Type="http://schemas.openxmlformats.org/officeDocument/2006/relationships/notesMaster" Target="/ppt/notesMasters/notesMaster1.xml" Id="Rce40ba9ca43c4c9c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f34932aa620b4592" /><Relationship Type="http://schemas.openxmlformats.org/officeDocument/2006/relationships/notesMaster" Target="/ppt/notesMasters/notesMaster1.xml" Id="Re7d7cf86bfb741ef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7900a3f5743f4675" /><Relationship Type="http://schemas.openxmlformats.org/officeDocument/2006/relationships/notesMaster" Target="/ppt/notesMasters/notesMaster1.xml" Id="Rfa574627281d424f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62cd0fc817bb40d3" /><Relationship Type="http://schemas.openxmlformats.org/officeDocument/2006/relationships/notesMaster" Target="/ppt/notesMasters/notesMaster1.xml" Id="R956db388c85c47ec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68f05902d9934e26" /><Relationship Type="http://schemas.openxmlformats.org/officeDocument/2006/relationships/notesMaster" Target="/ppt/notesMasters/notesMaster1.xml" Id="R3efa1285f78e451b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dd1e5d63cbd34445" /><Relationship Type="http://schemas.openxmlformats.org/officeDocument/2006/relationships/notesMaster" Target="/ppt/notesMasters/notesMaster1.xml" Id="R85dce19924e245d4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d578670583c34502" /><Relationship Type="http://schemas.openxmlformats.org/officeDocument/2006/relationships/notesMaster" Target="/ppt/notesMasters/notesMaster1.xml" Id="R9e3c633c3667494d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82dce9ddfb5748ea" /><Relationship Type="http://schemas.openxmlformats.org/officeDocument/2006/relationships/notesMaster" Target="/ppt/notesMasters/notesMaster1.xml" Id="Rbb9a8837e935402c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4229c24d066e44e4" /><Relationship Type="http://schemas.openxmlformats.org/officeDocument/2006/relationships/notesMaster" Target="/ppt/notesMasters/notesMaster1.xml" Id="Ra51ccc6d3152406e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23c33dca0117481a" /><Relationship Type="http://schemas.openxmlformats.org/officeDocument/2006/relationships/notesMaster" Target="/ppt/notesMasters/notesMaster1.xml" Id="R9d431b6868e04ace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6f8e3671c18b48fc" /><Relationship Type="http://schemas.openxmlformats.org/officeDocument/2006/relationships/notesMaster" Target="/ppt/notesMasters/notesMaster1.xml" Id="Ra61e9f36613f4d04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617794f8ed6a4e1a" /><Relationship Type="http://schemas.openxmlformats.org/officeDocument/2006/relationships/notesMaster" Target="/ppt/notesMasters/notesMaster1.xml" Id="Ra08a3153ff444da1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693446fa9674455d" /><Relationship Type="http://schemas.openxmlformats.org/officeDocument/2006/relationships/notesMaster" Target="/ppt/notesMasters/notesMaster1.xml" Id="R50592f4c55894f82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4365de3042414390" /><Relationship Type="http://schemas.openxmlformats.org/officeDocument/2006/relationships/notesMaster" Target="/ppt/notesMasters/notesMaster1.xml" Id="R127ab4c8681b4d9d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bb676371ca1d4cd7" /><Relationship Type="http://schemas.openxmlformats.org/officeDocument/2006/relationships/notesMaster" Target="/ppt/notesMasters/notesMaster1.xml" Id="R6b95762880784358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50a93b3e69624e7a" /><Relationship Type="http://schemas.openxmlformats.org/officeDocument/2006/relationships/notesMaster" Target="/ppt/notesMasters/notesMaster1.xml" Id="R244ceabef4274742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aa62b3b9753b4888" /><Relationship Type="http://schemas.openxmlformats.org/officeDocument/2006/relationships/notesMaster" Target="/ppt/notesMasters/notesMaster1.xml" Id="Rd1910314469e4ec0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04a77d4fefd64d9b" /><Relationship Type="http://schemas.openxmlformats.org/officeDocument/2006/relationships/notesMaster" Target="/ppt/notesMasters/notesMaster1.xml" Id="Rb3df720c9f364d08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f965287654784cbd" /><Relationship Type="http://schemas.openxmlformats.org/officeDocument/2006/relationships/notesMaster" Target="/ppt/notesMasters/notesMaster1.xml" Id="Rfea4f265444647f7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d2981b4e6fc14449" /><Relationship Type="http://schemas.openxmlformats.org/officeDocument/2006/relationships/notesMaster" Target="/ppt/notesMasters/notesMaster1.xml" Id="Rccfbcff395594300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1fb178012d1840de" /><Relationship Type="http://schemas.openxmlformats.org/officeDocument/2006/relationships/notesMaster" Target="/ppt/notesMasters/notesMaster1.xml" Id="R30959e9fd4344af4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64bf4b25e3ec4d81" /><Relationship Type="http://schemas.openxmlformats.org/officeDocument/2006/relationships/notesMaster" Target="/ppt/notesMasters/notesMaster1.xml" Id="R31773f03984d4a7d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31666e11613941b1" /><Relationship Type="http://schemas.openxmlformats.org/officeDocument/2006/relationships/notesMaster" Target="/ppt/notesMasters/notesMaster1.xml" Id="R710682f4f4dd432e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306fea1d414c4484" /><Relationship Type="http://schemas.openxmlformats.org/officeDocument/2006/relationships/notesMaster" Target="/ppt/notesMasters/notesMaster1.xml" Id="Rcd642ac8d43f4050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6a45fc717e574803" /><Relationship Type="http://schemas.openxmlformats.org/officeDocument/2006/relationships/notesMaster" Target="/ppt/notesMasters/notesMaster1.xml" Id="R1f161081373b4471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37044224d76f4025" /><Relationship Type="http://schemas.openxmlformats.org/officeDocument/2006/relationships/notesMaster" Target="/ppt/notesMasters/notesMaster1.xml" Id="R1d7a265ff5eb42b6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50875bd89a2d4824" /><Relationship Type="http://schemas.openxmlformats.org/officeDocument/2006/relationships/notesMaster" Target="/ppt/notesMasters/notesMaster1.xml" Id="R1acd912546ec43e2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b279e72921824861" /><Relationship Type="http://schemas.openxmlformats.org/officeDocument/2006/relationships/notesMaster" Target="/ppt/notesMasters/notesMaster1.xml" Id="Rf66561d7af0445c2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3f4e545750b64053" /><Relationship Type="http://schemas.openxmlformats.org/officeDocument/2006/relationships/notesMaster" Target="/ppt/notesMasters/notesMaster1.xml" Id="R241020fd49f14af9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4211005238244fa6" /><Relationship Type="http://schemas.openxmlformats.org/officeDocument/2006/relationships/notesMaster" Target="/ppt/notesMasters/notesMaster1.xml" Id="Rce39bf8a8d014d22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e64c46562ef04832" /><Relationship Type="http://schemas.openxmlformats.org/officeDocument/2006/relationships/notesMaster" Target="/ppt/notesMasters/notesMaster1.xml" Id="R14b10f3844274aa5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9774e21b99284b98" /><Relationship Type="http://schemas.openxmlformats.org/officeDocument/2006/relationships/notesMaster" Target="/ppt/notesMasters/notesMaster1.xml" Id="Rfcaf3209e13742a0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d7b26f1337cb4b42" /><Relationship Type="http://schemas.openxmlformats.org/officeDocument/2006/relationships/notesMaster" Target="/ppt/notesMasters/notesMaster1.xml" Id="Re308fd5af8c641bd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46a41d9b65634ce3" /><Relationship Type="http://schemas.openxmlformats.org/officeDocument/2006/relationships/notesMaster" Target="/ppt/notesMasters/notesMaster1.xml" Id="Recf1b41b0ba4472d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17be132e565e46d2" /><Relationship Type="http://schemas.openxmlformats.org/officeDocument/2006/relationships/notesMaster" Target="/ppt/notesMasters/notesMaster1.xml" Id="Ra5603f11c1014964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68fbb61d0aba4d4e" /><Relationship Type="http://schemas.openxmlformats.org/officeDocument/2006/relationships/notesMaster" Target="/ppt/notesMasters/notesMaster1.xml" Id="Rb3ad223b68944f25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38e52e0edb5b4b5f" /><Relationship Type="http://schemas.openxmlformats.org/officeDocument/2006/relationships/notesMaster" Target="/ppt/notesMasters/notesMaster1.xml" Id="Ra44c97c1d1b444ce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79162a6e656b4281" /><Relationship Type="http://schemas.openxmlformats.org/officeDocument/2006/relationships/notesMaster" Target="/ppt/notesMasters/notesMaster1.xml" Id="R6f2a2e99c5b84a4c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549b64b8e16f4aa9" /><Relationship Type="http://schemas.openxmlformats.org/officeDocument/2006/relationships/notesMaster" Target="/ppt/notesMasters/notesMaster1.xml" Id="R4cfb7c15d4644134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b5b3c6f9103a48e0" /><Relationship Type="http://schemas.openxmlformats.org/officeDocument/2006/relationships/notesMaster" Target="/ppt/notesMasters/notesMaster1.xml" Id="Raff0d3c401d04a98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aec19eddf71947a4" /><Relationship Type="http://schemas.openxmlformats.org/officeDocument/2006/relationships/notesMaster" Target="/ppt/notesMasters/notesMaster1.xml" Id="R4e168503f27542eb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53f5e1cc6ae5481a" /><Relationship Type="http://schemas.openxmlformats.org/officeDocument/2006/relationships/notesMaster" Target="/ppt/notesMasters/notesMaster1.xml" Id="R0a7970ee43c94892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06ca8699ac0e4da1" /><Relationship Type="http://schemas.openxmlformats.org/officeDocument/2006/relationships/notesMaster" Target="/ppt/notesMasters/notesMaster1.xml" Id="Rb16768be71bd49d1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175575c853984526" /><Relationship Type="http://schemas.openxmlformats.org/officeDocument/2006/relationships/notesMaster" Target="/ppt/notesMasters/notesMaster1.xml" Id="Rc00bca1bb27b46d6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b37d17de21d741d0" /><Relationship Type="http://schemas.openxmlformats.org/officeDocument/2006/relationships/notesMaster" Target="/ppt/notesMasters/notesMaster1.xml" Id="Rdceea85f57964495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9e1bb030bd904c55" /><Relationship Type="http://schemas.openxmlformats.org/officeDocument/2006/relationships/notesMaster" Target="/ppt/notesMasters/notesMaster1.xml" Id="Re14ac52d61714200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3011754be80d4366" /><Relationship Type="http://schemas.openxmlformats.org/officeDocument/2006/relationships/notesMaster" Target="/ppt/notesMasters/notesMaster1.xml" Id="R068af4c038a64759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651756172c064111" /><Relationship Type="http://schemas.openxmlformats.org/officeDocument/2006/relationships/notesMaster" Target="/ppt/notesMasters/notesMaster1.xml" Id="R60a13564bfdb4fa1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cc6b95ef92944829" /><Relationship Type="http://schemas.openxmlformats.org/officeDocument/2006/relationships/notesMaster" Target="/ppt/notesMasters/notesMaster1.xml" Id="R842d907aa74b4178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6b18c53cd4c24a54" /><Relationship Type="http://schemas.openxmlformats.org/officeDocument/2006/relationships/notesMaster" Target="/ppt/notesMasters/notesMaster1.xml" Id="Re8449d357d924e34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236b6ac14b324124" /><Relationship Type="http://schemas.openxmlformats.org/officeDocument/2006/relationships/notesMaster" Target="/ppt/notesMasters/notesMaster1.xml" Id="Rd4c85a606cb34c4c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c959b17a5b154bd7" /><Relationship Type="http://schemas.openxmlformats.org/officeDocument/2006/relationships/notesMaster" Target="/ppt/notesMasters/notesMaster1.xml" Id="R804cf6c9aa4e4ea3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32a38f3cc55d4bfa" /><Relationship Type="http://schemas.openxmlformats.org/officeDocument/2006/relationships/notesMaster" Target="/ppt/notesMasters/notesMaster1.xml" Id="R1a532e2fa6124be5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42cf0186092041b4" /><Relationship Type="http://schemas.openxmlformats.org/officeDocument/2006/relationships/notesMaster" Target="/ppt/notesMasters/notesMaster1.xml" Id="R0aad48884fce443d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20d502f3c0d245b1" /><Relationship Type="http://schemas.openxmlformats.org/officeDocument/2006/relationships/notesMaster" Target="/ppt/notesMasters/notesMaster1.xml" Id="Rb5b638011c0942c0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d65fe6ab1fbd4043" /><Relationship Type="http://schemas.openxmlformats.org/officeDocument/2006/relationships/notesMaster" Target="/ppt/notesMasters/notesMaster1.xml" Id="R9b174862ed684f45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a415c4083adc4cc4" /><Relationship Type="http://schemas.openxmlformats.org/officeDocument/2006/relationships/notesMaster" Target="/ppt/notesMasters/notesMaster1.xml" Id="R18335c7bab0b4970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a9db2641b2074a81" /><Relationship Type="http://schemas.openxmlformats.org/officeDocument/2006/relationships/notesMaster" Target="/ppt/notesMasters/notesMaster1.xml" Id="R0de99293c00740c9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52ed7e1c511045a9" /><Relationship Type="http://schemas.openxmlformats.org/officeDocument/2006/relationships/notesMaster" Target="/ppt/notesMasters/notesMaster1.xml" Id="Ra384a61b344d4f83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b50bd88d4cad4e74" /><Relationship Type="http://schemas.openxmlformats.org/officeDocument/2006/relationships/notesMaster" Target="/ppt/notesMasters/notesMaster1.xml" Id="Rcb4437f6bc744384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0c2418f330874799" /><Relationship Type="http://schemas.openxmlformats.org/officeDocument/2006/relationships/notesMaster" Target="/ppt/notesMasters/notesMaster1.xml" Id="R808aec4a70034cd6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95f950bd17a7463e" /><Relationship Type="http://schemas.openxmlformats.org/officeDocument/2006/relationships/notesMaster" Target="/ppt/notesMasters/notesMaster1.xml" Id="R125c10d85d76489b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f839fed96c614fea" /><Relationship Type="http://schemas.openxmlformats.org/officeDocument/2006/relationships/notesMaster" Target="/ppt/notesMasters/notesMaster1.xml" Id="Rd1c1126012be47fb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f5663065cdbd4e7e" /><Relationship Type="http://schemas.openxmlformats.org/officeDocument/2006/relationships/notesMaster" Target="/ppt/notesMasters/notesMaster1.xml" Id="R9fd5fb27aae14f97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5293fe3b43994d55" /><Relationship Type="http://schemas.openxmlformats.org/officeDocument/2006/relationships/notesMaster" Target="/ppt/notesMasters/notesMaster1.xml" Id="R9d80179455e94d61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afaf2c3d228b4c4f" /><Relationship Type="http://schemas.openxmlformats.org/officeDocument/2006/relationships/notesMaster" Target="/ppt/notesMasters/notesMaster1.xml" Id="Rffe446114fc14887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7051fe3d8829429f" /><Relationship Type="http://schemas.openxmlformats.org/officeDocument/2006/relationships/notesMaster" Target="/ppt/notesMasters/notesMaster1.xml" Id="Rbd38d3b3dc8a4b7f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33533b8ba16f429c" /><Relationship Type="http://schemas.openxmlformats.org/officeDocument/2006/relationships/notesMaster" Target="/ppt/notesMasters/notesMaster1.xml" Id="Rd9bdab9b15a247e6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3ebae8bee9a84962" /><Relationship Type="http://schemas.openxmlformats.org/officeDocument/2006/relationships/notesMaster" Target="/ppt/notesMasters/notesMaster1.xml" Id="Re805110cb94c4bc1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fbc250e544cc43c8" /><Relationship Type="http://schemas.openxmlformats.org/officeDocument/2006/relationships/notesMaster" Target="/ppt/notesMasters/notesMaster1.xml" Id="R22a840c1e1304d5a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011bb5e8c05b4cb6" /><Relationship Type="http://schemas.openxmlformats.org/officeDocument/2006/relationships/notesMaster" Target="/ppt/notesMasters/notesMaster1.xml" Id="R7eb5717916bb45e2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10866ec41a984382" /><Relationship Type="http://schemas.openxmlformats.org/officeDocument/2006/relationships/notesMaster" Target="/ppt/notesMasters/notesMaster1.xml" Id="R9069a040e59e4e37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ca6e01713f6a446a" /><Relationship Type="http://schemas.openxmlformats.org/officeDocument/2006/relationships/notesMaster" Target="/ppt/notesMasters/notesMaster1.xml" Id="Rdd2488d65f6941d1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1f6ab1143dee4ed5" /><Relationship Type="http://schemas.openxmlformats.org/officeDocument/2006/relationships/notesMaster" Target="/ppt/notesMasters/notesMaster1.xml" Id="R1e499d04c2fc49a5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4cace0b1c2004a0e" /><Relationship Type="http://schemas.openxmlformats.org/officeDocument/2006/relationships/notesMaster" Target="/ppt/notesMasters/notesMaster1.xml" Id="R4f478f8b258a438a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0b958a4411254324" /><Relationship Type="http://schemas.openxmlformats.org/officeDocument/2006/relationships/notesMaster" Target="/ppt/notesMasters/notesMaster1.xml" Id="R0dbacfb659764bd9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4f1d9aef90e644eb" /><Relationship Type="http://schemas.openxmlformats.org/officeDocument/2006/relationships/notesMaster" Target="/ppt/notesMasters/notesMaster1.xml" Id="R76543ed1875c444a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08b2f25a9a414212" /><Relationship Type="http://schemas.openxmlformats.org/officeDocument/2006/relationships/notesMaster" Target="/ppt/notesMasters/notesMaster1.xml" Id="R69585803f6a540e3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c1f31f6d46bc4517" /><Relationship Type="http://schemas.openxmlformats.org/officeDocument/2006/relationships/notesMaster" Target="/ppt/notesMasters/notesMaster1.xml" Id="R8a76f1bd1ac84e56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b175c91533784474" /><Relationship Type="http://schemas.openxmlformats.org/officeDocument/2006/relationships/notesMaster" Target="/ppt/notesMasters/notesMaster1.xml" Id="R4440df84ecfe4db6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99a75f4bfe374f24" /><Relationship Type="http://schemas.openxmlformats.org/officeDocument/2006/relationships/notesMaster" Target="/ppt/notesMasters/notesMaster1.xml" Id="Raa307bfbf6b241a0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2ab38666ee86421f" /><Relationship Type="http://schemas.openxmlformats.org/officeDocument/2006/relationships/notesMaster" Target="/ppt/notesMasters/notesMaster1.xml" Id="R3914c018a31f42de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6c5cd69b82504dae" /><Relationship Type="http://schemas.openxmlformats.org/officeDocument/2006/relationships/notesMaster" Target="/ppt/notesMasters/notesMaster1.xml" Id="R213428378d8a4216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25681da8a9dc4a96" /><Relationship Type="http://schemas.openxmlformats.org/officeDocument/2006/relationships/notesMaster" Target="/ppt/notesMasters/notesMaster1.xml" Id="R47f046bb7fcb412f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1df012fd80d1455b" /><Relationship Type="http://schemas.openxmlformats.org/officeDocument/2006/relationships/notesMaster" Target="/ppt/notesMasters/notesMaster1.xml" Id="Rd6e472676ae6473f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6594adb67b7b4381" /><Relationship Type="http://schemas.openxmlformats.org/officeDocument/2006/relationships/notesMaster" Target="/ppt/notesMasters/notesMaster1.xml" Id="Rf515a9c2f7ae49ad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d0ca9461a8294651" /><Relationship Type="http://schemas.openxmlformats.org/officeDocument/2006/relationships/notesMaster" Target="/ppt/notesMasters/notesMaster1.xml" Id="R9cba78a5101e4b53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b4de161b059042ae" /><Relationship Type="http://schemas.openxmlformats.org/officeDocument/2006/relationships/notesMaster" Target="/ppt/notesMasters/notesMaster1.xml" Id="R23deb8a675eb4a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course as a signal path: device model, amplifier, feedback, filter, converter/regulator.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each module row and end on MISSING =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a062855db48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a4b17138d64622" /><Relationship Type="http://schemas.openxmlformats.org/officeDocument/2006/relationships/slideLayout" Target="/ppt/slideLayouts/slideLayout1.xml" Id="Rf6fb2cbbfa984d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fb2cbbfa984d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2c8391e3a4f9f" /><Relationship Type="http://schemas.openxmlformats.org/officeDocument/2006/relationships/notesSlide" Target="/ppt/notesSlides/notesSlide1.xml" Id="Rbb54402ab22d4c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47d3029e54990" /><Relationship Type="http://schemas.openxmlformats.org/officeDocument/2006/relationships/notesSlide" Target="/ppt/notesSlides/notesSlide2.xml" Id="R8615e8f0251947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c23664606488b" /><Relationship Type="http://schemas.openxmlformats.org/officeDocument/2006/relationships/notesSlide" Target="/ppt/notesSlides/notesSlide3.xml" Id="Rd2942fbaeb044a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c86a07c2d470b" /><Relationship Type="http://schemas.openxmlformats.org/officeDocument/2006/relationships/notesSlide" Target="/ppt/notesSlides/notesSlide4.xml" Id="R6b80bbc2af7040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b556882624256" /><Relationship Type="http://schemas.openxmlformats.org/officeDocument/2006/relationships/notesSlide" Target="/ppt/notesSlides/notesSlide5.xml" Id="R5e526cde82724d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e01e516fe438c" /><Relationship Type="http://schemas.openxmlformats.org/officeDocument/2006/relationships/notesSlide" Target="/ppt/notesSlides/notesSlide6.xml" Id="Ref08ea3a4e8242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0c5e69d6d4a52" /><Relationship Type="http://schemas.openxmlformats.org/officeDocument/2006/relationships/notesSlide" Target="/ppt/notesSlides/notesSlide7.xml" Id="R9e046063ecdb41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054aec23649e5" /><Relationship Type="http://schemas.openxmlformats.org/officeDocument/2006/relationships/notesSlide" Target="/ppt/notesSlides/notesSlide8.xml" Id="Rf9e392f6552940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ae968eb3041b6" /><Relationship Type="http://schemas.openxmlformats.org/officeDocument/2006/relationships/notesSlide" Target="/ppt/notesSlides/notesSlide9.xml" Id="Rc252d75d33dc40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6be1cb8c143cf" /><Relationship Type="http://schemas.openxmlformats.org/officeDocument/2006/relationships/notesSlide" Target="/ppt/notesSlides/notesSlide10.xml" Id="R0be9e2a075df43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c795fd1544088" /><Relationship Type="http://schemas.openxmlformats.org/officeDocument/2006/relationships/notesSlide" Target="/ppt/notesSlides/notesSlide11.xml" Id="R4e7d0bf4baca43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a53de078b4675" /><Relationship Type="http://schemas.openxmlformats.org/officeDocument/2006/relationships/notesSlide" Target="/ppt/notesSlides/notesSlide12.xml" Id="R70e4fbf09adc4f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17063b4464d3d" /><Relationship Type="http://schemas.openxmlformats.org/officeDocument/2006/relationships/notesSlide" Target="/ppt/notesSlides/notesSlide13.xml" Id="R18b0ea39aed240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6b8e799a34c20" /><Relationship Type="http://schemas.openxmlformats.org/officeDocument/2006/relationships/notesSlide" Target="/ppt/notesSlides/notesSlide14.xml" Id="R3808b61ea8b242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1babba7094f98" /><Relationship Type="http://schemas.openxmlformats.org/officeDocument/2006/relationships/notesSlide" Target="/ppt/notesSlides/notesSlide15.xml" Id="R16306afae28447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8995c8018444c" /><Relationship Type="http://schemas.openxmlformats.org/officeDocument/2006/relationships/notesSlide" Target="/ppt/notesSlides/notesSlide16.xml" Id="Read7d12d5cb04a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49c1a3b9c4b5e" /><Relationship Type="http://schemas.openxmlformats.org/officeDocument/2006/relationships/notesSlide" Target="/ppt/notesSlides/notesSlide17.xml" Id="R16771aff5c084e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1b799b9e74a9d" /><Relationship Type="http://schemas.openxmlformats.org/officeDocument/2006/relationships/notesSlide" Target="/ppt/notesSlides/notesSlide18.xml" Id="R68b4f06ab18842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5a5d93ff34b31" /><Relationship Type="http://schemas.openxmlformats.org/officeDocument/2006/relationships/notesSlide" Target="/ppt/notesSlides/notesSlide19.xml" Id="R6b33ac12490e45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fbaaa77f14f0c" /><Relationship Type="http://schemas.openxmlformats.org/officeDocument/2006/relationships/notesSlide" Target="/ppt/notesSlides/notesSlide20.xml" Id="R0534692492ff49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e8a24b6fd4d39" /><Relationship Type="http://schemas.openxmlformats.org/officeDocument/2006/relationships/notesSlide" Target="/ppt/notesSlides/notesSlide21.xml" Id="Ree824d40ed5e43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d0737e3c444d8" /><Relationship Type="http://schemas.openxmlformats.org/officeDocument/2006/relationships/notesSlide" Target="/ppt/notesSlides/notesSlide22.xml" Id="Rb8ee2524eb4245f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0a452bbdd4f91" /><Relationship Type="http://schemas.openxmlformats.org/officeDocument/2006/relationships/notesSlide" Target="/ppt/notesSlides/notesSlide23.xml" Id="Ra25ba624716a4b8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3ca9714a843c0" /><Relationship Type="http://schemas.openxmlformats.org/officeDocument/2006/relationships/notesSlide" Target="/ppt/notesSlides/notesSlide24.xml" Id="Rac0fb89a76504ee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d6a3fe0d24577" /><Relationship Type="http://schemas.openxmlformats.org/officeDocument/2006/relationships/notesSlide" Target="/ppt/notesSlides/notesSlide25.xml" Id="R15b8fffb696243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1e8d1e5df4496" /><Relationship Type="http://schemas.openxmlformats.org/officeDocument/2006/relationships/notesSlide" Target="/ppt/notesSlides/notesSlide26.xml" Id="R1afb227e5b994de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81c7b993e4764" /><Relationship Type="http://schemas.openxmlformats.org/officeDocument/2006/relationships/notesSlide" Target="/ppt/notesSlides/notesSlide27.xml" Id="Rfac8d8a8d1eb40c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b6ee4d9c1475c" /><Relationship Type="http://schemas.openxmlformats.org/officeDocument/2006/relationships/notesSlide" Target="/ppt/notesSlides/notesSlide28.xml" Id="R4b21fe4d4c514ae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0ed785a7d494c" /><Relationship Type="http://schemas.openxmlformats.org/officeDocument/2006/relationships/notesSlide" Target="/ppt/notesSlides/notesSlide29.xml" Id="R1692609ad1b245b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dd6416d0d44af" /><Relationship Type="http://schemas.openxmlformats.org/officeDocument/2006/relationships/notesSlide" Target="/ppt/notesSlides/notesSlide30.xml" Id="R618082d50c424ba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8759ff71a45e4" /><Relationship Type="http://schemas.openxmlformats.org/officeDocument/2006/relationships/notesSlide" Target="/ppt/notesSlides/notesSlide31.xml" Id="R56ed2cc9ac374fc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a258968a04f44" /><Relationship Type="http://schemas.openxmlformats.org/officeDocument/2006/relationships/notesSlide" Target="/ppt/notesSlides/notesSlide32.xml" Id="Rb90f691891f4448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c6b450d5b4c80" /><Relationship Type="http://schemas.openxmlformats.org/officeDocument/2006/relationships/notesSlide" Target="/ppt/notesSlides/notesSlide33.xml" Id="R9a356fd83594480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02f8312ea4926" /><Relationship Type="http://schemas.openxmlformats.org/officeDocument/2006/relationships/notesSlide" Target="/ppt/notesSlides/notesSlide34.xml" Id="Redf763b0fdfa432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1686449774d98" /><Relationship Type="http://schemas.openxmlformats.org/officeDocument/2006/relationships/notesSlide" Target="/ppt/notesSlides/notesSlide35.xml" Id="Rc3e3d2765b0b449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08fd6b14d4798" /><Relationship Type="http://schemas.openxmlformats.org/officeDocument/2006/relationships/notesSlide" Target="/ppt/notesSlides/notesSlide36.xml" Id="R65e39ec6efaa4c5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60e9bd5c54be8" /><Relationship Type="http://schemas.openxmlformats.org/officeDocument/2006/relationships/notesSlide" Target="/ppt/notesSlides/notesSlide37.xml" Id="R6ff785d51619423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6215a58b04404" /><Relationship Type="http://schemas.openxmlformats.org/officeDocument/2006/relationships/notesSlide" Target="/ppt/notesSlides/notesSlide38.xml" Id="R9c97b4e089f542d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3c0b899e446b1" /><Relationship Type="http://schemas.openxmlformats.org/officeDocument/2006/relationships/notesSlide" Target="/ppt/notesSlides/notesSlide39.xml" Id="R6891e8b5c97b402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30b1773a540d2" /><Relationship Type="http://schemas.openxmlformats.org/officeDocument/2006/relationships/notesSlide" Target="/ppt/notesSlides/notesSlide40.xml" Id="R701d9a5b907947e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8aea763c748aa" /><Relationship Type="http://schemas.openxmlformats.org/officeDocument/2006/relationships/notesSlide" Target="/ppt/notesSlides/notesSlide41.xml" Id="R0a3eff3b12bc480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c66936365451e" /><Relationship Type="http://schemas.openxmlformats.org/officeDocument/2006/relationships/notesSlide" Target="/ppt/notesSlides/notesSlide42.xml" Id="Ra4cd8bd46d50488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b47d352a84c54" /><Relationship Type="http://schemas.openxmlformats.org/officeDocument/2006/relationships/notesSlide" Target="/ppt/notesSlides/notesSlide43.xml" Id="R989d589d282346a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1800c9ef6460f" /><Relationship Type="http://schemas.openxmlformats.org/officeDocument/2006/relationships/notesSlide" Target="/ppt/notesSlides/notesSlide44.xml" Id="R7a195d64a3194b5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185990f0041b4" /><Relationship Type="http://schemas.openxmlformats.org/officeDocument/2006/relationships/notesSlide" Target="/ppt/notesSlides/notesSlide45.xml" Id="R8804d6714ea8420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d5d6e757b492a" /><Relationship Type="http://schemas.openxmlformats.org/officeDocument/2006/relationships/notesSlide" Target="/ppt/notesSlides/notesSlide46.xml" Id="Rc753722c6115486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e940649984594" /><Relationship Type="http://schemas.openxmlformats.org/officeDocument/2006/relationships/notesSlide" Target="/ppt/notesSlides/notesSlide47.xml" Id="Rc35652a1cb294dc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fd0d3f4124513" /><Relationship Type="http://schemas.openxmlformats.org/officeDocument/2006/relationships/notesSlide" Target="/ppt/notesSlides/notesSlide48.xml" Id="R6bdc08fecd434b0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878a230d34080" /><Relationship Type="http://schemas.openxmlformats.org/officeDocument/2006/relationships/notesSlide" Target="/ppt/notesSlides/notesSlide49.xml" Id="R8a1ea45cd9814ef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0a2d89c5a417a" /><Relationship Type="http://schemas.openxmlformats.org/officeDocument/2006/relationships/notesSlide" Target="/ppt/notesSlides/notesSlide50.xml" Id="Rb116eaa2a2dc4c4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352b7f42145c8" /><Relationship Type="http://schemas.openxmlformats.org/officeDocument/2006/relationships/notesSlide" Target="/ppt/notesSlides/notesSlide51.xml" Id="R3e14825fc0014ef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a3955ac4e4174" /><Relationship Type="http://schemas.openxmlformats.org/officeDocument/2006/relationships/notesSlide" Target="/ppt/notesSlides/notesSlide52.xml" Id="R8d93e70b66cf4ae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01f9dd5a7451d" /><Relationship Type="http://schemas.openxmlformats.org/officeDocument/2006/relationships/notesSlide" Target="/ppt/notesSlides/notesSlide53.xml" Id="Rcc49bf2c3bdc48f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78637b74d4283" /><Relationship Type="http://schemas.openxmlformats.org/officeDocument/2006/relationships/notesSlide" Target="/ppt/notesSlides/notesSlide54.xml" Id="Rc63d940c20c94c5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16101ebdc487c" /><Relationship Type="http://schemas.openxmlformats.org/officeDocument/2006/relationships/notesSlide" Target="/ppt/notesSlides/notesSlide55.xml" Id="Rdc74380ad54e405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7dade056942bc" /><Relationship Type="http://schemas.openxmlformats.org/officeDocument/2006/relationships/notesSlide" Target="/ppt/notesSlides/notesSlide56.xml" Id="R7e9ca826be69474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4890cff7a4f66" /><Relationship Type="http://schemas.openxmlformats.org/officeDocument/2006/relationships/notesSlide" Target="/ppt/notesSlides/notesSlide57.xml" Id="R0218c52732654d8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b2596a91246bf" /><Relationship Type="http://schemas.openxmlformats.org/officeDocument/2006/relationships/notesSlide" Target="/ppt/notesSlides/notesSlide58.xml" Id="Re673da0666df4c3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a2faaa7e94f0b" /><Relationship Type="http://schemas.openxmlformats.org/officeDocument/2006/relationships/notesSlide" Target="/ppt/notesSlides/notesSlide59.xml" Id="R16f0b110c4cf4d9f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d3bfd6c464ef6" /><Relationship Type="http://schemas.openxmlformats.org/officeDocument/2006/relationships/notesSlide" Target="/ppt/notesSlides/notesSlide60.xml" Id="R0fa96761ea08431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362e58bfa41b7" /><Relationship Type="http://schemas.openxmlformats.org/officeDocument/2006/relationships/notesSlide" Target="/ppt/notesSlides/notesSlide61.xml" Id="Rae685ef22a614a4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6d253626c44ac" /><Relationship Type="http://schemas.openxmlformats.org/officeDocument/2006/relationships/notesSlide" Target="/ppt/notesSlides/notesSlide62.xml" Id="Rc31af49ecf8c46b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eb174dcdc477a" /><Relationship Type="http://schemas.openxmlformats.org/officeDocument/2006/relationships/notesSlide" Target="/ppt/notesSlides/notesSlide63.xml" Id="R1e836ea674f5485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6c7ae5add4a5e" /><Relationship Type="http://schemas.openxmlformats.org/officeDocument/2006/relationships/notesSlide" Target="/ppt/notesSlides/notesSlide64.xml" Id="Rdcdff18f5b7541e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206d88b3f49da" /><Relationship Type="http://schemas.openxmlformats.org/officeDocument/2006/relationships/notesSlide" Target="/ppt/notesSlides/notesSlide65.xml" Id="R4ac443bcf30344f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ef4e889ba4cac" /><Relationship Type="http://schemas.openxmlformats.org/officeDocument/2006/relationships/notesSlide" Target="/ppt/notesSlides/notesSlide66.xml" Id="Re515f89feeac4cf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2bc29b6824d05" /><Relationship Type="http://schemas.openxmlformats.org/officeDocument/2006/relationships/notesSlide" Target="/ppt/notesSlides/notesSlide67.xml" Id="R13963682a997437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0cb43471f477c" /><Relationship Type="http://schemas.openxmlformats.org/officeDocument/2006/relationships/notesSlide" Target="/ppt/notesSlides/notesSlide68.xml" Id="Rc93cffd0b4934693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8ef652356433d" /><Relationship Type="http://schemas.openxmlformats.org/officeDocument/2006/relationships/notesSlide" Target="/ppt/notesSlides/notesSlide69.xml" Id="Rc64c8784ea6444c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9dc147ed3451f" /><Relationship Type="http://schemas.openxmlformats.org/officeDocument/2006/relationships/notesSlide" Target="/ppt/notesSlides/notesSlide70.xml" Id="R268ceb39f9294df3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dead249d7443e" /><Relationship Type="http://schemas.openxmlformats.org/officeDocument/2006/relationships/notesSlide" Target="/ppt/notesSlides/notesSlide71.xml" Id="Rccc5c4e9c5b74d9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4037e57334800" /><Relationship Type="http://schemas.openxmlformats.org/officeDocument/2006/relationships/notesSlide" Target="/ppt/notesSlides/notesSlide72.xml" Id="Rc4279dabe5e3468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5543520334dea" /><Relationship Type="http://schemas.openxmlformats.org/officeDocument/2006/relationships/notesSlide" Target="/ppt/notesSlides/notesSlide73.xml" Id="Ra53bdf68b9cb400e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3b9ec74a64650" /><Relationship Type="http://schemas.openxmlformats.org/officeDocument/2006/relationships/notesSlide" Target="/ppt/notesSlides/notesSlide74.xml" Id="Rfbf97fe7cc81430b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5fb8052194361" /><Relationship Type="http://schemas.openxmlformats.org/officeDocument/2006/relationships/notesSlide" Target="/ppt/notesSlides/notesSlide75.xml" Id="R0a38772c7cb7464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3545d08624e78" /><Relationship Type="http://schemas.openxmlformats.org/officeDocument/2006/relationships/notesSlide" Target="/ppt/notesSlides/notesSlide76.xml" Id="R09faa63d8c9a49d5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f093892e447d6" /><Relationship Type="http://schemas.openxmlformats.org/officeDocument/2006/relationships/notesSlide" Target="/ppt/notesSlides/notesSlide77.xml" Id="R031ee9cfc1d5441c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62547af9b46c7" /><Relationship Type="http://schemas.openxmlformats.org/officeDocument/2006/relationships/notesSlide" Target="/ppt/notesSlides/notesSlide78.xml" Id="Re8f46b383c3f4a59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c4476a9d64d20" /><Relationship Type="http://schemas.openxmlformats.org/officeDocument/2006/relationships/notesSlide" Target="/ppt/notesSlides/notesSlide79.xml" Id="Rffeeb364646f4738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67b1debdc46c2" /><Relationship Type="http://schemas.openxmlformats.org/officeDocument/2006/relationships/notesSlide" Target="/ppt/notesSlides/notesSlide80.xml" Id="R99a5f4d67f9b4130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51f2f75ad4f9d" /><Relationship Type="http://schemas.openxmlformats.org/officeDocument/2006/relationships/notesSlide" Target="/ppt/notesSlides/notesSlide81.xml" Id="R602e24c356754c7b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efc2873504772" /><Relationship Type="http://schemas.openxmlformats.org/officeDocument/2006/relationships/notesSlide" Target="/ppt/notesSlides/notesSlide82.xml" Id="R37caf83064da4384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c37cc176144a1" /><Relationship Type="http://schemas.openxmlformats.org/officeDocument/2006/relationships/notesSlide" Target="/ppt/notesSlides/notesSlide83.xml" Id="Rbf81ccd0ce97481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d06a46d4246c8" /><Relationship Type="http://schemas.openxmlformats.org/officeDocument/2006/relationships/notesSlide" Target="/ppt/notesSlides/notesSlide84.xml" Id="Re1e07f85b80c489b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36e6ecdec4f60" /><Relationship Type="http://schemas.openxmlformats.org/officeDocument/2006/relationships/notesSlide" Target="/ppt/notesSlides/notesSlide85.xml" Id="Rc8624cb46adf4e3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6010aae4c4351" /><Relationship Type="http://schemas.openxmlformats.org/officeDocument/2006/relationships/notesSlide" Target="/ppt/notesSlides/notesSlide86.xml" Id="R1b727bcc65b5468a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bcf7bfdd341ef" /><Relationship Type="http://schemas.openxmlformats.org/officeDocument/2006/relationships/notesSlide" Target="/ppt/notesSlides/notesSlide87.xml" Id="Ra3de6222a70849ea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003fa5b9e4665" /><Relationship Type="http://schemas.openxmlformats.org/officeDocument/2006/relationships/notesSlide" Target="/ppt/notesSlides/notesSlide88.xml" Id="R5df4f6109497413b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a97727e474e4d" /><Relationship Type="http://schemas.openxmlformats.org/officeDocument/2006/relationships/notesSlide" Target="/ppt/notesSlides/notesSlide89.xml" Id="R25cb9cfa45294e41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e377d8d3a4718" /><Relationship Type="http://schemas.openxmlformats.org/officeDocument/2006/relationships/notesSlide" Target="/ppt/notesSlides/notesSlide90.xml" Id="R378e48d4b9c844bd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423b5475c4837" /><Relationship Type="http://schemas.openxmlformats.org/officeDocument/2006/relationships/notesSlide" Target="/ppt/notesSlides/notesSlide91.xml" Id="Ref97e7d34d8c4cf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0cffe78af468a" /><Relationship Type="http://schemas.openxmlformats.org/officeDocument/2006/relationships/notesSlide" Target="/ppt/notesSlides/notesSlide92.xml" Id="Rd07fa2737f2e4933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009f4298848a4" /><Relationship Type="http://schemas.openxmlformats.org/officeDocument/2006/relationships/notesSlide" Target="/ppt/notesSlides/notesSlide93.xml" Id="R3973c4c1c0684600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abc932443400f" /><Relationship Type="http://schemas.openxmlformats.org/officeDocument/2006/relationships/notesSlide" Target="/ppt/notesSlides/notesSlide94.xml" Id="Re3be5f3cdd874627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8c73f2af542d1" /><Relationship Type="http://schemas.openxmlformats.org/officeDocument/2006/relationships/notesSlide" Target="/ppt/notesSlides/notesSlide95.xml" Id="Rb416584ca3904e17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5621d893c4cbe" /><Relationship Type="http://schemas.openxmlformats.org/officeDocument/2006/relationships/notesSlide" Target="/ppt/notesSlides/notesSlide96.xml" Id="Re07a14d7205c4990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d408a18c44bd9" /><Relationship Type="http://schemas.openxmlformats.org/officeDocument/2006/relationships/notesSlide" Target="/ppt/notesSlides/notesSlide97.xml" Id="Rbfa949ebd33c4449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3dc2e60934721" /><Relationship Type="http://schemas.openxmlformats.org/officeDocument/2006/relationships/notesSlide" Target="/ppt/notesSlides/notesSlide98.xml" Id="R5e4bcad24bb24b55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4490074e040c5" /><Relationship Type="http://schemas.openxmlformats.org/officeDocument/2006/relationships/notesSlide" Target="/ppt/notesSlides/notesSlide99.xml" Id="Rb9c4a13bf2dd4351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194ef303948cb" /><Relationship Type="http://schemas.openxmlformats.org/officeDocument/2006/relationships/notesSlide" Target="/ppt/notesSlides/notesSlide100.xml" Id="R2ee16cea9a674830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b14f137e14290" /><Relationship Type="http://schemas.openxmlformats.org/officeDocument/2006/relationships/notesSlide" Target="/ppt/notesSlides/notesSlide101.xml" Id="R280706a923204004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83fa5ff7843a2" /><Relationship Type="http://schemas.openxmlformats.org/officeDocument/2006/relationships/notesSlide" Target="/ppt/notesSlides/notesSlide102.xml" Id="R427c25da4b1d46e2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c190fcaa14f02" /><Relationship Type="http://schemas.openxmlformats.org/officeDocument/2006/relationships/notesSlide" Target="/ppt/notesSlides/notesSlide103.xml" Id="Ra96b5172f5484060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afaf709ba446b" /><Relationship Type="http://schemas.openxmlformats.org/officeDocument/2006/relationships/notesSlide" Target="/ppt/notesSlides/notesSlide104.xml" Id="Rc1552dd1aac14baf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44d87b2984a02" /><Relationship Type="http://schemas.openxmlformats.org/officeDocument/2006/relationships/notesSlide" Target="/ppt/notesSlides/notesSlide105.xml" Id="R7a2603aa307f4106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8fdcd3abe4de4" /><Relationship Type="http://schemas.openxmlformats.org/officeDocument/2006/relationships/notesSlide" Target="/ppt/notesSlides/notesSlide106.xml" Id="R2017d5bde25e458d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15e31ae904c9d" /><Relationship Type="http://schemas.openxmlformats.org/officeDocument/2006/relationships/notesSlide" Target="/ppt/notesSlides/notesSlide107.xml" Id="Rbbbcfad65ca94a6d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7e55a28904f7a" /><Relationship Type="http://schemas.openxmlformats.org/officeDocument/2006/relationships/notesSlide" Target="/ppt/notesSlides/notesSlide108.xml" Id="Rcb4ea78a16494fa2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70d27d84241b1" /><Relationship Type="http://schemas.openxmlformats.org/officeDocument/2006/relationships/notesSlide" Target="/ppt/notesSlides/notesSlide109.xml" Id="R35bf8dd729bd4e69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73eb96d6b4550" /><Relationship Type="http://schemas.openxmlformats.org/officeDocument/2006/relationships/notesSlide" Target="/ppt/notesSlides/notesSlide110.xml" Id="R06747e278b564d4d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720f55b2b4191" /><Relationship Type="http://schemas.openxmlformats.org/officeDocument/2006/relationships/notesSlide" Target="/ppt/notesSlides/notesSlide111.xml" Id="R13e40a49180b4d80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6ac552c7841a8" /><Relationship Type="http://schemas.openxmlformats.org/officeDocument/2006/relationships/notesSlide" Target="/ppt/notesSlides/notesSlide112.xml" Id="R1ad23d1d39ab4bf3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d7b34ab1b4283" /><Relationship Type="http://schemas.openxmlformats.org/officeDocument/2006/relationships/notesSlide" Target="/ppt/notesSlides/notesSlide113.xml" Id="R7fea75a21cdd48f4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8a1b4ee2c42be" /><Relationship Type="http://schemas.openxmlformats.org/officeDocument/2006/relationships/notesSlide" Target="/ppt/notesSlides/notesSlide114.xml" Id="R06c3ad4de3004a52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ee78917b24a37" /><Relationship Type="http://schemas.openxmlformats.org/officeDocument/2006/relationships/notesSlide" Target="/ppt/notesSlides/notesSlide115.xml" Id="R52f0991d5ec34fc5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c40713c044511" /><Relationship Type="http://schemas.openxmlformats.org/officeDocument/2006/relationships/notesSlide" Target="/ppt/notesSlides/notesSlide116.xml" Id="Rbe17b8d64cea4aeb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274950a6b47a0" /><Relationship Type="http://schemas.openxmlformats.org/officeDocument/2006/relationships/notesSlide" Target="/ppt/notesSlides/notesSlide117.xml" Id="R51a42a6b11ff49ae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4e2765cab42e0" /><Relationship Type="http://schemas.openxmlformats.org/officeDocument/2006/relationships/notesSlide" Target="/ppt/notesSlides/notesSlide118.xml" Id="R6e2e4e4b6e014909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d226595ac418a" /><Relationship Type="http://schemas.openxmlformats.org/officeDocument/2006/relationships/notesSlide" Target="/ppt/notesSlides/notesSlide119.xml" Id="R823827a67ea846ed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61641ab5a4993" /><Relationship Type="http://schemas.openxmlformats.org/officeDocument/2006/relationships/notesSlide" Target="/ppt/notesSlides/notesSlide120.xml" Id="R760339cd262240fc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b8039b7fc4b93" /><Relationship Type="http://schemas.openxmlformats.org/officeDocument/2006/relationships/notesSlide" Target="/ppt/notesSlides/notesSlide121.xml" Id="Re5d0fb3351074471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8e24aeafa4cae" /><Relationship Type="http://schemas.openxmlformats.org/officeDocument/2006/relationships/notesSlide" Target="/ppt/notesSlides/notesSlide122.xml" Id="R22c74347f61a4b9e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840a8f3cf49d8" /><Relationship Type="http://schemas.openxmlformats.org/officeDocument/2006/relationships/notesSlide" Target="/ppt/notesSlides/notesSlide123.xml" Id="R2c4ce4c703e64d5e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590b859814fc3" /><Relationship Type="http://schemas.openxmlformats.org/officeDocument/2006/relationships/notesSlide" Target="/ppt/notesSlides/notesSlide124.xml" Id="R969cd726c3774cb6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93fef55a3454a" /><Relationship Type="http://schemas.openxmlformats.org/officeDocument/2006/relationships/notesSlide" Target="/ppt/notesSlides/notesSlide125.xml" Id="Rf26eb63e411c43c3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ea4f9138b464a" /><Relationship Type="http://schemas.openxmlformats.org/officeDocument/2006/relationships/notesSlide" Target="/ppt/notesSlides/notesSlide126.xml" Id="Rfffe0234f11a4753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74a2c10d147ee" /><Relationship Type="http://schemas.openxmlformats.org/officeDocument/2006/relationships/notesSlide" Target="/ppt/notesSlides/notesSlide127.xml" Id="R59256797e8b942de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6052d0591497d" /><Relationship Type="http://schemas.openxmlformats.org/officeDocument/2006/relationships/notesSlide" Target="/ppt/notesSlides/notesSlide128.xml" Id="R409e4f5dc42e40bc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9a9bc38c94a9a" /><Relationship Type="http://schemas.openxmlformats.org/officeDocument/2006/relationships/notesSlide" Target="/ppt/notesSlides/notesSlide129.xml" Id="R689407335daf49dc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0ae8b3bac4f37" /><Relationship Type="http://schemas.openxmlformats.org/officeDocument/2006/relationships/notesSlide" Target="/ppt/notesSlides/notesSlide130.xml" Id="R416090f81aa14b0d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90e3fea334c7b" /><Relationship Type="http://schemas.openxmlformats.org/officeDocument/2006/relationships/notesSlide" Target="/ppt/notesSlides/notesSlide131.xml" Id="R15d6078e3a6b4a67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29d37c4414db8" /><Relationship Type="http://schemas.openxmlformats.org/officeDocument/2006/relationships/notesSlide" Target="/ppt/notesSlides/notesSlide132.xml" Id="R563fc75014a94567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6148ebe0a4608" /><Relationship Type="http://schemas.openxmlformats.org/officeDocument/2006/relationships/notesSlide" Target="/ppt/notesSlides/notesSlide133.xml" Id="R18552e9d41df4197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483c2b2884fcf" /><Relationship Type="http://schemas.openxmlformats.org/officeDocument/2006/relationships/notesSlide" Target="/ppt/notesSlides/notesSlide134.xml" Id="Rc97d7791aa444f86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bf76952394ff9" /><Relationship Type="http://schemas.openxmlformats.org/officeDocument/2006/relationships/notesSlide" Target="/ppt/notesSlides/notesSlide135.xml" Id="Rb1ba97b1ac624bb3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60d3d83fc4605" /><Relationship Type="http://schemas.openxmlformats.org/officeDocument/2006/relationships/notesSlide" Target="/ppt/notesSlides/notesSlide136.xml" Id="Rb053a31b493143f6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952e7933d4c70" /><Relationship Type="http://schemas.openxmlformats.org/officeDocument/2006/relationships/notesSlide" Target="/ppt/notesSlides/notesSlide137.xml" Id="R2353146a4e24437e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60013c6b44a9d" /><Relationship Type="http://schemas.openxmlformats.org/officeDocument/2006/relationships/notesSlide" Target="/ppt/notesSlides/notesSlide138.xml" Id="R08da776557434c86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c7ed433ba4ac8" /><Relationship Type="http://schemas.openxmlformats.org/officeDocument/2006/relationships/notesSlide" Target="/ppt/notesSlides/notesSlide139.xml" Id="R18b673da49f64bec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08dae36b048ce" /><Relationship Type="http://schemas.openxmlformats.org/officeDocument/2006/relationships/notesSlide" Target="/ppt/notesSlides/notesSlide140.xml" Id="Rb9d0b3ea09974cea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7865e840240f1" /><Relationship Type="http://schemas.openxmlformats.org/officeDocument/2006/relationships/notesSlide" Target="/ppt/notesSlides/notesSlide141.xml" Id="R72bb5b529ea341a9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db249ff614d9d" /><Relationship Type="http://schemas.openxmlformats.org/officeDocument/2006/relationships/notesSlide" Target="/ppt/notesSlides/notesSlide142.xml" Id="R52f9b9e9277a4731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fa96784d24ede" /><Relationship Type="http://schemas.openxmlformats.org/officeDocument/2006/relationships/notesSlide" Target="/ppt/notesSlides/notesSlide143.xml" Id="R2cf503548b4c4f66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87a9c073246d1" /><Relationship Type="http://schemas.openxmlformats.org/officeDocument/2006/relationships/notesSlide" Target="/ppt/notesSlides/notesSlide144.xml" Id="R60898aebf71c4779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e530189dd4cfb" /><Relationship Type="http://schemas.openxmlformats.org/officeDocument/2006/relationships/notesSlide" Target="/ppt/notesSlides/notesSlide145.xml" Id="R74b15f0447114f33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ff9c95a4f491a" /><Relationship Type="http://schemas.openxmlformats.org/officeDocument/2006/relationships/notesSlide" Target="/ppt/notesSlides/notesSlide146.xml" Id="R3d308afce8c14f40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1d681806d4a4b" /><Relationship Type="http://schemas.openxmlformats.org/officeDocument/2006/relationships/notesSlide" Target="/ppt/notesSlides/notesSlide147.xml" Id="R80f167a3f10b4328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020137108451d" /><Relationship Type="http://schemas.openxmlformats.org/officeDocument/2006/relationships/notesSlide" Target="/ppt/notesSlides/notesSlide148.xml" Id="R0d25003d716e4afd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bb1de283047b0" /><Relationship Type="http://schemas.openxmlformats.org/officeDocument/2006/relationships/notesSlide" Target="/ppt/notesSlides/notesSlide149.xml" Id="Rbc1855e9f8db4ecc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59b50d4bb4aa1" /><Relationship Type="http://schemas.openxmlformats.org/officeDocument/2006/relationships/notesSlide" Target="/ppt/notesSlides/notesSlide150.xml" Id="R5058fcba2bf94ab7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f7ea93da04bbe" /><Relationship Type="http://schemas.openxmlformats.org/officeDocument/2006/relationships/notesSlide" Target="/ppt/notesSlides/notesSlide151.xml" Id="R4b2250bbab0f4a46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0cdf440894e26" /><Relationship Type="http://schemas.openxmlformats.org/officeDocument/2006/relationships/notesSlide" Target="/ppt/notesSlides/notesSlide152.xml" Id="R75a768816cad431f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d3171356248cc" /><Relationship Type="http://schemas.openxmlformats.org/officeDocument/2006/relationships/notesSlide" Target="/ppt/notesSlides/notesSlide153.xml" Id="R94f1955220204df9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76e182b9b4d05" /><Relationship Type="http://schemas.openxmlformats.org/officeDocument/2006/relationships/notesSlide" Target="/ppt/notesSlides/notesSlide154.xml" Id="Ra440d30584824d46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94bfae8374c57" /><Relationship Type="http://schemas.openxmlformats.org/officeDocument/2006/relationships/notesSlide" Target="/ppt/notesSlides/notesSlide155.xml" Id="R355e44468f9b4d3d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c8f2dbff6435c" /><Relationship Type="http://schemas.openxmlformats.org/officeDocument/2006/relationships/notesSlide" Target="/ppt/notesSlides/notesSlide156.xml" Id="R3268b19ec2774e91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60b970d60426b" /><Relationship Type="http://schemas.openxmlformats.org/officeDocument/2006/relationships/notesSlide" Target="/ppt/notesSlides/notesSlide157.xml" Id="Rb79321dbbafb4f4f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381097d3e440c" /><Relationship Type="http://schemas.openxmlformats.org/officeDocument/2006/relationships/notesSlide" Target="/ppt/notesSlides/notesSlide158.xml" Id="Rd46bf66697d243fa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eb60ccf9f4fd3" /><Relationship Type="http://schemas.openxmlformats.org/officeDocument/2006/relationships/notesSlide" Target="/ppt/notesSlides/notesSlide159.xml" Id="R3c93b35832974836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10f8a948049c2" /><Relationship Type="http://schemas.openxmlformats.org/officeDocument/2006/relationships/notesSlide" Target="/ppt/notesSlides/notesSlide160.xml" Id="R67f825dc969e42ea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bdba8b80540c1" /><Relationship Type="http://schemas.openxmlformats.org/officeDocument/2006/relationships/notesSlide" Target="/ppt/notesSlides/notesSlide161.xml" Id="Raa5b2519082a4e1d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6dfbefa5047e6" /><Relationship Type="http://schemas.openxmlformats.org/officeDocument/2006/relationships/notesSlide" Target="/ppt/notesSlides/notesSlide162.xml" Id="Rf8f47f71a3d74653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8202d5c294c90" /><Relationship Type="http://schemas.openxmlformats.org/officeDocument/2006/relationships/notesSlide" Target="/ppt/notesSlides/notesSlide163.xml" Id="Rfd5f6585b74049ef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f85191a5e4cf1" /><Relationship Type="http://schemas.openxmlformats.org/officeDocument/2006/relationships/notesSlide" Target="/ppt/notesSlides/notesSlide164.xml" Id="R21cad11d1d16464e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79d9372764c51" /><Relationship Type="http://schemas.openxmlformats.org/officeDocument/2006/relationships/notesSlide" Target="/ppt/notesSlides/notesSlide165.xml" Id="R93175cfad30b49f2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bf3b9da15485d" /><Relationship Type="http://schemas.openxmlformats.org/officeDocument/2006/relationships/notesSlide" Target="/ppt/notesSlides/notesSlide166.xml" Id="R279ee13d1b0a47ec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ea87fd9c644de" /><Relationship Type="http://schemas.openxmlformats.org/officeDocument/2006/relationships/notesSlide" Target="/ppt/notesSlides/notesSlide167.xml" Id="R6bcf9d922f804ef9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9e0b27a384f24" /><Relationship Type="http://schemas.openxmlformats.org/officeDocument/2006/relationships/notesSlide" Target="/ppt/notesSlides/notesSlide168.xml" Id="R6728d1ced0a6484c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27e174e544b30" /><Relationship Type="http://schemas.openxmlformats.org/officeDocument/2006/relationships/notesSlide" Target="/ppt/notesSlides/notesSlide169.xml" Id="R5dc9fa00dcd44978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ba7055b4f49b3" /><Relationship Type="http://schemas.openxmlformats.org/officeDocument/2006/relationships/notesSlide" Target="/ppt/notesSlides/notesSlide170.xml" Id="Ra0d8e77e0fe74e36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82601affb4ecb" /><Relationship Type="http://schemas.openxmlformats.org/officeDocument/2006/relationships/notesSlide" Target="/ppt/notesSlides/notesSlide171.xml" Id="R18ed75dc6ead4776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5cf8834044cca" /><Relationship Type="http://schemas.openxmlformats.org/officeDocument/2006/relationships/notesSlide" Target="/ppt/notesSlides/notesSlide172.xml" Id="Re4d3ac3c1c864638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942a5c6d04de0" /><Relationship Type="http://schemas.openxmlformats.org/officeDocument/2006/relationships/notesSlide" Target="/ppt/notesSlides/notesSlide173.xml" Id="Rd9841c49d2374429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b3a27982a49bd" /><Relationship Type="http://schemas.openxmlformats.org/officeDocument/2006/relationships/notesSlide" Target="/ppt/notesSlides/notesSlide174.xml" Id="R686cf68baa4c4d30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e610784824bdb" /><Relationship Type="http://schemas.openxmlformats.org/officeDocument/2006/relationships/notesSlide" Target="/ppt/notesSlides/notesSlide175.xml" Id="Rb272e605500244c8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4fc8fc5f2486a" /><Relationship Type="http://schemas.openxmlformats.org/officeDocument/2006/relationships/notesSlide" Target="/ppt/notesSlides/notesSlide176.xml" Id="R36af2e600157452a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b87f069414f54" /><Relationship Type="http://schemas.openxmlformats.org/officeDocument/2006/relationships/notesSlide" Target="/ppt/notesSlides/notesSlide177.xml" Id="Re48a2b908abd4e54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067bca7a847b6" /><Relationship Type="http://schemas.openxmlformats.org/officeDocument/2006/relationships/notesSlide" Target="/ppt/notesSlides/notesSlide178.xml" Id="R6d3b1550f5714e52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4aae7e4ae48c2" /><Relationship Type="http://schemas.openxmlformats.org/officeDocument/2006/relationships/notesSlide" Target="/ppt/notesSlides/notesSlide179.xml" Id="R469af30422344976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a24718e1f4dd6" /><Relationship Type="http://schemas.openxmlformats.org/officeDocument/2006/relationships/notesSlide" Target="/ppt/notesSlides/notesSlide180.xml" Id="Reba986aa40c0431d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d88f7a83b4469" /><Relationship Type="http://schemas.openxmlformats.org/officeDocument/2006/relationships/notesSlide" Target="/ppt/notesSlides/notesSlide181.xml" Id="R1fd112f06ab64fe8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bc356b9ad4f4d" /><Relationship Type="http://schemas.openxmlformats.org/officeDocument/2006/relationships/notesSlide" Target="/ppt/notesSlides/notesSlide182.xml" Id="R6a7161ded8d344bb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6bdd50bd64a0b" /><Relationship Type="http://schemas.openxmlformats.org/officeDocument/2006/relationships/notesSlide" Target="/ppt/notesSlides/notesSlide183.xml" Id="R2e13b8d58ab246fb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31707b8664058" /><Relationship Type="http://schemas.openxmlformats.org/officeDocument/2006/relationships/notesSlide" Target="/ppt/notesSlides/notesSlide184.xml" Id="R6e0c5786fb6c4127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c72537dc94eea" /><Relationship Type="http://schemas.openxmlformats.org/officeDocument/2006/relationships/notesSlide" Target="/ppt/notesSlides/notesSlide185.xml" Id="R9a33720ab79042e1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bf0f1a6a9446a" /><Relationship Type="http://schemas.openxmlformats.org/officeDocument/2006/relationships/notesSlide" Target="/ppt/notesSlides/notesSlide186.xml" Id="R4f7790f3bf184dc5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040697b7c47ea" /><Relationship Type="http://schemas.openxmlformats.org/officeDocument/2006/relationships/notesSlide" Target="/ppt/notesSlides/notesSlide187.xml" Id="R239a6fbf8ae240cf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1f5732ef54559" /><Relationship Type="http://schemas.openxmlformats.org/officeDocument/2006/relationships/notesSlide" Target="/ppt/notesSlides/notesSlide188.xml" Id="Re47d3d9c38f749cb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ecd638e264225" /><Relationship Type="http://schemas.openxmlformats.org/officeDocument/2006/relationships/notesSlide" Target="/ppt/notesSlides/notesSlide189.xml" Id="Rdeae9950892d438d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fa05b3b994bfb" /><Relationship Type="http://schemas.openxmlformats.org/officeDocument/2006/relationships/notesSlide" Target="/ppt/notesSlides/notesSlide190.xml" Id="R521cc826fca446a7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7b35e47ed4e3c" /><Relationship Type="http://schemas.openxmlformats.org/officeDocument/2006/relationships/notesSlide" Target="/ppt/notesSlides/notesSlide191.xml" Id="R0fd85da943e14418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908bd2f4b4986" /><Relationship Type="http://schemas.openxmlformats.org/officeDocument/2006/relationships/notesSlide" Target="/ppt/notesSlides/notesSlide192.xml" Id="R554e8cadb8b14a17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35cfaa8c4e8e" /><Relationship Type="http://schemas.openxmlformats.org/officeDocument/2006/relationships/notesSlide" Target="/ppt/notesSlides/notesSlide193.xml" Id="Refcc3a4483aa4ac4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162cbb9744000" /><Relationship Type="http://schemas.openxmlformats.org/officeDocument/2006/relationships/notesSlide" Target="/ppt/notesSlides/notesSlide194.xml" Id="Rc4306af00a554ade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d024b493141e9" /><Relationship Type="http://schemas.openxmlformats.org/officeDocument/2006/relationships/notesSlide" Target="/ppt/notesSlides/notesSlide195.xml" Id="Rd62d37ed948b4e10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64f1d207046cb" /><Relationship Type="http://schemas.openxmlformats.org/officeDocument/2006/relationships/notesSlide" Target="/ppt/notesSlides/notesSlide196.xml" Id="R6a99a0a70ee84802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616b4e5b14075" /><Relationship Type="http://schemas.openxmlformats.org/officeDocument/2006/relationships/notesSlide" Target="/ppt/notesSlides/notesSlide197.xml" Id="R0209c9fff08a4a96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db247c1c34c09" /><Relationship Type="http://schemas.openxmlformats.org/officeDocument/2006/relationships/notesSlide" Target="/ppt/notesSlides/notesSlide198.xml" Id="R2d691accd5564710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ad86e29ac4b2c" /><Relationship Type="http://schemas.openxmlformats.org/officeDocument/2006/relationships/notesSlide" Target="/ppt/notesSlides/notesSlide199.xml" Id="Ra510519ce0534378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baf1fb1914701" /><Relationship Type="http://schemas.openxmlformats.org/officeDocument/2006/relationships/notesSlide" Target="/ppt/notesSlides/notesSlide200.xml" Id="Rd5d90aeb6a824d1c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5d61efec84ad2" /><Relationship Type="http://schemas.openxmlformats.org/officeDocument/2006/relationships/notesSlide" Target="/ppt/notesSlides/notesSlide201.xml" Id="R70d0664ee183405b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db4879d454fdb" /><Relationship Type="http://schemas.openxmlformats.org/officeDocument/2006/relationships/notesSlide" Target="/ppt/notesSlides/notesSlide202.xml" Id="R48624cc3a1334110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70cb134064363" /><Relationship Type="http://schemas.openxmlformats.org/officeDocument/2006/relationships/notesSlide" Target="/ppt/notesSlides/notesSlide203.xml" Id="Rda3c3bd888474691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cc2e193694db5" /><Relationship Type="http://schemas.openxmlformats.org/officeDocument/2006/relationships/notesSlide" Target="/ppt/notesSlides/notesSlide204.xml" Id="Re49820f5c4634f98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61b05a65f4290" /><Relationship Type="http://schemas.openxmlformats.org/officeDocument/2006/relationships/notesSlide" Target="/ppt/notesSlides/notesSlide205.xml" Id="R04ec3bad98ab4f66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0b11562d54469" /><Relationship Type="http://schemas.openxmlformats.org/officeDocument/2006/relationships/notesSlide" Target="/ppt/notesSlides/notesSlide206.xml" Id="R6efe75ea72d642ab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3c5c7c227439c" /><Relationship Type="http://schemas.openxmlformats.org/officeDocument/2006/relationships/notesSlide" Target="/ppt/notesSlides/notesSlide207.xml" Id="R3f7162f39aa04445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51ee66b584eb8" /><Relationship Type="http://schemas.openxmlformats.org/officeDocument/2006/relationships/notesSlide" Target="/ppt/notesSlides/notesSlide208.xml" Id="R4c32bb8d968c43a7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848c0bfa8454c" /><Relationship Type="http://schemas.openxmlformats.org/officeDocument/2006/relationships/notesSlide" Target="/ppt/notesSlides/notesSlide209.xml" Id="R6598bff330ae4fa2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5b77b57114f2b" /><Relationship Type="http://schemas.openxmlformats.org/officeDocument/2006/relationships/notesSlide" Target="/ppt/notesSlides/notesSlide210.xml" Id="Rc48fc1a326214c7f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44eba858545ca" /><Relationship Type="http://schemas.openxmlformats.org/officeDocument/2006/relationships/notesSlide" Target="/ppt/notesSlides/notesSlide211.xml" Id="R9a5c7e19e77e4d52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653a0fbdd41bd" /><Relationship Type="http://schemas.openxmlformats.org/officeDocument/2006/relationships/notesSlide" Target="/ppt/notesSlides/notesSlide212.xml" Id="R094a61b7640942f8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c9c85c41243ca" /><Relationship Type="http://schemas.openxmlformats.org/officeDocument/2006/relationships/notesSlide" Target="/ppt/notesSlides/notesSlide213.xml" Id="R353a04208e7e463c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26fee896a4cf6" /><Relationship Type="http://schemas.openxmlformats.org/officeDocument/2006/relationships/notesSlide" Target="/ppt/notesSlides/notesSlide214.xml" Id="R68231d751bb44d8b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4b38eeb2d4d71" /><Relationship Type="http://schemas.openxmlformats.org/officeDocument/2006/relationships/notesSlide" Target="/ppt/notesSlides/notesSlide215.xml" Id="R0e76da173fbf4667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ceb4c43504c63" /><Relationship Type="http://schemas.openxmlformats.org/officeDocument/2006/relationships/notesSlide" Target="/ppt/notesSlides/notesSlide216.xml" Id="R5dfd19b0b4664073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a8afa3a42457b" /><Relationship Type="http://schemas.openxmlformats.org/officeDocument/2006/relationships/notesSlide" Target="/ppt/notesSlides/notesSlide217.xml" Id="R6c5046f508e440ca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615fff42d45d7" /><Relationship Type="http://schemas.openxmlformats.org/officeDocument/2006/relationships/notesSlide" Target="/ppt/notesSlides/notesSlide218.xml" Id="R55a1d8bd759f4c97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5396a7461456c" /><Relationship Type="http://schemas.openxmlformats.org/officeDocument/2006/relationships/notesSlide" Target="/ppt/notesSlides/notesSlide219.xml" Id="R55bb5fbe285f4aae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19c5650d04569" /><Relationship Type="http://schemas.openxmlformats.org/officeDocument/2006/relationships/notesSlide" Target="/ppt/notesSlides/notesSlide220.xml" Id="R97736790fa4845de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308974cf74bff" /><Relationship Type="http://schemas.openxmlformats.org/officeDocument/2006/relationships/notesSlide" Target="/ppt/notesSlides/notesSlide221.xml" Id="R771542adbe2846d6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00aa285304736" /><Relationship Type="http://schemas.openxmlformats.org/officeDocument/2006/relationships/notesSlide" Target="/ppt/notesSlides/notesSlide222.xml" Id="Rd1909a5b5c0144a9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8e534926745b1" /><Relationship Type="http://schemas.openxmlformats.org/officeDocument/2006/relationships/notesSlide" Target="/ppt/notesSlides/notesSlide223.xml" Id="R9c34d3009cb94158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647c5a99a466a" /><Relationship Type="http://schemas.openxmlformats.org/officeDocument/2006/relationships/notesSlide" Target="/ppt/notesSlides/notesSlide224.xml" Id="R61eddac108d74532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228ecf90c429a" /><Relationship Type="http://schemas.openxmlformats.org/officeDocument/2006/relationships/notesSlide" Target="/ppt/notesSlides/notesSlide225.xml" Id="R08c01bc3fad4433f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68aa72f2f46a1" /><Relationship Type="http://schemas.openxmlformats.org/officeDocument/2006/relationships/notesSlide" Target="/ppt/notesSlides/notesSlide226.xml" Id="R5d77304dade84cc0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0be6d4c9341ff" /><Relationship Type="http://schemas.openxmlformats.org/officeDocument/2006/relationships/notesSlide" Target="/ppt/notesSlides/notesSlide227.xml" Id="Re04d686be22d48ed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9d9b976e94db4" /><Relationship Type="http://schemas.openxmlformats.org/officeDocument/2006/relationships/notesSlide" Target="/ppt/notesSlides/notesSlide228.xml" Id="R1ec63279c63045e0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8b9f410674434" /><Relationship Type="http://schemas.openxmlformats.org/officeDocument/2006/relationships/notesSlide" Target="/ppt/notesSlides/notesSlide229.xml" Id="R85411c4be44e43e9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7e8478f9148c0" /><Relationship Type="http://schemas.openxmlformats.org/officeDocument/2006/relationships/notesSlide" Target="/ppt/notesSlides/notesSlide230.xml" Id="Rfc2bf85773314fb1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6c03d6b774481" /><Relationship Type="http://schemas.openxmlformats.org/officeDocument/2006/relationships/notesSlide" Target="/ppt/notesSlides/notesSlide231.xml" Id="R591c4e2aec184ba9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e6a33eb0f4c28" /><Relationship Type="http://schemas.openxmlformats.org/officeDocument/2006/relationships/notesSlide" Target="/ppt/notesSlides/notesSlide232.xml" Id="R49454af6f5e943f8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cb2fac46e4118" /><Relationship Type="http://schemas.openxmlformats.org/officeDocument/2006/relationships/notesSlide" Target="/ppt/notesSlides/notesSlide233.xml" Id="Rad0962c521654e82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a2e46786c475e" /><Relationship Type="http://schemas.openxmlformats.org/officeDocument/2006/relationships/notesSlide" Target="/ppt/notesSlides/notesSlide234.xml" Id="Rd627538dd3824baa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6b1d55a564dbc" /><Relationship Type="http://schemas.openxmlformats.org/officeDocument/2006/relationships/notesSlide" Target="/ppt/notesSlides/notesSlide235.xml" Id="R96b9a1da42504f41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a1f716f094c70" /><Relationship Type="http://schemas.openxmlformats.org/officeDocument/2006/relationships/notesSlide" Target="/ppt/notesSlides/notesSlide236.xml" Id="Rc83ade202b8c4b8d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94204399e4302" /><Relationship Type="http://schemas.openxmlformats.org/officeDocument/2006/relationships/notesSlide" Target="/ppt/notesSlides/notesSlide237.xml" Id="R9a034ebab1ba4cd9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3a0292d9a4668" /><Relationship Type="http://schemas.openxmlformats.org/officeDocument/2006/relationships/notesSlide" Target="/ppt/notesSlides/notesSlide238.xml" Id="R65e4e94bc255422e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9fc7ea0584ef3" /><Relationship Type="http://schemas.openxmlformats.org/officeDocument/2006/relationships/notesSlide" Target="/ppt/notesSlides/notesSlide239.xml" Id="R2b496d62438e40d5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8b779c1824c5e" /><Relationship Type="http://schemas.openxmlformats.org/officeDocument/2006/relationships/notesSlide" Target="/ppt/notesSlides/notesSlide240.xml" Id="Ra53ae9fb7bc54af7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0b4c84c6e4788" /><Relationship Type="http://schemas.openxmlformats.org/officeDocument/2006/relationships/notesSlide" Target="/ppt/notesSlides/notesSlide241.xml" Id="R121f61466f484410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2bd5c52c24b00" /><Relationship Type="http://schemas.openxmlformats.org/officeDocument/2006/relationships/notesSlide" Target="/ppt/notesSlides/notesSlide242.xml" Id="R179faa57e6a64da1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3f995ae2e44fe" /><Relationship Type="http://schemas.openxmlformats.org/officeDocument/2006/relationships/notesSlide" Target="/ppt/notesSlides/notesSlide243.xml" Id="Re303e5d9b214490b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93b4292f043cb" /><Relationship Type="http://schemas.openxmlformats.org/officeDocument/2006/relationships/notesSlide" Target="/ppt/notesSlides/notesSlide244.xml" Id="Rc58b1d84f0a64b2b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8586519d94ef4" /><Relationship Type="http://schemas.openxmlformats.org/officeDocument/2006/relationships/notesSlide" Target="/ppt/notesSlides/notesSlide245.xml" Id="Rcf98adc7142e4fa5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210e3259e4ff2" /><Relationship Type="http://schemas.openxmlformats.org/officeDocument/2006/relationships/notesSlide" Target="/ppt/notesSlides/notesSlide246.xml" Id="R78abe0969e244049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8743ec7e4e17" /><Relationship Type="http://schemas.openxmlformats.org/officeDocument/2006/relationships/notesSlide" Target="/ppt/notesSlides/notesSlide247.xml" Id="R2740eefdccbb446f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698b12a3740d7" /><Relationship Type="http://schemas.openxmlformats.org/officeDocument/2006/relationships/notesSlide" Target="/ppt/notesSlides/notesSlide248.xml" Id="R500f9b7b3bb84fc8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fe0a56d7e49ad" /><Relationship Type="http://schemas.openxmlformats.org/officeDocument/2006/relationships/notesSlide" Target="/ppt/notesSlides/notesSlide249.xml" Id="R02e28e62501f4628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004aed9ba49b8" /><Relationship Type="http://schemas.openxmlformats.org/officeDocument/2006/relationships/notesSlide" Target="/ppt/notesSlides/notesSlide250.xml" Id="R10b92084da144429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feb39c9b94038" /><Relationship Type="http://schemas.openxmlformats.org/officeDocument/2006/relationships/notesSlide" Target="/ppt/notesSlides/notesSlide251.xml" Id="R8e6cf63384b04610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ae5821a2c4ddd" /><Relationship Type="http://schemas.openxmlformats.org/officeDocument/2006/relationships/notesSlide" Target="/ppt/notesSlides/notesSlide252.xml" Id="Rc09616081ae843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830BF-F71A-4CCA-A0BE-19C681B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8858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33"/>
                </a:solidFill>
              </a:defRPr>
            </a:pPr>
            <a:r>
              <a:rPr sz="3600" b="1">
                <a:solidFill>
                  <a:srgbClr val="102033"/>
                </a:solidFill>
              </a:rPr>
              <a:t>Analog Electronics and Linear Integrated Circuits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183C5-7CD6-4604-BE65-8C9D8BC7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71"/>
                </a:solidFill>
              </a:defRPr>
            </a:pPr>
            <a:r>
              <a:rPr sz="1950" b="0">
                <a:solidFill>
                  <a:srgbClr val="526071"/>
                </a:solidFill>
              </a:rPr>
              <a:t>VTU 1BEC304 complete module-wise teaching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B8BC-F100-45BA-961E-6715B2E4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657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5 modules • 50 slides each • syllabus cross-checked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C8AC7-265B-45E5-A480-5618802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4ADE1-2DA1-4806-A9EB-3C5EC894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D0EA1-B47F-4E5D-98D3-D1A9B04E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347EC-7039-46E3-9AB2-8E9F2033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Analog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A3572-BE30-410F-B480-94616F62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Conditioned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F5E77-5463-4148-96D6-DE793C5A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Feedback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FFC29-A157-4439-8A54-4A6BE36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</p:spTree>
    <p:extLst>
      <p:ext uri="{BB962C8B-B14F-4D97-AF65-F5344CB8AC3E}">
        <p14:creationId xmlns:p14="http://schemas.microsoft.com/office/powerpoint/2010/main" val="1061536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615CE-0CD7-4D09-89E0-FFAFEEE6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C3A55-C1B4-43C7-85A0-27655DDD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Complete VTU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8E63F-8FD0-4A93-ACCA-B174C997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BBE79-D9C1-4DE5-B008-0351785A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85B64-A605-44C2-9ABD-6013A03F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097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Base biased amplifier; Emitter biased amplifier; Small signal operation; AC beta; AC resistance of the emitter diode; Two-transistor models; Analyzing amplifier; Voltage amplifiers; Voltage gain; Multistage amplifiers; CC amplifier; Output impedance; Cascading CE and CC; Darlington connections; Voltage regulation; Common-base amplifier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830A2-8AC0-4AFF-8417-5DCDE08D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7A6B1-C52D-4A99-994D-810A7BB7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5240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AA526-7A95-4D9A-BEC8-ABCD1FB6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B0A01-2980-4A84-ABBD-701BE6FC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Fixing VGS; Fixing VG; Drain-to-gate feedback resistor; DC bias point; Signal current in drain; Voltage gain; Small-signal equivalent circuit models; Transconductance; Equivalent circuit model; Basic configurations; Characterizing amplifiers; CS amplifier with and without source resistance; Common-gate amplifier; Source follower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FDE01-6948-4D22-8FB6-10BA9236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2A9F0-51BA-4C37-A28E-46D5A397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241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72430-B040-4C0C-8BA9-E67BF9A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C65C1-47FA-4C66-9355-BF8420F8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Four feedback types / four types of negative feedback; VCVS voltage gain; Other VCVS equations; ICVS amplifier; VCIS amplifier; ICIS amplifier; No mathematical derivation; Sinusoidal oscillator theory; Wein-bridge oscillator; RC phase-shift oscillator; Colpitts oscillator; Hartley oscillator; Crystal oscillator; 555 timer monostable; 555 timer astable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06BEF-4177-4918-BAEB-06081C7B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A9F24-C4B1-48C6-A147-DAD871AC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242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BE221-1C75-42ED-BD0D-B1B59DDF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8CB6B-1C4D-4CF7-994F-F2A270AE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Amplifier terms; Two load lines; Class A operation; Class B operation; Class B push-pull emitter follower; Class C operation; Active filters: ideal responses; First-order stages; VCVS unity-gain second-order low-pass filters; VCVS equal-component low-pass filters; VCVS high-pass filters; MFB bandpass filters; Bandstop filters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076BA-6601-4593-A6AF-9795AEB7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0D0BE-57AE-4825-A876-3B45C984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243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159D7-2D07-4AB8-9865-0FB1A07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Module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4BDE3-CA47-4C4D-BB0E-67C62ADA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01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Weighted resistor DAC; R-2R DAC; Analog to digital conversion; Digital ramp ADC; Successive approximation ADC; Signal processing circuits; Precision rectifier: saturating and non-saturating precision HWR; Precision FWR using HWR and summing circuit; Zero crossing detector; Inverting Schmitt trigger; Non-inverting Schmitt trigger; DC voltage regulator introduction; Voltage regulator basics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B89EB-2EA8-4698-B307-779C52C8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244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615CE-94F4-415D-A6AF-F0FE6246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244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50 slides</a:t>
            </a:r>
          </a:p>
        </p:txBody>
      </p:sp>
    </p:spTree>
    <p:extLst>
      <p:ext uri="{BB962C8B-B14F-4D97-AF65-F5344CB8AC3E}">
        <p14:creationId xmlns:p14="http://schemas.microsoft.com/office/powerpoint/2010/main" val="1592260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623160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166417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906196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629302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697191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722484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449411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54744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269512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870872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30588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258439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737833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5224323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3583860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6078209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7132324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1937057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2784586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9138198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8234198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7966041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101543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362462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987541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3344321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5381327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4516073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9028643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5565508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0461849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7758701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20596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3748379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1429345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4086315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9917746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1472765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7215800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7913576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015649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3378802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77443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93840122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87491544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56849181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50673612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93711519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34411017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08403044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46315417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26239793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18431460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41931221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88464721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97713102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50702253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78280810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40612267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62279285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11779098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20758500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90248644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28730904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725815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20767588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45235694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65269430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66554632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78928896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56375827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25381092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16474263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29859500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59438328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39867126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58298419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75267980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90449759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94629810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41993476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00061407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37586539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88370302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39305708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01687476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28226932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0043177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78582087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91061867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59337686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6633479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00752281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2979332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89475057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82436884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32912106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18931386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59741621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31757809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64331571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76251054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51934380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50806910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36512682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54852126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1674935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59801278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75363027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81914220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67358788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42520331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19553855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23267217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02610750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88443279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23518667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89508398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45874711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86376666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99171056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987650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52952165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53944764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23002287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5446893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55651119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31535007"/>
      </p:ext>
    </p:extLst>
  </p:cSld>
</p:sld>
</file>

<file path=ppt/slides/slide1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67029003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06566285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75746462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5446748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35746723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45792690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08039176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36294607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6399576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43357951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86717690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87464420"/>
      </p:ext>
    </p:extLst>
  </p:cSld>
</p:sld>
</file>

<file path=ppt/slides/slide1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4580948"/>
      </p:ext>
    </p:extLst>
  </p:cSld>
</p:sld>
</file>

<file path=ppt/slides/slide1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38993557"/>
      </p:ext>
    </p:extLst>
  </p:cSld>
</p:sld>
</file>

<file path=ppt/slides/slide1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04847347"/>
      </p:ext>
    </p:extLst>
  </p:cSld>
</p:sld>
</file>

<file path=ppt/slides/slide1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896636"/>
      </p:ext>
    </p:extLst>
  </p:cSld>
</p:sld>
</file>

<file path=ppt/slides/slide1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79150751"/>
      </p:ext>
    </p:extLst>
  </p:cSld>
</p:sld>
</file>

<file path=ppt/slides/slide1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44153599"/>
      </p:ext>
    </p:extLst>
  </p:cSld>
</p:sld>
</file>

<file path=ppt/slides/slide1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35175330"/>
      </p:ext>
    </p:extLst>
  </p:cSld>
</p:sld>
</file>

<file path=ppt/slides/slide1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1385024"/>
      </p:ext>
    </p:extLst>
  </p:cSld>
</p:sld>
</file>

<file path=ppt/slides/slide1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32693725"/>
      </p:ext>
    </p:extLst>
  </p:cSld>
</p:sld>
</file>

<file path=ppt/slides/slide1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70717490"/>
      </p:ext>
    </p:extLst>
  </p:cSld>
</p:sld>
</file>

<file path=ppt/slides/slide1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92218408"/>
      </p:ext>
    </p:extLst>
  </p:cSld>
</p:sld>
</file>

<file path=ppt/slides/slide1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04967994"/>
      </p:ext>
    </p:extLst>
  </p:cSld>
</p:sld>
</file>

<file path=ppt/slides/slide1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09876094"/>
      </p:ext>
    </p:extLst>
  </p:cSld>
</p:sld>
</file>

<file path=ppt/slides/slide1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92829119"/>
      </p:ext>
    </p:extLst>
  </p:cSld>
</p:sld>
</file>

<file path=ppt/slides/slide1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8120383"/>
      </p:ext>
    </p:extLst>
  </p:cSld>
</p:sld>
</file>

<file path=ppt/slides/slide1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0701396"/>
      </p:ext>
    </p:extLst>
  </p:cSld>
</p:sld>
</file>

<file path=ppt/slides/slide1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67708334"/>
      </p:ext>
    </p:extLst>
  </p:cSld>
</p:sld>
</file>

<file path=ppt/slides/slide1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30554824"/>
      </p:ext>
    </p:extLst>
  </p:cSld>
</p:sld>
</file>

<file path=ppt/slides/slide1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84836487"/>
      </p:ext>
    </p:extLst>
  </p:cSld>
</p:sld>
</file>

<file path=ppt/slides/slide1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5375940"/>
      </p:ext>
    </p:extLst>
  </p:cSld>
</p:sld>
</file>

<file path=ppt/slides/slide1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63226671"/>
      </p:ext>
    </p:extLst>
  </p:cSld>
</p:sld>
</file>

<file path=ppt/slides/slide1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44991748"/>
      </p:ext>
    </p:extLst>
  </p:cSld>
</p:sld>
</file>

<file path=ppt/slides/slide1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859966"/>
      </p:ext>
    </p:extLst>
  </p:cSld>
</p:sld>
</file>

<file path=ppt/slides/slide1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06376024"/>
      </p:ext>
    </p:extLst>
  </p:cSld>
</p:sld>
</file>

<file path=ppt/slides/slide1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87092033"/>
      </p:ext>
    </p:extLst>
  </p:cSld>
</p:sld>
</file>

<file path=ppt/slides/slide1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18600084"/>
      </p:ext>
    </p:extLst>
  </p:cSld>
</p:sld>
</file>

<file path=ppt/slides/slide1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97064442"/>
      </p:ext>
    </p:extLst>
  </p:cSld>
</p:sld>
</file>

<file path=ppt/slides/slide1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19753485"/>
      </p:ext>
    </p:extLst>
  </p:cSld>
</p:sld>
</file>

<file path=ppt/slides/slide1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112458"/>
      </p:ext>
    </p:extLst>
  </p:cSld>
</p:sld>
</file>

<file path=ppt/slides/slide1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08656605"/>
      </p:ext>
    </p:extLst>
  </p:cSld>
</p:sld>
</file>

<file path=ppt/slides/slide1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44251558"/>
      </p:ext>
    </p:extLst>
  </p:cSld>
</p:sld>
</file>

<file path=ppt/slides/slide1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48184541"/>
      </p:ext>
    </p:extLst>
  </p:cSld>
</p:sld>
</file>

<file path=ppt/slides/slide1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8264728"/>
      </p:ext>
    </p:extLst>
  </p:cSld>
</p:sld>
</file>

<file path=ppt/slides/slide1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16150533"/>
      </p:ext>
    </p:extLst>
  </p:cSld>
</p:sld>
</file>

<file path=ppt/slides/slide1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01711615"/>
      </p:ext>
    </p:extLst>
  </p:cSld>
</p:sld>
</file>

<file path=ppt/slides/slide1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05903320"/>
      </p:ext>
    </p:extLst>
  </p:cSld>
</p:sld>
</file>

<file path=ppt/slides/slide1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2886757"/>
      </p:ext>
    </p:extLst>
  </p:cSld>
</p:sld>
</file>

<file path=ppt/slides/slide1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36262726"/>
      </p:ext>
    </p:extLst>
  </p:cSld>
</p:sld>
</file>

<file path=ppt/slides/slide1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64890214"/>
      </p:ext>
    </p:extLst>
  </p:cSld>
</p:sld>
</file>

<file path=ppt/slides/slide1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25281843"/>
      </p:ext>
    </p:extLst>
  </p:cSld>
</p:sld>
</file>

<file path=ppt/slides/slide1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37423566"/>
      </p:ext>
    </p:extLst>
  </p:cSld>
</p:sld>
</file>

<file path=ppt/slides/slide1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36235630"/>
      </p:ext>
    </p:extLst>
  </p:cSld>
</p:sld>
</file>

<file path=ppt/slides/slide1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2076153"/>
      </p:ext>
    </p:extLst>
  </p:cSld>
</p:sld>
</file>

<file path=ppt/slides/slide1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77315476"/>
      </p:ext>
    </p:extLst>
  </p:cSld>
</p:sld>
</file>

<file path=ppt/slides/slide1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5038678"/>
      </p:ext>
    </p:extLst>
  </p:cSld>
</p:sld>
</file>

<file path=ppt/slides/slide1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17197758"/>
      </p:ext>
    </p:extLst>
  </p:cSld>
</p:sld>
</file>

<file path=ppt/slides/slide1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55640975"/>
      </p:ext>
    </p:extLst>
  </p:cSld>
</p:sld>
</file>

<file path=ppt/slides/slide1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93856218"/>
      </p:ext>
    </p:extLst>
  </p:cSld>
</p:sld>
</file>

<file path=ppt/slides/slide1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23953545"/>
      </p:ext>
    </p:extLst>
  </p:cSld>
</p:sld>
</file>

<file path=ppt/slides/slide1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80644417"/>
      </p:ext>
    </p:extLst>
  </p:cSld>
</p:sld>
</file>

<file path=ppt/slides/slide1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13836647"/>
      </p:ext>
    </p:extLst>
  </p:cSld>
</p:sld>
</file>

<file path=ppt/slides/slide1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31169482"/>
      </p:ext>
    </p:extLst>
  </p:cSld>
</p:sld>
</file>

<file path=ppt/slides/slide1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81060966"/>
      </p:ext>
    </p:extLst>
  </p:cSld>
</p:sld>
</file>

<file path=ppt/slides/slide1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41813752"/>
      </p:ext>
    </p:extLst>
  </p:cSld>
</p:sld>
</file>

<file path=ppt/slides/slide1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80586270"/>
      </p:ext>
    </p:extLst>
  </p:cSld>
</p:sld>
</file>

<file path=ppt/slides/slide1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1760151"/>
      </p:ext>
    </p:extLst>
  </p:cSld>
</p:sld>
</file>

<file path=ppt/slides/slide1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28204298"/>
      </p:ext>
    </p:extLst>
  </p:cSld>
</p:sld>
</file>

<file path=ppt/slides/slide2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33524741"/>
      </p:ext>
    </p:extLst>
  </p:cSld>
</p:sld>
</file>

<file path=ppt/slides/slide2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01979901"/>
      </p:ext>
    </p:extLst>
  </p:cSld>
</p:sld>
</file>

<file path=ppt/slides/slide2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45507324"/>
      </p:ext>
    </p:extLst>
  </p:cSld>
</p:sld>
</file>

<file path=ppt/slides/slide2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78504117"/>
      </p:ext>
    </p:extLst>
  </p:cSld>
</p:sld>
</file>

<file path=ppt/slides/slide2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30493722"/>
      </p:ext>
    </p:extLst>
  </p:cSld>
</p:sld>
</file>

<file path=ppt/slides/slide2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90910448"/>
      </p:ext>
    </p:extLst>
  </p:cSld>
</p:sld>
</file>

<file path=ppt/slides/slide2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1158155"/>
      </p:ext>
    </p:extLst>
  </p:cSld>
</p:sld>
</file>

<file path=ppt/slides/slide2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6953525"/>
      </p:ext>
    </p:extLst>
  </p:cSld>
</p:sld>
</file>

<file path=ppt/slides/slide2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81052574"/>
      </p:ext>
    </p:extLst>
  </p:cSld>
</p:sld>
</file>

<file path=ppt/slides/slide2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49350054"/>
      </p:ext>
    </p:extLst>
  </p:cSld>
</p:sld>
</file>

<file path=ppt/slides/slide2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85305312"/>
      </p:ext>
    </p:extLst>
  </p:cSld>
</p:sld>
</file>

<file path=ppt/slides/slide2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1852790"/>
      </p:ext>
    </p:extLst>
  </p:cSld>
</p:sld>
</file>

<file path=ppt/slides/slide2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50484766"/>
      </p:ext>
    </p:extLst>
  </p:cSld>
</p:sld>
</file>

<file path=ppt/slides/slide2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09262627"/>
      </p:ext>
    </p:extLst>
  </p:cSld>
</p:sld>
</file>

<file path=ppt/slides/slide2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64204995"/>
      </p:ext>
    </p:extLst>
  </p:cSld>
</p:sld>
</file>

<file path=ppt/slides/slide2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64758353"/>
      </p:ext>
    </p:extLst>
  </p:cSld>
</p:sld>
</file>

<file path=ppt/slides/slide2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68781374"/>
      </p:ext>
    </p:extLst>
  </p:cSld>
</p:sld>
</file>

<file path=ppt/slides/slide2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96624455"/>
      </p:ext>
    </p:extLst>
  </p:cSld>
</p:sld>
</file>

<file path=ppt/slides/slide2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81288400"/>
      </p:ext>
    </p:extLst>
  </p:cSld>
</p:sld>
</file>

<file path=ppt/slides/slide2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48490015"/>
      </p:ext>
    </p:extLst>
  </p:cSld>
</p:sld>
</file>

<file path=ppt/slides/slide2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00158475"/>
      </p:ext>
    </p:extLst>
  </p:cSld>
</p:sld>
</file>

<file path=ppt/slides/slide2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22253580"/>
      </p:ext>
    </p:extLst>
  </p:cSld>
</p:sld>
</file>

<file path=ppt/slides/slide2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76701865"/>
      </p:ext>
    </p:extLst>
  </p:cSld>
</p:sld>
</file>

<file path=ppt/slides/slide2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3473254"/>
      </p:ext>
    </p:extLst>
  </p:cSld>
</p:sld>
</file>

<file path=ppt/slides/slide2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92166194"/>
      </p:ext>
    </p:extLst>
  </p:cSld>
</p:sld>
</file>

<file path=ppt/slides/slide2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02021127"/>
      </p:ext>
    </p:extLst>
  </p:cSld>
</p:sld>
</file>

<file path=ppt/slides/slide2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16559747"/>
      </p:ext>
    </p:extLst>
  </p:cSld>
</p:sld>
</file>

<file path=ppt/slides/slide2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90749303"/>
      </p:ext>
    </p:extLst>
  </p:cSld>
</p:sld>
</file>

<file path=ppt/slides/slide2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50684735"/>
      </p:ext>
    </p:extLst>
  </p:cSld>
</p:sld>
</file>

<file path=ppt/slides/slide2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74888876"/>
      </p:ext>
    </p:extLst>
  </p:cSld>
</p:sld>
</file>

<file path=ppt/slides/slide2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08343002"/>
      </p:ext>
    </p:extLst>
  </p:cSld>
</p:sld>
</file>

<file path=ppt/slides/slide2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24575474"/>
      </p:ext>
    </p:extLst>
  </p:cSld>
</p:sld>
</file>

<file path=ppt/slides/slide2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41772826"/>
      </p:ext>
    </p:extLst>
  </p:cSld>
</p:sld>
</file>

<file path=ppt/slides/slide2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1406373"/>
      </p:ext>
    </p:extLst>
  </p:cSld>
</p:sld>
</file>

<file path=ppt/slides/slide2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23188609"/>
      </p:ext>
    </p:extLst>
  </p:cSld>
</p:sld>
</file>

<file path=ppt/slides/slide2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69262603"/>
      </p:ext>
    </p:extLst>
  </p:cSld>
</p:sld>
</file>

<file path=ppt/slides/slide2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21257373"/>
      </p:ext>
    </p:extLst>
  </p:cSld>
</p:sld>
</file>

<file path=ppt/slides/slide2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18208893"/>
      </p:ext>
    </p:extLst>
  </p:cSld>
</p:sld>
</file>

<file path=ppt/slides/slide2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94149062"/>
      </p:ext>
    </p:extLst>
  </p:cSld>
</p:sld>
</file>

<file path=ppt/slides/slide2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3047714"/>
      </p:ext>
    </p:extLst>
  </p:cSld>
</p:sld>
</file>

<file path=ppt/slides/slide2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66156037"/>
      </p:ext>
    </p:extLst>
  </p:cSld>
</p:sld>
</file>

<file path=ppt/slides/slide2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99226856"/>
      </p:ext>
    </p:extLst>
  </p:cSld>
</p:sld>
</file>

<file path=ppt/slides/slide2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56488914"/>
      </p:ext>
    </p:extLst>
  </p:cSld>
</p:sld>
</file>

<file path=ppt/slides/slide2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85765605"/>
      </p:ext>
    </p:extLst>
  </p:cSld>
</p:sld>
</file>

<file path=ppt/slides/slide2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53859021"/>
      </p:ext>
    </p:extLst>
  </p:cSld>
</p:sld>
</file>

<file path=ppt/slides/slide2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08555176"/>
      </p:ext>
    </p:extLst>
  </p:cSld>
</p:sld>
</file>

<file path=ppt/slides/slide2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71182970"/>
      </p:ext>
    </p:extLst>
  </p:cSld>
</p:sld>
</file>

<file path=ppt/slides/slide2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26934281"/>
      </p:ext>
    </p:extLst>
  </p:cSld>
</p:sld>
</file>

<file path=ppt/slides/slide2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09709753"/>
      </p:ext>
    </p:extLst>
  </p:cSld>
</p:sld>
</file>

<file path=ppt/slides/slide2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91196299"/>
      </p:ext>
    </p:extLst>
  </p:cSld>
</p:sld>
</file>

<file path=ppt/slides/slide2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20430993"/>
      </p:ext>
    </p:extLst>
  </p:cSld>
</p:sld>
</file>

<file path=ppt/slides/slide2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23739612"/>
      </p:ext>
    </p:extLst>
  </p:cSld>
</p:sld>
</file>

<file path=ppt/slides/slide2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77732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2026-08-21T07:02:38.1320000Z</dcterms:created>
  <dcterms:modified xsi:type="dcterms:W3CDTF">2026-08-21T07:02:38.1320000Z</dcterms:modified>
</coreProperties>
</file>