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c02996b96a4c24" /><Relationship Type="http://schemas.openxmlformats.org/officeDocument/2006/relationships/extended-properties" Target="/docProps/app.xml" Id="R787db9de81ff4c08" /><Relationship Type="http://schemas.openxmlformats.org/officeDocument/2006/relationships/officeDocument" Target="/ppt/presentation.xml" Id="Rb4d3a9d3e68f42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f2cfdc658d4ae4"/>
  </p:sldMasterIdLst>
  <p:notesMasterIdLst>
    <p:notesMasterId xmlns:r="http://schemas.openxmlformats.org/officeDocument/2006/relationships" r:id="R9ef95912386b4121"/>
  </p:notesMasterIdLst>
  <p:sldIdLst>
    <p:sldId xmlns:r="http://schemas.openxmlformats.org/officeDocument/2006/relationships" id="256" r:id="Rd622593a5ed74fdd"/>
    <p:sldId xmlns:r="http://schemas.openxmlformats.org/officeDocument/2006/relationships" id="257" r:id="Rdc02d1802dd54e20"/>
    <p:sldId xmlns:r="http://schemas.openxmlformats.org/officeDocument/2006/relationships" id="258" r:id="Reb90d7b079394d70"/>
    <p:sldId xmlns:r="http://schemas.openxmlformats.org/officeDocument/2006/relationships" id="259" r:id="R99a7c5b00d7f4919"/>
    <p:sldId xmlns:r="http://schemas.openxmlformats.org/officeDocument/2006/relationships" id="260" r:id="R89b9badb78ea446e"/>
    <p:sldId xmlns:r="http://schemas.openxmlformats.org/officeDocument/2006/relationships" id="261" r:id="R7dd412fe3e8c4bac"/>
    <p:sldId xmlns:r="http://schemas.openxmlformats.org/officeDocument/2006/relationships" id="262" r:id="R11c496e14893475a"/>
    <p:sldId xmlns:r="http://schemas.openxmlformats.org/officeDocument/2006/relationships" id="263" r:id="Ra6ca0f11a96b4ad9"/>
    <p:sldId xmlns:r="http://schemas.openxmlformats.org/officeDocument/2006/relationships" id="264" r:id="R743014d524a04f32"/>
    <p:sldId xmlns:r="http://schemas.openxmlformats.org/officeDocument/2006/relationships" id="265" r:id="R69df0885e79149f3"/>
    <p:sldId xmlns:r="http://schemas.openxmlformats.org/officeDocument/2006/relationships" id="266" r:id="R5394e9049a834ccf"/>
    <p:sldId xmlns:r="http://schemas.openxmlformats.org/officeDocument/2006/relationships" id="267" r:id="R35a46c7d1de6462f"/>
    <p:sldId xmlns:r="http://schemas.openxmlformats.org/officeDocument/2006/relationships" id="268" r:id="R93218596c303499a"/>
    <p:sldId xmlns:r="http://schemas.openxmlformats.org/officeDocument/2006/relationships" id="269" r:id="R6e94afe57af541fe"/>
    <p:sldId xmlns:r="http://schemas.openxmlformats.org/officeDocument/2006/relationships" id="270" r:id="R421f1245cac14864"/>
    <p:sldId xmlns:r="http://schemas.openxmlformats.org/officeDocument/2006/relationships" id="271" r:id="Rea8975ebd02449ad"/>
    <p:sldId xmlns:r="http://schemas.openxmlformats.org/officeDocument/2006/relationships" id="272" r:id="R55e7a7362a64462b"/>
    <p:sldId xmlns:r="http://schemas.openxmlformats.org/officeDocument/2006/relationships" id="273" r:id="R67afbd7599004478"/>
    <p:sldId xmlns:r="http://schemas.openxmlformats.org/officeDocument/2006/relationships" id="274" r:id="R783a9becd6bb4949"/>
    <p:sldId xmlns:r="http://schemas.openxmlformats.org/officeDocument/2006/relationships" id="275" r:id="R6e684c056a914523"/>
    <p:sldId xmlns:r="http://schemas.openxmlformats.org/officeDocument/2006/relationships" id="276" r:id="R0a88aa459b4f46b4"/>
    <p:sldId xmlns:r="http://schemas.openxmlformats.org/officeDocument/2006/relationships" id="277" r:id="R0c250c42c63b412f"/>
    <p:sldId xmlns:r="http://schemas.openxmlformats.org/officeDocument/2006/relationships" id="278" r:id="Re3eb7da387954940"/>
    <p:sldId xmlns:r="http://schemas.openxmlformats.org/officeDocument/2006/relationships" id="279" r:id="Re57c5b5093b4441c"/>
    <p:sldId xmlns:r="http://schemas.openxmlformats.org/officeDocument/2006/relationships" id="280" r:id="R36a12b09e2174f76"/>
    <p:sldId xmlns:r="http://schemas.openxmlformats.org/officeDocument/2006/relationships" id="281" r:id="R101b4844b4934bd3"/>
    <p:sldId xmlns:r="http://schemas.openxmlformats.org/officeDocument/2006/relationships" id="282" r:id="R855e525dfc0b4c78"/>
    <p:sldId xmlns:r="http://schemas.openxmlformats.org/officeDocument/2006/relationships" id="283" r:id="R8956f57db9524a1d"/>
    <p:sldId xmlns:r="http://schemas.openxmlformats.org/officeDocument/2006/relationships" id="284" r:id="R63bf6bfde1a746dd"/>
    <p:sldId xmlns:r="http://schemas.openxmlformats.org/officeDocument/2006/relationships" id="285" r:id="Rdf98460e0e914cb7"/>
    <p:sldId xmlns:r="http://schemas.openxmlformats.org/officeDocument/2006/relationships" id="286" r:id="R3b0268ddba734007"/>
    <p:sldId xmlns:r="http://schemas.openxmlformats.org/officeDocument/2006/relationships" id="287" r:id="R24d54aface7f42dd"/>
    <p:sldId xmlns:r="http://schemas.openxmlformats.org/officeDocument/2006/relationships" id="288" r:id="R099da2a3512641b5"/>
    <p:sldId xmlns:r="http://schemas.openxmlformats.org/officeDocument/2006/relationships" id="289" r:id="R01430290048c4694"/>
    <p:sldId xmlns:r="http://schemas.openxmlformats.org/officeDocument/2006/relationships" id="290" r:id="Rc9ec7f4a415e41e1"/>
    <p:sldId xmlns:r="http://schemas.openxmlformats.org/officeDocument/2006/relationships" id="291" r:id="R1b5790fccac94331"/>
    <p:sldId xmlns:r="http://schemas.openxmlformats.org/officeDocument/2006/relationships" id="292" r:id="R0e5bbeba09854fce"/>
    <p:sldId xmlns:r="http://schemas.openxmlformats.org/officeDocument/2006/relationships" id="293" r:id="R4b5350757ae94a39"/>
    <p:sldId xmlns:r="http://schemas.openxmlformats.org/officeDocument/2006/relationships" id="294" r:id="R0ed8b2b42ab942b4"/>
    <p:sldId xmlns:r="http://schemas.openxmlformats.org/officeDocument/2006/relationships" id="295" r:id="R43e4513807fd4f84"/>
    <p:sldId xmlns:r="http://schemas.openxmlformats.org/officeDocument/2006/relationships" id="296" r:id="Rc783334f43bc4cc1"/>
    <p:sldId xmlns:r="http://schemas.openxmlformats.org/officeDocument/2006/relationships" id="297" r:id="R4867d65af5f6407a"/>
    <p:sldId xmlns:r="http://schemas.openxmlformats.org/officeDocument/2006/relationships" id="298" r:id="R968ee8ba60634dfc"/>
    <p:sldId xmlns:r="http://schemas.openxmlformats.org/officeDocument/2006/relationships" id="299" r:id="R33c2f158f534472c"/>
    <p:sldId xmlns:r="http://schemas.openxmlformats.org/officeDocument/2006/relationships" id="300" r:id="Rb5ccb72d95e04b39"/>
    <p:sldId xmlns:r="http://schemas.openxmlformats.org/officeDocument/2006/relationships" id="301" r:id="R48eccd4d2ce64a8d"/>
    <p:sldId xmlns:r="http://schemas.openxmlformats.org/officeDocument/2006/relationships" id="302" r:id="R3aeeba6c3e334e22"/>
    <p:sldId xmlns:r="http://schemas.openxmlformats.org/officeDocument/2006/relationships" id="303" r:id="R344de0403de14a15"/>
    <p:sldId xmlns:r="http://schemas.openxmlformats.org/officeDocument/2006/relationships" id="304" r:id="R4fb65452114f4c8c"/>
    <p:sldId xmlns:r="http://schemas.openxmlformats.org/officeDocument/2006/relationships" id="305" r:id="R93756b03e76647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e4651324854fd1" /><Relationship Type="http://schemas.openxmlformats.org/officeDocument/2006/relationships/slideMaster" Target="/ppt/slideMasters/slideMaster1.xml" Id="R22f2cfdc658d4ae4" /><Relationship Type="http://schemas.openxmlformats.org/officeDocument/2006/relationships/notesMaster" Target="/ppt/notesMasters/notesMaster1.xml" Id="R9ef95912386b4121" /><Relationship Type="http://schemas.openxmlformats.org/officeDocument/2006/relationships/presProps" Target="/ppt/presProps.xml" Id="Re24dcd39ba0548b9" /><Relationship Type="http://schemas.openxmlformats.org/officeDocument/2006/relationships/tableStyles" Target="/ppt/tableStyles.xml" Id="Rec212c2a2b3d4b65" /><Relationship Type="http://schemas.openxmlformats.org/officeDocument/2006/relationships/slide" Target="/ppt/slides/slide1.xml" Id="Rd622593a5ed74fdd" /><Relationship Type="http://schemas.openxmlformats.org/officeDocument/2006/relationships/slide" Target="/ppt/slides/slide2.xml" Id="Rdc02d1802dd54e20" /><Relationship Type="http://schemas.openxmlformats.org/officeDocument/2006/relationships/slide" Target="/ppt/slides/slide3.xml" Id="Reb90d7b079394d70" /><Relationship Type="http://schemas.openxmlformats.org/officeDocument/2006/relationships/slide" Target="/ppt/slides/slide4.xml" Id="R99a7c5b00d7f4919" /><Relationship Type="http://schemas.openxmlformats.org/officeDocument/2006/relationships/slide" Target="/ppt/slides/slide5.xml" Id="R89b9badb78ea446e" /><Relationship Type="http://schemas.openxmlformats.org/officeDocument/2006/relationships/slide" Target="/ppt/slides/slide6.xml" Id="R7dd412fe3e8c4bac" /><Relationship Type="http://schemas.openxmlformats.org/officeDocument/2006/relationships/slide" Target="/ppt/slides/slide7.xml" Id="R11c496e14893475a" /><Relationship Type="http://schemas.openxmlformats.org/officeDocument/2006/relationships/slide" Target="/ppt/slides/slide8.xml" Id="Ra6ca0f11a96b4ad9" /><Relationship Type="http://schemas.openxmlformats.org/officeDocument/2006/relationships/slide" Target="/ppt/slides/slide9.xml" Id="R743014d524a04f32" /><Relationship Type="http://schemas.openxmlformats.org/officeDocument/2006/relationships/slide" Target="/ppt/slides/slide10.xml" Id="R69df0885e79149f3" /><Relationship Type="http://schemas.openxmlformats.org/officeDocument/2006/relationships/slide" Target="/ppt/slides/slide11.xml" Id="R5394e9049a834ccf" /><Relationship Type="http://schemas.openxmlformats.org/officeDocument/2006/relationships/slide" Target="/ppt/slides/slide12.xml" Id="R35a46c7d1de6462f" /><Relationship Type="http://schemas.openxmlformats.org/officeDocument/2006/relationships/slide" Target="/ppt/slides/slide13.xml" Id="R93218596c303499a" /><Relationship Type="http://schemas.openxmlformats.org/officeDocument/2006/relationships/slide" Target="/ppt/slides/slide14.xml" Id="R6e94afe57af541fe" /><Relationship Type="http://schemas.openxmlformats.org/officeDocument/2006/relationships/slide" Target="/ppt/slides/slide15.xml" Id="R421f1245cac14864" /><Relationship Type="http://schemas.openxmlformats.org/officeDocument/2006/relationships/slide" Target="/ppt/slides/slide16.xml" Id="Rea8975ebd02449ad" /><Relationship Type="http://schemas.openxmlformats.org/officeDocument/2006/relationships/slide" Target="/ppt/slides/slide17.xml" Id="R55e7a7362a64462b" /><Relationship Type="http://schemas.openxmlformats.org/officeDocument/2006/relationships/slide" Target="/ppt/slides/slide18.xml" Id="R67afbd7599004478" /><Relationship Type="http://schemas.openxmlformats.org/officeDocument/2006/relationships/slide" Target="/ppt/slides/slide19.xml" Id="R783a9becd6bb4949" /><Relationship Type="http://schemas.openxmlformats.org/officeDocument/2006/relationships/slide" Target="/ppt/slides/slide20.xml" Id="R6e684c056a914523" /><Relationship Type="http://schemas.openxmlformats.org/officeDocument/2006/relationships/slide" Target="/ppt/slides/slide21.xml" Id="R0a88aa459b4f46b4" /><Relationship Type="http://schemas.openxmlformats.org/officeDocument/2006/relationships/slide" Target="/ppt/slides/slide22.xml" Id="R0c250c42c63b412f" /><Relationship Type="http://schemas.openxmlformats.org/officeDocument/2006/relationships/slide" Target="/ppt/slides/slide23.xml" Id="Re3eb7da387954940" /><Relationship Type="http://schemas.openxmlformats.org/officeDocument/2006/relationships/slide" Target="/ppt/slides/slide24.xml" Id="Re57c5b5093b4441c" /><Relationship Type="http://schemas.openxmlformats.org/officeDocument/2006/relationships/slide" Target="/ppt/slides/slide25.xml" Id="R36a12b09e2174f76" /><Relationship Type="http://schemas.openxmlformats.org/officeDocument/2006/relationships/slide" Target="/ppt/slides/slide26.xml" Id="R101b4844b4934bd3" /><Relationship Type="http://schemas.openxmlformats.org/officeDocument/2006/relationships/slide" Target="/ppt/slides/slide27.xml" Id="R855e525dfc0b4c78" /><Relationship Type="http://schemas.openxmlformats.org/officeDocument/2006/relationships/slide" Target="/ppt/slides/slide28.xml" Id="R8956f57db9524a1d" /><Relationship Type="http://schemas.openxmlformats.org/officeDocument/2006/relationships/slide" Target="/ppt/slides/slide29.xml" Id="R63bf6bfde1a746dd" /><Relationship Type="http://schemas.openxmlformats.org/officeDocument/2006/relationships/slide" Target="/ppt/slides/slide30.xml" Id="Rdf98460e0e914cb7" /><Relationship Type="http://schemas.openxmlformats.org/officeDocument/2006/relationships/slide" Target="/ppt/slides/slide31.xml" Id="R3b0268ddba734007" /><Relationship Type="http://schemas.openxmlformats.org/officeDocument/2006/relationships/slide" Target="/ppt/slides/slide32.xml" Id="R24d54aface7f42dd" /><Relationship Type="http://schemas.openxmlformats.org/officeDocument/2006/relationships/slide" Target="/ppt/slides/slide33.xml" Id="R099da2a3512641b5" /><Relationship Type="http://schemas.openxmlformats.org/officeDocument/2006/relationships/slide" Target="/ppt/slides/slide34.xml" Id="R01430290048c4694" /><Relationship Type="http://schemas.openxmlformats.org/officeDocument/2006/relationships/slide" Target="/ppt/slides/slide35.xml" Id="Rc9ec7f4a415e41e1" /><Relationship Type="http://schemas.openxmlformats.org/officeDocument/2006/relationships/slide" Target="/ppt/slides/slide36.xml" Id="R1b5790fccac94331" /><Relationship Type="http://schemas.openxmlformats.org/officeDocument/2006/relationships/slide" Target="/ppt/slides/slide37.xml" Id="R0e5bbeba09854fce" /><Relationship Type="http://schemas.openxmlformats.org/officeDocument/2006/relationships/slide" Target="/ppt/slides/slide38.xml" Id="R4b5350757ae94a39" /><Relationship Type="http://schemas.openxmlformats.org/officeDocument/2006/relationships/slide" Target="/ppt/slides/slide39.xml" Id="R0ed8b2b42ab942b4" /><Relationship Type="http://schemas.openxmlformats.org/officeDocument/2006/relationships/slide" Target="/ppt/slides/slide40.xml" Id="R43e4513807fd4f84" /><Relationship Type="http://schemas.openxmlformats.org/officeDocument/2006/relationships/slide" Target="/ppt/slides/slide41.xml" Id="Rc783334f43bc4cc1" /><Relationship Type="http://schemas.openxmlformats.org/officeDocument/2006/relationships/slide" Target="/ppt/slides/slide42.xml" Id="R4867d65af5f6407a" /><Relationship Type="http://schemas.openxmlformats.org/officeDocument/2006/relationships/slide" Target="/ppt/slides/slide43.xml" Id="R968ee8ba60634dfc" /><Relationship Type="http://schemas.openxmlformats.org/officeDocument/2006/relationships/slide" Target="/ppt/slides/slide44.xml" Id="R33c2f158f534472c" /><Relationship Type="http://schemas.openxmlformats.org/officeDocument/2006/relationships/slide" Target="/ppt/slides/slide45.xml" Id="Rb5ccb72d95e04b39" /><Relationship Type="http://schemas.openxmlformats.org/officeDocument/2006/relationships/slide" Target="/ppt/slides/slide46.xml" Id="R48eccd4d2ce64a8d" /><Relationship Type="http://schemas.openxmlformats.org/officeDocument/2006/relationships/slide" Target="/ppt/slides/slide47.xml" Id="R3aeeba6c3e334e22" /><Relationship Type="http://schemas.openxmlformats.org/officeDocument/2006/relationships/slide" Target="/ppt/slides/slide48.xml" Id="R344de0403de14a15" /><Relationship Type="http://schemas.openxmlformats.org/officeDocument/2006/relationships/slide" Target="/ppt/slides/slide49.xml" Id="R4fb65452114f4c8c" /><Relationship Type="http://schemas.openxmlformats.org/officeDocument/2006/relationships/slide" Target="/ppt/slides/slide50.xml" Id="R93756b03e76647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6ffa4694f944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5ae12256c24eed" /><Relationship Type="http://schemas.openxmlformats.org/officeDocument/2006/relationships/notesMaster" Target="/ppt/notesMasters/notesMaster1.xml" Id="R84ff906c309b46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c9e5684fbe4dfd" /><Relationship Type="http://schemas.openxmlformats.org/officeDocument/2006/relationships/notesMaster" Target="/ppt/notesMasters/notesMaster1.xml" Id="R7b3564d05c734c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ba2860701e472b" /><Relationship Type="http://schemas.openxmlformats.org/officeDocument/2006/relationships/notesMaster" Target="/ppt/notesMasters/notesMaster1.xml" Id="R4f23558d9de24f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f084f10f9247ee" /><Relationship Type="http://schemas.openxmlformats.org/officeDocument/2006/relationships/notesMaster" Target="/ppt/notesMasters/notesMaster1.xml" Id="R2460a633bc264e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79435ce8774948" /><Relationship Type="http://schemas.openxmlformats.org/officeDocument/2006/relationships/notesMaster" Target="/ppt/notesMasters/notesMaster1.xml" Id="R2fa939dcebec4f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9b26f95b1f4d11" /><Relationship Type="http://schemas.openxmlformats.org/officeDocument/2006/relationships/notesMaster" Target="/ppt/notesMasters/notesMaster1.xml" Id="R828184a2f32f4a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281ca9cb9d4630" /><Relationship Type="http://schemas.openxmlformats.org/officeDocument/2006/relationships/notesMaster" Target="/ppt/notesMasters/notesMaster1.xml" Id="R1a143c09759d41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3860eb9b6f444a" /><Relationship Type="http://schemas.openxmlformats.org/officeDocument/2006/relationships/notesMaster" Target="/ppt/notesMasters/notesMaster1.xml" Id="Rf2baddcffd5a47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3abd7639924093" /><Relationship Type="http://schemas.openxmlformats.org/officeDocument/2006/relationships/notesMaster" Target="/ppt/notesMasters/notesMaster1.xml" Id="Rad02dc8e04ee42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b6b0083a824657" /><Relationship Type="http://schemas.openxmlformats.org/officeDocument/2006/relationships/notesMaster" Target="/ppt/notesMasters/notesMaster1.xml" Id="R7165ad78afe246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ae65b0629f46e9" /><Relationship Type="http://schemas.openxmlformats.org/officeDocument/2006/relationships/notesMaster" Target="/ppt/notesMasters/notesMaster1.xml" Id="Red64de75699a43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9f477230684712" /><Relationship Type="http://schemas.openxmlformats.org/officeDocument/2006/relationships/notesMaster" Target="/ppt/notesMasters/notesMaster1.xml" Id="R3048d0b7c1c545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d011b2e01b4f3f" /><Relationship Type="http://schemas.openxmlformats.org/officeDocument/2006/relationships/notesMaster" Target="/ppt/notesMasters/notesMaster1.xml" Id="R31bbf1334a9c4f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de4515b30a4384" /><Relationship Type="http://schemas.openxmlformats.org/officeDocument/2006/relationships/notesMaster" Target="/ppt/notesMasters/notesMaster1.xml" Id="R29b16b0054e24d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5d9b647bb44e57" /><Relationship Type="http://schemas.openxmlformats.org/officeDocument/2006/relationships/notesMaster" Target="/ppt/notesMasters/notesMaster1.xml" Id="R657d0e6f078e44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e67160ac4c4580" /><Relationship Type="http://schemas.openxmlformats.org/officeDocument/2006/relationships/notesMaster" Target="/ppt/notesMasters/notesMaster1.xml" Id="R6f87473c021543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cfcf93a37f486f" /><Relationship Type="http://schemas.openxmlformats.org/officeDocument/2006/relationships/notesMaster" Target="/ppt/notesMasters/notesMaster1.xml" Id="Re70e06a7eaee4f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c2327083fb4513" /><Relationship Type="http://schemas.openxmlformats.org/officeDocument/2006/relationships/notesMaster" Target="/ppt/notesMasters/notesMaster1.xml" Id="Rc0c01c84032d4b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603625b7bd4c3b" /><Relationship Type="http://schemas.openxmlformats.org/officeDocument/2006/relationships/notesMaster" Target="/ppt/notesMasters/notesMaster1.xml" Id="Ra6afabbe342f42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60a21b8dd845d3" /><Relationship Type="http://schemas.openxmlformats.org/officeDocument/2006/relationships/notesMaster" Target="/ppt/notesMasters/notesMaster1.xml" Id="Rf51f0aadd1f64e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fa471c799d045a9" /><Relationship Type="http://schemas.openxmlformats.org/officeDocument/2006/relationships/notesMaster" Target="/ppt/notesMasters/notesMaster1.xml" Id="Rcd29270ee2ce4b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af6377a82d4cca" /><Relationship Type="http://schemas.openxmlformats.org/officeDocument/2006/relationships/notesMaster" Target="/ppt/notesMasters/notesMaster1.xml" Id="Ra986109685e745a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320986004241c7" /><Relationship Type="http://schemas.openxmlformats.org/officeDocument/2006/relationships/notesMaster" Target="/ppt/notesMasters/notesMaster1.xml" Id="Rb4eb6ddf4740470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82ed8733ce4b53" /><Relationship Type="http://schemas.openxmlformats.org/officeDocument/2006/relationships/notesMaster" Target="/ppt/notesMasters/notesMaster1.xml" Id="R7b7bd52db94f4e9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bc9beae8bbd4b6e" /><Relationship Type="http://schemas.openxmlformats.org/officeDocument/2006/relationships/notesMaster" Target="/ppt/notesMasters/notesMaster1.xml" Id="R8b7b6993c41f41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460197823149c0" /><Relationship Type="http://schemas.openxmlformats.org/officeDocument/2006/relationships/notesMaster" Target="/ppt/notesMasters/notesMaster1.xml" Id="R802eb77d92384c8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b75e649f2004ca9" /><Relationship Type="http://schemas.openxmlformats.org/officeDocument/2006/relationships/notesMaster" Target="/ppt/notesMasters/notesMaster1.xml" Id="R0351d935671744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6018ad74b34ba4" /><Relationship Type="http://schemas.openxmlformats.org/officeDocument/2006/relationships/notesMaster" Target="/ppt/notesMasters/notesMaster1.xml" Id="R37c46c5951c247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a80267650df4a65" /><Relationship Type="http://schemas.openxmlformats.org/officeDocument/2006/relationships/notesMaster" Target="/ppt/notesMasters/notesMaster1.xml" Id="R125b0604dd6a48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5275b91f452496e" /><Relationship Type="http://schemas.openxmlformats.org/officeDocument/2006/relationships/notesMaster" Target="/ppt/notesMasters/notesMaster1.xml" Id="R9533db9bd7104c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9ad66fd546d45d7" /><Relationship Type="http://schemas.openxmlformats.org/officeDocument/2006/relationships/notesMaster" Target="/ppt/notesMasters/notesMaster1.xml" Id="Rdf09e2ea8456424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717f583cf984498" /><Relationship Type="http://schemas.openxmlformats.org/officeDocument/2006/relationships/notesMaster" Target="/ppt/notesMasters/notesMaster1.xml" Id="R4e770b98e81a49c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80aa4208eff44ae" /><Relationship Type="http://schemas.openxmlformats.org/officeDocument/2006/relationships/notesMaster" Target="/ppt/notesMasters/notesMaster1.xml" Id="R9ad01f35ff7f45a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bf4ad7a754345de" /><Relationship Type="http://schemas.openxmlformats.org/officeDocument/2006/relationships/notesMaster" Target="/ppt/notesMasters/notesMaster1.xml" Id="Rde8da95b1687480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038c045a7c649a1" /><Relationship Type="http://schemas.openxmlformats.org/officeDocument/2006/relationships/notesMaster" Target="/ppt/notesMasters/notesMaster1.xml" Id="R7fa255c612cf483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12bb131131140c0" /><Relationship Type="http://schemas.openxmlformats.org/officeDocument/2006/relationships/notesMaster" Target="/ppt/notesMasters/notesMaster1.xml" Id="Rc2aa37335e09432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c959ef4422a40fd" /><Relationship Type="http://schemas.openxmlformats.org/officeDocument/2006/relationships/notesMaster" Target="/ppt/notesMasters/notesMaster1.xml" Id="Rf0952997227647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56d9f1743274089" /><Relationship Type="http://schemas.openxmlformats.org/officeDocument/2006/relationships/notesMaster" Target="/ppt/notesMasters/notesMaster1.xml" Id="R6fb1e316b5f74e3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da2bf57712c44dc" /><Relationship Type="http://schemas.openxmlformats.org/officeDocument/2006/relationships/notesMaster" Target="/ppt/notesMasters/notesMaster1.xml" Id="Raf215ad835b547c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0746e589f224f50" /><Relationship Type="http://schemas.openxmlformats.org/officeDocument/2006/relationships/notesMaster" Target="/ppt/notesMasters/notesMaster1.xml" Id="R698b688dd54b41c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5c0d7b465034403" /><Relationship Type="http://schemas.openxmlformats.org/officeDocument/2006/relationships/notesMaster" Target="/ppt/notesMasters/notesMaster1.xml" Id="R0074540b85f2482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9c0f77d9f354896" /><Relationship Type="http://schemas.openxmlformats.org/officeDocument/2006/relationships/notesMaster" Target="/ppt/notesMasters/notesMaster1.xml" Id="R89b8ac3fa07d449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9e2b5667cf14519" /><Relationship Type="http://schemas.openxmlformats.org/officeDocument/2006/relationships/notesMaster" Target="/ppt/notesMasters/notesMaster1.xml" Id="R1306bf46502649a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80bf8def8b948b8" /><Relationship Type="http://schemas.openxmlformats.org/officeDocument/2006/relationships/notesMaster" Target="/ppt/notesMasters/notesMaster1.xml" Id="R59d32a97e81c488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32edcf1d7ef4609" /><Relationship Type="http://schemas.openxmlformats.org/officeDocument/2006/relationships/notesMaster" Target="/ppt/notesMasters/notesMaster1.xml" Id="Rc75e14920b98490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b186f1bdd384791" /><Relationship Type="http://schemas.openxmlformats.org/officeDocument/2006/relationships/notesMaster" Target="/ppt/notesMasters/notesMaster1.xml" Id="R9f016bf0feb7437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92b68d912544750" /><Relationship Type="http://schemas.openxmlformats.org/officeDocument/2006/relationships/notesMaster" Target="/ppt/notesMasters/notesMaster1.xml" Id="R05da106dfd2d468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d3854f227064e6d" /><Relationship Type="http://schemas.openxmlformats.org/officeDocument/2006/relationships/notesMaster" Target="/ppt/notesMasters/notesMaster1.xml" Id="R72be166bbe334e4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b2cef854b0547e0" /><Relationship Type="http://schemas.openxmlformats.org/officeDocument/2006/relationships/notesMaster" Target="/ppt/notesMasters/notesMaster1.xml" Id="R68f22a656766413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d91d34f1a3a45b4" /><Relationship Type="http://schemas.openxmlformats.org/officeDocument/2006/relationships/notesMaster" Target="/ppt/notesMasters/notesMaster1.xml" Id="Ree9c4c1039a54b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cluster first, then the big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This is the internal cross-check slide. Reveal final status only after all rows are discussed.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roadmap row by row. Use it to set expectations for problem-solving and diagrams.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b2fb5c0f14e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cde54320304ecf" /><Relationship Type="http://schemas.openxmlformats.org/officeDocument/2006/relationships/slideLayout" Target="/ppt/slideLayouts/slideLayout1.xml" Id="R2da058ed33b94c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a058ed33b94c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b7da197e943f9" /><Relationship Type="http://schemas.openxmlformats.org/officeDocument/2006/relationships/notesSlide" Target="/ppt/notesSlides/notesSlide1.xml" Id="Rda8727934f524a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16bcdd4db4427" /><Relationship Type="http://schemas.openxmlformats.org/officeDocument/2006/relationships/notesSlide" Target="/ppt/notesSlides/notesSlide2.xml" Id="R8d21abc899fe4e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c90f921bc4d8d" /><Relationship Type="http://schemas.openxmlformats.org/officeDocument/2006/relationships/notesSlide" Target="/ppt/notesSlides/notesSlide3.xml" Id="R6681391c72a149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575743c494a93" /><Relationship Type="http://schemas.openxmlformats.org/officeDocument/2006/relationships/notesSlide" Target="/ppt/notesSlides/notesSlide4.xml" Id="R096656f7073c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f8023eda64cb9" /><Relationship Type="http://schemas.openxmlformats.org/officeDocument/2006/relationships/notesSlide" Target="/ppt/notesSlides/notesSlide5.xml" Id="R40169ede78764c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31d3e490c43a9" /><Relationship Type="http://schemas.openxmlformats.org/officeDocument/2006/relationships/notesSlide" Target="/ppt/notesSlides/notesSlide6.xml" Id="R55ee0f88441e4c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55c2a89f64d9d" /><Relationship Type="http://schemas.openxmlformats.org/officeDocument/2006/relationships/notesSlide" Target="/ppt/notesSlides/notesSlide7.xml" Id="R4b76c3982e2b4a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e5097073f4323" /><Relationship Type="http://schemas.openxmlformats.org/officeDocument/2006/relationships/notesSlide" Target="/ppt/notesSlides/notesSlide8.xml" Id="R68fa74daa6344c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1d2fdb3f043d6" /><Relationship Type="http://schemas.openxmlformats.org/officeDocument/2006/relationships/notesSlide" Target="/ppt/notesSlides/notesSlide9.xml" Id="R9405d46b8d2b41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b68d4dd584010" /><Relationship Type="http://schemas.openxmlformats.org/officeDocument/2006/relationships/notesSlide" Target="/ppt/notesSlides/notesSlide10.xml" Id="R937bf9b68df844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c82979fcc4b1e" /><Relationship Type="http://schemas.openxmlformats.org/officeDocument/2006/relationships/notesSlide" Target="/ppt/notesSlides/notesSlide11.xml" Id="R9ea222b7d9524b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ccc7ba96d4a68" /><Relationship Type="http://schemas.openxmlformats.org/officeDocument/2006/relationships/notesSlide" Target="/ppt/notesSlides/notesSlide12.xml" Id="R08cc6df0c30e4c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6e1fb415a4552" /><Relationship Type="http://schemas.openxmlformats.org/officeDocument/2006/relationships/notesSlide" Target="/ppt/notesSlides/notesSlide13.xml" Id="Ra58a8be6cecc4b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be646f08c465c" /><Relationship Type="http://schemas.openxmlformats.org/officeDocument/2006/relationships/notesSlide" Target="/ppt/notesSlides/notesSlide14.xml" Id="Re8c0967a013248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3fcaed9d14ab8" /><Relationship Type="http://schemas.openxmlformats.org/officeDocument/2006/relationships/notesSlide" Target="/ppt/notesSlides/notesSlide15.xml" Id="R3533b5b4d89842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9d6715aba4820" /><Relationship Type="http://schemas.openxmlformats.org/officeDocument/2006/relationships/notesSlide" Target="/ppt/notesSlides/notesSlide16.xml" Id="R188412a663f147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4c71f94e84ee1" /><Relationship Type="http://schemas.openxmlformats.org/officeDocument/2006/relationships/notesSlide" Target="/ppt/notesSlides/notesSlide17.xml" Id="R1f3bb46a91324b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38c82fd4c47fc" /><Relationship Type="http://schemas.openxmlformats.org/officeDocument/2006/relationships/notesSlide" Target="/ppt/notesSlides/notesSlide18.xml" Id="R3eca0cd0278748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6d557a0d94a3c" /><Relationship Type="http://schemas.openxmlformats.org/officeDocument/2006/relationships/notesSlide" Target="/ppt/notesSlides/notesSlide19.xml" Id="Rd44d01739d014de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d9da539594791" /><Relationship Type="http://schemas.openxmlformats.org/officeDocument/2006/relationships/notesSlide" Target="/ppt/notesSlides/notesSlide20.xml" Id="R670402a9075347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4b80ee22f4c2a" /><Relationship Type="http://schemas.openxmlformats.org/officeDocument/2006/relationships/notesSlide" Target="/ppt/notesSlides/notesSlide21.xml" Id="Rd8799b2287ec4b3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fba4088674321" /><Relationship Type="http://schemas.openxmlformats.org/officeDocument/2006/relationships/notesSlide" Target="/ppt/notesSlides/notesSlide22.xml" Id="R272c646a3f1c4d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9bac12337415c" /><Relationship Type="http://schemas.openxmlformats.org/officeDocument/2006/relationships/notesSlide" Target="/ppt/notesSlides/notesSlide23.xml" Id="R09243c6a8be240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6ee937b224b07" /><Relationship Type="http://schemas.openxmlformats.org/officeDocument/2006/relationships/notesSlide" Target="/ppt/notesSlides/notesSlide24.xml" Id="Ra75b9c603c234e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aebfb907d4ea1" /><Relationship Type="http://schemas.openxmlformats.org/officeDocument/2006/relationships/notesSlide" Target="/ppt/notesSlides/notesSlide25.xml" Id="R7b1281738d4642d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a423f080141bd" /><Relationship Type="http://schemas.openxmlformats.org/officeDocument/2006/relationships/notesSlide" Target="/ppt/notesSlides/notesSlide26.xml" Id="R2e3a9c4c69324f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2ddc35fec42f6" /><Relationship Type="http://schemas.openxmlformats.org/officeDocument/2006/relationships/notesSlide" Target="/ppt/notesSlides/notesSlide27.xml" Id="Rde186cf8ff3848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080be72a48c7" /><Relationship Type="http://schemas.openxmlformats.org/officeDocument/2006/relationships/notesSlide" Target="/ppt/notesSlides/notesSlide28.xml" Id="R89ad5a666c54407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659230a1045ec" /><Relationship Type="http://schemas.openxmlformats.org/officeDocument/2006/relationships/notesSlide" Target="/ppt/notesSlides/notesSlide29.xml" Id="R172efdd29214404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cc849884a409a" /><Relationship Type="http://schemas.openxmlformats.org/officeDocument/2006/relationships/notesSlide" Target="/ppt/notesSlides/notesSlide30.xml" Id="R3be586d133bd441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d68e088f044ab" /><Relationship Type="http://schemas.openxmlformats.org/officeDocument/2006/relationships/notesSlide" Target="/ppt/notesSlides/notesSlide31.xml" Id="Rccff583bbb6d472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814fb4021455f" /><Relationship Type="http://schemas.openxmlformats.org/officeDocument/2006/relationships/notesSlide" Target="/ppt/notesSlides/notesSlide32.xml" Id="R8a15b4ddab4147a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608c25cbf489e" /><Relationship Type="http://schemas.openxmlformats.org/officeDocument/2006/relationships/notesSlide" Target="/ppt/notesSlides/notesSlide33.xml" Id="R062a1b62c9834d8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8522591bd49db" /><Relationship Type="http://schemas.openxmlformats.org/officeDocument/2006/relationships/notesSlide" Target="/ppt/notesSlides/notesSlide34.xml" Id="R5c7ae75c97b5405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f7774fd1540ff" /><Relationship Type="http://schemas.openxmlformats.org/officeDocument/2006/relationships/notesSlide" Target="/ppt/notesSlides/notesSlide35.xml" Id="R85513e1d6feb42f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0a4a2fc9645b2" /><Relationship Type="http://schemas.openxmlformats.org/officeDocument/2006/relationships/notesSlide" Target="/ppt/notesSlides/notesSlide36.xml" Id="R8582302b100d42b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225c70af247f5" /><Relationship Type="http://schemas.openxmlformats.org/officeDocument/2006/relationships/notesSlide" Target="/ppt/notesSlides/notesSlide37.xml" Id="R75d00963a3a846b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8e0a1ec0c4563" /><Relationship Type="http://schemas.openxmlformats.org/officeDocument/2006/relationships/notesSlide" Target="/ppt/notesSlides/notesSlide38.xml" Id="R579dbede439847b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3dcd9db234c88" /><Relationship Type="http://schemas.openxmlformats.org/officeDocument/2006/relationships/notesSlide" Target="/ppt/notesSlides/notesSlide39.xml" Id="Re29882c55d0244a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5f7cde08a448c" /><Relationship Type="http://schemas.openxmlformats.org/officeDocument/2006/relationships/notesSlide" Target="/ppt/notesSlides/notesSlide40.xml" Id="R6bb8f5ab030b472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65d2c32b74ad3" /><Relationship Type="http://schemas.openxmlformats.org/officeDocument/2006/relationships/notesSlide" Target="/ppt/notesSlides/notesSlide41.xml" Id="R58462ac7c692485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6f1c7c58b45a0" /><Relationship Type="http://schemas.openxmlformats.org/officeDocument/2006/relationships/notesSlide" Target="/ppt/notesSlides/notesSlide42.xml" Id="R2fba6af1ea3543c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36a06543a4bbb" /><Relationship Type="http://schemas.openxmlformats.org/officeDocument/2006/relationships/notesSlide" Target="/ppt/notesSlides/notesSlide43.xml" Id="R245bde599d2d47a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dc2e3c16c49c1" /><Relationship Type="http://schemas.openxmlformats.org/officeDocument/2006/relationships/notesSlide" Target="/ppt/notesSlides/notesSlide44.xml" Id="Rc3ed7db2d860404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3aa52dfea4dcf" /><Relationship Type="http://schemas.openxmlformats.org/officeDocument/2006/relationships/notesSlide" Target="/ppt/notesSlides/notesSlide45.xml" Id="R4aa4791037f74e6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d82021a344fc2" /><Relationship Type="http://schemas.openxmlformats.org/officeDocument/2006/relationships/notesSlide" Target="/ppt/notesSlides/notesSlide46.xml" Id="R9b23da9cd7324f9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2bf8f8bb241cd" /><Relationship Type="http://schemas.openxmlformats.org/officeDocument/2006/relationships/notesSlide" Target="/ppt/notesSlides/notesSlide47.xml" Id="Rf93a4d1c67934ab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b1422737242ac" /><Relationship Type="http://schemas.openxmlformats.org/officeDocument/2006/relationships/notesSlide" Target="/ppt/notesSlides/notesSlide48.xml" Id="R8af1d8c0fbeb4d3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e8e4603a34c3f" /><Relationship Type="http://schemas.openxmlformats.org/officeDocument/2006/relationships/notesSlide" Target="/ppt/notesSlides/notesSlide49.xml" Id="Rd84e91fd4513499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626a9dbfa41bf" /><Relationship Type="http://schemas.openxmlformats.org/officeDocument/2006/relationships/notesSlide" Target="/ppt/notesSlides/notesSlide50.xml" Id="R735548ed2e6043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2BE2C-0E35-4889-AD1F-43C541BA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C3822-03AC-4ED7-8CA6-9527EBD7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</a:rPr>
              <a:t>BJT AC Models and Voltage Amplifiers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4C7D9-B29F-4D47-92AE-DB322BF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9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A2AFC-AFAB-405F-881C-AD398AF9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Base biased amplifier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Emitter biased amplifier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Small signal operation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AC beta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AC resistance of the emitter diode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Two-transistor models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Analyzing amplifier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Voltage amplifiers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D09AD-32F6-45DB-83D0-97099AF9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BBF68-551F-4E4B-B474-4B62B5C8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991FF-1B73-4CE3-86CA-56C03F50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7818E-4E96-427B-A4F6-915938A4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619FF-6283-4E79-80F3-7854F1D6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BDB54-8976-4597-BB87-BFE0FBB5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D45AC-61DD-43C6-BB51-CFAA6565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EB656-3CAB-44C5-8D98-4174A04F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01/50</a:t>
            </a:r>
          </a:p>
        </p:txBody>
      </p:sp>
    </p:spTree>
    <p:extLst>
      <p:ext uri="{BB962C8B-B14F-4D97-AF65-F5344CB8AC3E}">
        <p14:creationId xmlns:p14="http://schemas.microsoft.com/office/powerpoint/2010/main" val="843914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69DF95-2E84-49FA-A9C9-05EE6FDD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58552-1E13-4640-B558-5950B486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7BB45-ED91-4457-BF6D-9A37619D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FBE38-80D4-43F4-82F3-071E0A17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94D6F-856B-4748-8660-05B8B6AE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47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09061-FBC3-4033-9550-7553F351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44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12CA0-5E78-4FC0-AA1D-E3B1ABCE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1. Base biased amplifier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D32CC-0296-4813-9637-5E96576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2A456-265E-450E-B231-BDD19B4A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74517-DE01-4F67-AC8D-2AA71CE1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2. Emitter biased amplifier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0BD13-29ED-46B4-A51F-2F3A071E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0AEBF-12DC-4995-A06D-3157F142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33753-15BD-4330-A701-8B4613DF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3. Small signal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390DC-0DDC-40AE-B40D-A9AFFCA1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3234E-CA1E-4F8B-AF75-827D56C6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366EA-3D4E-4599-B2D5-91024DDA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4. AC beta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97DC2-67FB-4F13-BADE-6EFD9605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9DCF4-C005-42D7-8BA8-1EBB4CB4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BCD86-1F3A-49AF-9236-7D7D7579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5. AC resistance of the emitter diode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0D77C-D835-4C61-B70D-327583E0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382B5-2855-47D8-8A32-E8ADD899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09629-61CA-48C5-A15F-59F976E9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6. Two-transistor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8C683-854A-43AF-98B8-F80FF96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8565E-6187-4E5D-9AEA-23ABB336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AB696-1B9D-46DA-9208-1E96F0E8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7. Analyzing amplifier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00807-F0E0-4286-BC0F-DDA6EEFB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491F8A-0F74-41AA-815A-FD2B44B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160792-63D0-4B5C-9A22-17C0BB9E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8. Voltage amplifiers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25C91-AE6E-482D-A421-13795EE8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070C8-3F87-41AD-9202-2AF52497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B7138D-B7A5-4B35-A578-B516D340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9. Voltage gain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A6217E-7B55-44E5-BE1D-F9CA6D5B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D576A2-3115-42D6-991F-F1974342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8A6284-ED53-4ED4-AA74-449022E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10. Multistage amplifiers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0BAF5A-F8CC-40A1-B438-DA1CF0E7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89336D-F5A9-4B31-BAA6-C0C5C622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F0060C-A353-4BB3-ABD4-E0DC4039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11. CC amplifier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608872-765A-41F6-B9F6-1EF69C6B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DD5EDD-D0CE-45C9-A2FB-F3784F32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080F49-B2A7-4568-A1AF-A0BAA774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12. Output impedance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CE7006-9449-45D5-9F45-176B13BC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A58926-6DEE-46E8-9284-E722A46A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A86BDF-F35B-4E6E-AD7D-A064DE42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13. Cascading CE and CC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06CFC5-E6BB-44B3-A87E-DC04CA32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9FEC86-02BB-4002-BFDF-FB8F8D45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F9B88F-FBE2-47A7-BFEF-2B7627B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14. Darlington connections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E13818-6C1C-4FBA-8F1B-7A05CEAA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76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7752D8-B9BE-490D-9B7D-61C8C49A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76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C4D0C1-8A7B-4A21-9A51-6A1870B0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15. Voltage regulation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841B36-ECB4-49FD-A0F3-37F6C61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4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DB16F3-C739-4BE7-84BD-4292EF46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43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32C8CF-D4D7-444F-B116-1131385A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16. Common-base amplifier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E3FB2B-FD2F-4886-BFB6-8696A276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1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8359D6-DAC7-47C2-8C26-44FA737B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10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3E518D-7F49-46BB-BA29-CF3B91FB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9C7475-6968-4F5D-AC22-23EB82B2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02/50</a:t>
            </a:r>
          </a:p>
        </p:txBody>
      </p:sp>
    </p:spTree>
    <p:extLst>
      <p:ext uri="{BB962C8B-B14F-4D97-AF65-F5344CB8AC3E}">
        <p14:creationId xmlns:p14="http://schemas.microsoft.com/office/powerpoint/2010/main" val="1334366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02C0D-38C6-476D-A3A8-6C7D807B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949DE-CF31-4A57-AEA2-279EEA92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72A6E-5FA3-4762-AFAA-A045B13F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BE702-F717-4371-ADA7-0D09D41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Base biased amplifier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EA559-BBB4-4C72-B717-A8179F2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Emitter biased amplifier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77D3C-87DA-45DE-98BE-202F554A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Small signal 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94240-5F5D-44C0-9D65-BA280350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AC beta and emitter diode resistance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64E22-D244-4517-83F0-75C0A880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Two-transistor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859E6-0271-4F7D-9CB3-DD00A85D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Voltage amplifiers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1127E-FCB1-40B4-8AD5-0AEF7D3D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Multistage amplifiers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91BCA-9E6D-401C-85ED-40EF4717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CC amplifier and output impedance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D530F-C7DC-4C74-8BC1-F49E29F6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Darlington and voltage regulation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695F2-CAAF-4DC5-B1FF-357081A1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Common-base amplifier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28F27-D2CA-4C3E-BDF7-A0483E5F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circuit -&gt; analysis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3D931-FBEB-4097-9956-46EB013B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03/50</a:t>
            </a:r>
          </a:p>
        </p:txBody>
      </p:sp>
    </p:spTree>
    <p:extLst>
      <p:ext uri="{BB962C8B-B14F-4D97-AF65-F5344CB8AC3E}">
        <p14:creationId xmlns:p14="http://schemas.microsoft.com/office/powerpoint/2010/main" val="2048113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66735-223C-48A0-A544-6264A1E2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DF5DD-86C6-4F27-99CC-FC412263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ACD8C-6390-4BB4-9B23-680F2527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3C927-11AD-464B-8F3A-64448CC0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FC0AD-E371-4031-AD55-D3FDAACF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Av roughly -RC / re prime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D6B47-2A8D-4C6D-B905-AA26CBDF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CA2E3-1AFB-4F2D-9C3F-96C0621B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451CA-2E16-4432-A9F1-8A6A127D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Zin depends on bias network and beta 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77B64-0224-4076-A12E-A7A4D68B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8B851-11C0-4815-8879-30F8059B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9D921-E639-4178-AB66-A3A966C7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Overall gain = product of loaded stage gains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B1DEA-5205-4FA2-8AB8-59F01F8B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8125D-9F7E-4EC4-A781-43457709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A5BF7-8F33-4568-9D9F-1F6F5DB0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Emitter follower Av nearly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F8F17-99E8-46C2-AEEB-2B86DDB2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61FB2-B715-43C6-ACED-D1F7AC42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04/50</a:t>
            </a:r>
          </a:p>
        </p:txBody>
      </p:sp>
    </p:spTree>
    <p:extLst>
      <p:ext uri="{BB962C8B-B14F-4D97-AF65-F5344CB8AC3E}">
        <p14:creationId xmlns:p14="http://schemas.microsoft.com/office/powerpoint/2010/main" val="1354656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93AE9-6443-425D-8AC3-F51E7E03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78D1E-8EA1-4713-8D3E-3A9DDB9E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Base biased amplifier: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98A65-8CA7-4E3B-82F0-6C5CFD66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DB414-604D-41AF-8982-B6C8829E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Base bias fixes operating point so the BJT can amplify small AC variations.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C838F-38DB-4E42-B859-118956A1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bias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Q point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AC signal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coupling capacitor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95FA5-BD77-4913-A0F0-86C2EB1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9D122-753C-402C-BB06-4EC0844C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Bias must keep the transistor in active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74135-1F09-4ACD-98CA-470C8BE3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F75A0-A5F0-4E6C-A24C-ED3975C7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81DAF-6CBB-4DB5-A768-675D6866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3272C-1E9D-4FB6-B5F6-2B89B246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C99BB-093B-4E0A-9DB4-7A7F271E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2126A-C7AD-430F-A285-260B9AC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58E4B-7233-473D-B845-A0FBA71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F3279-D97E-4836-86D4-BF2EAD6A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05/50</a:t>
            </a:r>
          </a:p>
        </p:txBody>
      </p:sp>
    </p:spTree>
    <p:extLst>
      <p:ext uri="{BB962C8B-B14F-4D97-AF65-F5344CB8AC3E}">
        <p14:creationId xmlns:p14="http://schemas.microsoft.com/office/powerpoint/2010/main" val="1085323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29CDA-27A5-4BFF-BB6A-C4D5E7F0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793B7-E255-4B9A-B963-3D92D357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Base biased amplifier: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43D51-F3A8-44F6-8987-E6471B33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2D820-0F79-4098-A7C8-A745F05E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A0D2C-3B80-4C4F-8A30-7D224C66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A9134-F68D-41CC-9224-DEA512A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F94A4-FC29-4E1D-922B-C3A621FF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Bias must keep the transistor in active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E6D4C-2E57-4EF6-B78B-B9B29CEB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6703E-CE12-4D90-94EA-89D2BC33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BF4DE-96B2-4011-A65A-17255782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3481F-D31D-448E-AF23-372294F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70418-7045-40D9-A5FC-6AB401DB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ACADE-8877-445B-9C79-EE8D88F6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0560C-E01E-43D3-AD1E-3880919D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C0D25-6152-4547-892E-8A07C8D2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06/50</a:t>
            </a:r>
          </a:p>
        </p:txBody>
      </p:sp>
    </p:spTree>
    <p:extLst>
      <p:ext uri="{BB962C8B-B14F-4D97-AF65-F5344CB8AC3E}">
        <p14:creationId xmlns:p14="http://schemas.microsoft.com/office/powerpoint/2010/main" val="2041891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FCD72-D4F0-4B6D-A619-708F40D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100C0-745D-4365-9F8F-52F8ED0C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Base biased amplifier: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60886-B9F9-47B6-BB05-F60AF267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A6C6C-9B6C-4E85-B30D-5428FBB2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base biased amplifier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BB8CD-7741-4FB7-B434-3BA84F55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Bias must keep the transistor in active region.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0ED6C-737B-491E-AE3D-FFA91F12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02616-09A7-4D2C-B553-8EA68BC9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Bias must keep the transistor in active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88722-887F-4D6B-8FD9-1B1361FB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766C3-BA4A-40AC-B9C9-2522351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606A3-B4AF-4C32-B377-397A9366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E3FDB-B4DC-4564-9635-A4540C3E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072B1-A61E-4F5D-BF45-A907810D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FDA04-EDC8-4353-8C03-FBB9FAD9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4795C-46F2-44A4-AC69-93438F3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F6F47-7875-4C90-AF6B-52A1F5BC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07/50</a:t>
            </a:r>
          </a:p>
        </p:txBody>
      </p:sp>
    </p:spTree>
    <p:extLst>
      <p:ext uri="{BB962C8B-B14F-4D97-AF65-F5344CB8AC3E}">
        <p14:creationId xmlns:p14="http://schemas.microsoft.com/office/powerpoint/2010/main" val="13363850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9A4DC-5D4C-4DFE-90E4-118A1F5F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FB42F-F4BE-4789-894B-5E04ADAE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Base biased amplifier: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FE29E-916D-4BEF-B2AC-37263FE0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9A95B-5903-4F95-9161-2FD1ED24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base biased amplifier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5545F-3132-43EE-BA94-D918B4C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bias path and Q point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E8524-3FED-4172-8DC8-8F9A49C2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E762B-D4F7-4DF9-B339-87E2E065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Bias must keep the transistor in active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B71F6-1F03-4734-BCBB-96D5F986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182A0-7E5A-4345-8A22-FA633949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1D505-E266-4FC3-A706-D1C6D15C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4C2DF-70A9-4FD2-9F28-0157DF04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D82DD-CA6F-4576-8A8A-8A26E468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E4170-B63F-4961-8972-A08C1EEC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600BF-3EB7-44FD-B893-2FE3C2D7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CA2D1-64BA-4025-94DE-35273CD9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08/50</a:t>
            </a:r>
          </a:p>
        </p:txBody>
      </p:sp>
    </p:spTree>
    <p:extLst>
      <p:ext uri="{BB962C8B-B14F-4D97-AF65-F5344CB8AC3E}">
        <p14:creationId xmlns:p14="http://schemas.microsoft.com/office/powerpoint/2010/main" val="591673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AED48-59D8-4810-80DA-8D9D88CF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E7EC9-D4C1-4924-B468-FD8EB553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Emitter biased amplifier: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DE771-472E-4EDA-8831-AB0746B2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AABE3-315E-4389-91D7-FD21EB9C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Emitter bias improves stability by adding negative feedback in DC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713B9-BEA8-409F-B173-2CE20C7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emitter resistor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thermal stability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bypass capacitor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65E06-353E-4C46-A77A-BF3A4230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12A54-5B4B-4408-B898-30DF807B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Stability and gain are traded through emitter resistance.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E0973-AB49-4CAD-966B-084DFBCA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9FFB9-408E-4004-8431-EF272800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75D36-CA1F-41D6-BC25-4817A61E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0761F-9735-4327-A7C2-AB89144A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4D28C-8D22-48FC-BEFF-F1777A7A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C5217-2FEB-4AB1-A1E5-761B16E1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FC428-7CDD-4559-9BA1-AE8251C6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CC371-4B9E-49C4-A405-9164E6C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09/50</a:t>
            </a:r>
          </a:p>
        </p:txBody>
      </p:sp>
    </p:spTree>
    <p:extLst>
      <p:ext uri="{BB962C8B-B14F-4D97-AF65-F5344CB8AC3E}">
        <p14:creationId xmlns:p14="http://schemas.microsoft.com/office/powerpoint/2010/main" val="599448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69642-1460-41AE-9D5E-6DC5AF61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3F122-5050-4FBA-9916-2BA3CF35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Emitter biased amplifier: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7197F-248C-43F6-9F88-5BFABDEA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65C69-8014-41FD-A43E-BD1516CC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75BD3-4C79-4FB0-A32C-3D09B4D7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BC7D8-16A5-4AFF-AA37-2A98D710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41F86-FEEB-42E0-B86D-C08484F0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Stability and gain are traded through emitter resistance.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D7B5C-1D7F-4EC5-A27A-E6DD34D6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F7603-A437-40A5-841F-7421FF11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C95E6-6728-4B55-BB9B-BEE543EE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8898A-6E00-4848-AA20-E68FA2A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517F8-8A2F-4CAE-9DE8-59AB6A99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A6E11-92C1-4D0F-AD94-145D67E1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F2A50-95AB-41BC-9560-86694828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82754-D258-4CD1-81D1-341DDDEE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10/50</a:t>
            </a:r>
          </a:p>
        </p:txBody>
      </p:sp>
    </p:spTree>
    <p:extLst>
      <p:ext uri="{BB962C8B-B14F-4D97-AF65-F5344CB8AC3E}">
        <p14:creationId xmlns:p14="http://schemas.microsoft.com/office/powerpoint/2010/main" val="1333352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56DC1-9608-46DD-A569-DD75B8EE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D0ED6-F89F-4DD5-AB7C-A3BE1FD5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Emitter biased amplifier: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A7453-B750-4A2B-9683-2B4C4E37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CCD74-090C-471F-A9DA-617AF1B8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emitter biased amplifier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C3F05-3F7B-413F-8111-9A0C8375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Stability and gain are traded through emitter resistance.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4F408-5135-4A9A-BDC3-3F4C5B90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E7FC6-2095-41E4-972F-CA50551C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Stability and gain are traded through emitter resistance.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D36A7-735F-42F6-AAFC-A1036E12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193C5-08C7-4BBB-B555-BE4FE3B2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35696-1D40-4840-AC11-C02577E2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6A510-576E-4953-80A5-99CEE8C6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3A572-C7DB-40A6-B3DC-45473DD4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73F0E-7292-4FC4-B8A4-22408860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B6F63-C8FA-4F92-BBFD-3CB3905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4B85F-DAAF-491F-A2AE-8768556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11/50</a:t>
            </a:r>
          </a:p>
        </p:txBody>
      </p:sp>
    </p:spTree>
    <p:extLst>
      <p:ext uri="{BB962C8B-B14F-4D97-AF65-F5344CB8AC3E}">
        <p14:creationId xmlns:p14="http://schemas.microsoft.com/office/powerpoint/2010/main" val="3665732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13460-21F4-4DE1-99CD-A785888E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07B00-DB2D-4B56-B80A-75C4748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Emitter biased amplifier: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A9AD3-1735-43EE-BDD9-F39FE591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38D18-539F-49BC-8267-7B7F9A9E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emitter biased amplifier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EBE8D-EB75-438B-8461-399807E5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emitter resistor and thermal stability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21AD4-FCDF-458D-9EAE-532B25D7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A0201-EA93-498B-87E7-75891796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Stability and gain are traded through emitter resistance.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E1706-75B0-4C53-BB8E-EEC984B3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7613F-1FF5-467F-AF24-A9137EC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F52E8-A841-43F2-9033-A8B7C1C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08344-13A8-470A-BA9D-7A0C6B8D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E0CA7-F286-4FFA-B07E-91C3A834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BC3BD-1521-4FC4-A182-89A9183E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83F2C-A56E-4597-9103-963277FC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81E27-58E5-4BDF-9D45-B69481FA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12/50</a:t>
            </a:r>
          </a:p>
        </p:txBody>
      </p:sp>
    </p:spTree>
    <p:extLst>
      <p:ext uri="{BB962C8B-B14F-4D97-AF65-F5344CB8AC3E}">
        <p14:creationId xmlns:p14="http://schemas.microsoft.com/office/powerpoint/2010/main" val="1317254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0CE86-B85A-45F0-A8E5-5AF238B4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30F92-D5F8-4D8C-ADA0-B9C246A9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Small signal operation: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B3C37-C121-405A-A2A1-78ACB5CE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D6C74-FE2F-46EC-87CC-82E291C4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Small-signal analysis replaces nonlinear curves with local linear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1A96D-F36B-44E9-93E2-4ECE4E67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incremental signal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active region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linearization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Q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F4D6-78F9-4F98-8E0A-9BE64EF9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9A115-BE32-42A5-87DA-CA31653E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Amplifier math is built around the operating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7F9D4-0E94-4997-B7A0-8A9C432B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0D54C-8BEB-4D67-8481-CD3AED1C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652A8-0EBB-4E27-80FA-AB6F646F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EEF76-3272-4252-9E0A-F1A7F2F4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43665-629F-4173-A5B4-5179B95C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B76C9-347D-4DF2-8525-646C8582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916E6-BA99-463E-B3CD-1CAD5A89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E8773-533E-4272-BCC3-F16B6B43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13/50</a:t>
            </a:r>
          </a:p>
        </p:txBody>
      </p:sp>
    </p:spTree>
    <p:extLst>
      <p:ext uri="{BB962C8B-B14F-4D97-AF65-F5344CB8AC3E}">
        <p14:creationId xmlns:p14="http://schemas.microsoft.com/office/powerpoint/2010/main" val="20128694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04BC2-C47C-43C9-AC23-4B42BEB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07642-2133-40DE-8FCC-3CC73D2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Small signal operation: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316D6-3A0F-4F93-86AD-C8A4F5C7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F54E3-5EAE-445D-968B-FA5B50F4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92A54-8D4A-4748-A64D-75F5E42A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BBAA4-435B-472D-8ADD-DE0964A6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E6F56-8E11-4607-8C13-4D46D6C1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Amplifier math is built around the operating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E5521-056C-4D2E-AF18-77C859E0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BF62C-7DC5-487F-BDFD-E2DC00E2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A8E8A-ED04-4A35-AFFF-1FDF37A2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DD978-3C6C-48A9-BF03-733471E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BA818-BC00-4425-BBD3-90914DFD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B32C2-61A4-4869-BFF8-88D8CBB9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0F57A-E747-4918-9DCF-8887BF3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5962B-6FB9-4E95-8625-F488A7E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14/50</a:t>
            </a:r>
          </a:p>
        </p:txBody>
      </p:sp>
    </p:spTree>
    <p:extLst>
      <p:ext uri="{BB962C8B-B14F-4D97-AF65-F5344CB8AC3E}">
        <p14:creationId xmlns:p14="http://schemas.microsoft.com/office/powerpoint/2010/main" val="6652533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735B1-E8B3-4DDB-8FA8-C60D35A8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ED349-A2A2-4B63-8741-8DE81739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Small signal operation: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70B62-6ECF-4C60-A750-4EF7B0DB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DD972-AA4E-4BED-84BE-185D78FB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small signal operation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A0813-57B2-4844-982E-B9835F42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Amplifier math is built around the operating 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E0772-8DA0-4779-A06F-726BF605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B3E94-0360-490E-A0D1-847697D6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Amplifier math is built around the operating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4B2E6-DFC4-47D1-ABEE-2D3292F1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95FEF-45BE-46FD-B723-0A0FCF9F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7A7DD-6F95-4B71-B35F-F668491E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D48E0-B85A-4DC1-9E73-6807E7A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F209D-FBDD-4D9A-827A-978CA66D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CB252-477C-470E-8F2F-C63D0CD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57665-9946-414D-96AE-790D88B8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9DABE-32AC-4F6F-A1DB-724CD1CD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15/50</a:t>
            </a:r>
          </a:p>
        </p:txBody>
      </p:sp>
    </p:spTree>
    <p:extLst>
      <p:ext uri="{BB962C8B-B14F-4D97-AF65-F5344CB8AC3E}">
        <p14:creationId xmlns:p14="http://schemas.microsoft.com/office/powerpoint/2010/main" val="8330810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BB35C-7577-4CEF-97A3-F3223E2F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9C8D7-F370-466C-84C6-4E33F377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Small signal operation: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CD138-09CE-4729-B18F-4F39DBC8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E1AEC-1627-40A0-A980-53DE9B9C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small signal operation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99BEA-CAFE-4665-88F5-82549678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incremental signal and active region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A1E17-9E90-445F-90C1-5EE2A0B9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A36E4-71C7-4ACF-9A60-DB5872F5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Amplifier math is built around the operating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79C45-B532-416D-8C5E-5217019C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CBC18-9C5C-43DA-9DCA-75F92B4E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0FE77-F23E-4FB6-8530-B93BB4A8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DEA69-4BFC-4351-8E27-C680DAE2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C3878-AB78-430A-AC8D-D6926DE3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35C56-4A13-4108-8D0D-8E7CE980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9C079-ED4F-4B9A-A3C9-14F77CD3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A6477-FB7B-4CAC-86D6-E5739371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16/50</a:t>
            </a:r>
          </a:p>
        </p:txBody>
      </p:sp>
    </p:spTree>
    <p:extLst>
      <p:ext uri="{BB962C8B-B14F-4D97-AF65-F5344CB8AC3E}">
        <p14:creationId xmlns:p14="http://schemas.microsoft.com/office/powerpoint/2010/main" val="16890726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3312B-AC3F-4BA9-A55F-7B80FF02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342DF-1957-449B-AB12-E2F254F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AC beta and emitter diode resistance: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8EC98-E39B-4750-9849-1FFA726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D0E06-A45A-48C6-A5E0-7C0E5616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AC beta relates collector signal current to base signal current; emitter resistance sets gain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06EDA-0AB7-4039-BBB2-835CF1BD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beta_ac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 prime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thermal voltage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emitter current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75C44-5449-40E2-B21E-DEEB8BB7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C2B44-161C-41C5-97F5-9B3F156E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 prime falls as emitter current rises.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94D5B-DD49-40DF-8D9F-34348836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EFEE8-CC44-4873-94B7-FB2ECEAC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F24D5-7A17-46FD-917B-10CF38DB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FD821-90A2-4FFF-8756-6A72413F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8F578-DD78-4F50-B4D9-C33CFF51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F78DF-EBAF-4584-9A55-56A79B44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EE457-20CC-4889-AC4E-93C3D690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574A8-8ED6-4411-A9ED-B3EA725C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17/50</a:t>
            </a:r>
          </a:p>
        </p:txBody>
      </p:sp>
    </p:spTree>
    <p:extLst>
      <p:ext uri="{BB962C8B-B14F-4D97-AF65-F5344CB8AC3E}">
        <p14:creationId xmlns:p14="http://schemas.microsoft.com/office/powerpoint/2010/main" val="10140410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D3D60-F6EC-409D-836F-8E64DF35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0E825-661A-40AD-B7DF-F579FA46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AC beta and emitter diode resistance: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85590-E9A4-4E12-B5A9-3C0D1BA9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16989-9576-4E35-94AE-36C351EB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E379D-11FD-4CAD-83D5-D478FFB5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C1205-DD13-4A61-A753-F3700533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F53A2-99C7-4F56-B8DC-574C931C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 prime falls as emitter current rises.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CAE5F-091F-4EA1-B5B6-3CD6191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61DAE-3CE1-45F8-A14B-3B3ECAE8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300F1-3CA4-4B71-A33C-23DEEA8C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86CE5-416C-4642-A4CC-7F094F83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6518F-3222-4A46-AF52-BCC21D15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16E9B-25AD-445A-B894-9C266326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AE917-2C48-4CF8-AA1D-120E1309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05933-EB68-4B7F-BE92-6426EDCA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18/50</a:t>
            </a:r>
          </a:p>
        </p:txBody>
      </p:sp>
    </p:spTree>
    <p:extLst>
      <p:ext uri="{BB962C8B-B14F-4D97-AF65-F5344CB8AC3E}">
        <p14:creationId xmlns:p14="http://schemas.microsoft.com/office/powerpoint/2010/main" val="16862657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7F0AA-1740-4D04-85C0-A8F79320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F05B7-593C-4659-B8AF-52A473A2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AC beta and emitter diode resistance: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BC0A5-FF9B-4E96-9BBF-3F526A7F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75C54-4E03-49F8-B13B-D35DF142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ac beta and emitter diode resistance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8F37B-4A3E-4749-8B00-DEE62838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re prime falls as emitter current rises.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D07F1-CECC-44F0-921F-6376FE0B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D83C-825C-415F-87C5-73642EE9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 prime falls as emitter current rises.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266CC-4204-4ECA-AEA3-460321CC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62E58-0B64-455B-B61B-3A351CDC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58FA6-6FC3-46E5-9EE0-CCC12903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C433A-DAAC-41A7-8796-1C1EA73C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E6A92-2734-4195-B9E0-E63E426B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CAA60-045F-4129-BEE0-005F3C2E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5BAC3-6425-4F8F-BDAD-67B951E2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B7D6B-7909-4630-9CDD-C68075B9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19/50</a:t>
            </a:r>
          </a:p>
        </p:txBody>
      </p:sp>
    </p:spTree>
    <p:extLst>
      <p:ext uri="{BB962C8B-B14F-4D97-AF65-F5344CB8AC3E}">
        <p14:creationId xmlns:p14="http://schemas.microsoft.com/office/powerpoint/2010/main" val="5925327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110AA-5240-4199-A756-B52AFF77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B2234-14D8-482B-8D1D-AB3DD5B6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AC beta and emitter diode resistance: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EEC4B-4EA0-422C-89D1-88DF8537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0AAAC-53CE-4954-BDA3-9282A454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ac beta and emitter diode resistance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684C7-A3A5-44AC-A09B-8AFFBDFE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beta_ac and re prime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50422-91E2-418F-8E7C-8F614093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25D42-EA20-4B88-9D03-0317A147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re prime falls as emitter current rises.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C6D49-5112-4748-B910-A6C3BFCB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53989-9A75-4E36-9E41-8973B861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98CEF-8F2A-4955-82E8-F44BD663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3F8A6-4522-4BB7-9B51-5273BED6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0E079-DE1B-4BA4-98C9-4D98BB61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84F94-2698-44A0-A739-EAEF6AED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774F7-9663-4677-8D2C-2D8D5551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D2902-94CE-4103-9CD9-06DA35D8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20/50</a:t>
            </a:r>
          </a:p>
        </p:txBody>
      </p:sp>
    </p:spTree>
    <p:extLst>
      <p:ext uri="{BB962C8B-B14F-4D97-AF65-F5344CB8AC3E}">
        <p14:creationId xmlns:p14="http://schemas.microsoft.com/office/powerpoint/2010/main" val="16298716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1258A-23B9-4741-AB7F-0FBBBDA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37B27-B466-48BE-921C-080FA896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Two-transistor models: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F8F93-8167-47D1-BCDD-5D146F63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09CB7-807E-46E9-8F11-75821F8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Models simplify the BJT into resistances and controlled 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05382-428F-46F0-86FC-CA12B7A2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hybrid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current gain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DB630-29E8-4C49-ACFF-5FBD41D0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C5EDA-9FD1-4E96-9FFD-66D666D0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Choose the model that makes the circuit easiest to analyze.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DC2EE-9180-450F-92C0-1DD249B0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FCC65-70EE-4F40-94FE-8202E835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05C74-F896-498B-BC1A-E2330E0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10B89-5D8D-4F68-B873-880BB890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C7B33-E166-4B51-95F7-8BF336B2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F1456-1733-4F13-B6A6-D1D6F320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799B8-8F49-4F23-8854-BEEF7C5C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83677-EBCE-40CA-8538-1CBBA2A8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21/50</a:t>
            </a:r>
          </a:p>
        </p:txBody>
      </p:sp>
    </p:spTree>
    <p:extLst>
      <p:ext uri="{BB962C8B-B14F-4D97-AF65-F5344CB8AC3E}">
        <p14:creationId xmlns:p14="http://schemas.microsoft.com/office/powerpoint/2010/main" val="19326848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101AB-B400-4E2B-92A0-13354A1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62A23-3D1A-4D3E-A095-0D92C832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Two-transistor models: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C7E56-01A1-493F-8DE5-972EC9FB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24866-BF31-4083-9B0D-268881FE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2B4AD-09A1-4E42-9D14-A605974D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7562D-9C21-4FD2-B02C-C992572E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6FF16-D826-4920-B18C-60F0B49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Choose the model that makes the circuit easiest to analyze.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39D8F-C47C-4AFD-8E25-95273EEC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F6148-9E49-41A3-94F9-3BC525D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98EAC-3F0D-4AA4-82E5-74372144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AC8AB-64CE-46AD-A78E-6DCF736C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73F1F-F647-481D-BA33-46F16EEA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68DD0-AD06-432D-B031-28A51252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DB434-8FDC-43E5-AE41-EC03BA6E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A24E8-D468-4189-8393-32544EB5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22/50</a:t>
            </a:r>
          </a:p>
        </p:txBody>
      </p:sp>
    </p:spTree>
    <p:extLst>
      <p:ext uri="{BB962C8B-B14F-4D97-AF65-F5344CB8AC3E}">
        <p14:creationId xmlns:p14="http://schemas.microsoft.com/office/powerpoint/2010/main" val="1802017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5529A-78A2-4A41-A5E5-10FCA67E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F1DF0-7A55-42D8-B13E-4E43501C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Two-transistor models: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84F56-3F2D-4C78-940A-648B234A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0D934-AE55-4A45-90C1-7551C1BE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two-transistor models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F3E0A-B573-4BDE-A6E5-BE21D020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Choose the model that makes the circuit easiest to analyze.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623C8-BCA9-4551-98FC-417DE6E3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A3D6F-C4B7-4C11-ABA1-FCE19632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Choose the model that makes the circuit easiest to analyze.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8830F-FEF8-4B90-9996-3F1C6882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7E975-E79E-4545-9306-58D78328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69279-4164-4843-A4A5-B05EF80F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140DA-0C83-40AE-A911-689EE803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B618E-F5E2-4315-994F-498C0064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80D82-2E57-47A8-A2E8-08D38FAB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1B4B5-A75A-4A6B-A2D3-BBFE6C0D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D9209-6FBB-46D4-AC9F-CE0388F8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23/50</a:t>
            </a:r>
          </a:p>
        </p:txBody>
      </p:sp>
    </p:spTree>
    <p:extLst>
      <p:ext uri="{BB962C8B-B14F-4D97-AF65-F5344CB8AC3E}">
        <p14:creationId xmlns:p14="http://schemas.microsoft.com/office/powerpoint/2010/main" val="1541485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0ABB7-7582-47A8-BB7F-AB0B9411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89CD1-1F88-4106-BCC1-15D4198A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Two-transistor models: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9FA66-6062-4C65-A857-048A578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36180-28D3-4BC1-877A-6E36920C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two-transistor models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3C5F2-86F9-4F6D-B711-BDD10108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r model and hybrid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F3A2D-D450-47CC-A9E6-151321E3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E3D25-BF3D-4EDB-9AE2-C4280F77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Choose the model that makes the circuit easiest to analyze.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38A14-9029-4BFA-9B5F-5D5D3A24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D8ECB-2BB6-4B31-ABAB-9BCFF726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F92DE-45BE-4513-AA76-6AC779D6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F9380-C737-4090-9EBB-EBC9897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B5217-C129-441E-81E9-ED4E94BE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9484D-B8E3-44AD-89A0-3553F48B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57397-B9B3-41B6-9B63-983AF82E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1E450-EA86-43B7-97C2-71C91E10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24/50</a:t>
            </a:r>
          </a:p>
        </p:txBody>
      </p:sp>
    </p:spTree>
    <p:extLst>
      <p:ext uri="{BB962C8B-B14F-4D97-AF65-F5344CB8AC3E}">
        <p14:creationId xmlns:p14="http://schemas.microsoft.com/office/powerpoint/2010/main" val="13285799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FB7A6-B347-4963-814E-0335119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AEF39-3524-4E3E-AEA7-6D54BEB8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Voltage amplifiers: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579D2-BE60-4931-BBF9-69354489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0ADB5-5C63-4E6B-845C-B66FF500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voltage amplifier converts small input voltage changes into larger output voltage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2032C-8DDC-4D55-AA23-D1612235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output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phase inversion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F11EE-4708-4331-B799-88D6800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D5BF0-0E87-4275-B6E3-CB528BF2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Common-emitter stages give voltage gain and phase inversion.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01A4A-B953-4000-91B5-E404877F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7D9E6-E3B7-4ACC-98A3-A3B6C9EF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FB898-3D33-421A-9A55-C7C4BB48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63057-DC4C-401D-8B6E-76595925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99E0F-024F-49F0-917D-0B63C989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B5981-0EE2-48B4-95B8-B4002BDE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7207A-59BC-4B5D-B409-53A69000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4E462-6C31-4C1F-A8AE-6CB133C4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25/50</a:t>
            </a:r>
          </a:p>
        </p:txBody>
      </p:sp>
    </p:spTree>
    <p:extLst>
      <p:ext uri="{BB962C8B-B14F-4D97-AF65-F5344CB8AC3E}">
        <p14:creationId xmlns:p14="http://schemas.microsoft.com/office/powerpoint/2010/main" val="6367326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462BA-35E7-414A-9BBC-51684DC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E320C-4C46-4014-A304-059E2537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Voltage amplifiers: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51536-6601-4EE4-A4B9-19C802C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F8F69-2F53-4E1F-8B98-A21CBF91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2EE1F-6E2D-4181-9F6E-308D4B8A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49B65-A9BC-4D7E-B375-8ED7C304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35A84-80F8-4169-B1D0-A45E8C16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Common-emitter stages give voltage gain and phase inversion.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B36E5-EAA5-46C2-B29F-8000E837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93E33-6A02-439D-B270-6148AAB9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21FCC-4209-441C-900D-92D4E2C1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1DAF0-1E57-4691-AD21-F90103CF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9129A-4439-4538-8265-D00B218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C48EF-A057-4F5C-BABD-1EC341E6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E940F-E0D2-45F1-B49B-5BB9FAF7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96941-3D38-4475-A24B-8A149375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26/50</a:t>
            </a:r>
          </a:p>
        </p:txBody>
      </p:sp>
    </p:spTree>
    <p:extLst>
      <p:ext uri="{BB962C8B-B14F-4D97-AF65-F5344CB8AC3E}">
        <p14:creationId xmlns:p14="http://schemas.microsoft.com/office/powerpoint/2010/main" val="17115581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8A2D4-BA37-4FD8-BC2E-FF05A2A4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50A02-711D-460D-A908-CBC538F5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Voltage amplifiers: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680B5-8EC8-41F4-8A95-AFFCF8EA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BC415-D417-4F6B-BDA6-5B97E226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voltage amplifiers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EEB0D-E2C6-4898-8EEA-E553DA3E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Common-emitter stages give voltage gain and phase inversion.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AAEBF-F475-4BD5-B9EA-DD793571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5A3F3-06B1-4601-9245-CD964627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Common-emitter stages give voltage gain and phase inversion.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6828A-2667-46D6-8D3B-FEEB17D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785B3-691C-48DF-AA9B-7D5A943E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4FCFE-A8CB-45A4-B63F-F9283913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52630-36DD-49CC-9756-AEF53F4F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42488-9D5B-4D50-9945-5BE6E759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6A107-5A72-4140-A8B1-8FAAB663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3E998-371D-4E1C-A93E-CCC02C71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B02BA-CAFC-4307-B7CF-D8B43887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27/50</a:t>
            </a:r>
          </a:p>
        </p:txBody>
      </p:sp>
    </p:spTree>
    <p:extLst>
      <p:ext uri="{BB962C8B-B14F-4D97-AF65-F5344CB8AC3E}">
        <p14:creationId xmlns:p14="http://schemas.microsoft.com/office/powerpoint/2010/main" val="20491088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EAE4B-B0D3-4EF8-8445-FB19913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22260-901E-4EDF-9077-75A8E90A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Voltage amplifiers: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0B72C-CA05-4827-A1E4-45EF66E9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CE17D-9F82-4C9A-AF61-3A5AB0B0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voltage amplifiers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EF8B6-7C0D-465F-9BBF-96A16102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input and output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8A95C-9E3D-423F-9504-47CAF16A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822F8-0E24-4125-922C-8D35474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Common-emitter stages give voltage gain and phase inversion.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90EB9-85A4-42A7-9393-2F3B33AA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E0A7B-7678-4A64-8976-2708684C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EAC06-02C3-4646-93CC-5EA35D0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0AF9A-2111-4E89-A540-C9221261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0ED21-D9F7-439E-B117-4D982C35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C8193-9DAB-4999-9DFC-D5E0938C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BF43C-411E-4407-936C-926D5648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39597-50DC-47DD-BA8A-044AE513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28/50</a:t>
            </a:r>
          </a:p>
        </p:txBody>
      </p:sp>
    </p:spTree>
    <p:extLst>
      <p:ext uri="{BB962C8B-B14F-4D97-AF65-F5344CB8AC3E}">
        <p14:creationId xmlns:p14="http://schemas.microsoft.com/office/powerpoint/2010/main" val="14762694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B244F-E808-4141-87F3-C88A47C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C5731-56A5-44A2-BA83-80960FA3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Multistage amplifiers: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539EA-53CB-4CD4-9952-3863837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84D8A-5BCA-4924-BDEB-FD0538FB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Cascaded stages multiply gain but interact through impedances.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2FBCB-EC9C-4C3B-8E01-AB01A154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stage gain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loading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coupling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overall gain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C6514-9051-4B00-854F-C75E92EB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50EEB-DDBA-42F9-8C61-A7D53AD5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Overall gain must include loading between stages.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80E99-DD86-4FBB-BE84-6A070793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C7302-3AF0-442C-B1B8-DD38760E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C4B9F-2E27-4BF9-B810-37A95F11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8F554-BE77-4446-BDC8-7FC96081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E7A0B-3F74-4B8C-A6D4-077BB53E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55FE3-C0AE-47D9-97D7-C6F9B27C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80A77-A986-4EB5-9CF8-CE3870FC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4672C-97E4-44F4-AA0A-20177156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29/50</a:t>
            </a:r>
          </a:p>
        </p:txBody>
      </p:sp>
    </p:spTree>
    <p:extLst>
      <p:ext uri="{BB962C8B-B14F-4D97-AF65-F5344CB8AC3E}">
        <p14:creationId xmlns:p14="http://schemas.microsoft.com/office/powerpoint/2010/main" val="14521599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51E8F-21EC-4279-9886-27CB1E1F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12730-D8B7-4CE8-816F-674E4BE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Multistage amplifiers: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31039-ADAA-4E1F-A25D-02730EA4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CC946-792E-46F3-B68D-2A6A07FA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73A14-DF0C-41D6-9138-251FA2A5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8D19D-1BEE-48FA-B00C-1DC5E9E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DCDB1-C4B5-4F0C-A445-86909105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Overall gain must include loading between stages.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6C239-504C-4D6A-B000-5D2EDF7C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65285-768A-4159-9214-9C64CA05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2A312-21CE-4838-BD46-07184E9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1D6E4-E45F-46DA-8C9E-48129A94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8BF8D-CB32-4948-BD69-9C9DCC9C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C7DEF-DDC9-4C53-B119-9EA56D8A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8C4F5-009D-4DA5-ACCF-9A6886F9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7FD3B-023E-4A13-97CA-A14CA1CB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30/50</a:t>
            </a:r>
          </a:p>
        </p:txBody>
      </p:sp>
    </p:spTree>
    <p:extLst>
      <p:ext uri="{BB962C8B-B14F-4D97-AF65-F5344CB8AC3E}">
        <p14:creationId xmlns:p14="http://schemas.microsoft.com/office/powerpoint/2010/main" val="10812678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2408A-28EE-4E36-B10A-661BC798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AAF1F-DA9D-41FB-A869-BFE196EA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Multistage amplifiers: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85194-DF1C-4A0F-BC03-6A97A5B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F0EC6-73E5-42AF-B148-BFEEE733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multistage amplifiers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E80C0-827A-459A-BC85-AAAAA206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Overall gain must include loading between stages.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45FDF-B647-4807-8912-EAF7C474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8C5F6-A856-44B7-946F-8C02E6BC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Overall gain must include loading between stages.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0FC04-7472-425F-B412-9DB5561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E568F-52CA-4165-B563-E993BF9B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E60D4-D216-4171-BC5A-9A808E73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3F00A-9FFA-4DB7-B9FB-D501AA72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96C56-9631-4B8E-999B-FB33E2DA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B129B-987C-4D23-82AC-E17A2F8D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42B56-4BC5-400E-A045-6C190C7D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68F3F-FE6B-418D-BA92-79FCCE8A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31/50</a:t>
            </a:r>
          </a:p>
        </p:txBody>
      </p:sp>
    </p:spTree>
    <p:extLst>
      <p:ext uri="{BB962C8B-B14F-4D97-AF65-F5344CB8AC3E}">
        <p14:creationId xmlns:p14="http://schemas.microsoft.com/office/powerpoint/2010/main" val="20310082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9209C-E693-423F-99AA-3235A2AD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AEFD5-6E00-4120-89CF-41726B0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Multistage amplifiers: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EFAD1-701B-4C26-85EC-06EC699F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6CC3E-E78F-4F18-A501-D6E0F18A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multistage amplifiers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A4653-9274-43FD-81DF-D49DD1EF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stage gain and loading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F2DE9-7C2F-4650-99DC-6D5856AC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91F50-BC20-448F-BAE0-51E2A2FE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Overall gain must include loading between stages.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D50AE-6AC4-477C-AE43-A22FB8DB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8DDE4-96C9-489A-B84F-1A705FE0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F6FCE-D164-4814-89B1-8D4BC83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A64F9-D38E-435F-BF10-4FBB1BFA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83CB9-5C97-4591-98C2-24B5BFF4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CEA66-44E3-4C5A-89C9-DE3CFEE7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0EAFC-C03E-4E3D-BF8D-542405C3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683F8-E484-4CF4-8006-C4500AA9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32/50</a:t>
            </a:r>
          </a:p>
        </p:txBody>
      </p:sp>
    </p:spTree>
    <p:extLst>
      <p:ext uri="{BB962C8B-B14F-4D97-AF65-F5344CB8AC3E}">
        <p14:creationId xmlns:p14="http://schemas.microsoft.com/office/powerpoint/2010/main" val="7536056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BB5FD-5616-4004-8789-CE2C5190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579B6-379A-43DA-89B8-8E7DEC9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CC amplifier and output impedance: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53BCE-70C9-407C-A120-06D9C672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9E615-4CC1-458C-834D-C4840F8B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The CC stage buffers signals with near-unity voltage 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F37DE-6B9D-468C-A7D0-9E986A53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emitter follower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high input impedance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low output impedance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buffer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87AF4-EF2C-45F5-BA6B-F80B2681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56A57-11BE-4554-83A9-C05371D3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Emitter followers are impedance transformers.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CCF92-2233-425A-927F-600D048D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AE4E8-FD2B-4B0C-B058-0751D4FE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4BB0A-3A4D-4131-BAEC-010DFC8F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F7347-1868-4DBA-AC67-24A4C52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4182C-5F8E-49CE-AC58-EDD1BFD2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A58E7-8A1E-4A3F-A12B-2DFFD75C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DF05A-0CD6-4BAC-B9F0-50820E15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06AAB-D707-4002-B101-A3E526A9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33/50</a:t>
            </a:r>
          </a:p>
        </p:txBody>
      </p:sp>
    </p:spTree>
    <p:extLst>
      <p:ext uri="{BB962C8B-B14F-4D97-AF65-F5344CB8AC3E}">
        <p14:creationId xmlns:p14="http://schemas.microsoft.com/office/powerpoint/2010/main" val="105536507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B1072-5B6E-4D96-8C0E-C2B35C6A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308C7-F2E7-4F5C-AACA-969101F4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CC amplifier and output impedance: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D38A9-7002-4D00-861F-C5AEAFD5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0C8BB-DAE3-4D6B-96AA-A497D65A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82674-56D5-4FBD-AEE3-DFE7EEF0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FD8DB-AE76-4898-AE89-AF620DB9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CA25E-C170-435C-8338-2827DB1C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Emitter followers are impedance transformers.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AD0FF-748E-483E-8526-A1E20957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2FA45-5E64-4525-BB9E-99BEA39E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A3344-F898-430F-BCC3-6590C568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791D3-7285-4D4E-83EB-35068804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21F65-A4FE-4F87-95FA-8D4ABABC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6EE3C-B5B4-42FF-9A2E-ECFA3018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493A4-A481-467E-B096-830D3932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F11E9-21E2-445D-BE82-CEDAEE4E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34/50</a:t>
            </a:r>
          </a:p>
        </p:txBody>
      </p:sp>
    </p:spTree>
    <p:extLst>
      <p:ext uri="{BB962C8B-B14F-4D97-AF65-F5344CB8AC3E}">
        <p14:creationId xmlns:p14="http://schemas.microsoft.com/office/powerpoint/2010/main" val="15995551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42CD0-9633-4440-95E8-8FD1377F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D98A5-0DD7-4701-ADB3-B96EF681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CC amplifier and output impedance: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E1E9B-58D3-4C5A-B6F9-95EE27AE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EF7B1-3801-44E1-B77F-9674B118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cc amplifier and output impedance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3E6DB-FAA9-412B-BB80-DB0853BB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Emitter followers are impedance transformers.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D0511-B285-4147-BB87-3BB6DE72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FE01E-2704-476C-8332-477C9F3A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Emitter followers are impedance transformers.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BFC3B-45C3-4419-B682-EB5FC0A6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F72CE-81D4-4231-94F0-2F0BF032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C6F43-629E-4394-84B4-8B586127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B1CF0-B7FD-4D34-BD86-DCEC83DD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63EEB-DDCC-4A67-A083-5E53C0A2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3122E-892E-4C5A-8AA1-B3B491FC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5C708-2936-45A9-8E06-87D1DF0F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5FAC4-D61A-424C-943C-FC44CEB9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35/50</a:t>
            </a:r>
          </a:p>
        </p:txBody>
      </p:sp>
    </p:spTree>
    <p:extLst>
      <p:ext uri="{BB962C8B-B14F-4D97-AF65-F5344CB8AC3E}">
        <p14:creationId xmlns:p14="http://schemas.microsoft.com/office/powerpoint/2010/main" val="75032683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8ED85-EEBA-44A0-AAEB-2C8DB502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8F90E-AD83-415E-ADCF-A08CF787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CC amplifier and output impedance: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C8C5A-E16E-464D-A472-18FE0AF7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F00CA-F211-4313-B348-D430313D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cc amplifier and output impedance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6B7C0-F368-4AAF-8E49-B3C57019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emitter follower and high input impedance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A5054-A4E3-4A4B-87B0-7B6DAF10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3A56F-D54F-461A-83F2-716D303B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Emitter followers are impedance transformers.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1036F-8458-45FB-9851-C5F21002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0547A-03FF-4589-BE7B-9E12AF18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E3DCD-9FD2-4F2E-9257-222B70E4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18FA8-ABD7-4898-B039-59F434D5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9BDCE-E5FE-41EF-A783-FDC230EC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85235-AE4D-46EE-A6F0-555E3E0F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6E5DB-B566-4E41-AACC-37B49C11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7D97A-1AAB-4237-AB0C-BD153E2E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36/50</a:t>
            </a:r>
          </a:p>
        </p:txBody>
      </p:sp>
    </p:spTree>
    <p:extLst>
      <p:ext uri="{BB962C8B-B14F-4D97-AF65-F5344CB8AC3E}">
        <p14:creationId xmlns:p14="http://schemas.microsoft.com/office/powerpoint/2010/main" val="35492668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3DD27-1C64-4C72-81B7-883D7688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35ADA-EAF9-4E54-9454-1DE0C546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Darlington and voltage regulation: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E0641-A521-4C52-9F98-526C8077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F5714-62FB-4414-929C-8C7519E7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Darlington connections increase current gain; regulators hold output against load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D1387-7DB5-4C01-842D-C0FB1AB1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compound beta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high input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regulator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load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8AB9C-2C1C-451A-A2BF-C16DB8DE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DA6A2-9422-4D54-9C7C-69CC71C8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Current gain helps drive loads without heavy source loading.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794F8-E6B2-47F7-9816-524231F8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C7B50-B33F-45DF-A0A8-BF2601B7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728D8-5B2D-4671-8D25-402B8C77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1C9D0-A265-48DC-BFA9-A403A5B7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50084-C81E-4AD6-B759-39A6216E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C463C-F55C-4857-8AD9-9F4CEE43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DB89C-17BD-4EB2-92D8-CF0FC5B7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7F91C-AC67-4543-8A80-9FAD971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37/50</a:t>
            </a:r>
          </a:p>
        </p:txBody>
      </p:sp>
    </p:spTree>
    <p:extLst>
      <p:ext uri="{BB962C8B-B14F-4D97-AF65-F5344CB8AC3E}">
        <p14:creationId xmlns:p14="http://schemas.microsoft.com/office/powerpoint/2010/main" val="21771300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C0495-6D03-4C79-87C7-E347907F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5042D-278F-494C-9B60-4D178D65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Darlington and voltage regulation: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41FCE-7921-4841-A86F-49B750AF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9298B-C1B2-4CAD-9FBB-16A79C83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48944-22D5-442F-9A75-B2C7BD29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00A1D-B8C9-4E53-8345-649D2AA8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26AA7-57D3-48B1-AB43-B4AC0417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Current gain helps drive loads without heavy source loading.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F88E2-4B6A-4DF7-A4E0-D7F23F6B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F10D9-894A-451D-8348-FE41882B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AFB20-248B-49A4-A356-C26EFD9D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9EDAB-1F0E-4A9D-AC07-4E2CBB13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0CF5D-6B31-4CF6-9CF6-7E7812C8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B7757-2054-4F77-84BA-06D35506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E71A3-E0FC-4778-A4C1-8569CC45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71624-0F85-46BB-8192-2230E744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38/50</a:t>
            </a:r>
          </a:p>
        </p:txBody>
      </p:sp>
    </p:spTree>
    <p:extLst>
      <p:ext uri="{BB962C8B-B14F-4D97-AF65-F5344CB8AC3E}">
        <p14:creationId xmlns:p14="http://schemas.microsoft.com/office/powerpoint/2010/main" val="4321771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4DF25-2B16-42D9-8DD0-4204AE54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4F055-02EB-498B-8679-30206A7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Darlington and voltage regulation: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F9547-28AE-4600-8530-4D132C11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DA02D-23F2-4B4E-8C29-365406E4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darlington and voltage regulation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7C3A2-17FD-4A67-9813-3E36AA90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Current gain helps drive loads without heavy source loading.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C1E41-8E6F-47E1-AC94-02F39005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E1746-8569-41A8-ADA1-0945B6E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Current gain helps drive loads without heavy source loading.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9E86E-9BB4-49C1-AB5A-13D6A5B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83F61-CB58-4C0A-8C83-9B9FCE8D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52D8A-2733-4228-9019-85F5B66B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55F23-8BCD-417F-AEF3-F417833C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F0740-E321-4F0A-B1F8-EEFCBA8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A489F-36A2-40DC-B68F-796F3797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B81F0-A8F8-4ABA-9564-4A0D7D5A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08334-3779-47E0-9FC2-C33ABA46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39/50</a:t>
            </a:r>
          </a:p>
        </p:txBody>
      </p:sp>
    </p:spTree>
    <p:extLst>
      <p:ext uri="{BB962C8B-B14F-4D97-AF65-F5344CB8AC3E}">
        <p14:creationId xmlns:p14="http://schemas.microsoft.com/office/powerpoint/2010/main" val="210788654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F4F17-B5CF-485A-9A3A-89E8907C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B0460-0524-408A-9012-B88B0584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Darlington and voltage regulation: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80FC6-8A11-4C54-A7B0-2FD9070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241D8-D3F1-4C88-94C0-16EB42F3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darlington and voltage regulation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76ACC-ACF5-499E-A2EE-712972D4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compound beta and high input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380A9-B993-412F-BF69-298A4AF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01BE8-5D7F-4576-BD9C-21355AD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Current gain helps drive loads without heavy source loading.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C857B-CCAC-4213-8E07-4A416B03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E494D-EAEE-49F2-8FA1-D9F1AED8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A373-B527-4E41-8D93-69AFC095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77900-5078-41A2-9CEB-9A880BDB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C8AF6-E738-4314-98B7-F02D7258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4A708-D31F-473F-9307-FF420763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2271F-B0AF-4824-977B-2780F6AD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15485-7B9C-4260-922F-78B7113F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40/50</a:t>
            </a:r>
          </a:p>
        </p:txBody>
      </p:sp>
    </p:spTree>
    <p:extLst>
      <p:ext uri="{BB962C8B-B14F-4D97-AF65-F5344CB8AC3E}">
        <p14:creationId xmlns:p14="http://schemas.microsoft.com/office/powerpoint/2010/main" val="51835365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ABF1E-86E1-4BA0-AC5D-713D94DE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98278-DD60-41C0-9FA1-7B620D5D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Common-base amplifier: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7C61E-72B4-492A-94BF-B8916FE4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B7EC4-9658-4D64-B575-F066F11A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The CB stage is useful when low input impedance or high-frequency response is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FF910-4E5C-44F5-AA51-50C67A8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low input impedance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high frequency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current buffer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no phase inversion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DD563-A000-40CC-A30E-E42C482C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5FC56-D4C1-4616-8E4B-AF9CF4F8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Not every amplifier is optimized for voltage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87A6D-05AD-4A9F-9741-BBAE5D65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A90A0-542A-45FB-A472-01EC123F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BD0CC-4A58-45A2-A3AE-BB644A47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7B2A5-19BD-4B50-B077-FAD32C45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1D6F4-0F04-46D4-A4D9-DF4845BB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A5F41-6C67-467B-8F66-CF946E16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56771-A9A6-4158-B89A-FEDB2D82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00DD9-0B7B-428B-985D-8B484AC0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41/50</a:t>
            </a:r>
          </a:p>
        </p:txBody>
      </p:sp>
    </p:spTree>
    <p:extLst>
      <p:ext uri="{BB962C8B-B14F-4D97-AF65-F5344CB8AC3E}">
        <p14:creationId xmlns:p14="http://schemas.microsoft.com/office/powerpoint/2010/main" val="182778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CE7AF-BF87-4E8F-B059-DAE10042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C8FA1-5E27-4A6B-B3A8-32599707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Common-base amplifier: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7C90-AC19-4DF5-BB61-5306D53F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2C16-A9E1-43C9-BF2F-EB493F4C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BF33E-13CE-4077-855D-6363AAC9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625B5-50F6-428F-899E-68891F9C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10AAD-747B-4DF6-B0C4-E99E3E47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Not every amplifier is optimized for voltage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1EE72-E558-48FC-9E96-EBD93D5A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0C517-7D10-4853-A402-87FF2B2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066DD-FA49-45FC-AFA2-3C847BE1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64FBA-3193-4503-AEA7-316D7994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FB51D-6D6B-48DF-81FE-5E319CA9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D57F7-561E-441E-A16C-16D00D37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22DD5-FA8A-4FB2-AE35-FD8DD2E2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845DB-E055-4A4E-87B4-C807A32F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42/50</a:t>
            </a:r>
          </a:p>
        </p:txBody>
      </p:sp>
    </p:spTree>
    <p:extLst>
      <p:ext uri="{BB962C8B-B14F-4D97-AF65-F5344CB8AC3E}">
        <p14:creationId xmlns:p14="http://schemas.microsoft.com/office/powerpoint/2010/main" val="7238866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0468D-51F2-4CDF-9BD0-0356663D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47CE0-46FD-4D8C-A10C-C9E1354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Common-base amplifier: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DD6A8-D579-4E80-9824-CDEBBA8A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10D9E-5826-414A-B09F-04489D8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common-base amplifier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5A75F-3073-4295-AC0C-A356A7D2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Not every amplifier is optimized for voltage gain.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C712E-D564-4EE5-BB4B-BFE1AC70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BA6CA-0945-4E0F-8E3C-F7B57357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Not every amplifier is optimized for voltage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5B1C8-06BC-4B44-8CDB-E19C548F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0C072-6EDB-4A2C-BB27-30F91026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5D750-DF8C-4B38-99B4-27C20D1C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9215C-0034-4254-8E89-D6391B4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39D46-9AA2-4486-BB87-97E28488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83EB4-EBF9-4F25-B0EA-4E75AC79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1B3BD-4F3F-496C-B57D-2B66EC31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0002C-318E-4614-B9DC-ADA61C93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43/50</a:t>
            </a:r>
          </a:p>
        </p:txBody>
      </p:sp>
    </p:spTree>
    <p:extLst>
      <p:ext uri="{BB962C8B-B14F-4D97-AF65-F5344CB8AC3E}">
        <p14:creationId xmlns:p14="http://schemas.microsoft.com/office/powerpoint/2010/main" val="124967030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04A25-8329-40BF-9A62-D967C6A6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7A1BC-F7EA-44D7-8876-41FC9078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Common-base amplifier: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3C31C-2BB5-46FE-9891-91BDBE70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29E44-F604-4319-B1E4-0B63B837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common-base amplifier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B92ED-3F26-474B-B951-3BF86BDA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low input impedance and high frequency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DDE2F-CA60-4037-90EA-23D4E92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745CE-7CE6-4745-A572-ACB233B0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Not every amplifier is optimized for voltage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6190F-7F8D-4315-A536-00654815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C1331-5F8F-49C5-85EA-F2124F10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433E0-0053-4969-B2E4-F10419B8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26392-A66F-4ED1-B299-F3ADC6F2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EBA18-4516-435C-9F9D-5ADB92C6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294CF-E5FE-48F7-8770-0D8E0F78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49FD5-3D21-4D12-AAE0-03707DC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906C1-EB41-46A6-8C68-7CE07A62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44/50</a:t>
            </a:r>
          </a:p>
        </p:txBody>
      </p:sp>
    </p:spTree>
    <p:extLst>
      <p:ext uri="{BB962C8B-B14F-4D97-AF65-F5344CB8AC3E}">
        <p14:creationId xmlns:p14="http://schemas.microsoft.com/office/powerpoint/2010/main" val="189342860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B35BA-68AF-4031-A990-0DEEB909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8375A-964D-46EF-B4DD-44C06963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B9EEE-4D8B-4F58-9B8B-85A55B8D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00493-5266-4E20-B527-D8C7A701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 AC Models and Voltage Amplifiers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8C9B0-79B0-4CDA-B325-0D7A28AE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Base biased amplifier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294DF-B4C4-44B7-8CDB-D95A52D9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Emitter biased amplifier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0C97D-6A4F-43AB-B05E-F1B37FE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Small signal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5ABB9-FE45-4121-9569-48CC8A39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AC beta and emitter diode resistance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A6ACE-4496-486C-844B-5CFD2B42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Two-transistor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10A8F-91C3-4C2A-9491-28D8DA44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Voltage amplifiers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A2068-5672-40EB-AA84-78F3496A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Multistage amplifiers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B9818-1F21-4876-A711-5C6734BC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CC amplifier and output impedance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30030-31C7-40BA-A036-106989F4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56F74-A40E-4A24-885C-FE9C9ACE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45/50</a:t>
            </a:r>
          </a:p>
        </p:txBody>
      </p:sp>
    </p:spTree>
    <p:extLst>
      <p:ext uri="{BB962C8B-B14F-4D97-AF65-F5344CB8AC3E}">
        <p14:creationId xmlns:p14="http://schemas.microsoft.com/office/powerpoint/2010/main" val="82808399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F281A-3CF7-494F-9286-CAA7E4A4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9DB03-575D-4D8C-BE86-E7A4137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A1A9F-3C42-4704-8D09-D07BB5D7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2D669-C65F-4914-8D96-DD07C2C1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38686-5DFA-4AF7-B22C-C378C0EA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base biased amplifier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CD648-BAD5-4770-B1EE-A8D9B577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E3990-D12B-479D-8D41-AD5A1E02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E930F-9539-4D10-8577-33655A0C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emitter biased amplifier.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1C984-8A7F-4641-A19E-65221DBF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CD15E-3844-4AF5-A208-31D317F4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D94EF-4DE6-4E5F-83BF-F89C8AD4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small signal operation and ac beta and emitter diode resistance.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E17FA-2FCB-4EAD-ABFD-94557EE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80915-D1C6-4DEF-A37C-29FD142B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8A70E-BF77-4D7F-9B20-C6729479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two-transistor models.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F6993-5000-43CA-B1C5-A92B6BBD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C5F9A-63D4-43AB-BC03-E739C99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E20F9-63C5-439C-BDA7-D690D752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voltage amplifiers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5C8DE-F39A-4C73-BC84-7413E9A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7FAA1-29EA-4FE1-8006-4D96C441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B746F-FE06-4FF3-AF80-215E7B55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multistage amplifiers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1FFE4-A21E-4269-9B3E-AE1C4064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AB9D8-4031-46E7-A601-98B0F90E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46/50</a:t>
            </a:r>
          </a:p>
        </p:txBody>
      </p:sp>
    </p:spTree>
    <p:extLst>
      <p:ext uri="{BB962C8B-B14F-4D97-AF65-F5344CB8AC3E}">
        <p14:creationId xmlns:p14="http://schemas.microsoft.com/office/powerpoint/2010/main" val="30476688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D23FB-8224-4DDE-9328-0B0D85D0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CBC60-DAE0-49F4-89DE-B232DE9A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F7679-415C-45F1-92D8-14D93C8D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4281E-AEEF-4332-B459-E2B49E25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9F241-10D5-49FD-B055-61B4F936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Av roughly -RC / re prime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8C51C-4391-4A16-990D-F1B52F39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A1ABE-245C-41B5-BB4F-8EBB7077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7225E-E5A1-43A3-A323-D9D8705A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Zin depends on bias network and beta 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6BCF0-0A29-4F2E-B70A-91F4DE32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85CFE-0341-43FD-8136-F55A1FAD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3E47A-90F6-433D-A865-B12B5586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Overall gain = product of loaded stage gains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102EF-8673-4D4D-B6B9-D6C71A28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FC092-5A8F-437C-9F73-49E2C624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DF99D-6B34-410D-AA54-39512F23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Emitter follower Av nearly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FE173-FD14-4375-AA06-9077F0F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720FA-DB42-4327-833F-7F2BC7A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47/50</a:t>
            </a:r>
          </a:p>
        </p:txBody>
      </p:sp>
    </p:spTree>
    <p:extLst>
      <p:ext uri="{BB962C8B-B14F-4D97-AF65-F5344CB8AC3E}">
        <p14:creationId xmlns:p14="http://schemas.microsoft.com/office/powerpoint/2010/main" val="45200984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14761-EEEE-4CB4-94A2-AA075A9E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FD954-4F51-415C-881D-D358084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9EAA4-73AF-47E2-B168-5D913805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6F046-070A-4BF3-8DF9-A3FC605E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 AC Models and Voltage Amplifiers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8294B-078E-4B23-82E9-7A4AA047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Base biased amplifier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09B56-864A-4252-B698-5D2CE0F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Emitter biased amplifier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D1238-3818-4347-B793-E9EDDAB3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Small signal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A7305-9CC1-4F3E-BD98-844D57FB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AC beta and emitter diode resistance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E7DB5-3150-4BD4-B974-ED12F542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Two-transistor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B1961-A624-4514-83E7-C5DA0AA6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Voltage amplifiers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AF750-A233-477C-931C-8561D536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Multistage amplifiers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98C62-CE25-433D-80A0-49660F90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CC amplifier and output impedance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C9391-744D-4DFC-848B-AF77B4E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6CF15-6956-41C1-A917-5C29A82D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48/50</a:t>
            </a:r>
          </a:p>
        </p:txBody>
      </p:sp>
    </p:spTree>
    <p:extLst>
      <p:ext uri="{BB962C8B-B14F-4D97-AF65-F5344CB8AC3E}">
        <p14:creationId xmlns:p14="http://schemas.microsoft.com/office/powerpoint/2010/main" val="198419558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FC0F0-89A0-4BB9-869B-9130B1A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11FB0-E7DD-4F93-877F-2143F1A7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1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E2802-B5B5-485D-B04D-36E7C54F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40231-22CE-468E-8DF1-513EBBF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79C73-A23B-4242-90B4-0BC725D8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base biased amplifier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BAFFF-2727-49DF-96B5-CE918A78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22534-6B1B-4903-805C-8CB4041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0247F-237D-4FD1-BF1D-D210249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emitter biased amplifier.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EFFE8-9469-412B-9C7C-597F25F7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B5924-9EC1-4EE4-9A5E-1F43C653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84279-F6C4-4B4A-BD5B-807D26D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small signal operation and ac beta and emitter diode resistance.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98D9A-DC10-4661-8B64-30352881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7B8E9-0D15-4B7E-AF64-E7270861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29C2B-2003-464A-930E-6E7E9115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two-transistor models.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B16BD-8169-4F47-8B96-498A67C3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D8AEB-C77F-44DF-A5F1-B7B4D35C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26912-7F45-41E4-9639-1EB73D83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voltage amplifiers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D5ABB-B8A6-4213-BE0D-28D589C3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44B3D-5D66-4E23-AD24-2E318D85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BD971-3B43-4A21-B760-F8690FE8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multistage amplifiers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E1EF29-5BFB-4128-BD28-A9385731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1E6B3-557F-4DC1-8C19-2ABF2BE1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49/50</a:t>
            </a:r>
          </a:p>
        </p:txBody>
      </p:sp>
    </p:spTree>
    <p:extLst>
      <p:ext uri="{BB962C8B-B14F-4D97-AF65-F5344CB8AC3E}">
        <p14:creationId xmlns:p14="http://schemas.microsoft.com/office/powerpoint/2010/main" val="14754119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05F07-0B1A-419F-A4F9-B5A28662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1 / BJT AC Models and Voltage Amplifiers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97EB8-D963-402A-A5F5-0C651221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Small signal operation: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F9F5E-5C95-4B5B-90A3-D895E4DD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044E7-8883-4851-99C6-802F8A26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small signal operation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0F01C-79EA-4A4A-BA62-3A7D6FBC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incremental signal and active region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CDF80-F13E-47AC-92F5-52442A73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45EEF-B62B-4023-8C25-E08ED2E2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Amplifier math is built around the operating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C38D5-2716-42DE-AE28-DBAE872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66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69191-DA87-479D-96DB-95424733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34CE8-5B5C-43B0-A3E6-859C08C7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BJT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89C15-0EEA-4ED4-903B-DFB11D96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476250" cy="5524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4A118-8907-4B46-B816-354CEF1F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A8FA0-F549-4F57-9F43-554745C2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4A318-6A1E-45C4-B1C8-6721D69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01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Bias sets Q point; AC signal rides 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DF4DE-6B6E-4FB3-A7BE-DB936A7D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1 • 50/50</a:t>
            </a:r>
          </a:p>
        </p:txBody>
      </p:sp>
    </p:spTree>
    <p:extLst>
      <p:ext uri="{BB962C8B-B14F-4D97-AF65-F5344CB8AC3E}">
        <p14:creationId xmlns:p14="http://schemas.microsoft.com/office/powerpoint/2010/main" val="610798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2026-08-21T07:02:36.0930000Z</dcterms:created>
  <dcterms:modified xsi:type="dcterms:W3CDTF">2026-08-21T07:02:36.0930000Z</dcterms:modified>
</coreProperties>
</file>