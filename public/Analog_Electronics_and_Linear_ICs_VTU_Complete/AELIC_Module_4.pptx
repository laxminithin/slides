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fcdc7f86db48f3" /><Relationship Type="http://schemas.openxmlformats.org/officeDocument/2006/relationships/extended-properties" Target="/docProps/app.xml" Id="Rfdc0d4f753f0415d" /><Relationship Type="http://schemas.openxmlformats.org/officeDocument/2006/relationships/officeDocument" Target="/ppt/presentation.xml" Id="Rca60806f785b45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07d39db0f24eb3"/>
  </p:sldMasterIdLst>
  <p:notesMasterIdLst>
    <p:notesMasterId xmlns:r="http://schemas.openxmlformats.org/officeDocument/2006/relationships" r:id="Rbb37caeeefa24cb8"/>
  </p:notesMasterIdLst>
  <p:sldIdLst>
    <p:sldId xmlns:r="http://schemas.openxmlformats.org/officeDocument/2006/relationships" id="256" r:id="R76dbd1fe0c76463c"/>
    <p:sldId xmlns:r="http://schemas.openxmlformats.org/officeDocument/2006/relationships" id="257" r:id="R855f06487e504be3"/>
    <p:sldId xmlns:r="http://schemas.openxmlformats.org/officeDocument/2006/relationships" id="258" r:id="R047fd4b39a164886"/>
    <p:sldId xmlns:r="http://schemas.openxmlformats.org/officeDocument/2006/relationships" id="259" r:id="Rc3d86f45907b440f"/>
    <p:sldId xmlns:r="http://schemas.openxmlformats.org/officeDocument/2006/relationships" id="260" r:id="R690ad0c642aa471a"/>
    <p:sldId xmlns:r="http://schemas.openxmlformats.org/officeDocument/2006/relationships" id="261" r:id="R35d67aec5e9543fe"/>
    <p:sldId xmlns:r="http://schemas.openxmlformats.org/officeDocument/2006/relationships" id="262" r:id="Raf2df56ba40d4609"/>
    <p:sldId xmlns:r="http://schemas.openxmlformats.org/officeDocument/2006/relationships" id="263" r:id="R36aa677f0bc742e6"/>
    <p:sldId xmlns:r="http://schemas.openxmlformats.org/officeDocument/2006/relationships" id="264" r:id="R4a30d3326f46459b"/>
    <p:sldId xmlns:r="http://schemas.openxmlformats.org/officeDocument/2006/relationships" id="265" r:id="Rdb2059a899a7427d"/>
    <p:sldId xmlns:r="http://schemas.openxmlformats.org/officeDocument/2006/relationships" id="266" r:id="R0f54e08cb6ac47d6"/>
    <p:sldId xmlns:r="http://schemas.openxmlformats.org/officeDocument/2006/relationships" id="267" r:id="Rb629c77532a64581"/>
    <p:sldId xmlns:r="http://schemas.openxmlformats.org/officeDocument/2006/relationships" id="268" r:id="R2a4a5939336c4307"/>
    <p:sldId xmlns:r="http://schemas.openxmlformats.org/officeDocument/2006/relationships" id="269" r:id="R43ee75f314af4d30"/>
    <p:sldId xmlns:r="http://schemas.openxmlformats.org/officeDocument/2006/relationships" id="270" r:id="R9ecbde3eb3ab45c7"/>
    <p:sldId xmlns:r="http://schemas.openxmlformats.org/officeDocument/2006/relationships" id="271" r:id="R7b468a31ccfb4863"/>
    <p:sldId xmlns:r="http://schemas.openxmlformats.org/officeDocument/2006/relationships" id="272" r:id="R0d3eda7d4d5f4288"/>
    <p:sldId xmlns:r="http://schemas.openxmlformats.org/officeDocument/2006/relationships" id="273" r:id="Ra4912a203a8f4b36"/>
    <p:sldId xmlns:r="http://schemas.openxmlformats.org/officeDocument/2006/relationships" id="274" r:id="Re29c2dc494d341bc"/>
    <p:sldId xmlns:r="http://schemas.openxmlformats.org/officeDocument/2006/relationships" id="275" r:id="R80ce314051664ec6"/>
    <p:sldId xmlns:r="http://schemas.openxmlformats.org/officeDocument/2006/relationships" id="276" r:id="R6d6b608a920a451a"/>
    <p:sldId xmlns:r="http://schemas.openxmlformats.org/officeDocument/2006/relationships" id="277" r:id="Ra412008e2333435e"/>
    <p:sldId xmlns:r="http://schemas.openxmlformats.org/officeDocument/2006/relationships" id="278" r:id="Rf617c13dd9454674"/>
    <p:sldId xmlns:r="http://schemas.openxmlformats.org/officeDocument/2006/relationships" id="279" r:id="Rd8be1f514b244935"/>
    <p:sldId xmlns:r="http://schemas.openxmlformats.org/officeDocument/2006/relationships" id="280" r:id="Ra20c7e52cf944dab"/>
    <p:sldId xmlns:r="http://schemas.openxmlformats.org/officeDocument/2006/relationships" id="281" r:id="R73c8cca34eae4667"/>
    <p:sldId xmlns:r="http://schemas.openxmlformats.org/officeDocument/2006/relationships" id="282" r:id="Rfc7a50a1ecda4c96"/>
    <p:sldId xmlns:r="http://schemas.openxmlformats.org/officeDocument/2006/relationships" id="283" r:id="R5211121e0dde4e30"/>
    <p:sldId xmlns:r="http://schemas.openxmlformats.org/officeDocument/2006/relationships" id="284" r:id="R6b08d86f21d14a1d"/>
    <p:sldId xmlns:r="http://schemas.openxmlformats.org/officeDocument/2006/relationships" id="285" r:id="Rfbca4340c00c47ce"/>
    <p:sldId xmlns:r="http://schemas.openxmlformats.org/officeDocument/2006/relationships" id="286" r:id="Re19cab379e4a4902"/>
    <p:sldId xmlns:r="http://schemas.openxmlformats.org/officeDocument/2006/relationships" id="287" r:id="R4bd2aab1db9a4650"/>
    <p:sldId xmlns:r="http://schemas.openxmlformats.org/officeDocument/2006/relationships" id="288" r:id="R212f5acef8a24b79"/>
    <p:sldId xmlns:r="http://schemas.openxmlformats.org/officeDocument/2006/relationships" id="289" r:id="R46f5241740344916"/>
    <p:sldId xmlns:r="http://schemas.openxmlformats.org/officeDocument/2006/relationships" id="290" r:id="R15fb8ebbb15d4184"/>
    <p:sldId xmlns:r="http://schemas.openxmlformats.org/officeDocument/2006/relationships" id="291" r:id="R3ba0e6ae9a1348be"/>
    <p:sldId xmlns:r="http://schemas.openxmlformats.org/officeDocument/2006/relationships" id="292" r:id="Ra00c8c33221149e8"/>
    <p:sldId xmlns:r="http://schemas.openxmlformats.org/officeDocument/2006/relationships" id="293" r:id="R0810022fb0684ddf"/>
    <p:sldId xmlns:r="http://schemas.openxmlformats.org/officeDocument/2006/relationships" id="294" r:id="Rb1d2c0a5aa37476f"/>
    <p:sldId xmlns:r="http://schemas.openxmlformats.org/officeDocument/2006/relationships" id="295" r:id="Rfb71f000c9a343d2"/>
    <p:sldId xmlns:r="http://schemas.openxmlformats.org/officeDocument/2006/relationships" id="296" r:id="Rd2d3fc5b5e8642fd"/>
    <p:sldId xmlns:r="http://schemas.openxmlformats.org/officeDocument/2006/relationships" id="297" r:id="Rb5ac498766204dad"/>
    <p:sldId xmlns:r="http://schemas.openxmlformats.org/officeDocument/2006/relationships" id="298" r:id="Ra149cad3f8aa46a3"/>
    <p:sldId xmlns:r="http://schemas.openxmlformats.org/officeDocument/2006/relationships" id="299" r:id="R26f697593ce54655"/>
    <p:sldId xmlns:r="http://schemas.openxmlformats.org/officeDocument/2006/relationships" id="300" r:id="R39d0804579244afd"/>
    <p:sldId xmlns:r="http://schemas.openxmlformats.org/officeDocument/2006/relationships" id="301" r:id="R009647413e4742ba"/>
    <p:sldId xmlns:r="http://schemas.openxmlformats.org/officeDocument/2006/relationships" id="302" r:id="R63d3798b8599461a"/>
    <p:sldId xmlns:r="http://schemas.openxmlformats.org/officeDocument/2006/relationships" id="303" r:id="Rac5212af314f4a5c"/>
    <p:sldId xmlns:r="http://schemas.openxmlformats.org/officeDocument/2006/relationships" id="304" r:id="Rdffb1a895455475f"/>
    <p:sldId xmlns:r="http://schemas.openxmlformats.org/officeDocument/2006/relationships" id="305" r:id="R8e69587dd5cb4a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ac962dd97b450e" /><Relationship Type="http://schemas.openxmlformats.org/officeDocument/2006/relationships/slideMaster" Target="/ppt/slideMasters/slideMaster1.xml" Id="Rf707d39db0f24eb3" /><Relationship Type="http://schemas.openxmlformats.org/officeDocument/2006/relationships/notesMaster" Target="/ppt/notesMasters/notesMaster1.xml" Id="Rbb37caeeefa24cb8" /><Relationship Type="http://schemas.openxmlformats.org/officeDocument/2006/relationships/presProps" Target="/ppt/presProps.xml" Id="Rae86f9f147094644" /><Relationship Type="http://schemas.openxmlformats.org/officeDocument/2006/relationships/tableStyles" Target="/ppt/tableStyles.xml" Id="Rd23bb740e1d74663" /><Relationship Type="http://schemas.openxmlformats.org/officeDocument/2006/relationships/slide" Target="/ppt/slides/slide1.xml" Id="R76dbd1fe0c76463c" /><Relationship Type="http://schemas.openxmlformats.org/officeDocument/2006/relationships/slide" Target="/ppt/slides/slide2.xml" Id="R855f06487e504be3" /><Relationship Type="http://schemas.openxmlformats.org/officeDocument/2006/relationships/slide" Target="/ppt/slides/slide3.xml" Id="R047fd4b39a164886" /><Relationship Type="http://schemas.openxmlformats.org/officeDocument/2006/relationships/slide" Target="/ppt/slides/slide4.xml" Id="Rc3d86f45907b440f" /><Relationship Type="http://schemas.openxmlformats.org/officeDocument/2006/relationships/slide" Target="/ppt/slides/slide5.xml" Id="R690ad0c642aa471a" /><Relationship Type="http://schemas.openxmlformats.org/officeDocument/2006/relationships/slide" Target="/ppt/slides/slide6.xml" Id="R35d67aec5e9543fe" /><Relationship Type="http://schemas.openxmlformats.org/officeDocument/2006/relationships/slide" Target="/ppt/slides/slide7.xml" Id="Raf2df56ba40d4609" /><Relationship Type="http://schemas.openxmlformats.org/officeDocument/2006/relationships/slide" Target="/ppt/slides/slide8.xml" Id="R36aa677f0bc742e6" /><Relationship Type="http://schemas.openxmlformats.org/officeDocument/2006/relationships/slide" Target="/ppt/slides/slide9.xml" Id="R4a30d3326f46459b" /><Relationship Type="http://schemas.openxmlformats.org/officeDocument/2006/relationships/slide" Target="/ppt/slides/slide10.xml" Id="Rdb2059a899a7427d" /><Relationship Type="http://schemas.openxmlformats.org/officeDocument/2006/relationships/slide" Target="/ppt/slides/slide11.xml" Id="R0f54e08cb6ac47d6" /><Relationship Type="http://schemas.openxmlformats.org/officeDocument/2006/relationships/slide" Target="/ppt/slides/slide12.xml" Id="Rb629c77532a64581" /><Relationship Type="http://schemas.openxmlformats.org/officeDocument/2006/relationships/slide" Target="/ppt/slides/slide13.xml" Id="R2a4a5939336c4307" /><Relationship Type="http://schemas.openxmlformats.org/officeDocument/2006/relationships/slide" Target="/ppt/slides/slide14.xml" Id="R43ee75f314af4d30" /><Relationship Type="http://schemas.openxmlformats.org/officeDocument/2006/relationships/slide" Target="/ppt/slides/slide15.xml" Id="R9ecbde3eb3ab45c7" /><Relationship Type="http://schemas.openxmlformats.org/officeDocument/2006/relationships/slide" Target="/ppt/slides/slide16.xml" Id="R7b468a31ccfb4863" /><Relationship Type="http://schemas.openxmlformats.org/officeDocument/2006/relationships/slide" Target="/ppt/slides/slide17.xml" Id="R0d3eda7d4d5f4288" /><Relationship Type="http://schemas.openxmlformats.org/officeDocument/2006/relationships/slide" Target="/ppt/slides/slide18.xml" Id="Ra4912a203a8f4b36" /><Relationship Type="http://schemas.openxmlformats.org/officeDocument/2006/relationships/slide" Target="/ppt/slides/slide19.xml" Id="Re29c2dc494d341bc" /><Relationship Type="http://schemas.openxmlformats.org/officeDocument/2006/relationships/slide" Target="/ppt/slides/slide20.xml" Id="R80ce314051664ec6" /><Relationship Type="http://schemas.openxmlformats.org/officeDocument/2006/relationships/slide" Target="/ppt/slides/slide21.xml" Id="R6d6b608a920a451a" /><Relationship Type="http://schemas.openxmlformats.org/officeDocument/2006/relationships/slide" Target="/ppt/slides/slide22.xml" Id="Ra412008e2333435e" /><Relationship Type="http://schemas.openxmlformats.org/officeDocument/2006/relationships/slide" Target="/ppt/slides/slide23.xml" Id="Rf617c13dd9454674" /><Relationship Type="http://schemas.openxmlformats.org/officeDocument/2006/relationships/slide" Target="/ppt/slides/slide24.xml" Id="Rd8be1f514b244935" /><Relationship Type="http://schemas.openxmlformats.org/officeDocument/2006/relationships/slide" Target="/ppt/slides/slide25.xml" Id="Ra20c7e52cf944dab" /><Relationship Type="http://schemas.openxmlformats.org/officeDocument/2006/relationships/slide" Target="/ppt/slides/slide26.xml" Id="R73c8cca34eae4667" /><Relationship Type="http://schemas.openxmlformats.org/officeDocument/2006/relationships/slide" Target="/ppt/slides/slide27.xml" Id="Rfc7a50a1ecda4c96" /><Relationship Type="http://schemas.openxmlformats.org/officeDocument/2006/relationships/slide" Target="/ppt/slides/slide28.xml" Id="R5211121e0dde4e30" /><Relationship Type="http://schemas.openxmlformats.org/officeDocument/2006/relationships/slide" Target="/ppt/slides/slide29.xml" Id="R6b08d86f21d14a1d" /><Relationship Type="http://schemas.openxmlformats.org/officeDocument/2006/relationships/slide" Target="/ppt/slides/slide30.xml" Id="Rfbca4340c00c47ce" /><Relationship Type="http://schemas.openxmlformats.org/officeDocument/2006/relationships/slide" Target="/ppt/slides/slide31.xml" Id="Re19cab379e4a4902" /><Relationship Type="http://schemas.openxmlformats.org/officeDocument/2006/relationships/slide" Target="/ppt/slides/slide32.xml" Id="R4bd2aab1db9a4650" /><Relationship Type="http://schemas.openxmlformats.org/officeDocument/2006/relationships/slide" Target="/ppt/slides/slide33.xml" Id="R212f5acef8a24b79" /><Relationship Type="http://schemas.openxmlformats.org/officeDocument/2006/relationships/slide" Target="/ppt/slides/slide34.xml" Id="R46f5241740344916" /><Relationship Type="http://schemas.openxmlformats.org/officeDocument/2006/relationships/slide" Target="/ppt/slides/slide35.xml" Id="R15fb8ebbb15d4184" /><Relationship Type="http://schemas.openxmlformats.org/officeDocument/2006/relationships/slide" Target="/ppt/slides/slide36.xml" Id="R3ba0e6ae9a1348be" /><Relationship Type="http://schemas.openxmlformats.org/officeDocument/2006/relationships/slide" Target="/ppt/slides/slide37.xml" Id="Ra00c8c33221149e8" /><Relationship Type="http://schemas.openxmlformats.org/officeDocument/2006/relationships/slide" Target="/ppt/slides/slide38.xml" Id="R0810022fb0684ddf" /><Relationship Type="http://schemas.openxmlformats.org/officeDocument/2006/relationships/slide" Target="/ppt/slides/slide39.xml" Id="Rb1d2c0a5aa37476f" /><Relationship Type="http://schemas.openxmlformats.org/officeDocument/2006/relationships/slide" Target="/ppt/slides/slide40.xml" Id="Rfb71f000c9a343d2" /><Relationship Type="http://schemas.openxmlformats.org/officeDocument/2006/relationships/slide" Target="/ppt/slides/slide41.xml" Id="Rd2d3fc5b5e8642fd" /><Relationship Type="http://schemas.openxmlformats.org/officeDocument/2006/relationships/slide" Target="/ppt/slides/slide42.xml" Id="Rb5ac498766204dad" /><Relationship Type="http://schemas.openxmlformats.org/officeDocument/2006/relationships/slide" Target="/ppt/slides/slide43.xml" Id="Ra149cad3f8aa46a3" /><Relationship Type="http://schemas.openxmlformats.org/officeDocument/2006/relationships/slide" Target="/ppt/slides/slide44.xml" Id="R26f697593ce54655" /><Relationship Type="http://schemas.openxmlformats.org/officeDocument/2006/relationships/slide" Target="/ppt/slides/slide45.xml" Id="R39d0804579244afd" /><Relationship Type="http://schemas.openxmlformats.org/officeDocument/2006/relationships/slide" Target="/ppt/slides/slide46.xml" Id="R009647413e4742ba" /><Relationship Type="http://schemas.openxmlformats.org/officeDocument/2006/relationships/slide" Target="/ppt/slides/slide47.xml" Id="R63d3798b8599461a" /><Relationship Type="http://schemas.openxmlformats.org/officeDocument/2006/relationships/slide" Target="/ppt/slides/slide48.xml" Id="Rac5212af314f4a5c" /><Relationship Type="http://schemas.openxmlformats.org/officeDocument/2006/relationships/slide" Target="/ppt/slides/slide49.xml" Id="Rdffb1a895455475f" /><Relationship Type="http://schemas.openxmlformats.org/officeDocument/2006/relationships/slide" Target="/ppt/slides/slide50.xml" Id="R8e69587dd5cb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cb76cdf503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0fa3999b44a14" /><Relationship Type="http://schemas.openxmlformats.org/officeDocument/2006/relationships/notesMaster" Target="/ppt/notesMasters/notesMaster1.xml" Id="R284294ae4fd1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987c9f03324947" /><Relationship Type="http://schemas.openxmlformats.org/officeDocument/2006/relationships/notesMaster" Target="/ppt/notesMasters/notesMaster1.xml" Id="Ra0e86d629e2e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ae24d90d74a10" /><Relationship Type="http://schemas.openxmlformats.org/officeDocument/2006/relationships/notesMaster" Target="/ppt/notesMasters/notesMaster1.xml" Id="R4dcdd3eab4ae47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7d9772a77a42be" /><Relationship Type="http://schemas.openxmlformats.org/officeDocument/2006/relationships/notesMaster" Target="/ppt/notesMasters/notesMaster1.xml" Id="R603ab26f23fa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20907b1ca546a3" /><Relationship Type="http://schemas.openxmlformats.org/officeDocument/2006/relationships/notesMaster" Target="/ppt/notesMasters/notesMaster1.xml" Id="R8f656ae404b1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36da898d904b30" /><Relationship Type="http://schemas.openxmlformats.org/officeDocument/2006/relationships/notesMaster" Target="/ppt/notesMasters/notesMaster1.xml" Id="Re2925187ad824b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dc5ddeb044c66" /><Relationship Type="http://schemas.openxmlformats.org/officeDocument/2006/relationships/notesMaster" Target="/ppt/notesMasters/notesMaster1.xml" Id="R6c64ee38fa8b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7e86ffa7f34f7e" /><Relationship Type="http://schemas.openxmlformats.org/officeDocument/2006/relationships/notesMaster" Target="/ppt/notesMasters/notesMaster1.xml" Id="R4809472be4e642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3d955bdf03488e" /><Relationship Type="http://schemas.openxmlformats.org/officeDocument/2006/relationships/notesMaster" Target="/ppt/notesMasters/notesMaster1.xml" Id="R7380ed861639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77112d77e646c9" /><Relationship Type="http://schemas.openxmlformats.org/officeDocument/2006/relationships/notesMaster" Target="/ppt/notesMasters/notesMaster1.xml" Id="Rc97d101446f847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50bab5331a4667" /><Relationship Type="http://schemas.openxmlformats.org/officeDocument/2006/relationships/notesMaster" Target="/ppt/notesMasters/notesMaster1.xml" Id="R23cb6177133043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23e2568dc24ff7" /><Relationship Type="http://schemas.openxmlformats.org/officeDocument/2006/relationships/notesMaster" Target="/ppt/notesMasters/notesMaster1.xml" Id="R9489c4659f2141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3dbe480c4d4708" /><Relationship Type="http://schemas.openxmlformats.org/officeDocument/2006/relationships/notesMaster" Target="/ppt/notesMasters/notesMaster1.xml" Id="R7cf1eef09ac348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4fd3392fb64dbf" /><Relationship Type="http://schemas.openxmlformats.org/officeDocument/2006/relationships/notesMaster" Target="/ppt/notesMasters/notesMaster1.xml" Id="Rfdc14382676049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ca48c1a4a645cb" /><Relationship Type="http://schemas.openxmlformats.org/officeDocument/2006/relationships/notesMaster" Target="/ppt/notesMasters/notesMaster1.xml" Id="R08038a143b3f4a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9ae1d28e7f41a8" /><Relationship Type="http://schemas.openxmlformats.org/officeDocument/2006/relationships/notesMaster" Target="/ppt/notesMasters/notesMaster1.xml" Id="R126a77fca6e64e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37a1f2d3ff45bf" /><Relationship Type="http://schemas.openxmlformats.org/officeDocument/2006/relationships/notesMaster" Target="/ppt/notesMasters/notesMaster1.xml" Id="R7c7e6f59219742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d980b6cb8c4385" /><Relationship Type="http://schemas.openxmlformats.org/officeDocument/2006/relationships/notesMaster" Target="/ppt/notesMasters/notesMaster1.xml" Id="Rc6620520a3e94d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e0366c50694bce" /><Relationship Type="http://schemas.openxmlformats.org/officeDocument/2006/relationships/notesMaster" Target="/ppt/notesMasters/notesMaster1.xml" Id="R12e21386bfba46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fd0810e1b06484c" /><Relationship Type="http://schemas.openxmlformats.org/officeDocument/2006/relationships/notesMaster" Target="/ppt/notesMasters/notesMaster1.xml" Id="Rfc927d67c06a49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c2d09d1e4748c8" /><Relationship Type="http://schemas.openxmlformats.org/officeDocument/2006/relationships/notesMaster" Target="/ppt/notesMasters/notesMaster1.xml" Id="R9d54f2d7c22c4a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30b8cd628647bd" /><Relationship Type="http://schemas.openxmlformats.org/officeDocument/2006/relationships/notesMaster" Target="/ppt/notesMasters/notesMaster1.xml" Id="R1920253cafab48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a77d7161874425" /><Relationship Type="http://schemas.openxmlformats.org/officeDocument/2006/relationships/notesMaster" Target="/ppt/notesMasters/notesMaster1.xml" Id="Rb7f1b920888c4c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2fa8df9ca04490" /><Relationship Type="http://schemas.openxmlformats.org/officeDocument/2006/relationships/notesMaster" Target="/ppt/notesMasters/notesMaster1.xml" Id="Rb3fea40c0b5d48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cf809d9daa4eae" /><Relationship Type="http://schemas.openxmlformats.org/officeDocument/2006/relationships/notesMaster" Target="/ppt/notesMasters/notesMaster1.xml" Id="R514a7969ef4743a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e6dd62f2e584b9d" /><Relationship Type="http://schemas.openxmlformats.org/officeDocument/2006/relationships/notesMaster" Target="/ppt/notesMasters/notesMaster1.xml" Id="R16907cec81cc45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981ab8a26a40ac" /><Relationship Type="http://schemas.openxmlformats.org/officeDocument/2006/relationships/notesMaster" Target="/ppt/notesMasters/notesMaster1.xml" Id="Rd05c8a06524f4c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74af7f0879d44a5" /><Relationship Type="http://schemas.openxmlformats.org/officeDocument/2006/relationships/notesMaster" Target="/ppt/notesMasters/notesMaster1.xml" Id="Rf70ac119351949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b21df1d88ba4353" /><Relationship Type="http://schemas.openxmlformats.org/officeDocument/2006/relationships/notesMaster" Target="/ppt/notesMasters/notesMaster1.xml" Id="Rd9df6e2a783343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c938431a7247e3" /><Relationship Type="http://schemas.openxmlformats.org/officeDocument/2006/relationships/notesMaster" Target="/ppt/notesMasters/notesMaster1.xml" Id="R56715bd5075a443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e7b815cd3bc4572" /><Relationship Type="http://schemas.openxmlformats.org/officeDocument/2006/relationships/notesMaster" Target="/ppt/notesMasters/notesMaster1.xml" Id="R5e6863a943234ee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5dbe12c41874de1" /><Relationship Type="http://schemas.openxmlformats.org/officeDocument/2006/relationships/notesMaster" Target="/ppt/notesMasters/notesMaster1.xml" Id="R1a529b6371c348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1b3b94220684190" /><Relationship Type="http://schemas.openxmlformats.org/officeDocument/2006/relationships/notesMaster" Target="/ppt/notesMasters/notesMaster1.xml" Id="R997577d9d110477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36c66272069450d" /><Relationship Type="http://schemas.openxmlformats.org/officeDocument/2006/relationships/notesMaster" Target="/ppt/notesMasters/notesMaster1.xml" Id="Rd96e66c71409488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3015d8c5256481a" /><Relationship Type="http://schemas.openxmlformats.org/officeDocument/2006/relationships/notesMaster" Target="/ppt/notesMasters/notesMaster1.xml" Id="R44ede9a9089a4c4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b65dab6a60f44f3" /><Relationship Type="http://schemas.openxmlformats.org/officeDocument/2006/relationships/notesMaster" Target="/ppt/notesMasters/notesMaster1.xml" Id="Rb215d8ff57194d5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3c96fda6a7a465b" /><Relationship Type="http://schemas.openxmlformats.org/officeDocument/2006/relationships/notesMaster" Target="/ppt/notesMasters/notesMaster1.xml" Id="Rcedc63cd6b2d4b5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3017031e864b2a" /><Relationship Type="http://schemas.openxmlformats.org/officeDocument/2006/relationships/notesMaster" Target="/ppt/notesMasters/notesMaster1.xml" Id="R11481bd84daf4e0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7f46fb8a6ac42d4" /><Relationship Type="http://schemas.openxmlformats.org/officeDocument/2006/relationships/notesMaster" Target="/ppt/notesMasters/notesMaster1.xml" Id="R0b854ff6f6b1466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b9bc9629d5d4a76" /><Relationship Type="http://schemas.openxmlformats.org/officeDocument/2006/relationships/notesMaster" Target="/ppt/notesMasters/notesMaster1.xml" Id="R519663baba5148c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8b85f34759744bc" /><Relationship Type="http://schemas.openxmlformats.org/officeDocument/2006/relationships/notesMaster" Target="/ppt/notesMasters/notesMaster1.xml" Id="Rc44485c940b14ef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d013feea32b4078" /><Relationship Type="http://schemas.openxmlformats.org/officeDocument/2006/relationships/notesMaster" Target="/ppt/notesMasters/notesMaster1.xml" Id="R75edfb31a806452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a58d87ae92047a9" /><Relationship Type="http://schemas.openxmlformats.org/officeDocument/2006/relationships/notesMaster" Target="/ppt/notesMasters/notesMaster1.xml" Id="R307b09f1c993408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5028189ef164a11" /><Relationship Type="http://schemas.openxmlformats.org/officeDocument/2006/relationships/notesMaster" Target="/ppt/notesMasters/notesMaster1.xml" Id="R3e294cfcd48242b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826ef881cdf47a2" /><Relationship Type="http://schemas.openxmlformats.org/officeDocument/2006/relationships/notesMaster" Target="/ppt/notesMasters/notesMaster1.xml" Id="R8c7dbe6323b240a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673af077f73455a" /><Relationship Type="http://schemas.openxmlformats.org/officeDocument/2006/relationships/notesMaster" Target="/ppt/notesMasters/notesMaster1.xml" Id="Rb2bbf787aed8475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cf9eb8f48c64d89" /><Relationship Type="http://schemas.openxmlformats.org/officeDocument/2006/relationships/notesMaster" Target="/ppt/notesMasters/notesMaster1.xml" Id="R9576cb6836f2410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dbb721a7bf24ca9" /><Relationship Type="http://schemas.openxmlformats.org/officeDocument/2006/relationships/notesMaster" Target="/ppt/notesMasters/notesMaster1.xml" Id="Rf369787894b641b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6e575eee59b47aa" /><Relationship Type="http://schemas.openxmlformats.org/officeDocument/2006/relationships/notesMaster" Target="/ppt/notesMasters/notesMaster1.xml" Id="R6776d7809f9542b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70168d84bb449c0" /><Relationship Type="http://schemas.openxmlformats.org/officeDocument/2006/relationships/notesMaster" Target="/ppt/notesMasters/notesMaster1.xml" Id="R2b612ecd30cc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cluster first, then the big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This is the internal cross-check slide. Reveal final status only after all rows are discussed.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roadmap row by row. Use it to set expectations for problem-solving and diagrams.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c85cc3aca45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b74cbf52c84c38" /><Relationship Type="http://schemas.openxmlformats.org/officeDocument/2006/relationships/slideLayout" Target="/ppt/slideLayouts/slideLayout1.xml" Id="R45d576c3ced3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576c3ced3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3925e701c4aaf" /><Relationship Type="http://schemas.openxmlformats.org/officeDocument/2006/relationships/notesSlide" Target="/ppt/notesSlides/notesSlide1.xml" Id="R71d4faaf69674d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face02aa43df" /><Relationship Type="http://schemas.openxmlformats.org/officeDocument/2006/relationships/notesSlide" Target="/ppt/notesSlides/notesSlide2.xml" Id="Rbc4f3a3672ca47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9a77267f14c3e" /><Relationship Type="http://schemas.openxmlformats.org/officeDocument/2006/relationships/notesSlide" Target="/ppt/notesSlides/notesSlide3.xml" Id="Rb0a46d80d98240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d4d3f62514803" /><Relationship Type="http://schemas.openxmlformats.org/officeDocument/2006/relationships/notesSlide" Target="/ppt/notesSlides/notesSlide4.xml" Id="R7335688bf0d0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77a30fc504e15" /><Relationship Type="http://schemas.openxmlformats.org/officeDocument/2006/relationships/notesSlide" Target="/ppt/notesSlides/notesSlide5.xml" Id="Reff459cbb2af4c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19f861a644967" /><Relationship Type="http://schemas.openxmlformats.org/officeDocument/2006/relationships/notesSlide" Target="/ppt/notesSlides/notesSlide6.xml" Id="Rffe2445da3fa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f325f8f844277" /><Relationship Type="http://schemas.openxmlformats.org/officeDocument/2006/relationships/notesSlide" Target="/ppt/notesSlides/notesSlide7.xml" Id="Rd2fb800846f34e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dcb6fbc3c40d2" /><Relationship Type="http://schemas.openxmlformats.org/officeDocument/2006/relationships/notesSlide" Target="/ppt/notesSlides/notesSlide8.xml" Id="R9c152b50beb749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24ca0685d4601" /><Relationship Type="http://schemas.openxmlformats.org/officeDocument/2006/relationships/notesSlide" Target="/ppt/notesSlides/notesSlide9.xml" Id="Red977529df0946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4e8d8773e4765" /><Relationship Type="http://schemas.openxmlformats.org/officeDocument/2006/relationships/notesSlide" Target="/ppt/notesSlides/notesSlide10.xml" Id="R7d7f7fbabb8e48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9591ca55c423c" /><Relationship Type="http://schemas.openxmlformats.org/officeDocument/2006/relationships/notesSlide" Target="/ppt/notesSlides/notesSlide11.xml" Id="R853d773f29294d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eec672c924b67" /><Relationship Type="http://schemas.openxmlformats.org/officeDocument/2006/relationships/notesSlide" Target="/ppt/notesSlides/notesSlide12.xml" Id="R22ec8037501445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d183a4ae24823" /><Relationship Type="http://schemas.openxmlformats.org/officeDocument/2006/relationships/notesSlide" Target="/ppt/notesSlides/notesSlide13.xml" Id="R52bc84df660b4a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fda1239cf40f2" /><Relationship Type="http://schemas.openxmlformats.org/officeDocument/2006/relationships/notesSlide" Target="/ppt/notesSlides/notesSlide14.xml" Id="Reb635e3205a746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ecdae37a74822" /><Relationship Type="http://schemas.openxmlformats.org/officeDocument/2006/relationships/notesSlide" Target="/ppt/notesSlides/notesSlide15.xml" Id="Rae334b15e08240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e76dcd63c4e03" /><Relationship Type="http://schemas.openxmlformats.org/officeDocument/2006/relationships/notesSlide" Target="/ppt/notesSlides/notesSlide16.xml" Id="Rb248d35e286a47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35cc7a73d46d0" /><Relationship Type="http://schemas.openxmlformats.org/officeDocument/2006/relationships/notesSlide" Target="/ppt/notesSlides/notesSlide17.xml" Id="Rd68cb689b9e64d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3e22ad0a844e8" /><Relationship Type="http://schemas.openxmlformats.org/officeDocument/2006/relationships/notesSlide" Target="/ppt/notesSlides/notesSlide18.xml" Id="R6fe8111ca54e49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c2a285e9c4a3f" /><Relationship Type="http://schemas.openxmlformats.org/officeDocument/2006/relationships/notesSlide" Target="/ppt/notesSlides/notesSlide19.xml" Id="R5e323d247f184e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3f1bb7bec4661" /><Relationship Type="http://schemas.openxmlformats.org/officeDocument/2006/relationships/notesSlide" Target="/ppt/notesSlides/notesSlide20.xml" Id="R8882779ccd4147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c1e23e14456a" /><Relationship Type="http://schemas.openxmlformats.org/officeDocument/2006/relationships/notesSlide" Target="/ppt/notesSlides/notesSlide21.xml" Id="R00b6c18626d144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57e3bdb894626" /><Relationship Type="http://schemas.openxmlformats.org/officeDocument/2006/relationships/notesSlide" Target="/ppt/notesSlides/notesSlide22.xml" Id="R9412b43152f94b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dfe95d0834b9e" /><Relationship Type="http://schemas.openxmlformats.org/officeDocument/2006/relationships/notesSlide" Target="/ppt/notesSlides/notesSlide23.xml" Id="R5f478cafc13d42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dba7e9a24075" /><Relationship Type="http://schemas.openxmlformats.org/officeDocument/2006/relationships/notesSlide" Target="/ppt/notesSlides/notesSlide24.xml" Id="R5102abfed78641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95a7c100946e4" /><Relationship Type="http://schemas.openxmlformats.org/officeDocument/2006/relationships/notesSlide" Target="/ppt/notesSlides/notesSlide25.xml" Id="R119cb5350334452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594bf23a849c7" /><Relationship Type="http://schemas.openxmlformats.org/officeDocument/2006/relationships/notesSlide" Target="/ppt/notesSlides/notesSlide26.xml" Id="Ra4cf8d97d45349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ae35885bb4cbd" /><Relationship Type="http://schemas.openxmlformats.org/officeDocument/2006/relationships/notesSlide" Target="/ppt/notesSlides/notesSlide27.xml" Id="R26636f749ae54c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e4df327694781" /><Relationship Type="http://schemas.openxmlformats.org/officeDocument/2006/relationships/notesSlide" Target="/ppt/notesSlides/notesSlide28.xml" Id="R9d217e99bf1b4b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f70de65924545" /><Relationship Type="http://schemas.openxmlformats.org/officeDocument/2006/relationships/notesSlide" Target="/ppt/notesSlides/notesSlide29.xml" Id="Red4086ea530d4a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5963695de4c3f" /><Relationship Type="http://schemas.openxmlformats.org/officeDocument/2006/relationships/notesSlide" Target="/ppt/notesSlides/notesSlide30.xml" Id="Reb9e257c20c749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b13e99b17409a" /><Relationship Type="http://schemas.openxmlformats.org/officeDocument/2006/relationships/notesSlide" Target="/ppt/notesSlides/notesSlide31.xml" Id="Rffd2205e963442d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e3316f414cf5" /><Relationship Type="http://schemas.openxmlformats.org/officeDocument/2006/relationships/notesSlide" Target="/ppt/notesSlides/notesSlide32.xml" Id="R387556eb29cd414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5ebb0cbb04e74" /><Relationship Type="http://schemas.openxmlformats.org/officeDocument/2006/relationships/notesSlide" Target="/ppt/notesSlides/notesSlide33.xml" Id="Rd29a498e146d414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13a8826284051" /><Relationship Type="http://schemas.openxmlformats.org/officeDocument/2006/relationships/notesSlide" Target="/ppt/notesSlides/notesSlide34.xml" Id="Re6abb8ca379446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089a62409431b" /><Relationship Type="http://schemas.openxmlformats.org/officeDocument/2006/relationships/notesSlide" Target="/ppt/notesSlides/notesSlide35.xml" Id="R5abacee9da9b497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43cf0217642b1" /><Relationship Type="http://schemas.openxmlformats.org/officeDocument/2006/relationships/notesSlide" Target="/ppt/notesSlides/notesSlide36.xml" Id="R05e1acc50a1841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d0c29f4714e12" /><Relationship Type="http://schemas.openxmlformats.org/officeDocument/2006/relationships/notesSlide" Target="/ppt/notesSlides/notesSlide37.xml" Id="Rfff712f66cbb40d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df1e1a1448f0" /><Relationship Type="http://schemas.openxmlformats.org/officeDocument/2006/relationships/notesSlide" Target="/ppt/notesSlides/notesSlide38.xml" Id="Rae269d78e1494d2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e447b3f80442b" /><Relationship Type="http://schemas.openxmlformats.org/officeDocument/2006/relationships/notesSlide" Target="/ppt/notesSlides/notesSlide39.xml" Id="R5a049bf563644b5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17debb8a74494" /><Relationship Type="http://schemas.openxmlformats.org/officeDocument/2006/relationships/notesSlide" Target="/ppt/notesSlides/notesSlide40.xml" Id="Rcd991a82e83f46d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8e21ef1114262" /><Relationship Type="http://schemas.openxmlformats.org/officeDocument/2006/relationships/notesSlide" Target="/ppt/notesSlides/notesSlide41.xml" Id="R4e82b4d90b1c47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929121a49449f" /><Relationship Type="http://schemas.openxmlformats.org/officeDocument/2006/relationships/notesSlide" Target="/ppt/notesSlides/notesSlide42.xml" Id="R9860b6607da4470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2cb8f5d9944f0" /><Relationship Type="http://schemas.openxmlformats.org/officeDocument/2006/relationships/notesSlide" Target="/ppt/notesSlides/notesSlide43.xml" Id="R8b1757ac868f41a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2d022d3534187" /><Relationship Type="http://schemas.openxmlformats.org/officeDocument/2006/relationships/notesSlide" Target="/ppt/notesSlides/notesSlide44.xml" Id="R0f594e034cd2423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3f365e4cc4ceb" /><Relationship Type="http://schemas.openxmlformats.org/officeDocument/2006/relationships/notesSlide" Target="/ppt/notesSlides/notesSlide45.xml" Id="R64983d9c77654ca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89c2c09684d22" /><Relationship Type="http://schemas.openxmlformats.org/officeDocument/2006/relationships/notesSlide" Target="/ppt/notesSlides/notesSlide46.xml" Id="Ra02983cb3577404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d4420a4324c20" /><Relationship Type="http://schemas.openxmlformats.org/officeDocument/2006/relationships/notesSlide" Target="/ppt/notesSlides/notesSlide47.xml" Id="R9f4e5bf93d794db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7fcb3aa24408a" /><Relationship Type="http://schemas.openxmlformats.org/officeDocument/2006/relationships/notesSlide" Target="/ppt/notesSlides/notesSlide48.xml" Id="R34437404e9614c1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03c9e7cde43fc" /><Relationship Type="http://schemas.openxmlformats.org/officeDocument/2006/relationships/notesSlide" Target="/ppt/notesSlides/notesSlide49.xml" Id="R05ea33cc5e9f47b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5d5e3986b4398" /><Relationship Type="http://schemas.openxmlformats.org/officeDocument/2006/relationships/notesSlide" Target="/ppt/notesSlides/notesSlide50.xml" Id="R766ca735f46b4d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1BB9-497D-4B72-BF97-D3FB682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6C9FE-2791-409A-AD90-45BADBFA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</a:rPr>
              <a:t>Power Amplifiers and Active Filters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B67C2-F0AB-4392-80DA-0E6C766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8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19AD5-14D3-4B4D-B06B-65EB27F0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Amplifier terms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Two load lines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Class A operation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Class B operation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Class B push-pull emitter follower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Class C operation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Active filters: ideal responses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First-order stages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AD876-EB93-4423-9856-564E510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B127-BAF9-442F-A88F-DA31E7FE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B42BF-E253-4E19-960D-EAA0E1A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A1656-AB22-4A4B-9357-90863E1A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54CEC-3738-43B7-8674-197431A9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E7495-33E0-4909-9427-44FDA36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4E6A-E723-45D6-88D4-BF106B5F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74BC0-954C-4C66-9CF6-BD1C1DCE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01/50</a:t>
            </a:r>
          </a:p>
        </p:txBody>
      </p:sp>
    </p:spTree>
    <p:extLst>
      <p:ext uri="{BB962C8B-B14F-4D97-AF65-F5344CB8AC3E}">
        <p14:creationId xmlns:p14="http://schemas.microsoft.com/office/powerpoint/2010/main" val="895030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F94197-B370-47DD-B144-585618C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72337-6791-479A-A7A1-6C73D318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C06FD-0630-42A2-9BE3-50909336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781DD-D479-4E7C-9443-6935688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57EBF-E33B-458D-A784-952E59BB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B5883-230D-479E-BCF5-C95F1727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4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F1E84-64AA-415F-AEE9-F86B0EC8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1. Amplifier terms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C6935-ACE0-491F-9FFE-D62F4161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ADDD0-4AA2-43E3-9D11-47522E5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8048D-B9A2-41A5-BC9B-B481807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2. Two load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13C0A-D508-4221-B0BB-EFF515B1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C39CA-38D9-48F8-B491-11B05B84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411EE-3691-47A9-B24B-F41514C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3. Class A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0509D-14D9-4C9A-9E0B-513AA29F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DA660-B9DF-4737-8C7A-13BD9A0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2D223-12BD-48FA-B70F-6066465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4. Class B operation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28DE2-9404-4DFA-A2AE-2F03D4C8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BE8AB-2396-48DB-A973-BC8ED352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08881-5B2A-4742-8F8E-C9DBD179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5. Class B push-pull emitter follower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A5536-5605-4B78-BDF9-F5531E9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3C54A-D18A-4799-9D4B-1E7DF863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609F2-733E-48E6-9A43-B114196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6. Class C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C8C72-D46A-4ABD-8AC2-FCF61893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C220B-FDDA-4D14-A1C0-16E3B55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CC357-CC06-4349-A0C2-1A86FAA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7. Active filters: ideal responses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DA7D09-9AF0-47C1-AB76-C59101E9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7C49F-A8A7-44B0-86AF-61DE38D5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9A25E-6172-4859-8361-6B16336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8. First-order stages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9A413-7EB9-4540-B024-4DB07B76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04B09-C14D-4078-B893-ADA0EB0F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B29E84-7189-4C7B-852E-C066B5B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9. VCVS unity-gain second-order low-pass filters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1437A-D067-4538-94D6-0FFE9A6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81A2B1-7EF6-4869-BF30-8C5F0B00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866978-AD8D-4585-8194-C342DEA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10. VCVS equal-component low-pass filters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FE31A-78B0-4011-9735-E602B81A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AD3534-96FD-475E-993D-7DF42208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9341BC-B799-47EB-BEE0-D88CE324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11. VCVS high-pass filters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A1E63E-9381-4A8F-8832-2CF39E2B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94ADB-DE13-4001-8D19-C731E4C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269489-8F5C-42CE-9082-A331040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12. MFB bandpass filters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930A9A-9590-40F4-84CA-C473A698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35CF2-84A6-4662-8336-E3DC948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F56C04-8C66-40C7-8BB4-B95AC8A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13. Bandstop filters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CB85BF-6FEF-4537-BA8C-428BD838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6C0142-DFF0-45CD-9D0D-705572E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C960C6-B467-404A-AA8E-CE9F2923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2DAC52-452E-4822-BE12-2AD3BC80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02/50</a:t>
            </a:r>
          </a:p>
        </p:txBody>
      </p:sp>
    </p:spTree>
    <p:extLst>
      <p:ext uri="{BB962C8B-B14F-4D97-AF65-F5344CB8AC3E}">
        <p14:creationId xmlns:p14="http://schemas.microsoft.com/office/powerpoint/2010/main" val="316229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6250B-C509-4A28-AC06-EF111EF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1EC8-098C-43DE-88B1-8CD7630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F3BCC-1350-49C9-B0D1-31B34DF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0319C-3EAE-4D09-98F4-779F6E4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Amplifier terms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0A77D-4765-4FD9-ABD5-F4AB4B5D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Two load 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46EF5-6299-4A7F-AA6E-B879133D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Class A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58B59-D2D8-4A8F-8833-5337213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Class B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F9794-FF1C-49DC-8FAE-C2150C4B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Class B push-pull emitter follower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7264D-4F9C-444D-B39A-BEACE689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Class C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B16F7-CF4F-4589-9772-CDE7606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Active filters: ideal responses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89DAC-8B1F-46AC-BA42-A2B9E8FE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First-order active stages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73BA6-70B9-426E-92A1-F088F42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VCVS second-order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22CE1-1C4A-44BF-A5A4-A69E95DB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MFB bandpass and bandstop filters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A36CC-4619-4074-90DE-142A0AC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circuit -&gt; analysis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8A036-C242-4D82-A8C0-847DAC5B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03/50</a:t>
            </a:r>
          </a:p>
        </p:txBody>
      </p:sp>
    </p:spTree>
    <p:extLst>
      <p:ext uri="{BB962C8B-B14F-4D97-AF65-F5344CB8AC3E}">
        <p14:creationId xmlns:p14="http://schemas.microsoft.com/office/powerpoint/2010/main" val="2108631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E255F-658C-410B-9700-BD62D24C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A4892-189E-4C2C-9C57-7486B24C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20E9A-B519-4DCF-A402-6E86A5E3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E8575-9AB3-4F06-8D07-BE0FE7D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B78BF-99DF-4A93-9DA1-768582C1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Efficiency compares output power with DC input 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18A03-FA76-4A0C-B887-9A7723E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29E4D-C0FF-4D4B-903E-4B09664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EC9E5-ECB7-44FB-9C67-41CB5A9F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Filter cutoff sets transition 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582A5-52B2-4502-9CE5-4867F28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D55F5-987F-4031-B30E-4547BE22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06812-9469-4634-8615-5FA841DE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First-order slope: 20 dB/decade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AC798-F7DB-4F16-92B8-C6FBD70F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29FF5-519A-466B-9018-66834F33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03272-4F03-4B3C-804A-11C9A4C5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Q and bandwidth shape second-order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A6D88-E864-4622-9B3F-D30863F6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B1AF3-3010-4E1D-A78A-DD06DD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04/50</a:t>
            </a:r>
          </a:p>
        </p:txBody>
      </p:sp>
    </p:spTree>
    <p:extLst>
      <p:ext uri="{BB962C8B-B14F-4D97-AF65-F5344CB8AC3E}">
        <p14:creationId xmlns:p14="http://schemas.microsoft.com/office/powerpoint/2010/main" val="1804423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6D1A9-1E5F-4E1C-A162-3A802569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6F0F-1C58-4095-899C-E6FA67FB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Amplifier terms: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FCF31-85FE-47EE-AF92-0A9C4188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DCE93-5468-4645-89E3-E9B4511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Power amplifiers are designed to deliver energy to a load efficiently.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470E8-8142-4518-9C3F-519C61D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efficiency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power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distortion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D89F2-17B8-4427-958B-FDFE28C4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48CBF-8B39-49AF-AFE2-B88B2C6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Output power and efficiency dominate the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4F64C-0D4C-49B4-8C9C-4B9FDD6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74964-C8BE-473E-B5F0-80D4A4B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power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568E4-D293-4FB7-BAEC-00F0D381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B7E8F-0C19-4076-BFB3-CB1AEF1F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distortion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04573-3209-4188-868E-9ED3278C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C6D3E-0C21-46E9-AC2A-61F11CE4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05/50</a:t>
            </a:r>
          </a:p>
        </p:txBody>
      </p:sp>
    </p:spTree>
    <p:extLst>
      <p:ext uri="{BB962C8B-B14F-4D97-AF65-F5344CB8AC3E}">
        <p14:creationId xmlns:p14="http://schemas.microsoft.com/office/powerpoint/2010/main" val="27440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9F3C9-A787-47D0-A6B2-6DD71C4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1ACD1-9979-4E84-B66D-A97EA7E3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Amplifier terms: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2E13D-D2FC-4C21-BDE6-491A63C8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01183-AEC6-4C10-9573-A78E3C66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51303-2529-47DD-8587-37F84274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F09DF-3DAB-4237-A1A6-24AAFA3D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54C8F-4B10-435D-BB4D-DC2C009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Output power and efficiency dominate the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E59BA-1E6C-43E3-9BF3-54A0CAE4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AB040-0BF9-414A-A835-2CE85050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power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B1EDB-B048-4CB9-AE0A-2D15A77D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22C59-6251-41F9-81C7-C25E9BF8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distortion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A4976-12E1-4F7B-92DA-A916B9AC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3C5AA-AAC9-4FDE-A5FC-6FD2F1A8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06/50</a:t>
            </a:r>
          </a:p>
        </p:txBody>
      </p:sp>
    </p:spTree>
    <p:extLst>
      <p:ext uri="{BB962C8B-B14F-4D97-AF65-F5344CB8AC3E}">
        <p14:creationId xmlns:p14="http://schemas.microsoft.com/office/powerpoint/2010/main" val="1264257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0B25-8D8F-47E7-9199-1BF3B8A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4C4F2-FE28-4DF2-B213-D5877F2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Amplifier terms: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63DC2-B399-47D7-B894-83F82C6D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6F895-C59C-43FB-BD17-17430CD3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amplifier terms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9A63D-8EEE-4B88-AACF-2E41F90A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Output power and efficiency dominate the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BDBFE-4D4E-4E4B-8D79-E9004EB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63C72-0A6A-4F7B-9BFE-E1A46CE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Output power and efficiency dominate the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2497E-D53B-4374-B6BB-0E2ED0BE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A82AE-64AF-4AB6-9948-C0C431AB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power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FA465-BFED-4B58-99C8-C7907B7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4D0B7-A6F6-4261-99C8-7BD4154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distortion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AC9EE-D732-420E-BC70-9B1C7E4B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25C4D-5CF9-421F-8997-9814877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07/50</a:t>
            </a:r>
          </a:p>
        </p:txBody>
      </p:sp>
    </p:spTree>
    <p:extLst>
      <p:ext uri="{BB962C8B-B14F-4D97-AF65-F5344CB8AC3E}">
        <p14:creationId xmlns:p14="http://schemas.microsoft.com/office/powerpoint/2010/main" val="1680279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6B42F-082D-4056-B805-7C26110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270D6-1EB5-4D57-AB7C-38A46735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Amplifier terms: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75B88-B98F-47E6-9C93-EEFEC112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B97B4-B764-4836-B2DC-958F701D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amplifier terms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A95C3-679A-44FF-868B-98CFDC1E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efficiency and power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1C70-3125-435C-AECF-4A570FCE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2BB46-1E16-40F6-841B-5E7C00E7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Output power and efficiency dominate the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DFCD8-32CE-4F09-9CAB-213FFB1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25708-D282-4A45-9719-0188CD1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power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C72E7-15D6-44C5-BD79-70501EE7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36C40-A3DD-4D6A-80DC-2B1C67F8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distortion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02899-BA7A-401E-BBA4-16EEBE2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873B2-8F47-4581-BBFA-A2142E13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08/50</a:t>
            </a:r>
          </a:p>
        </p:txBody>
      </p:sp>
    </p:spTree>
    <p:extLst>
      <p:ext uri="{BB962C8B-B14F-4D97-AF65-F5344CB8AC3E}">
        <p14:creationId xmlns:p14="http://schemas.microsoft.com/office/powerpoint/2010/main" val="175477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48F8C-E90D-4038-8431-4D038BA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18DE6-6F91-4F6C-941F-6215675C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 load lines: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897C5-9A6F-4D53-8761-015810E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56BBE-A4F9-43F0-851B-C708A664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DC and AC load lines describe bias and signal operation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2083F-9EA9-42B2-B304-2E8F7E58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DC load line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AC load line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Q point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signal swing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874B7-7E45-4E3D-9A02-FE1BC78D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1171B-601F-412D-9E34-76BDE95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Large-signal stages must respect both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31937-7E56-41E0-B052-04BC817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DC load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4740D-60DA-488D-B61F-176D3683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AC load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09D2C-5E27-4C66-82B3-9A7F1F6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Q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DA8A-226E-4502-9B99-4BC95AB7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signal swing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5D643-579C-4220-AF82-AA4E5AE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01A83-4747-4AAA-9D20-746BAAE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09/50</a:t>
            </a:r>
          </a:p>
        </p:txBody>
      </p:sp>
    </p:spTree>
    <p:extLst>
      <p:ext uri="{BB962C8B-B14F-4D97-AF65-F5344CB8AC3E}">
        <p14:creationId xmlns:p14="http://schemas.microsoft.com/office/powerpoint/2010/main" val="245263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0742C-418E-4199-90E0-21B3E59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032E7-B978-4523-B932-DACF926D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 load lines: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2A231-7E5E-46B1-B28B-F45A5427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A24E0-026E-42A9-95CE-00E3043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DF3EB-2201-45C7-A454-3EDE8EC8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5CD85-9639-4213-9EDF-30F718C8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944AD-BF0F-4028-9E4B-FC4DC281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Large-signal stages must respect both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208BF-5E64-4F81-9FD8-256F643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DC load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9C9F0-441A-4BCF-96C3-D290F14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AC load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3AC0E-EC05-44D3-A809-90D19C5B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Q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D3AF0-4B9A-43BE-85BC-EA24C3B7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signal swing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05419-FDB4-4E91-A2A4-C4877FA6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A64AC-C6D6-444F-9D00-3505857A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10/50</a:t>
            </a:r>
          </a:p>
        </p:txBody>
      </p:sp>
    </p:spTree>
    <p:extLst>
      <p:ext uri="{BB962C8B-B14F-4D97-AF65-F5344CB8AC3E}">
        <p14:creationId xmlns:p14="http://schemas.microsoft.com/office/powerpoint/2010/main" val="20779276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480C1-135F-4DF8-A35E-40FC79B9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9098B-2884-4DD7-947A-6200DE94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 load lines: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48502-A559-4BDB-AD61-BBEB4101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95B69-4B45-4C7E-A774-D6E271FE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two load lines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7FCA-C3EC-42EB-B782-077D8694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Large-signal stages must respect both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DF4F-DD70-480C-AE41-9F91FF0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35D0B-4A08-423F-A5E1-CB83605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Large-signal stages must respect both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D71C1-CE4A-44F7-8240-B0CA6C59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DC load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C3AE2-C9F1-4DB3-8D81-23C0440A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AC load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61C65-980A-4B37-93F0-41FD9971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Q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439C3-10AB-410F-BE34-9D048A0F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signal swing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C806-011B-4258-9E38-E9EB4173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44BE1-7FA6-436D-AEA3-4E60837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11/50</a:t>
            </a:r>
          </a:p>
        </p:txBody>
      </p:sp>
    </p:spTree>
    <p:extLst>
      <p:ext uri="{BB962C8B-B14F-4D97-AF65-F5344CB8AC3E}">
        <p14:creationId xmlns:p14="http://schemas.microsoft.com/office/powerpoint/2010/main" val="7060499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85493-30EB-463E-8FE1-93D117D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58DBE-0D53-4DC3-8F68-1B35EC7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Two load lines: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3F0A7-A837-4DA3-811F-7FD1536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76E76-0641-4D17-9503-EBDB3E3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two load lines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DA645-7DD1-4500-A9CF-C2474D5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DC load line and AC load line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2063A-9B55-4DB7-92A8-043CDF2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726D7-3337-4D24-AC16-390356D9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Large-signal stages must respect both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609DC-FDEB-4B24-9789-CF493E2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DC load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8FE46-A9CF-4A3E-9ED0-2FA00CD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AC load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F1C7B-5327-41E5-82EE-F694B698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Q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5409E-F61B-45F7-8920-8DFA22F7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signal swing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DA00C-F9CF-4A7D-A8B4-2A960F8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FD00B-5621-4D8C-B695-C551C4AA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12/50</a:t>
            </a:r>
          </a:p>
        </p:txBody>
      </p:sp>
    </p:spTree>
    <p:extLst>
      <p:ext uri="{BB962C8B-B14F-4D97-AF65-F5344CB8AC3E}">
        <p14:creationId xmlns:p14="http://schemas.microsoft.com/office/powerpoint/2010/main" val="1412198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51BAE-F3C0-4118-9187-1A6BECC8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4B2CA-B6F1-42E4-B425-E858483A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A operation: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05747-610E-4B66-A047-A2BD48FD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B7DDB-7B59-4042-AF2E-E918225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Class A conducts for the full cycle and gives high linearity.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F0159-4862-460A-B540-929527D0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360 conduction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linear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 efficiency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44214-0859-4471-8CF8-155238F7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C65B1-DB23-4AEF-B970-FEDF9569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Linearity is bought with poor efficiency.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D8AFF-1D67-47F4-999F-C1D605C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CF419-48CC-40EF-BCAE-3B44BA36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6AA4B-84C8-4745-ACA0-BEDB5C3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E2CA7-0094-4377-AAEB-C4CC979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360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78E7A-9717-4812-BD2E-1D7AED0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76BF-5121-43DA-B7E0-7B129E2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7B953-2B88-4919-95AD-08D6180D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A4DAD-965D-423C-B402-DF649D15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13/50</a:t>
            </a:r>
          </a:p>
        </p:txBody>
      </p:sp>
    </p:spTree>
    <p:extLst>
      <p:ext uri="{BB962C8B-B14F-4D97-AF65-F5344CB8AC3E}">
        <p14:creationId xmlns:p14="http://schemas.microsoft.com/office/powerpoint/2010/main" val="452904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35322-2744-448F-B4A7-77EEFBFD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D2EE6-898E-4452-9898-567DC57F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A operation: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CFC13-8647-4625-A0BA-9C6C17B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70462-0FDD-4577-ADB9-C4369832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C20DC-58B7-467C-99E8-54F017EA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0F193-4F6A-414E-BA9B-E0F909F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38B30-6717-4C22-9429-F37973D0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Linearity is bought with poor efficiency.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B4BB1-DB95-4E54-B1D9-99366E8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BCFB0-C585-41ED-9216-3587F3DA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7888D-D9E6-48C2-BFD2-D0E93D16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F37EA-9C9E-4068-B640-6CCB8CE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360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7EE22-A68B-4B69-93EC-834E9C99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B2906-2854-4932-A7EB-AC12C0A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8FA6B-6928-499B-8B16-FCE54B62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00078-6296-4DCA-8CF1-5AD4626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14/50</a:t>
            </a:r>
          </a:p>
        </p:txBody>
      </p:sp>
    </p:spTree>
    <p:extLst>
      <p:ext uri="{BB962C8B-B14F-4D97-AF65-F5344CB8AC3E}">
        <p14:creationId xmlns:p14="http://schemas.microsoft.com/office/powerpoint/2010/main" val="20911284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655DC-FCB0-49CA-8919-DA8C29B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6A117-DE5D-4F23-A13D-47A1A98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A operation: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A4CFE-7367-405B-B663-8F1A0ED9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B4CFA-EDA7-41BF-BE8B-45D907B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class a operation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DE5B6-A788-4198-8707-E581B1EE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Linearity is bought with poor efficiency.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1D7D9-3328-47DF-BE75-2770AED3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09F5A-F2FA-4A04-BE52-CEC9455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Linearity is bought with poor efficiency.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7CEF4-F748-4B70-A0E3-80186B72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96621-14C5-4BCD-885B-05F2A30A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E191D-EC9C-4FEC-BCC6-461633C6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CCA7C-7D24-4FDB-97EF-03B7BEC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360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B98DF-1631-4D50-91EA-8F5EFBC4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85CDD-571E-4567-BD45-B62A8A43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FA49A-61C9-4E67-BD68-FF47261E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9182A-4838-4E73-92D1-1645BD5A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15/50</a:t>
            </a:r>
          </a:p>
        </p:txBody>
      </p:sp>
    </p:spTree>
    <p:extLst>
      <p:ext uri="{BB962C8B-B14F-4D97-AF65-F5344CB8AC3E}">
        <p14:creationId xmlns:p14="http://schemas.microsoft.com/office/powerpoint/2010/main" val="726164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0E368-2FCD-4670-B6ED-E8F9BB1F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6D807-0F01-449A-99D8-91C7F0A7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A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8A416-0CD5-4755-AE05-F003A62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0ED6D-E275-498B-8778-C78ACC2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class a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95982-82EB-480D-B92D-95BD4112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360 conduction and linear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EAF12-44CC-42BB-8F99-B008AC6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BEA3B-4109-42D2-AA2E-EE2C2785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Linearity is bought with poor efficiency.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FCD04-62E4-4DFC-A468-A7A75AF6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6D233-99E4-4B2D-8A8C-81E8815F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8D159-9F7F-4CCD-9660-86668C77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BF9E2-F34C-4DC5-8475-7B516A8E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360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A4F22-CC44-403E-8C73-E06F261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64CE4-1178-4241-A8DF-0F07A86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3A10F-98ED-446D-8320-965F6D1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3C01D-312B-40FB-B682-45772C7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16/50</a:t>
            </a:r>
          </a:p>
        </p:txBody>
      </p:sp>
    </p:spTree>
    <p:extLst>
      <p:ext uri="{BB962C8B-B14F-4D97-AF65-F5344CB8AC3E}">
        <p14:creationId xmlns:p14="http://schemas.microsoft.com/office/powerpoint/2010/main" val="14699258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4FD89-256B-4035-8149-23605DC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F8787-CCE2-4648-BB49-EB82CC60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operation: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EB645-5E06-44B1-A738-B958C1B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3E5CF-7BB6-44B5-AD19-5FAB7B8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Class B improves efficiency by splitting the waveform between devices.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1BAEB-AD40-4C69-A6B0-5C8A84A6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180 conduction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crossover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efficiency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complementary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252A6-377C-4654-AD3A-FD4AC1A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271B2-D865-4B99-887E-A586066C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Crossover distortion must be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5A904-8D50-407D-BCA5-D22E10B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C3C1F-4C74-4B15-AA39-64B2108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56446-29FB-41A6-AC21-159F5DF5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0675A-FEAD-487A-8DA3-E2DDD308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92AB9-E4A2-479F-9F09-595DE0F0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crossover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E7D5F-C202-452B-829A-7DC1E31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E99DA-9FEA-49E2-BCA6-0C9E3E8B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60544-E4BB-4EBE-AD03-4EECE47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17/50</a:t>
            </a:r>
          </a:p>
        </p:txBody>
      </p:sp>
    </p:spTree>
    <p:extLst>
      <p:ext uri="{BB962C8B-B14F-4D97-AF65-F5344CB8AC3E}">
        <p14:creationId xmlns:p14="http://schemas.microsoft.com/office/powerpoint/2010/main" val="4126737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B1F59-F0DC-4F83-8825-DED3314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9D75B-A2F6-4ED5-8DC4-D1A97AA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operation: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D1CD3-C318-4DF1-8B7A-D2789E5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73239-D940-4701-8DDF-00A9586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D4D15-9EA0-417E-9DAA-EFC7EE60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6CFD-BD07-49DC-BDD1-F509333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63DE3-AB14-47A7-830C-CB682A8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Crossover distortion must be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ED4E8-F92D-406B-9E1A-BA3F75A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0A902-6DB8-40DD-BA63-6E5838B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A7796-5609-4D13-807C-8C7E97E2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5D8BF-9904-479C-9850-8153DDF1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5DDE6-ABFE-478B-8955-6F60453E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crossover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C16B9-ADA2-4F0A-84B3-ED6B7EB8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45103-FCB5-40E1-87BC-C02E8A7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257C7-851E-4485-911D-E9D88F49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18/50</a:t>
            </a:r>
          </a:p>
        </p:txBody>
      </p:sp>
    </p:spTree>
    <p:extLst>
      <p:ext uri="{BB962C8B-B14F-4D97-AF65-F5344CB8AC3E}">
        <p14:creationId xmlns:p14="http://schemas.microsoft.com/office/powerpoint/2010/main" val="4229533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F1116-262A-4653-91F9-F27CF37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833B1-3147-4F61-8CB8-E3CE5A84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operation: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04BA7-66D2-4D18-8EE9-EFE40BA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0ADF7-8D56-445F-A2F5-95ECE8C2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class b operation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71499-B784-4FCC-AC2E-34B1A1F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Crossover distortion must be controlled.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327CE-05DA-46A9-9A54-4E09F831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6DF3B-DB76-43DB-8738-E211061E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Crossover distortion must be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BD16-EF66-418F-8812-F9D3F75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21158-CC2E-4490-8E6D-6B91FBDE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1954C-3A06-4BAC-A836-F8D51749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6103E-C6B1-4BB6-B6DD-6DD242F3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36A96-BB85-4673-BB94-D39F9915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crossover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096B0-72BD-4FF1-8B82-7E87A659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9D959-09B2-4E27-9E78-C2A4EB16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64BA5-04AE-451C-B499-80F6B00D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19/50</a:t>
            </a:r>
          </a:p>
        </p:txBody>
      </p:sp>
    </p:spTree>
    <p:extLst>
      <p:ext uri="{BB962C8B-B14F-4D97-AF65-F5344CB8AC3E}">
        <p14:creationId xmlns:p14="http://schemas.microsoft.com/office/powerpoint/2010/main" val="9968623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ED032-CA9A-4A02-BCE3-E41AC64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20FEF-D198-4C19-B1C5-541B2BA2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9C5FB-13A8-4585-A691-2DB4536D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45DBE-433D-4109-9776-9988DE9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class b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6CE53-6188-47E7-8FD8-95274A5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180 conduction and crossover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9AEE7-0F2D-4072-B575-E1A4077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CBE06-9A3D-483B-8F6A-196CD60D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Crossover distortion must be controlled.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59405-698F-4CC7-B30C-9EC23DB6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138A4-79F9-4798-989B-80315EF1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8251C-2AA3-4B18-8098-23F75702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B55B9-714C-48CC-94BF-4844D5DE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CD61C-A463-49DD-A1CD-41CF673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crossover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F9C54-2842-4F93-B1C4-2043CDFE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FB5B4-9961-4373-A5B0-51F339E0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29206-6033-4D01-8FB2-A38FE84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20/50</a:t>
            </a:r>
          </a:p>
        </p:txBody>
      </p:sp>
    </p:spTree>
    <p:extLst>
      <p:ext uri="{BB962C8B-B14F-4D97-AF65-F5344CB8AC3E}">
        <p14:creationId xmlns:p14="http://schemas.microsoft.com/office/powerpoint/2010/main" val="12888962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86F21-2C35-4BDD-B060-24E74921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4DDFC-A8C7-44B9-89A2-3674060E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push-pull emitter follower: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9B09-CAB5-4473-BA67-72E2805C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21427-689F-41FA-B4F9-72187DD7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Push-pull followers provide current drive for low-resistance loads.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A21AB-9965-4EE8-8BF6-F817F1F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push-pull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emitter follower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 drive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crossover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AAC35-0B95-4D6A-B296-4E7AD136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DD1DB-1B5E-463C-8AB3-CB5F590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Complementary action reconstructs the waveform.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C056F-2C10-4E17-A0AC-7C919E5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338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9FBE4-E382-47EC-A4E6-CBD32C99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input sine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EED60-85AB-473B-A541-3938CC0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amplified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CB3F6-7D0E-4055-A7EA-D04FD30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clipped / filtered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86791-781B-462A-92DE-E2F94B9E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81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Track amplitude, phase, distortion, and bandwidth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ADBC5-E357-4A8E-AAAA-3F3B571F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21/50</a:t>
            </a:r>
          </a:p>
        </p:txBody>
      </p:sp>
    </p:spTree>
    <p:extLst>
      <p:ext uri="{BB962C8B-B14F-4D97-AF65-F5344CB8AC3E}">
        <p14:creationId xmlns:p14="http://schemas.microsoft.com/office/powerpoint/2010/main" val="7621436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BC897-F284-4D82-B5BD-FC2B130D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9DDF9-19EE-4A59-A1C3-611ECD5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push-pull emitter follower: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8132-57D8-41AB-9BEA-92CB0D2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9F979-9598-4963-B44F-D4CC5B2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29A26-B6FE-4BDD-9645-F6C641B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A4FA7-E84D-4D88-929E-6C06303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13D1F-B333-4F53-A6CD-A18D030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Complementary action reconstructs the waveform.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F0189-7A07-4547-9991-2695305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338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616A6-3ABE-4662-B41F-7AB2443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input sine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E9D89-BE3B-4248-BD26-EC887D43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amplified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282DC-421D-482A-9939-E3123E30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clipped / filtered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0465E-8704-4E58-BDA6-34A424BD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81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Track amplitude, phase, distortion, and bandwidth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035AE-52E3-42C3-BF77-EC1768E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22/50</a:t>
            </a:r>
          </a:p>
        </p:txBody>
      </p:sp>
    </p:spTree>
    <p:extLst>
      <p:ext uri="{BB962C8B-B14F-4D97-AF65-F5344CB8AC3E}">
        <p14:creationId xmlns:p14="http://schemas.microsoft.com/office/powerpoint/2010/main" val="20257684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BDC87-0A19-4A51-8998-352A4609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A7256-5CB1-4A45-A0A7-2B06495D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push-pull emitter follower: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BF154-697A-4E80-B2D8-184A6E6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1F94F-AA55-4D29-A382-AE16A636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class b push-pull emitter follower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22865-970B-4D47-A65F-3A0EB21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Complementary action reconstructs the waveform.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4EB7E-F770-42DF-A15F-09BC5909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6E6FB-F4F9-4A51-A4E0-5DAAE094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Complementary action reconstructs the waveform.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95E99-3ACC-4585-B30C-1AEA6B0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338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4155-2F4C-4283-B61D-898B59BA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input sine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A2CD0-F7FF-4256-A13A-7D9AC359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amplified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C3C49-B5AD-4285-821C-125F1A8B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clipped / filtered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34AC7-A4C8-44CE-86CD-EE8D339E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81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Track amplitude, phase, distortion, and bandwidth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7EACE-1C54-4E4F-8849-4A7DAF3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23/50</a:t>
            </a:r>
          </a:p>
        </p:txBody>
      </p:sp>
    </p:spTree>
    <p:extLst>
      <p:ext uri="{BB962C8B-B14F-4D97-AF65-F5344CB8AC3E}">
        <p14:creationId xmlns:p14="http://schemas.microsoft.com/office/powerpoint/2010/main" val="6843637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72EDA-25AC-4A00-86B8-08538277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2889A-52DF-496B-960E-EED366A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B push-pull emitter follower: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FBB1C-EEE9-4C06-8E6C-D116AD0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03743-9301-47F6-8971-4F65AAF6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class b push-pull emitter follower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85F2F-0B68-489A-980D-E640459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push-pull and emitter follower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4B0B8-5DB8-4C64-80C8-55DCAE7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9AD60-C211-4B96-8DC7-DE9D1B94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Complementary action reconstructs the waveform.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7B3C4-CC81-4E2E-918A-8A17919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338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C7351-74C1-4BF0-8F2B-994E709B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input sine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E244A-802F-4795-B394-03E22C5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9925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amplified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27D9-C51C-4611-B31B-6BBC6DC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239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clipped / filtered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E3BCC-9429-4A16-A8C1-4812A97A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81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Track amplitude, phase, distortion, and bandwidth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F2131-4CFB-4858-8F73-795C880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24/50</a:t>
            </a:r>
          </a:p>
        </p:txBody>
      </p:sp>
    </p:spTree>
    <p:extLst>
      <p:ext uri="{BB962C8B-B14F-4D97-AF65-F5344CB8AC3E}">
        <p14:creationId xmlns:p14="http://schemas.microsoft.com/office/powerpoint/2010/main" val="14717514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B1181-DF4E-45E9-ADC7-9493A283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C7EF-CFAA-42A6-A9D8-53D34D33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C operation: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2CAF1-E715-4C48-8F12-B98E6165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A5C16-00D7-410E-8656-23FDEC0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Class C conducts for a small part of the cycle and uses a resonant 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B737-AA3C-4C1B-822F-81006AF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less than 180 conduction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tank circuit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 efficiency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CA471-735F-497C-9F98-DADAF40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E06A7-0865-4696-93EC-DBDF51DC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efficient but suited mainly to tuned RF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0BF81-9C54-465D-B734-D31D689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9F50E-A1AF-49D8-9593-50853C0E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37C08-233E-4660-A7FF-7124B2EC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3BB8E-AA7E-4A4E-901D-7B06AA1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less than 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7D699-A01A-4A3D-989B-B625E65B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tank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AFA4A-961C-48BE-BEB7-350B6E23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D46D6-C321-4179-BBB8-F0DED4B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8272C-67C2-4B47-8E12-898F8A0D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25/50</a:t>
            </a:r>
          </a:p>
        </p:txBody>
      </p:sp>
    </p:spTree>
    <p:extLst>
      <p:ext uri="{BB962C8B-B14F-4D97-AF65-F5344CB8AC3E}">
        <p14:creationId xmlns:p14="http://schemas.microsoft.com/office/powerpoint/2010/main" val="2042439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9C54F-78D0-4218-A0FF-8F200634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0C456-46E8-4988-BD2E-2C000897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C operation: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A9C91-BD87-4C26-A7E4-620088A5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10138-9A88-40AA-8A97-16A0D4FF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DFA83-593A-45B8-A140-B1DBC35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13B25-7C8A-4E15-AB03-329117B3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27BA1-7BE4-4127-9ED6-B4FEC2E1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efficient but suited mainly to tuned RF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9DA68-772F-48D3-BC44-B06DCAD8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CBF08-73AF-449D-9A59-8B28B2B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95B57-8BDC-48CF-8563-91C16CBB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3C26F-2EEC-4C4C-9816-227D0AA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less than 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7C32E-CE5C-4483-BA3C-5552F033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tank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F9D44-1686-4BDB-8A52-BC55C30C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CEC3C-561A-4508-824E-FFE9F7D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95422-93AB-45C7-B669-D8F7238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26/50</a:t>
            </a:r>
          </a:p>
        </p:txBody>
      </p:sp>
    </p:spTree>
    <p:extLst>
      <p:ext uri="{BB962C8B-B14F-4D97-AF65-F5344CB8AC3E}">
        <p14:creationId xmlns:p14="http://schemas.microsoft.com/office/powerpoint/2010/main" val="12837686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703CB-A5A0-443B-B6A3-7E4FCFD6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DA550-1A73-4CC3-83B3-965586C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C operation: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DF686-591C-4BC2-A402-54587A1A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66FF9-2FC3-4D24-83CC-AFEEB028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class c operation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75857-298A-4C63-8AB1-072755D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It is efficient but suited mainly to tuned RF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C0F47-21D4-4D28-A331-ECCE762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178E8-E979-4D27-8D10-31BB441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efficient but suited mainly to tuned RF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D2E57-0E7C-47DE-8694-457930E4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66292-34BE-44E0-BD0C-09CD1383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82F8A-0AAA-4665-8D22-6B7114E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17B77-6FF6-40E5-852E-95C21D0F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less than 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8490F-C11C-4A56-AD89-FAB092F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tank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CC5D0-9919-4500-BB6F-ABEA6550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570F9-D1C0-4640-83EE-55332ECE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6D3BE-40FB-4A7B-B99B-BED7B3C0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27/50</a:t>
            </a:r>
          </a:p>
        </p:txBody>
      </p:sp>
    </p:spTree>
    <p:extLst>
      <p:ext uri="{BB962C8B-B14F-4D97-AF65-F5344CB8AC3E}">
        <p14:creationId xmlns:p14="http://schemas.microsoft.com/office/powerpoint/2010/main" val="10218716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31714-6430-4510-9B87-BC07E778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DAA01-4599-477F-A492-747F0C3C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C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FF453-F795-4032-8112-CC7B09D3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9977F-9A31-4519-974B-8EACA86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class c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AFFB6-B13E-4548-A927-B15444E4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less than 180 conduction and tank circuit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E211D-60B4-42AB-95DD-500402A7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81472-FCE4-4A76-9C11-6B60389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efficient but suited mainly to tuned RF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B6C1D-DD12-4C6B-9440-FA591202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2A40A-349A-4031-9B45-92ED3BE2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45FC4-1016-430C-9CE0-DC31386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00023-D2DE-425F-B72A-861AE950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less than 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2965C-5482-48DD-AF15-E4C2EB1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tank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912C4-DFC6-4652-AE09-BDE150DA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5C98D-B6D5-499F-8A9D-497E743D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58721-251B-40A3-8CE1-BB209C5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28/50</a:t>
            </a:r>
          </a:p>
        </p:txBody>
      </p:sp>
    </p:spTree>
    <p:extLst>
      <p:ext uri="{BB962C8B-B14F-4D97-AF65-F5344CB8AC3E}">
        <p14:creationId xmlns:p14="http://schemas.microsoft.com/office/powerpoint/2010/main" val="2718911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BE93E-DB8D-457A-AAB9-7ECC9432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683B0-A167-406A-84EA-46EDE1C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Active filters: ideal responses: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2CF6B-09DD-445F-862F-8C96F1BF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2F1FD-8FD3-4566-A922-99FF294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Active filters shape frequency content by passing some bands and rejecting others.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ED368-29BB-46F1-A820-6FF71A1B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low-pass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high-pass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bandpass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bandstop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AD138-9028-4E2F-8DC9-4EF2965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C29A8-44DB-4E05-86AA-0F45C057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 response plot is the easiest way to teach filter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3ACF5-6903-4708-BE4D-F4434486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29A8F-C564-42E2-B30A-C64F504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1DCD2-3630-4FBC-B4E3-973E8B89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6D157-B9DA-41C3-896F-858B1EB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D828B-EE84-4809-B6F3-25ADAA11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8426E-DBAB-45F5-8C0C-253BA0F7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D67A3-DC63-4C22-98E2-6EBA5EB0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F704A-C12A-4C91-9B9F-D649579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29/50</a:t>
            </a:r>
          </a:p>
        </p:txBody>
      </p:sp>
    </p:spTree>
    <p:extLst>
      <p:ext uri="{BB962C8B-B14F-4D97-AF65-F5344CB8AC3E}">
        <p14:creationId xmlns:p14="http://schemas.microsoft.com/office/powerpoint/2010/main" val="10899076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7A121-561F-4990-B0A7-D2B3377A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6BC83-9756-4F0A-8FC9-9917FF6A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Active filters: ideal responses: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F31FC-B37F-4689-8756-6E3866B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2CD37-5936-44C0-990E-386553A2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FF305-C800-4FF8-AD34-2779AB31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2683A-DACB-4C18-ABD7-270D3C5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48649-7C7D-4A3E-87AC-5B8E902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 response plot is the easiest way to teach filter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DBCA9-5262-4396-82C2-90D5437F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2F792-E26A-4BA6-94DC-0FCA250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F276F-2A94-48E0-8758-F1B6EE74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04408-1898-4191-B3F9-8C19759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86C1-284C-4C37-97EA-51BAC48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B8A5D-0796-4468-BFAD-90573B8A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8D758-E603-4EBC-B70A-82726D12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C12F6-1760-4AA4-BCE6-71A86EDF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30/50</a:t>
            </a:r>
          </a:p>
        </p:txBody>
      </p:sp>
    </p:spTree>
    <p:extLst>
      <p:ext uri="{BB962C8B-B14F-4D97-AF65-F5344CB8AC3E}">
        <p14:creationId xmlns:p14="http://schemas.microsoft.com/office/powerpoint/2010/main" val="8662842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97C4B-8C0F-49B0-B7AF-EC24BD3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F4241-902A-4F30-B87A-D58FE75B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Active filters: ideal responses: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9103C-E580-44BC-998C-658D097B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9FA3B-49F8-44C5-B3EF-3FE724C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active filters: ideal responses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633C1-2059-4DAB-B46C-1127E94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A response plot is the easiest way to teach filter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9BA84-0E22-49F6-B3FC-196D1E46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8A2C4-0162-48D9-B37D-3D873533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 response plot is the easiest way to teach filter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BC894-7B30-4118-BFF8-DF53DAC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00374-726A-4D41-9417-8E4C6259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A90FB-438F-4C15-8E2F-3A22DD8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7A57C-C25B-4B6D-A0F7-2E6C740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09837-7788-48A8-9A5B-26AA7B9D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AC38E-CFEF-494A-829B-0F27BD62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3457D-C6AE-4898-83C6-00602C26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1A2DA-B926-4A87-BD87-FF7AF69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31/50</a:t>
            </a:r>
          </a:p>
        </p:txBody>
      </p:sp>
    </p:spTree>
    <p:extLst>
      <p:ext uri="{BB962C8B-B14F-4D97-AF65-F5344CB8AC3E}">
        <p14:creationId xmlns:p14="http://schemas.microsoft.com/office/powerpoint/2010/main" val="2711167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2584B-866F-4BD2-A322-286C07CF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61814-548F-41A5-87BA-55779D68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Active filters: ideal responses: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A3BD6-4B84-4939-B585-334432A5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0761C-938C-4A3B-9C32-FA07044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active filters: ideal responses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AD76D-2A4B-4921-855C-85B9294F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low-pass and high-pass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24BF-809B-4DC6-974E-745AAE2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F9D36-80A3-49CC-A907-2B867EF6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A response plot is the easiest way to teach filter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296FB-5FBC-434C-89AE-7ED357B1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4B179-3A62-4C3F-AD2C-D546704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CE61B-E6B4-419B-9BE6-C3ED88E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DE0E3-FF67-47F6-9B5E-FEA7023C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6AD2F-36A7-48BE-98ED-70D5639B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4F9DC-D662-4876-B529-1295517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9511C-7556-4ED9-8559-DE535AF1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EDA32-22B2-42DF-94CD-EBD1FC3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32/50</a:t>
            </a:r>
          </a:p>
        </p:txBody>
      </p:sp>
    </p:spTree>
    <p:extLst>
      <p:ext uri="{BB962C8B-B14F-4D97-AF65-F5344CB8AC3E}">
        <p14:creationId xmlns:p14="http://schemas.microsoft.com/office/powerpoint/2010/main" val="4255348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D24B7-00D4-4242-8203-71228B3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C99A-F214-4AB9-9C34-D82D21FF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First-order active stages: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8E143-FF83-4F78-B40A-18D6980A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44697-139E-40F5-B222-2633B50C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First-order filters give a simple 20 dB/decade slope.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3052C-20F8-4DB7-BDF6-A57920A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cutoff frequency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roll-off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op-amp buffer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RC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8D33F-DC0F-4001-A7AA-29601218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C9DF0-5834-42F4-8596-FB848C08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Cutoff frequency sets the transition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BB84F-3DDD-4EAD-BCBB-364254D3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cutoff 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B504E-6A2D-45AC-A1E5-8600B740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roll-off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C1D5A-6B55-4CC4-AE31-1C376C3C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op-amp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243F8-D9BA-40C8-8448-CA8916E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RC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39621-E86B-4D27-963A-5D7B09C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C7B17-25F0-4D89-8112-66DFCB03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33/50</a:t>
            </a:r>
          </a:p>
        </p:txBody>
      </p:sp>
    </p:spTree>
    <p:extLst>
      <p:ext uri="{BB962C8B-B14F-4D97-AF65-F5344CB8AC3E}">
        <p14:creationId xmlns:p14="http://schemas.microsoft.com/office/powerpoint/2010/main" val="10787004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F0BE1-DCA1-4067-A218-BA6F31C0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B1AD-1E9C-47AA-B053-5888AA7E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First-order active stages: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F086F-7F75-4029-B09C-877FC913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FFC30-752C-42F7-81A0-4D0B92A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BF0DA-1690-48D3-B9E6-F01AD44B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AE0AA-176B-492D-B1C0-D9EBB38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90580-A109-474B-94A8-9360201C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Cutoff frequency sets the transition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8DA53-1BD9-4533-9F5D-425BEA56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cutoff 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320A7-A4DF-4D43-975C-9B50682F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roll-off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E454F-A6B3-4FBB-B394-BD4D33A1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op-amp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68C12-7C7E-4784-860C-E495FF4C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RC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C5CD4-8EF4-4FAD-8C4C-C10C259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1C401-E534-4661-A2D8-EF7C94D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34/50</a:t>
            </a:r>
          </a:p>
        </p:txBody>
      </p:sp>
    </p:spTree>
    <p:extLst>
      <p:ext uri="{BB962C8B-B14F-4D97-AF65-F5344CB8AC3E}">
        <p14:creationId xmlns:p14="http://schemas.microsoft.com/office/powerpoint/2010/main" val="18894965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F69B0-4AA4-4E0E-9F08-DDC5C01F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8D6DD-CE1D-48E6-9291-BBD970C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First-order active stages: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0EA2B-CF81-4E95-B277-8BFF905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F60A0-AF2C-4199-9680-7E52A05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first-order active stages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843B1-F7A2-4B23-89A6-4679278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Cutoff frequency sets the transition 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93C01-F3F9-4A94-B644-D5DCA5B7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81BBF-1279-49C8-BBAF-4187F5D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Cutoff frequency sets the transition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11EBF-D487-4086-BD3F-8933318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cutoff 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08753-147C-4E8A-ADAC-F5960C8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roll-off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5EED3-A5E6-4A84-9A53-9EE48E2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op-amp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E8F20-6C09-4936-A54E-4674C92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RC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758B8-03CC-4983-BD3B-AC8CF6C0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610B1-239A-4EA5-B947-3CE6FAD0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35/50</a:t>
            </a:r>
          </a:p>
        </p:txBody>
      </p:sp>
    </p:spTree>
    <p:extLst>
      <p:ext uri="{BB962C8B-B14F-4D97-AF65-F5344CB8AC3E}">
        <p14:creationId xmlns:p14="http://schemas.microsoft.com/office/powerpoint/2010/main" val="187402324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82A76-636F-4BFF-80CD-0C785EEC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422C7-09F1-4C02-A5DD-9A92DE0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First-order active stages: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63A4D-17FC-44B0-B789-3D584122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8F7B6-6531-4D2A-AACA-DE50E0AB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first-order active stages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196CB-B3C0-4D10-A444-EEA5F198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cutoff frequency and roll-off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19B27-4ED6-4839-A507-901ACC5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7F80C-0E83-456D-820D-1C196BEF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Cutoff frequency sets the transition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9E3B3-E828-4F72-8A80-C3147EE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cutoff 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BA54A-0E90-488F-9CF8-A9058B1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roll-off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192DC-F895-453F-966B-7CB2E39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op-amp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1FF67-DE63-4A63-9796-6DDF246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RC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FBFD1-A6D1-4771-B009-F7F3092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0F68B-6C1B-4913-B9AC-0E7C396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36/50</a:t>
            </a:r>
          </a:p>
        </p:txBody>
      </p:sp>
    </p:spTree>
    <p:extLst>
      <p:ext uri="{BB962C8B-B14F-4D97-AF65-F5344CB8AC3E}">
        <p14:creationId xmlns:p14="http://schemas.microsoft.com/office/powerpoint/2010/main" val="20228750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6F188-FC84-4F98-BAA9-BDBC0AD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0C0A3-64FD-4DF4-A2E4-87C56A6E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second-order filters: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A7FBF-B31E-4608-8203-CDE5487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861BB-9411-48A3-826C-D0479C6E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Second-order VCVS filters sharpen the transition and shape Q.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04985-5C97-4F6A-A7E7-264234FD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unity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equal component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Q factor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damping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DA90B-76B0-4A55-845E-0B051419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E7F3A-352B-4CAB-9A2C-3D4B08D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Component choices set cutoff and peaking.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8F5D8-2AE6-4853-B9BB-64A625DE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060B3-F145-4380-BD30-DD742C1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9AA90-B37C-4800-837C-22DA507A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9BC4F-6D94-4969-9149-17ADA28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2AAE7-1FFE-4E3E-8470-13D2FF7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79589-4B20-4BF9-88A1-0BAC758A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EDBA1-24B1-4DF1-AC44-8591F668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B9344-1680-4AEF-9AD1-9887D6C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37/50</a:t>
            </a:r>
          </a:p>
        </p:txBody>
      </p:sp>
    </p:spTree>
    <p:extLst>
      <p:ext uri="{BB962C8B-B14F-4D97-AF65-F5344CB8AC3E}">
        <p14:creationId xmlns:p14="http://schemas.microsoft.com/office/powerpoint/2010/main" val="1241323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697A5-EAA3-46CF-8E9D-48F7852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EBF1A-BF13-4517-9BD3-8BE826DE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second-order filters: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7B185-CC9E-4F20-B7F1-4B1C7471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D1CEF-7E86-4289-8D59-62BC7A6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80246-3ED0-42CA-9E55-53351363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EB16-AEB8-49D0-BE8C-3AB194C2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56786-A5DA-4CE2-BF5B-54697B25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Component choices set cutoff and peaking.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3E00A-612D-4E18-A92D-C4C8D7D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C6121-ECF0-4882-AA9D-67B5D4AE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A46C2-4C2D-4BC9-9364-2A07711F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C1425-9D43-4A5B-A165-CEB4B918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D66C5-B532-45A8-BF3F-AE5B9FB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A3BCA-4D0E-4DC1-B7FF-31BBE9B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4081E-1A9C-4622-9207-B407C01E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456C3-6EF9-4010-88B0-B66A0AEF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38/50</a:t>
            </a:r>
          </a:p>
        </p:txBody>
      </p:sp>
    </p:spTree>
    <p:extLst>
      <p:ext uri="{BB962C8B-B14F-4D97-AF65-F5344CB8AC3E}">
        <p14:creationId xmlns:p14="http://schemas.microsoft.com/office/powerpoint/2010/main" val="13226924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C9FAC-B01D-4211-B699-32133B58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AF149-C7AF-46D4-A430-31477044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second-order filters: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A4BEA-CA7E-4E2C-9115-D6AAA5B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AAC16-CBC1-421B-B06F-05F2B823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vcvs second-order filters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8290C-2E03-4956-AD2B-EEA167C6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Component choices set cutoff and peaking.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7DE0F-01FF-4E45-AA3F-161EC5D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7CE27-B6A2-450D-9190-E5082879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Component choices set cutoff and peaking.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F15F-90A5-4C50-A83F-BF130FC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95C15-4E6E-415C-B8CB-9CB3026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77391-9726-4F72-B512-64048667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2C3DE-73C2-49BA-87F0-49582015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BB782-182D-4461-9A78-9A5861AF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D0FC3-41C4-4261-82A6-99FE634C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3AFDC-FFF6-405B-A9B5-DFB0EA1E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53172-A225-4DC3-9CA5-A85CC7F3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39/50</a:t>
            </a:r>
          </a:p>
        </p:txBody>
      </p:sp>
    </p:spTree>
    <p:extLst>
      <p:ext uri="{BB962C8B-B14F-4D97-AF65-F5344CB8AC3E}">
        <p14:creationId xmlns:p14="http://schemas.microsoft.com/office/powerpoint/2010/main" val="213369866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FC0D0-C555-4C83-93F4-31E1502E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35A57-A724-4958-A42B-F55ED675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second-order filters: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7ABBE-5621-4277-9F0F-139620A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A03CB-0C2C-4078-821C-E6A0DEC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vcvs second-order filters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DE42B-D410-4159-9502-00FB3FED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unity gain and equal component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7AA38-5910-4227-8DF8-30DEDD9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7DE9C-080A-4FA2-A3FA-13E02C9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Component choices set cutoff and peaking.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C525C-45AD-45FB-96A4-8D2DC27A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BB255-DD30-4943-96A2-ECC6416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19339-953B-4C30-8A4B-54C9BA20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6351C-480B-43D8-B668-32D948B1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6BAFA-D48C-4A0B-9758-5BEB2F06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694A1-72CF-4D3C-BE15-317AFE30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BAE1D-5240-4FEC-8811-7F22D186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949EA-2156-4A7B-865A-3321988C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40/50</a:t>
            </a:r>
          </a:p>
        </p:txBody>
      </p:sp>
    </p:spTree>
    <p:extLst>
      <p:ext uri="{BB962C8B-B14F-4D97-AF65-F5344CB8AC3E}">
        <p14:creationId xmlns:p14="http://schemas.microsoft.com/office/powerpoint/2010/main" val="80439634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30741-8615-4D83-B862-3743A67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62EB6-6A7A-45CB-B233-337B545D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MFB bandpass and bandstop filters: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24A44-37CE-4DAC-A382-2224BDC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BF85-604F-4EBA-83D3-F8C25A1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MFB filters use feedback paths to select or reject a band.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AAFB5-AAF3-4D0F-B43A-8F08B06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multiple feedback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center frequency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bandwidth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notch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148C5-332C-444D-9324-10DBB637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65685-02F1-42FF-A895-6969F8A8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Bandpass selects; bandstop removes.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907E4-5E51-4D33-9C3D-D0B6FB40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C2E8B-ADD7-452D-9B7B-1AD4F3D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A8365-83AE-4F77-BD3F-C2FB0B7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14CF6-A319-428A-81E2-37BC99A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6CF91-A329-4C3A-8BB9-D5597F95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660F5-9A92-4780-B338-E736C047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5F682-2F93-403E-BD15-803C251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D9ACB-71D8-47CC-B91E-BA55B2C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41/50</a:t>
            </a:r>
          </a:p>
        </p:txBody>
      </p:sp>
    </p:spTree>
    <p:extLst>
      <p:ext uri="{BB962C8B-B14F-4D97-AF65-F5344CB8AC3E}">
        <p14:creationId xmlns:p14="http://schemas.microsoft.com/office/powerpoint/2010/main" val="54190460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9CD34-FAAC-4FE1-B16B-B3A5780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2BED-5800-4A36-89B5-2B8BDA1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MFB bandpass and bandstop filters: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69E4E-99AD-4036-83F3-46FF7FD9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B848B-85FB-4D8E-87A1-6F97C2A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28CB1-98FB-47A1-975C-A5BD539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AAF04-F6BB-4D8A-9669-DB1426E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CC04C-AE16-4D88-B92C-D7FF594D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Bandpass selects; bandstop removes.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C8D3D-20F6-451D-8E9B-0292F453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160B8-C26F-4BA4-9490-EC0953F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D18FE-55A0-498A-9EA5-3F45A5B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98802-50E2-4CD7-BACA-64CCCB0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BED69-EC92-4152-A31F-964BE40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32F5B-F7F9-4FB1-9D9C-DA68921C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8CC4A-5FFF-450F-982F-463E5D5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A54D8-B829-4010-8237-43F792A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42/50</a:t>
            </a:r>
          </a:p>
        </p:txBody>
      </p:sp>
    </p:spTree>
    <p:extLst>
      <p:ext uri="{BB962C8B-B14F-4D97-AF65-F5344CB8AC3E}">
        <p14:creationId xmlns:p14="http://schemas.microsoft.com/office/powerpoint/2010/main" val="8002596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33E89-C8BF-4B02-9756-D1BC3F84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17C1A-EBD2-41EB-8CC5-CEB7049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MFB bandpass and bandstop filters: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87A14-EC09-477C-B2CC-7B03D7A5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D2972-AFB4-4B44-B753-B7655FB3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mfb bandpass and bandstop filters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760E1-9581-496E-9DD3-43C692EE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Bandpass selects; bandstop removes.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73F7F-E62C-46E0-8A86-D331A0D1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370D6-E523-4596-AD58-F5C82CEA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Bandpass selects; bandstop removes.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C3CC7-35D2-425A-9430-4A28CE5B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1F1F2-FA3F-4261-B30F-0B22E09C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C123F-991C-43F4-9D83-CD1DB12F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0ECA6-1E75-4D62-B459-6253F672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394FC-9986-4D3D-9972-FCFF966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210A3-B2D1-4A82-83C6-EDC57E9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FF7DB-BCF6-4FAB-8E1C-4F9CF602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D6CFF-AC35-4CE5-8412-5A89061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43/50</a:t>
            </a:r>
          </a:p>
        </p:txBody>
      </p:sp>
    </p:spTree>
    <p:extLst>
      <p:ext uri="{BB962C8B-B14F-4D97-AF65-F5344CB8AC3E}">
        <p14:creationId xmlns:p14="http://schemas.microsoft.com/office/powerpoint/2010/main" val="9239932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A30FD-BF83-40AD-AB7A-A6655770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E53F3-7E19-45DB-9AA1-EBB10BE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MFB bandpass and bandstop filters: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C8CE9-4E97-4F98-B0CD-304743D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E4EE8-F8D2-4E56-9F44-173EE0A4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mfb bandpass and bandstop filters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607C-5DFE-4F82-8979-C587E8C0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multiple feedback and center frequency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856D6-4577-4C4D-94D9-CAF8BC72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6E726-04C1-4548-B617-8CF7A626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Bandpass selects; bandstop removes.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373B3-E64C-4229-AF2C-3AAA9418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Low-pass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BED06-826B-44FC-89ED-4A750D9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High-pass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B406F-9428-4A14-ABD6-0371D642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2574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Bandpass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82E2-B180-4278-8889-21A173A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33F9C-4914-492C-9CD6-BC93027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C9FBE-0D10-405E-AECF-6E350297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43300"/>
            <a:ext cx="66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63EE1-36C2-439A-9A30-6C388296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62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Frequency response is the main visual language of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B516C-8280-4427-877F-B736BA64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44/50</a:t>
            </a:r>
          </a:p>
        </p:txBody>
      </p:sp>
    </p:spTree>
    <p:extLst>
      <p:ext uri="{BB962C8B-B14F-4D97-AF65-F5344CB8AC3E}">
        <p14:creationId xmlns:p14="http://schemas.microsoft.com/office/powerpoint/2010/main" val="109636523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210F5-53B6-4E0D-A544-95CA9F9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4FEFD-7DB1-459F-A073-10CA90A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9D14F-05CE-4B18-A326-CB01E5B9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84B73-39DF-4FED-9F24-B6ED8E12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Power Amplifiers and Active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8BF17-563D-4236-B9D9-CEAC1B5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Amplifier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21440-AA90-41AF-81D9-CDE02B85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Two load 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5A18B-C552-45B2-B8CD-3D99A45D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A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82E49-B188-48B2-AC38-9A0BE253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B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60781-CFB6-482A-8890-12528B4F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B push-pull emitter follower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6213D-0948-4CA8-95A2-1B975323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C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82B28-8F41-4415-B813-F7558C11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Active filters: ideal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A78F7-3C30-4C78-8D36-B5682BE1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First-order active 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E51CE-07C5-4126-852F-EA09B24A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F2E05-0159-47A2-9048-255E036C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45/50</a:t>
            </a:r>
          </a:p>
        </p:txBody>
      </p:sp>
    </p:spTree>
    <p:extLst>
      <p:ext uri="{BB962C8B-B14F-4D97-AF65-F5344CB8AC3E}">
        <p14:creationId xmlns:p14="http://schemas.microsoft.com/office/powerpoint/2010/main" val="141429177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841D9-D6D1-434C-A418-914E1AE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07163-9F81-4905-87FC-146810E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04AEE-FB13-4905-B5F9-BDC0B3E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079CB-5801-445B-AEEB-ECF84E79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5F2C5-CD46-4BA1-99E6-5294F15D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amplifier terms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B0892-8B27-4566-A187-19FF8E50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8157B-3B5C-4B54-9B1F-9CC192CA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296BE-0207-4555-ADB9-DDB2037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two load 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E67C7-6376-4FC4-8DC3-5C840D26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CB0F5-F3B7-425D-A16D-825E664D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133CB-7D05-4239-A507-D203A4A3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class a operation and class b operation.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91451-090C-4F19-B406-E7BA49BB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9220C-B721-4703-8CB3-18203F9A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7007D-9CDC-4C9C-BB21-346796F8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class b push-pull emitter follower.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1E3F5-AAF1-4550-9760-AA9AAFFB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D0081-0E64-41DE-BBA4-59E3EBC2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205F2-7361-4DED-9405-EB9C5380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class c operation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7532F-6DD2-4E00-916E-418A6C4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18646-26A8-41B6-9DA9-6191AB8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691B6-DCBE-41B9-A6CB-95C3B505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active filters: ideal responses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A7E46-D271-4A8B-9483-FD6E5932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FB2FF-99F4-4D59-BFFE-4603C219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46/50</a:t>
            </a:r>
          </a:p>
        </p:txBody>
      </p:sp>
    </p:spTree>
    <p:extLst>
      <p:ext uri="{BB962C8B-B14F-4D97-AF65-F5344CB8AC3E}">
        <p14:creationId xmlns:p14="http://schemas.microsoft.com/office/powerpoint/2010/main" val="1923157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44793-D473-418C-AF97-7223BA8D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DB1C0-71DB-475F-AD7D-2D28925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20915-B21E-407C-BDA5-1A7DF4F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72BE0-D775-42B6-8B39-8BE61407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0340C-05BE-478B-9C55-D0A9AC12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Efficiency compares output power with DC input 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3921C-867B-4C00-B498-C081264F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DF72B-AF49-4A9C-817B-7427D348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AB2FB-72C7-4601-9908-8F9DDC2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Filter cutoff sets transition frequency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862BB-F437-4A27-909B-EFAEC31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05971-1E4E-46B5-A7F9-E3F6282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F4D50-6417-4594-AFE6-8AB7F3E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First-order slope: 20 dB/decade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7F464-B0C1-4373-9142-55B612C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2A27B-0CDB-4397-9FBE-2ECA2204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A6CF5-323E-4490-ABFB-976E378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Q and bandwidth shape second-order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CEF2C-2413-4CAC-AB7A-04F8C0E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B2AA9-4CC1-4972-9354-DE6A509D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47/50</a:t>
            </a:r>
          </a:p>
        </p:txBody>
      </p:sp>
    </p:spTree>
    <p:extLst>
      <p:ext uri="{BB962C8B-B14F-4D97-AF65-F5344CB8AC3E}">
        <p14:creationId xmlns:p14="http://schemas.microsoft.com/office/powerpoint/2010/main" val="57986738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C9F7D-C9D2-4E14-A93F-48023C17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ACE36-CA7E-4B99-91D1-EA088E79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0822A-CF43-4869-9867-DDB5840F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192B7-0B6E-4A94-B08D-05B17E4D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Power Amplifiers and Active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BD97A-2DFA-4E0F-B708-5608371F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Amplifier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EAE4D-9D1D-4240-90FA-DF6C917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Two load 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5D443-D590-4974-81F4-473C55CA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A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E5B8D-76EF-4829-BB1A-F36459C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B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F601C-CD13-49DA-9015-D318F0C4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B push-pull emitter follower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3C933-7B96-4E64-9713-85877262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Class C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DA8C0-8EDF-454E-A9CD-2274DDBF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Active filters: ideal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970DA-CF70-40EC-9BF1-83C2E6B7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First-order active 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9D053-5B02-448A-ACE7-9AE6654A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45E19-260D-4072-BF64-39448A9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48/50</a:t>
            </a:r>
          </a:p>
        </p:txBody>
      </p:sp>
    </p:spTree>
    <p:extLst>
      <p:ext uri="{BB962C8B-B14F-4D97-AF65-F5344CB8AC3E}">
        <p14:creationId xmlns:p14="http://schemas.microsoft.com/office/powerpoint/2010/main" val="8480300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EEE93-E802-4D0E-B989-AEF4FFE0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89AF3-9964-40EF-A8F3-2079017D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4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6C1FC-A2A2-40DD-842D-BB9D44B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F8F79-AD5E-4790-B866-5613CB7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17B25-F93C-4B05-BC56-5718316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amplifier terms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80B63-6CAA-463D-B31D-5E265BE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670C7-D54D-47ED-844E-2450A979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58A3B-3A38-491B-9793-7C4378C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two load 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8A8EB-A15C-499B-A0CC-A7887737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D27DA-4D54-4891-929A-D54047D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E2CFB-B6EA-46F2-88C3-F005E2B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class a operation and class b operation.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C6A0B-4032-421F-B2EF-68959A8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98F1E-324C-4690-9AB2-7107D893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307AC-6A42-4531-9CC4-BBC14F58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class b push-pull emitter follower.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89B78-ED36-4DA0-A9FD-16E6FB22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93B7C-7C17-4AD7-BC9D-428A90B6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0F13A-67E4-491E-9344-F0EA52C9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class c operation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520CB-58BC-4AB7-82DB-ECAD7637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95E73-09B7-42E4-9C74-A1CEDDCD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27480-01FE-4CDC-8CEA-B4650F8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active filters: ideal responses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F86D1-5453-439D-A1B8-46C095C2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24937-1B9F-4EA7-A94E-CE5EC8D1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49/50</a:t>
            </a:r>
          </a:p>
        </p:txBody>
      </p:sp>
    </p:spTree>
    <p:extLst>
      <p:ext uri="{BB962C8B-B14F-4D97-AF65-F5344CB8AC3E}">
        <p14:creationId xmlns:p14="http://schemas.microsoft.com/office/powerpoint/2010/main" val="196023469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64CA1-30DF-4BD3-8CCE-C3F8F33A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Power Amplifiers and Active Filters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0E72F-1866-42F2-BCAD-01D84B55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Class C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31BC-5848-414E-8195-A5CFF39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759C5-2690-41C3-94C8-2E2441F2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class c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4F4A6-0DDE-46E9-83A3-ED39B7B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less than 180 conduction and tank circuit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AA6DF-7FD9-4987-9FD5-2A16496D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E84CD-A713-473A-A184-8AF0F0F0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efficient but suited mainly to tuned RF applications.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42B2B-B149-44CF-A0D2-48E6ED8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AB04-4FC7-4E2C-A020-A15E15A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5FED0-CCB5-46EB-A576-10BAF90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1440F-4F45-400D-A80E-E42A9213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less than 180 conduction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CC954-07E0-4281-93A9-B3769A3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tank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43E37-67C5-438C-AF75-0C0E254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AB5AC-243B-41D7-A066-A374E6A1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CE51A-D0B1-43EB-8F74-BE5DE9B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4 • 50/50</a:t>
            </a:r>
          </a:p>
        </p:txBody>
      </p:sp>
    </p:spTree>
    <p:extLst>
      <p:ext uri="{BB962C8B-B14F-4D97-AF65-F5344CB8AC3E}">
        <p14:creationId xmlns:p14="http://schemas.microsoft.com/office/powerpoint/2010/main" val="1436671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2026-08-21T07:02:37.4900000Z</dcterms:created>
  <dcterms:modified xsi:type="dcterms:W3CDTF">2026-08-21T07:02:37.4900000Z</dcterms:modified>
</coreProperties>
</file>