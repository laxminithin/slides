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90cfb7ef3a4cfc" /><Relationship Type="http://schemas.openxmlformats.org/officeDocument/2006/relationships/extended-properties" Target="/docProps/app.xml" Id="R8e4d2f0ec73b4f4a" /><Relationship Type="http://schemas.openxmlformats.org/officeDocument/2006/relationships/officeDocument" Target="/ppt/presentation.xml" Id="R8b5c311fcf4a48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6b6c002f714ccc"/>
  </p:sldMasterIdLst>
  <p:notesMasterIdLst>
    <p:notesMasterId xmlns:r="http://schemas.openxmlformats.org/officeDocument/2006/relationships" r:id="R602b45a3c5f94632"/>
  </p:notesMasterIdLst>
  <p:sldIdLst>
    <p:sldId xmlns:r="http://schemas.openxmlformats.org/officeDocument/2006/relationships" id="256" r:id="R1048b697f7974ce4"/>
    <p:sldId xmlns:r="http://schemas.openxmlformats.org/officeDocument/2006/relationships" id="257" r:id="R790253ca796149ed"/>
    <p:sldId xmlns:r="http://schemas.openxmlformats.org/officeDocument/2006/relationships" id="258" r:id="Rc1ee6665b0214b87"/>
    <p:sldId xmlns:r="http://schemas.openxmlformats.org/officeDocument/2006/relationships" id="259" r:id="Rff41e06599564e4f"/>
    <p:sldId xmlns:r="http://schemas.openxmlformats.org/officeDocument/2006/relationships" id="260" r:id="Rb2879aef2a174698"/>
    <p:sldId xmlns:r="http://schemas.openxmlformats.org/officeDocument/2006/relationships" id="261" r:id="Ra496dd41f88e49cf"/>
    <p:sldId xmlns:r="http://schemas.openxmlformats.org/officeDocument/2006/relationships" id="262" r:id="R8625fe02580e465a"/>
    <p:sldId xmlns:r="http://schemas.openxmlformats.org/officeDocument/2006/relationships" id="263" r:id="Rb0a6fdaeea0345fb"/>
    <p:sldId xmlns:r="http://schemas.openxmlformats.org/officeDocument/2006/relationships" id="264" r:id="R25bb951972024e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eac19724e14aa1" /><Relationship Type="http://schemas.openxmlformats.org/officeDocument/2006/relationships/slideMaster" Target="/ppt/slideMasters/slideMaster1.xml" Id="Re86b6c002f714ccc" /><Relationship Type="http://schemas.openxmlformats.org/officeDocument/2006/relationships/notesMaster" Target="/ppt/notesMasters/notesMaster1.xml" Id="R602b45a3c5f94632" /><Relationship Type="http://schemas.openxmlformats.org/officeDocument/2006/relationships/presProps" Target="/ppt/presProps.xml" Id="R364d72c2ac354510" /><Relationship Type="http://schemas.openxmlformats.org/officeDocument/2006/relationships/tableStyles" Target="/ppt/tableStyles.xml" Id="Re7d4bea5e8d543eb" /><Relationship Type="http://schemas.openxmlformats.org/officeDocument/2006/relationships/slide" Target="/ppt/slides/slide1.xml" Id="R1048b697f7974ce4" /><Relationship Type="http://schemas.openxmlformats.org/officeDocument/2006/relationships/slide" Target="/ppt/slides/slide2.xml" Id="R790253ca796149ed" /><Relationship Type="http://schemas.openxmlformats.org/officeDocument/2006/relationships/slide" Target="/ppt/slides/slide3.xml" Id="Rc1ee6665b0214b87" /><Relationship Type="http://schemas.openxmlformats.org/officeDocument/2006/relationships/slide" Target="/ppt/slides/slide4.xml" Id="Rff41e06599564e4f" /><Relationship Type="http://schemas.openxmlformats.org/officeDocument/2006/relationships/slide" Target="/ppt/slides/slide5.xml" Id="Rb2879aef2a174698" /><Relationship Type="http://schemas.openxmlformats.org/officeDocument/2006/relationships/slide" Target="/ppt/slides/slide6.xml" Id="Ra496dd41f88e49cf" /><Relationship Type="http://schemas.openxmlformats.org/officeDocument/2006/relationships/slide" Target="/ppt/slides/slide7.xml" Id="R8625fe02580e465a" /><Relationship Type="http://schemas.openxmlformats.org/officeDocument/2006/relationships/slide" Target="/ppt/slides/slide8.xml" Id="Rb0a6fdaeea0345fb" /><Relationship Type="http://schemas.openxmlformats.org/officeDocument/2006/relationships/slide" Target="/ppt/slides/slide9.xml" Id="R25bb951972024e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b9e8be093c4b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5f2d86b10d4555" /><Relationship Type="http://schemas.openxmlformats.org/officeDocument/2006/relationships/notesMaster" Target="/ppt/notesMasters/notesMaster1.xml" Id="Rcabe4e5b7c7049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ce07cf0db34353" /><Relationship Type="http://schemas.openxmlformats.org/officeDocument/2006/relationships/notesMaster" Target="/ppt/notesMasters/notesMaster1.xml" Id="R582f4ddd277342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1dc8196bc74df8" /><Relationship Type="http://schemas.openxmlformats.org/officeDocument/2006/relationships/notesMaster" Target="/ppt/notesMasters/notesMaster1.xml" Id="Re4000ad0f2d143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7e810f24ff4882" /><Relationship Type="http://schemas.openxmlformats.org/officeDocument/2006/relationships/notesMaster" Target="/ppt/notesMasters/notesMaster1.xml" Id="R8b72b3bca2b44d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78699276be4576" /><Relationship Type="http://schemas.openxmlformats.org/officeDocument/2006/relationships/notesMaster" Target="/ppt/notesMasters/notesMaster1.xml" Id="Rf9baee46615441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cf9af8dd134f86" /><Relationship Type="http://schemas.openxmlformats.org/officeDocument/2006/relationships/notesMaster" Target="/ppt/notesMasters/notesMaster1.xml" Id="R27e3511108ef4d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e4bd9e7ed94d1b" /><Relationship Type="http://schemas.openxmlformats.org/officeDocument/2006/relationships/notesMaster" Target="/ppt/notesMasters/notesMaster1.xml" Id="R690c812eb5594a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1403a3f62b4070" /><Relationship Type="http://schemas.openxmlformats.org/officeDocument/2006/relationships/notesMaster" Target="/ppt/notesMasters/notesMaster1.xml" Id="R69573fd8c9f34c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549191db644d17" /><Relationship Type="http://schemas.openxmlformats.org/officeDocument/2006/relationships/notesMaster" Target="/ppt/notesMasters/notesMaster1.xml" Id="R3717c5188d154e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f82dfc74c4a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cdff0ce5ee4428" /><Relationship Type="http://schemas.openxmlformats.org/officeDocument/2006/relationships/slideLayout" Target="/ppt/slideLayouts/slideLayout1.xml" Id="R1e545332c7fa4f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545332c7fa4f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990b69f904428" /><Relationship Type="http://schemas.openxmlformats.org/officeDocument/2006/relationships/notesSlide" Target="/ppt/notesSlides/notesSlide1.xml" Id="R429e821b088543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a972115834d52" /><Relationship Type="http://schemas.openxmlformats.org/officeDocument/2006/relationships/notesSlide" Target="/ppt/notesSlides/notesSlide2.xml" Id="R54933ceb0a9e43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bde3c2f074d1c" /><Relationship Type="http://schemas.openxmlformats.org/officeDocument/2006/relationships/notesSlide" Target="/ppt/notesSlides/notesSlide3.xml" Id="Rbdd0413c827049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2c8c1e5e54622" /><Relationship Type="http://schemas.openxmlformats.org/officeDocument/2006/relationships/notesSlide" Target="/ppt/notesSlides/notesSlide4.xml" Id="R88728ac0546f45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d3f656a9546c3" /><Relationship Type="http://schemas.openxmlformats.org/officeDocument/2006/relationships/notesSlide" Target="/ppt/notesSlides/notesSlide5.xml" Id="Rf025eb88f55943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1b2ae4af04f20" /><Relationship Type="http://schemas.openxmlformats.org/officeDocument/2006/relationships/notesSlide" Target="/ppt/notesSlides/notesSlide6.xml" Id="Ra64e73af95cd46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1bd35c9484086" /><Relationship Type="http://schemas.openxmlformats.org/officeDocument/2006/relationships/notesSlide" Target="/ppt/notesSlides/notesSlide7.xml" Id="R3402954e61db45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0a62d553242f2" /><Relationship Type="http://schemas.openxmlformats.org/officeDocument/2006/relationships/notesSlide" Target="/ppt/notesSlides/notesSlide8.xml" Id="R68e70e9259b541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01c66e45c4d62" /><Relationship Type="http://schemas.openxmlformats.org/officeDocument/2006/relationships/notesSlide" Target="/ppt/notesSlides/notesSlide9.xml" Id="R0fd3ea9aafbb46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1FEDE-893B-45B3-8CDA-67A41541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B7798-19AD-4BF8-8D92-667B9FBC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Water Chemistry and Analytical Techniques Water Chemistry: Introduction, significance of water quality parameters-pH, tu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98927-20F3-4641-88D5-C7817169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Sustainable Structures and Material Design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98A09-CD8C-4F51-9C73-1EA3BFAA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ADB63-F706-417B-823B-C4E137EA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18912-AADB-4FAB-B37F-9E6C0137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90D77-A427-4ABF-BFBC-EB6E8645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DE532-3728-42D3-BDBC-F6F1BE38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CEFCA-1345-4C79-ADC0-088BC96B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0FACB-54AC-4F04-9D47-0CD7F51F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A2F21-7A9D-4427-8E24-AEE8A06C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FEEDC-69B7-4DB5-8850-A231D1B8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E75A7-5DBA-47BF-926D-08203A34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A1BA1-5603-4CBD-89FB-14630845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D80AF-122C-4FBC-B24E-4BF43C30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2032796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C5006-5F40-461E-8197-AD918675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AED41-21A0-489E-AD1D-0CB1A769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3615E-6F67-4CC0-8E88-952D08E0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B40B9-A3BE-4A95-8826-0C5E6A38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1E6F4-5A2F-4121-A807-2FAC289C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64BE8-29F7-4749-A6CD-77E466C4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B1564-7F21-4551-A001-623B88B6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B6DE5-BEF9-4290-8A1F-C1396A52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4CCCF-0320-4DB4-B602-E0968DA8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D5763-CFFE-448E-ACE6-87791DDA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9D4D2-7526-4F18-B255-C48309DE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597DF-88E8-4600-9BDB-C439CAE9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57BE9-2843-4D7F-9C44-6FEB6C7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Water Chemistry and Analytical Techniques Water Chemistry: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significance of water quality parameters-pH, turbidity, chlorides, dissolved oxygen and alkalinity for environmental and construction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Hard water: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types, determination of total hardness by EDTA method and numerical problems.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Waste water - introduction, determination of dissolved oxygen by Winkler's method , determination of chemical oxygen demand (COD) and numerical problems.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40907-4514-4EF2-97B4-E3215CD7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E21EF-F333-4750-BA4A-F2AEA344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1892124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1D946-95B5-484C-920C-D6A55EA6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F8FF6-CB03-4761-9B5B-FFABEC2D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8EC22-0176-4EDE-94B4-A122C8E1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7C2AD-D978-41E0-87DE-FC2126BF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Water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7D8F4-83B1-4C5B-9980-468CE9EC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Chemistry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9FA19-4A91-4FA9-B0DB-D7E29185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Analytical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43029-10CF-4F0F-AE80-3AF34569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Techniques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00155-1B16-4D5B-9C1C-4BD826A4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63175-0695-4D69-AC35-75CB6943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DE9E0-FE80-4952-BA50-B74E2407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Analytical techniques: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Potentiometric sensors: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Principle, instrumentation and application in the estimation of iron in industrial effluents.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Conductometric sensors: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F78F4-3F33-453C-B914-7130AE82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3C650-7459-4E54-920C-43F2E6AF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6681204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197C5-378C-496B-BE2B-E2BC9711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5D393-4213-49AF-B9A4-0241A372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21162-6C2E-4DFC-BEEA-6A38B7BF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52EC9-AB40-48B6-870C-91A3D7EE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Water Chemistry and Analytical Techniques Water Chemistry: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significance of water quality parameters-pH, turbidity, chlorides, dissolved oxygen and alkal...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Hard water: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types, determination of total hardness by EDTA method and numerical 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Waste water - introduction, determination of dissolved oxygen by Winkler's method , determination of chemic...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Analytical techniques: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82ACD-347D-450A-A05C-C2952E42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953DE-B0E4-4450-ABF9-6D60CB5F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48414-9C61-4153-86E2-B0057B2A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ADBC8-7461-4FA4-948C-266B2E8C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70E34-C5E8-4326-BA8A-79D8FEF8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D1B60-E3D5-4AC7-8BD0-8DBF4B2C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EDE35-D9D2-4315-9772-6BCEAC83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B3FA5-B124-4E56-B0B0-0A27CA91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E9BEC-D538-477E-A293-9F3F50E3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C7F8DF-48A0-4353-B18D-010C9B8F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8E821-1368-4AB3-A451-88F9B5D4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F8736-BCC0-4FDF-8081-B1D424FC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97E03-7A8F-4C09-BC27-17930ED2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2D67F-60CB-420D-8514-F30838D3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388516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D41B1-84CE-414D-9F0E-DE802217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E4AA7-F27C-40DD-87E4-106539DF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35BF-1301-428A-B2A8-41BB7EDD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4634F-733A-48EB-BAE1-AEA580BF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02F04-5EEF-4B5D-978F-58A05111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15D43-DCED-4084-9C98-4F8649CD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5DA2E-D341-4E6D-8015-3859F505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AE390-6F8C-48C8-8400-E8F75817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23E7A-8184-48AD-82E5-595F1ABC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22141-61F7-428C-B0C8-13DC6CE0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641AD-EE73-427E-84B7-4BB01DD6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F54DD-AA8F-4CBA-91D4-2C4C8F6B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8F94C-B9F1-4428-93DF-E398F7C1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51B1C-63C9-4660-B5FD-2AFE8DE0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46C44-39C9-4F56-BD0D-78F5C35B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3567425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61B63-70AD-494F-ACE9-D30802C9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78456-12A1-4970-B1A1-5549C5B9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3B2AA-2FCF-47FD-99D7-A4A78669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3CC25-1A8C-4A70-8C93-ABD3247D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1125F-D505-4341-87F0-1DB37790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Water Chemistry and Analytical Techniques Water Chemistry: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95D54-940D-43C1-BFC1-07D8276B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Water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B0875-3C35-44BD-960B-2E5EEDB2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84BC2-CCAE-4A7D-BA84-C9F64DC7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D8FF7-F23B-46FF-8658-3EEB10CC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197547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1F701-D835-4FB8-ABAF-F4143590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F1C30-CDFD-402E-9155-80F173E8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A7FF3-C5F1-463D-92D6-119E6197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E7EED-8613-496A-B761-09A3704E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53648-7B58-470D-92B3-C7D1A260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Potentiometric sensors: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Principle, instrumentation and application in the estimation of iron in industrial effluents.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Conductometric sensors: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Principle, instrumentation and application in the determination of acid mixture in industrial effluents.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AC4E2-C3F4-413E-9F72-E7442EC6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DEEC0-2C8C-4F42-854D-22F628BB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D09EF-52D3-4C1E-AD89-F0236378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E19AB-C0B2-47F3-B421-55EC441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2779311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D6015A-29E3-4451-AB42-9EA44668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84994-1948-4ADA-A45B-31AA8194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C53EC-50F9-4C19-86CF-94F8575E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F6E25-DB13-43B4-BEF2-EA859AE6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C9DAD-22FA-48FB-87CD-475E15E7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96C9D-6581-4AF3-A22A-6D9167AE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87873-3CA2-4047-8755-9EF2E224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Water Chemistry and Analytical Techniques Water Chemistry: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73D29-194A-49EE-96FF-D5B23A2D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B772A-6CA5-4271-97E8-FC126285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B00AF-ECC6-4F03-B9AD-B96A715A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significance of water quality parameters-pH, turbidity, chlorides, dissolved oxyg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4E6FF-1A01-4F9F-B943-4C0DB791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FDACA-5BBE-443B-92C9-D7177892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32A92-0F33-43C8-AC90-39825B4D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Hard water: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B4F10-387B-4557-A1E2-97146F35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238C2-FBC1-4C57-B1B8-080DB81B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FBE66-06C5-4FE9-83F6-FAABAF39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types, determination of total hardness by EDTA method and numerical problems.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21114-71DA-4A6E-903F-D99F1382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633F5-4E19-4EBD-87D0-21CF14ED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483BC1-0DAE-4371-9C19-1680C6E3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Waste water - introduction, determination of dissolved oxygen by Winkler's method , determinati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A005FB-41EE-4E1E-9BC3-F2EEA0D5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AA56D-DE34-44C9-9A75-C95BD344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19CD1-7BA1-477B-81E8-EFD9A055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Analytical techniques: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B14C3-2FFA-4293-9E36-6FE1DA34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38F50B-36E9-4099-A999-D2FB3348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6A61C-CF05-4DCC-A1C9-4719CCE8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Potentiometric sensors: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6CED1F-E1A4-4683-899A-9FA2EA06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B656F5-DF2A-4835-A618-A130A809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144BF-24A8-4009-ADAA-C351884B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296837-D017-4F4F-A883-7C3457C4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455443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43C4C-1444-411F-B5E7-F2BD36F0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53864-BCF9-4B87-809B-2D8C0670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501A0-D699-4F52-8CB3-478F26CF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F1350-DE1F-4BD2-97D6-4FD7C863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Water, Chemistry, Analytical, Techniques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CD1AB-CE0F-4B0E-B2A5-BCD7055B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6B8A5-B19B-479C-B2CE-1A27845D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E8388-ADC4-464E-89F7-3C5BF37E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5244F-F07A-422A-BAE7-FDD5874A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2088471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2026-08-24T06:38:43.2710000Z</dcterms:created>
  <dcterms:modified xsi:type="dcterms:W3CDTF">2026-08-24T06:38:43.2710000Z</dcterms:modified>
</coreProperties>
</file>