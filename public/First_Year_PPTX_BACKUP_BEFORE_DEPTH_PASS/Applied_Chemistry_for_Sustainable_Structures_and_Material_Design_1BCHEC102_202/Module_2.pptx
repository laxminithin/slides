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f3c3a6b71d4332" /><Relationship Type="http://schemas.openxmlformats.org/officeDocument/2006/relationships/extended-properties" Target="/docProps/app.xml" Id="Rc7019f743f8448c1" /><Relationship Type="http://schemas.openxmlformats.org/officeDocument/2006/relationships/officeDocument" Target="/ppt/presentation.xml" Id="Rf7ab95d752d14b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80ea2d2f7844b0"/>
  </p:sldMasterIdLst>
  <p:notesMasterIdLst>
    <p:notesMasterId xmlns:r="http://schemas.openxmlformats.org/officeDocument/2006/relationships" r:id="R54783828257a44ca"/>
  </p:notesMasterIdLst>
  <p:sldIdLst>
    <p:sldId xmlns:r="http://schemas.openxmlformats.org/officeDocument/2006/relationships" id="256" r:id="R9071d30465894836"/>
    <p:sldId xmlns:r="http://schemas.openxmlformats.org/officeDocument/2006/relationships" id="257" r:id="R6caba2bbc7cb41e0"/>
    <p:sldId xmlns:r="http://schemas.openxmlformats.org/officeDocument/2006/relationships" id="258" r:id="R1404b8da52a042fe"/>
    <p:sldId xmlns:r="http://schemas.openxmlformats.org/officeDocument/2006/relationships" id="259" r:id="R529ce91e97c04c25"/>
    <p:sldId xmlns:r="http://schemas.openxmlformats.org/officeDocument/2006/relationships" id="260" r:id="R3f618d58c6f24881"/>
    <p:sldId xmlns:r="http://schemas.openxmlformats.org/officeDocument/2006/relationships" id="261" r:id="R9c58cad9970b4188"/>
    <p:sldId xmlns:r="http://schemas.openxmlformats.org/officeDocument/2006/relationships" id="262" r:id="Rb1656b512c3b452f"/>
    <p:sldId xmlns:r="http://schemas.openxmlformats.org/officeDocument/2006/relationships" id="263" r:id="Rd4ae59aa56c54c10"/>
    <p:sldId xmlns:r="http://schemas.openxmlformats.org/officeDocument/2006/relationships" id="264" r:id="R9c186968fcef40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e9b2cba1164c7c" /><Relationship Type="http://schemas.openxmlformats.org/officeDocument/2006/relationships/slideMaster" Target="/ppt/slideMasters/slideMaster1.xml" Id="R1a80ea2d2f7844b0" /><Relationship Type="http://schemas.openxmlformats.org/officeDocument/2006/relationships/notesMaster" Target="/ppt/notesMasters/notesMaster1.xml" Id="R54783828257a44ca" /><Relationship Type="http://schemas.openxmlformats.org/officeDocument/2006/relationships/presProps" Target="/ppt/presProps.xml" Id="R2d3e036ef9eb46eb" /><Relationship Type="http://schemas.openxmlformats.org/officeDocument/2006/relationships/tableStyles" Target="/ppt/tableStyles.xml" Id="R2b8c4092ba8d4ec7" /><Relationship Type="http://schemas.openxmlformats.org/officeDocument/2006/relationships/slide" Target="/ppt/slides/slide1.xml" Id="R9071d30465894836" /><Relationship Type="http://schemas.openxmlformats.org/officeDocument/2006/relationships/slide" Target="/ppt/slides/slide2.xml" Id="R6caba2bbc7cb41e0" /><Relationship Type="http://schemas.openxmlformats.org/officeDocument/2006/relationships/slide" Target="/ppt/slides/slide3.xml" Id="R1404b8da52a042fe" /><Relationship Type="http://schemas.openxmlformats.org/officeDocument/2006/relationships/slide" Target="/ppt/slides/slide4.xml" Id="R529ce91e97c04c25" /><Relationship Type="http://schemas.openxmlformats.org/officeDocument/2006/relationships/slide" Target="/ppt/slides/slide5.xml" Id="R3f618d58c6f24881" /><Relationship Type="http://schemas.openxmlformats.org/officeDocument/2006/relationships/slide" Target="/ppt/slides/slide6.xml" Id="R9c58cad9970b4188" /><Relationship Type="http://schemas.openxmlformats.org/officeDocument/2006/relationships/slide" Target="/ppt/slides/slide7.xml" Id="Rb1656b512c3b452f" /><Relationship Type="http://schemas.openxmlformats.org/officeDocument/2006/relationships/slide" Target="/ppt/slides/slide8.xml" Id="Rd4ae59aa56c54c10" /><Relationship Type="http://schemas.openxmlformats.org/officeDocument/2006/relationships/slide" Target="/ppt/slides/slide9.xml" Id="R9c186968fcef40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c0e9fc9ece4c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287d8126d948d0" /><Relationship Type="http://schemas.openxmlformats.org/officeDocument/2006/relationships/notesMaster" Target="/ppt/notesMasters/notesMaster1.xml" Id="R743ec471a15346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c8265daacb4daa" /><Relationship Type="http://schemas.openxmlformats.org/officeDocument/2006/relationships/notesMaster" Target="/ppt/notesMasters/notesMaster1.xml" Id="Rd2befeb31fd545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069c96134544f1" /><Relationship Type="http://schemas.openxmlformats.org/officeDocument/2006/relationships/notesMaster" Target="/ppt/notesMasters/notesMaster1.xml" Id="Rc8c171e14e3b46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745c00ad8b4cd5" /><Relationship Type="http://schemas.openxmlformats.org/officeDocument/2006/relationships/notesMaster" Target="/ppt/notesMasters/notesMaster1.xml" Id="R722d9094d3c343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07812c31794c3a" /><Relationship Type="http://schemas.openxmlformats.org/officeDocument/2006/relationships/notesMaster" Target="/ppt/notesMasters/notesMaster1.xml" Id="R9c60aeac94e046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da0f47104e4bcd" /><Relationship Type="http://schemas.openxmlformats.org/officeDocument/2006/relationships/notesMaster" Target="/ppt/notesMasters/notesMaster1.xml" Id="R8342e4b4b1264b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89d928d4324a0c" /><Relationship Type="http://schemas.openxmlformats.org/officeDocument/2006/relationships/notesMaster" Target="/ppt/notesMasters/notesMaster1.xml" Id="R26130cfe9f4c4e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4a0a7fed814564" /><Relationship Type="http://schemas.openxmlformats.org/officeDocument/2006/relationships/notesMaster" Target="/ppt/notesMasters/notesMaster1.xml" Id="R17501da40fef4c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c4cbee0f1e4e27" /><Relationship Type="http://schemas.openxmlformats.org/officeDocument/2006/relationships/notesMaster" Target="/ppt/notesMasters/notesMaster1.xml" Id="Rcf819d349e9344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233b4e45844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e177c42ab241e6" /><Relationship Type="http://schemas.openxmlformats.org/officeDocument/2006/relationships/slideLayout" Target="/ppt/slideLayouts/slideLayout1.xml" Id="Rc65ebdc3458d4e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5ebdc3458d4e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c21d2a9f742c2" /><Relationship Type="http://schemas.openxmlformats.org/officeDocument/2006/relationships/notesSlide" Target="/ppt/notesSlides/notesSlide1.xml" Id="R72eb3e5d3cb24d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8a57eb6e84a8f" /><Relationship Type="http://schemas.openxmlformats.org/officeDocument/2006/relationships/notesSlide" Target="/ppt/notesSlides/notesSlide2.xml" Id="Rcc7435c8b33243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742b798704c1d" /><Relationship Type="http://schemas.openxmlformats.org/officeDocument/2006/relationships/notesSlide" Target="/ppt/notesSlides/notesSlide3.xml" Id="R2a61437da92a49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9e4977e8444c5" /><Relationship Type="http://schemas.openxmlformats.org/officeDocument/2006/relationships/notesSlide" Target="/ppt/notesSlides/notesSlide4.xml" Id="Rf868139a2e8849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fedb425c74086" /><Relationship Type="http://schemas.openxmlformats.org/officeDocument/2006/relationships/notesSlide" Target="/ppt/notesSlides/notesSlide5.xml" Id="R3601bdd4bd614f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6931042fb47aa" /><Relationship Type="http://schemas.openxmlformats.org/officeDocument/2006/relationships/notesSlide" Target="/ppt/notesSlides/notesSlide6.xml" Id="R101edeee17534c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7f0e8323c46e7" /><Relationship Type="http://schemas.openxmlformats.org/officeDocument/2006/relationships/notesSlide" Target="/ppt/notesSlides/notesSlide7.xml" Id="Rcae36b0cb25048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2610320f14db2" /><Relationship Type="http://schemas.openxmlformats.org/officeDocument/2006/relationships/notesSlide" Target="/ppt/notesSlides/notesSlide8.xml" Id="R9c3f9fb844f547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7c35ab0fe4445" /><Relationship Type="http://schemas.openxmlformats.org/officeDocument/2006/relationships/notesSlide" Target="/ppt/notesSlides/notesSlide9.xml" Id="R3cabc717a38440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405B8-B28F-42D0-967C-A9A76B88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21304-48E4-4834-B827-FFAA8D43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Materials for Structural Integrity Polymer: Introduction, types of polymerization, synthesis, properties and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87868-D0C5-4C27-9153-ECA1A44C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Sustainable Structures and Material Design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86CA4-2A93-4ABB-A652-88836EE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4AD2E-3B33-498C-A63C-7EF457ED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B663F-D0F0-4BF6-89FF-60219C6A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F51BE-E6FC-4CBF-A299-B49AB703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8B87E-A46C-4B4D-9479-FFF6844B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A77CF-A8B3-47AE-A74D-1F417C00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33B0A-6ABD-47FC-A5C2-16439B6A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EB5F7-FCCE-4AFD-BFED-D2D579E4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E0B6F-3638-4437-A24C-6B4FF56E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55C34-B2DA-4AC4-AA28-6221C7D1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33AF4-E68D-498F-84FE-63B87F21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157BB-56B1-403B-A9EC-37B70F7A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740366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D3D13-5AB7-4F97-BFEC-2B6C2798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E6BE7-841B-4171-A688-8FC0CDB8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7E1AA-060D-48D3-8573-11CAC5A6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18B82-FE2F-4B66-9DE2-F5B6C8E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5D160-20FB-4DB7-9425-6ED465E2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38727-AF92-4B41-BC6B-60C892D3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6AD82-BA41-4E95-A94D-1C55CA1D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ACB7F-8A4F-4A85-90DC-71781F57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06917-082D-42D2-8EAD-BE49D111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D5B7A-D20F-4461-BC48-D13B571E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BC3F0-C8F5-4969-AD66-6C8A5C69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D344A-813C-43CD-8685-B79D1460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0637B-9AEE-4C04-B815-EDAF132F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Materials for Structural Integrity Polymer: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types of polymerization, synthesis, properties and engineering applications of chlorinated polyvinyl chloride (CPVC), polymethyl methacrylate (PMMA) and Kevlar fiber.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Molecular weight of polymers: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average and weight average molecular weight of polymers -numerical problems.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 roperties and industrial applications of carbon -based reinforced composites-graphene/carbon nanotubes as fillers.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558FA-B677-4F98-9EDD-1B4129C4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F3950-4167-4075-A3AF-BEA0019B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404620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87F71-B764-47E3-8FA0-3D46BFD2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803D4-1C61-44B7-9AD4-C0816BCE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1AC66-7902-4CFF-9818-4A8C4522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F2874-E5F5-4A9E-856B-D923E684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84B19-FCDC-4601-8408-C7D3D619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Structural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69961-A424-40F4-BA1B-130F4B6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Integrity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DAC36-5FD1-4286-9F54-3BA20C60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Polymer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23145-433D-4EB4-B75A-52B838E9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polymerization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F1615-7252-4F13-81D7-AB5A38D3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synthesis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679AE-EBCB-433C-A199-53F09C96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Nanomaterials: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size dependent properties-surface area, catalytic property, thermal properties and antimicrobial activity.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 oncrete as composite material, composition of nano - concrete, synthesis of TiO2 nanoparticles by sol-gel method for sensor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C77D8-BE4C-45EE-983D-F403C5E2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EA318-25D8-462C-8617-DF9D33A0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917031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6C5B5-3919-4CEC-B858-3AA240D1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39048-B258-418D-9B9A-63FBF1DB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94FD0-9591-479C-8617-76ABECBA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03AD9-2C7A-468E-9FDC-274AB3D5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Materials for Structural Integrity Polymer: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types of polymerization, synthesis, properties and engineering applications of chlorinated po...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Molecular weight of polymers: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average and weight average molecular weight of polymers -numerical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 roperties and industrial applications of carbon -based reinforced composites-graphene/carbon nanotubes as...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Nanomaterials: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57953-C125-434E-B065-C69FD69A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5EF53-8F43-4E80-A08D-8AFA75B9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204BA-06C4-493F-BB2C-64503902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9D4EF-0286-4AAC-97EB-55038F40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156D1-8F0E-464F-BC44-61AE92ED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2BD3A-4916-4CD6-960C-990D5D34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805EE-CC10-4239-86AD-554F5926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B780A-2D13-4DB3-8095-6E204718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17C4B-F5E1-402D-B682-AD98BCB1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614EB-12DD-4A99-B803-5DA7EFED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8BE0B-8155-41E0-8528-B7D8805C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B5AC1-32D0-4BC8-8B05-62C52B69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05688-78DE-448D-ABBF-D4392E61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513D7-9F9D-4CD0-87B1-19C37DCD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7433984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53FA2-C649-4A83-A80B-2A4176B2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D5B86-A2DB-4383-9A17-356066F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1777C-8C0E-483B-89CE-BFD2C561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35C33-DE1A-42F0-83A2-8494E3CD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C0B37-6C25-4242-8FB5-E1110C92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CDB13-EA14-452F-8C7C-A18E55D5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6A9C1-8168-47A0-9667-54A0377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F015B-DBBB-4326-A9F0-529FF451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A3498-FD35-4658-802B-B0E7BB77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0BC53-DEBF-4609-83D6-69DADCA1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5DA15-7617-413F-955C-F121EDA3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3D19D-3F9E-4E62-8823-BB1B3803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18BD8-532E-4456-B9ED-67EDD73A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23D4B-B5B6-4423-9FA2-1FFB7F33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32D43-E00E-44B1-B45F-7CB17B44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57997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CA35C-4D9A-4046-BFF0-674EFB84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89597-0F50-47B6-A7AD-E0361D5C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253A5-7E9E-4A0C-9B30-0122BEA8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85C3E-0154-48E7-89E5-9733FC7C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D53AB-9179-4ACE-890F-B745F97C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Materials for Structural Integrity Polymer: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E2905-9A4C-487A-837C-C480E5F5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Materials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0F826-BCAD-475B-B51D-8CA8CB78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0C2A9-DD30-4666-BE1A-37DDE340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54862-A799-4F5F-86BF-1E54BC6B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531596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A47E1-A796-418D-9137-84328CAA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3EEF7-7A4A-408D-9752-50CE58F3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A8EC1-0B89-4AEB-9B3E-280ACF9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618C2-63C0-4428-A594-FC57AF40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C989D-1562-4D1E-888C-FE4D1127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size dependent properties-surface area, catalytic property, thermal properties and antimicrobial activity.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 oncrete as composite material, composition of nano - concrete, synthesis of TiO2 nanoparticles by sol-gel method for sensor applications.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80BA3-EE6D-42AF-AD62-DD31DF3D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F331B-B0AD-43CD-9C54-5A6E7D11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1D09E-B137-45CF-8C18-5FFF01B7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DDE31-DB7B-402F-8337-817C937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117471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F33621-48E7-46C0-9103-527E34C7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F4E19-A795-4F13-B376-71068061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3CA71-2945-4D2D-9EED-F92858B9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E1B4D-32D6-4DA5-89E8-5613A466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D9DC5-1174-4FE6-9C64-287CE44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FE0E5-730F-494D-9785-DE0B98BC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9789D-55E7-4278-97FC-FD9DD903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Materials for Structural Integrity Polymer: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B7456-82DF-4FBD-A358-71FA5A57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6189E-FDAE-4742-949D-C8CE78E6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62077-829E-4C33-B7C8-E83EF68E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types of polymerization, synthesis, properties and engineering applications of 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AC5C5-06B4-4BAB-93FE-5DB0A6A1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7C08A-F203-43C0-8E8C-BC8B879B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FA641-012B-45D7-B4A6-EA121A0D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Molecular weight of polymers: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0096D-080F-4EBC-ADC5-99898ED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FEEF7-8977-4363-92A8-CE249E8B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021D4-2375-4E1E-963E-F0D94150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average and weight average molecular weight of polymers -numerical problems.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C30C4-D6E7-4426-890F-A7096E60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89906-D7F0-497E-BE54-7BDFB7AA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58D21-0814-45B7-9034-74A39650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 roperties and industrial applications of carbon -based reinforced composites-graphene/carbon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18C09-9874-4AE7-8D1F-815E3FE8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E01AF-834A-4DDB-8250-D3ACA59D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C78A41-DD92-43E4-B347-9270FF68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Nanomaterials: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C42A2-3326-484C-B3E5-6506EFAF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65E38-F16A-4CF9-B3D1-9BDF196B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070930-D82D-4D6D-A577-74FED30A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size dependent properties-surface area, catalytic property, thermal properties 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8890A-8CF3-4E01-85C5-C811629C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3B706F-F879-4E6C-A3EC-E20DFF65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B6D60-1FB4-4D8C-A6E9-8916432A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D7DFD3-6A99-4DFE-BAD2-E045847E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3234113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AD29C-7E98-4732-974B-FC26D18A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DADAC-EEAB-4238-B63C-534A3521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611D7-D2BD-402F-A773-41D0EE6D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B251F-6B91-469E-851A-D607C4EB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Materials, Structural, Integrity, Polymer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9F1CB-7E76-442B-8436-3449265B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1ECDA-7946-4B8A-9F7F-E5BB6E9F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16040-7324-4D8F-8088-706B8DA1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7D15D-BA20-42C4-BF46-AF9A1218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653704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2026-08-24T06:38:43.0790000Z</dcterms:created>
  <dcterms:modified xsi:type="dcterms:W3CDTF">2026-08-24T06:38:43.0790000Z</dcterms:modified>
</coreProperties>
</file>