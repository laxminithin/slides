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11bfd0688c2494d" /><Relationship Type="http://schemas.openxmlformats.org/officeDocument/2006/relationships/extended-properties" Target="/docProps/app.xml" Id="R5b5dcb2a69a244c9" /><Relationship Type="http://schemas.openxmlformats.org/officeDocument/2006/relationships/officeDocument" Target="/ppt/presentation.xml" Id="Ra775e737ec39440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1074dee0234478a"/>
  </p:sldMasterIdLst>
  <p:notesMasterIdLst>
    <p:notesMasterId xmlns:r="http://schemas.openxmlformats.org/officeDocument/2006/relationships" r:id="R2681da91d8d34657"/>
  </p:notesMasterIdLst>
  <p:sldIdLst>
    <p:sldId xmlns:r="http://schemas.openxmlformats.org/officeDocument/2006/relationships" id="256" r:id="R8d881175fc424357"/>
    <p:sldId xmlns:r="http://schemas.openxmlformats.org/officeDocument/2006/relationships" id="257" r:id="R932ef621b8a34552"/>
    <p:sldId xmlns:r="http://schemas.openxmlformats.org/officeDocument/2006/relationships" id="258" r:id="R5d87e697984e45aa"/>
    <p:sldId xmlns:r="http://schemas.openxmlformats.org/officeDocument/2006/relationships" id="259" r:id="Rcb6d06d068224e29"/>
    <p:sldId xmlns:r="http://schemas.openxmlformats.org/officeDocument/2006/relationships" id="260" r:id="R54b49cbb2d694736"/>
    <p:sldId xmlns:r="http://schemas.openxmlformats.org/officeDocument/2006/relationships" id="261" r:id="R1f7e8109a0e34a22"/>
    <p:sldId xmlns:r="http://schemas.openxmlformats.org/officeDocument/2006/relationships" id="262" r:id="Rafb4760fc1184265"/>
    <p:sldId xmlns:r="http://schemas.openxmlformats.org/officeDocument/2006/relationships" id="263" r:id="Re7f35e332ed44389"/>
    <p:sldId xmlns:r="http://schemas.openxmlformats.org/officeDocument/2006/relationships" id="264" r:id="R8bd2e34e157d480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8da3ff84fe741ba" /><Relationship Type="http://schemas.openxmlformats.org/officeDocument/2006/relationships/slideMaster" Target="/ppt/slideMasters/slideMaster1.xml" Id="Re1074dee0234478a" /><Relationship Type="http://schemas.openxmlformats.org/officeDocument/2006/relationships/notesMaster" Target="/ppt/notesMasters/notesMaster1.xml" Id="R2681da91d8d34657" /><Relationship Type="http://schemas.openxmlformats.org/officeDocument/2006/relationships/presProps" Target="/ppt/presProps.xml" Id="R256400c323bd4edb" /><Relationship Type="http://schemas.openxmlformats.org/officeDocument/2006/relationships/tableStyles" Target="/ppt/tableStyles.xml" Id="Rbae7700e64c64f8d" /><Relationship Type="http://schemas.openxmlformats.org/officeDocument/2006/relationships/slide" Target="/ppt/slides/slide1.xml" Id="R8d881175fc424357" /><Relationship Type="http://schemas.openxmlformats.org/officeDocument/2006/relationships/slide" Target="/ppt/slides/slide2.xml" Id="R932ef621b8a34552" /><Relationship Type="http://schemas.openxmlformats.org/officeDocument/2006/relationships/slide" Target="/ppt/slides/slide3.xml" Id="R5d87e697984e45aa" /><Relationship Type="http://schemas.openxmlformats.org/officeDocument/2006/relationships/slide" Target="/ppt/slides/slide4.xml" Id="Rcb6d06d068224e29" /><Relationship Type="http://schemas.openxmlformats.org/officeDocument/2006/relationships/slide" Target="/ppt/slides/slide5.xml" Id="R54b49cbb2d694736" /><Relationship Type="http://schemas.openxmlformats.org/officeDocument/2006/relationships/slide" Target="/ppt/slides/slide6.xml" Id="R1f7e8109a0e34a22" /><Relationship Type="http://schemas.openxmlformats.org/officeDocument/2006/relationships/slide" Target="/ppt/slides/slide7.xml" Id="Rafb4760fc1184265" /><Relationship Type="http://schemas.openxmlformats.org/officeDocument/2006/relationships/slide" Target="/ppt/slides/slide8.xml" Id="Re7f35e332ed44389" /><Relationship Type="http://schemas.openxmlformats.org/officeDocument/2006/relationships/slide" Target="/ppt/slides/slide9.xml" Id="R8bd2e34e157d480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71632f95ee4448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e0737fbc0fa4599" /><Relationship Type="http://schemas.openxmlformats.org/officeDocument/2006/relationships/notesMaster" Target="/ppt/notesMasters/notesMaster1.xml" Id="Rd1fae7d0e4dd4f2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fabb9343ebf4d20" /><Relationship Type="http://schemas.openxmlformats.org/officeDocument/2006/relationships/notesMaster" Target="/ppt/notesMasters/notesMaster1.xml" Id="Rc66e17ca3f73400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535cce2d05c41a5" /><Relationship Type="http://schemas.openxmlformats.org/officeDocument/2006/relationships/notesMaster" Target="/ppt/notesMasters/notesMaster1.xml" Id="Rbe265357b65a456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b3bc55b6bc6403d" /><Relationship Type="http://schemas.openxmlformats.org/officeDocument/2006/relationships/notesMaster" Target="/ppt/notesMasters/notesMaster1.xml" Id="Rf7ea16523c234c0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7c7a2d8d2a341db" /><Relationship Type="http://schemas.openxmlformats.org/officeDocument/2006/relationships/notesMaster" Target="/ppt/notesMasters/notesMaster1.xml" Id="R68962b24a37d4a7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4f67fef812d403c" /><Relationship Type="http://schemas.openxmlformats.org/officeDocument/2006/relationships/notesMaster" Target="/ppt/notesMasters/notesMaster1.xml" Id="R14d8db7898244a6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14697d6556644bd" /><Relationship Type="http://schemas.openxmlformats.org/officeDocument/2006/relationships/notesMaster" Target="/ppt/notesMasters/notesMaster1.xml" Id="R2bb781e37708461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d9067e0744b4d18" /><Relationship Type="http://schemas.openxmlformats.org/officeDocument/2006/relationships/notesMaster" Target="/ppt/notesMasters/notesMaster1.xml" Id="R2ab68c2a8fa54f6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2952ae3c4634ff9" /><Relationship Type="http://schemas.openxmlformats.org/officeDocument/2006/relationships/notesMaster" Target="/ppt/notesMasters/notesMaster1.xml" Id="R08cce84525184a3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e32970e5da43c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e5ffc5ba9ac4bd2" /><Relationship Type="http://schemas.openxmlformats.org/officeDocument/2006/relationships/slideLayout" Target="/ppt/slideLayouts/slideLayout1.xml" Id="R325262348b1247f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25262348b1247f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3a340ea38c4366" /><Relationship Type="http://schemas.openxmlformats.org/officeDocument/2006/relationships/notesSlide" Target="/ppt/notesSlides/notesSlide1.xml" Id="R8c77e3c992894d3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31df3f2259416a" /><Relationship Type="http://schemas.openxmlformats.org/officeDocument/2006/relationships/notesSlide" Target="/ppt/notesSlides/notesSlide2.xml" Id="R412d3a6f28e8482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b77deb2cf14e51" /><Relationship Type="http://schemas.openxmlformats.org/officeDocument/2006/relationships/notesSlide" Target="/ppt/notesSlides/notesSlide3.xml" Id="R8fd9267b55ee498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926f5edf3b48cf" /><Relationship Type="http://schemas.openxmlformats.org/officeDocument/2006/relationships/notesSlide" Target="/ppt/notesSlides/notesSlide4.xml" Id="R6d0139e76dc8477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3e5c0ee5d44953" /><Relationship Type="http://schemas.openxmlformats.org/officeDocument/2006/relationships/notesSlide" Target="/ppt/notesSlides/notesSlide5.xml" Id="Rfce214d49ef3481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c9942b785d4326" /><Relationship Type="http://schemas.openxmlformats.org/officeDocument/2006/relationships/notesSlide" Target="/ppt/notesSlides/notesSlide6.xml" Id="R5e8975fcdde743b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5597cf1f254a41" /><Relationship Type="http://schemas.openxmlformats.org/officeDocument/2006/relationships/notesSlide" Target="/ppt/notesSlides/notesSlide7.xml" Id="R29fa335d26ad41f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7cd07b610b44b4" /><Relationship Type="http://schemas.openxmlformats.org/officeDocument/2006/relationships/notesSlide" Target="/ppt/notesSlides/notesSlide8.xml" Id="R1d80ee81fc8649b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6c9fee15f0493d" /><Relationship Type="http://schemas.openxmlformats.org/officeDocument/2006/relationships/notesSlide" Target="/ppt/notesSlides/notesSlide9.xml" Id="Rb2e54695207f476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C74126-018C-47EF-9CC7-DCBF98827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29880A-A6D0-46A4-9EF3-D79712110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Energy Systems and Green Fuels Electrochemistry: Introduction, electrode potential, overview of Nerns't equation, concen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43D438-E84E-435D-8A4F-CFBEF2847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Applied Chemistry for Sustainable Structures and Material Design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1BCHEC102/202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chemistry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0963F3-B243-419E-AB44-0B80F45FB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Structure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143A36-7D23-43B8-B814-FDBB6EFFF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4311F6-D2FA-4CE8-A534-019300BB9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Property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71CD50-A15A-433E-BE6D-7228A7E90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6D4A47-BC7D-46CE-94DE-489593A2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17D23A-5FBE-4257-A4C3-FEAC374BE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83831A-098A-44A4-A05C-300868420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Device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3BCF12-8AFA-405B-BBAE-844A2834D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FE5FA5-8DAA-45F6-B401-53BF9B637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Impact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A24A12-B7E7-43DC-A05A-0D6B37D5A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90525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Molecular choice explains engineering performance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9128B2-B57F-48AD-875C-BDCE4FCD5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Applied Chemistry for Sustainable Structures and Material Design | 1BCHEC102/202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0E4065-E69B-40CF-9032-398C83CF8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1/9</a:t>
            </a:r>
          </a:p>
        </p:txBody>
      </p:sp>
    </p:spTree>
    <p:extLst>
      <p:ext uri="{BB962C8B-B14F-4D97-AF65-F5344CB8AC3E}">
        <p14:creationId xmlns:p14="http://schemas.microsoft.com/office/powerpoint/2010/main" val="301383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781467-8A59-41A0-AC4B-3B6173A98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2FF5E9-7730-483C-8B8B-6D54BE4E3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4ACA4B-7AD1-4B9E-9212-7CC3C68BE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693DFD-688D-411A-872D-9885BFA2B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6B0EC4-44D4-4021-BA73-CE5126E0B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63470A-46C1-4898-82B9-60202D922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BEF3AB-4579-43F0-9624-35F82124F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5DAE0E-CAA7-4197-AC46-7E291EF6A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3FADE2-F1C9-47EE-92E9-2151C4FD1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40E136-767B-43EC-BC9B-1EAA1A84F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Application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E7C325-AA1A-4243-BC3D-46EDDAA0A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5B6C95-9535-4D71-8C24-82EC243CB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FA1BF0-88E5-4163-810D-AF2A3D65B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Energy Systems and Green Fuels Electrochemistry: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Introduction, electrode potential, overview of Nerns't equation, concentration cell, numerical problems on concentration cells.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Energy systems 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Introduction, classification of batteries, characteristics of battery -capacity, power density, cell balancing and cycle life.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Construction, working, and applications of Lithium-ion battery.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6B6BB4-5EB8-4032-A752-5091371BF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Applied Chemistry for Sustainable Structures and Material Design | 1BCHEC102/202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3A859C-0E01-4EB6-B7A2-75F7A7232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2/9</a:t>
            </a:r>
          </a:p>
        </p:txBody>
      </p:sp>
    </p:spTree>
    <p:extLst>
      <p:ext uri="{BB962C8B-B14F-4D97-AF65-F5344CB8AC3E}">
        <p14:creationId xmlns:p14="http://schemas.microsoft.com/office/powerpoint/2010/main" val="12503300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A306DF-8F5E-4C5D-9560-F3160F18B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754089-FF40-495C-B813-38D5DEDC6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16B612-6DE0-447C-948B-A860AA5E3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E05173-7F75-4C40-88DB-9022C0D20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Energy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278787-0D4A-4C74-9334-0247C146F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Systems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792A42-D302-4FD6-A506-46F01F3CE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Green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0C1375-C2E5-4FF8-BA69-96A191E62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Fuels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BBD5CE-2BE8-4B23-A133-384FFA4F7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Electrochemistry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4EB20E-775B-44AF-BA53-0842CB6CD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electrode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C2CA78-28D5-451D-8320-BE8BC76EB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Fuel cell -definition, difference between battery and fuel cell, construction, working and applications of solid oxide fuel, silicon solar cell.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Green Fuels 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Introduction, production of green hydrogen by photocatalytic water splitting by TiO2 catalyst and its advantages.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Number of Hours: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B88273-9BAD-4F4E-8ECC-211FBDAE9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Applied Chemistry for Sustainable Structures and Material Design | 1BCHEC102/202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88FD81-6F84-4F12-AF0B-C14D3167E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3/9</a:t>
            </a:r>
          </a:p>
        </p:txBody>
      </p:sp>
    </p:spTree>
    <p:extLst>
      <p:ext uri="{BB962C8B-B14F-4D97-AF65-F5344CB8AC3E}">
        <p14:creationId xmlns:p14="http://schemas.microsoft.com/office/powerpoint/2010/main" val="32335940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AC8F45-E2A2-4305-94A1-B30CC4098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CE7533-8BFE-490A-B50C-B14B969E5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896ECE-CAB1-4041-B4F2-83B66E359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815487-3426-4B99-9F67-76595AC9D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Energy Systems and Green Fuels Electrochemistry: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Introduction, electrode potential, overview of Nerns't equation, concentration cell, numerical problems on ...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Energy systems 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Introduction, classification of batteries, characteristics of battery -capacity, power density, cell balanc...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Construction, working, and applications of Lithium-ion battery.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Fuel cell -definition, difference between battery and fuel cell, construction, working and applications of ...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3AC457-ECE8-4ABD-8016-A2E3402FA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018E0B-4773-4031-855E-35A8AE471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1FDBD6-8907-4441-9377-2CA7DC87A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Structure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36510C-087E-4A4C-8A75-D211E70AD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AFE9AD-AC22-4F9D-AADF-F89D03542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Property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023E6B-4C20-4BF4-B13D-CBD9D262C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BD5A6F-E74C-4770-ACD4-68BE5E806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0B657C-1B9A-4832-A2E4-E42181309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FB5420-8BB7-4D2B-84C3-37E3F9723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Device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FF0571-429C-459E-94BB-280546859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65980E-19B1-4302-B063-08694F040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Impact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A185CB-9A4D-4CB6-87B1-43ADC3F3C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90525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Molecular choice explains engineering performance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AB593B-EF42-4645-A30A-58954DFEF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Applied Chemistry for Sustainable Structures and Material Design | 1BCHEC102/202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20E631-65A3-4221-916D-AEC8CDF1F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4/9</a:t>
            </a:r>
          </a:p>
        </p:txBody>
      </p:sp>
    </p:spTree>
    <p:extLst>
      <p:ext uri="{BB962C8B-B14F-4D97-AF65-F5344CB8AC3E}">
        <p14:creationId xmlns:p14="http://schemas.microsoft.com/office/powerpoint/2010/main" val="75108247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347F44-29C7-4409-ADF0-BFA0ACF02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37E385-AA80-491B-9D33-6D641515B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17FF7B-AED2-41DC-A88D-4FAD54D42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8A56DF-40DB-4326-85B0-98DDCBA53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 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A63B3A-8295-49AE-814D-D5EE99580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8AC860-946B-4627-A001-DE4248A36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Principle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121AE1-9ACE-4C49-A811-A46F6CAC9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E84428-651D-402D-912A-C3822B67B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2AF256-4A8D-407B-9998-7411E9524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DB8B1E-CBCD-485A-B4E7-16F57CF44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230A39-6359-442A-A7CA-927B7B903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2A01F5-9553-4D20-9166-2F565E90A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4ECB88-BA24-4C6B-85AD-7B3A785BE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A03FDB-564D-42C2-A048-5907BF26A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Applied Chemistry for Sustainable Structures and Material Design | 1BCHEC102/202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91D482-4AE6-47AF-B25A-A6550DB1E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5/9</a:t>
            </a:r>
          </a:p>
        </p:txBody>
      </p:sp>
    </p:spTree>
    <p:extLst>
      <p:ext uri="{BB962C8B-B14F-4D97-AF65-F5344CB8AC3E}">
        <p14:creationId xmlns:p14="http://schemas.microsoft.com/office/powerpoint/2010/main" val="50747475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EBCB3F-726C-4F73-81FC-E269E3553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20CA24-2C25-4317-B8EA-F804F9461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CE5472-4B18-4DD3-A603-29C401825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F28AAC-0EED-4BD6-A079-CEBAE8E6E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EEC0B9-36A3-4E4B-A31C-F21C0F16E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Energy Systems and Green Fuels Electrochemistry: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55B90A-9D7E-45A0-8E45-3FA56C60B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Energy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7846FA-A542-4569-A7F6-A13B10D8A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D3CE8D-3F9B-4F5F-A322-07F883D30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Applied Chemistry for Sustainable Structures and Material Design | 1BCHEC102/202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C0F7CF-1B8E-4C12-8157-B4AE7E7FB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6/9</a:t>
            </a:r>
          </a:p>
        </p:txBody>
      </p:sp>
    </p:spTree>
    <p:extLst>
      <p:ext uri="{BB962C8B-B14F-4D97-AF65-F5344CB8AC3E}">
        <p14:creationId xmlns:p14="http://schemas.microsoft.com/office/powerpoint/2010/main" val="125474788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098A55-D109-4159-AD33-F30FCF05C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BF3003-28BA-40B4-9C66-CEE3C7F75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C695B2-582F-42DA-90A9-A4AC9C604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FBB79B-5573-4F25-AC91-6108F9202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6FC310-F757-447D-934B-BDD34034F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Green Fuels 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Introduction, production of green hydrogen by photocatalytic water splitting by TiO2 catalyst and its advantages.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Number of Hours: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918656-ECF3-4B83-AABD-5BD847F49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380F82-D1E2-4DE2-9459-DD8FB5528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39798F-ABA8-4863-B27A-30FD6265A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Applied Chemistry for Sustainable Structures and Material Design | 1BCHEC102/202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BE129A-6B09-4B8B-817D-994E5F6BE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7/9</a:t>
            </a:r>
          </a:p>
        </p:txBody>
      </p:sp>
    </p:spTree>
    <p:extLst>
      <p:ext uri="{BB962C8B-B14F-4D97-AF65-F5344CB8AC3E}">
        <p14:creationId xmlns:p14="http://schemas.microsoft.com/office/powerpoint/2010/main" val="188693050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4E0684A-893F-4E93-A86B-6121D7C43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A33759-83FC-4271-B6FC-E9E0C38BD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4770C9-9669-485F-8586-08BE92986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1464F9-C651-42CF-B976-DB2A59D8C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BCF075-44D1-4228-8C50-9DCC22D30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3A0EBC-EDDF-44E9-812F-8A223AE37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960585-D35D-4EF3-8A72-6A5B284EF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Energy Systems and Green Fuels Electrochemistry: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584398-6751-45F2-88D8-B775DA996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82442E-849E-4210-AFCC-83C1EA3A3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3639E5-55FD-40A5-AAA0-834FDFBDD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Introduction, electrode potential, overview of Nerns't equation, concentration cell, numerical 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9E68EC-97AE-4869-9890-1AFEFCDE6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8A1032-E48F-4D47-A1BA-6B6AD471F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CEBF55-417A-46C8-BC94-536E41B0B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Energy systems :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AE8907-6915-4A9D-AA2C-93EECCBC6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B6A120-104A-4AE4-A7FC-2E1393400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4C8F85-D98E-4817-A2AA-07003B587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Introduction, classification of batteries, characteristics of battery -capacity, power density,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276C5E-8907-491D-807E-C9C8B4098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19E189-B138-4D59-B753-64E60B91E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DCF6E5-AB4F-4B78-A71F-5C3D1A4F8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Construction, working, and applications of Lithium-ion battery.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7CCB84-407E-4F4A-8309-2029BBC7D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A53B74-9666-4C0E-9493-FECB1BE08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DECF00-1FA0-491B-A31F-A20D8BA31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Fuel cell -definition, difference between battery and fuel cell, construction, working and appl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4B74E3-51FA-4BCB-98B0-1D2634E55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C6DD00-6511-4439-8EA0-D4B00E0F1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4E2144-A5C5-417D-AC52-0BB495C74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Green Fuels :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18A6A6-F95C-4AB5-B2EF-F9B03AD57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FB8784-B802-4120-8C82-D4C5EB232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D4DE5DF-C55D-4E8D-8CA6-CD7067E20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Applied Chemistry for Sustainable Structures and Material Design | 1BCHEC102/202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B94BE1A-CEAE-4C8D-A9D7-B92C9F0CB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8/9</a:t>
            </a:r>
          </a:p>
        </p:txBody>
      </p:sp>
    </p:spTree>
    <p:extLst>
      <p:ext uri="{BB962C8B-B14F-4D97-AF65-F5344CB8AC3E}">
        <p14:creationId xmlns:p14="http://schemas.microsoft.com/office/powerpoint/2010/main" val="132731210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7B72D0-8D29-40F0-8530-2AB863948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7584D2-F0E0-40F1-8CDF-2CC878554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0C3314-28E5-4B76-AA30-8CD46BA16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ED7480-FB92-4441-8322-32514E9B5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Energy, Systems, Green, Fuels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3FE2E1-C12D-44A2-A06A-4D34C6CD0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446DD9-4BDC-4008-8ADA-9D72AF72A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E76A49-C044-48C8-B036-33BC427A4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Applied Chemistry for Sustainable Structures and Material Design | 1BCHEC102/202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26D99E-D238-4B33-84E2-F879DE481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9/9</a:t>
            </a:r>
          </a:p>
        </p:txBody>
      </p:sp>
    </p:spTree>
    <p:extLst>
      <p:ext uri="{BB962C8B-B14F-4D97-AF65-F5344CB8AC3E}">
        <p14:creationId xmlns:p14="http://schemas.microsoft.com/office/powerpoint/2010/main" val="14413232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2026-08-24T06:38:43.0160000Z</dcterms:created>
  <dcterms:modified xsi:type="dcterms:W3CDTF">2026-08-24T06:38:43.0160000Z</dcterms:modified>
</coreProperties>
</file>