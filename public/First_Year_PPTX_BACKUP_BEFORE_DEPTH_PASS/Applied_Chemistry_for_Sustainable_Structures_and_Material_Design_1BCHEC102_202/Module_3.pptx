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03a843aae4ef3" /><Relationship Type="http://schemas.openxmlformats.org/officeDocument/2006/relationships/extended-properties" Target="/docProps/app.xml" Id="R257f9c7d78bf4b0e" /><Relationship Type="http://schemas.openxmlformats.org/officeDocument/2006/relationships/officeDocument" Target="/ppt/presentation.xml" Id="Rd2f35118d763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0c506eacc4454"/>
  </p:sldMasterIdLst>
  <p:notesMasterIdLst>
    <p:notesMasterId xmlns:r="http://schemas.openxmlformats.org/officeDocument/2006/relationships" r:id="Rc51a6744f2ca44f8"/>
  </p:notesMasterIdLst>
  <p:sldIdLst>
    <p:sldId xmlns:r="http://schemas.openxmlformats.org/officeDocument/2006/relationships" id="256" r:id="R24c804c8dddf4a1d"/>
    <p:sldId xmlns:r="http://schemas.openxmlformats.org/officeDocument/2006/relationships" id="257" r:id="R898d41c195f54de4"/>
    <p:sldId xmlns:r="http://schemas.openxmlformats.org/officeDocument/2006/relationships" id="258" r:id="R666f0af2ec19459b"/>
    <p:sldId xmlns:r="http://schemas.openxmlformats.org/officeDocument/2006/relationships" id="259" r:id="R57dade69c9f34a42"/>
    <p:sldId xmlns:r="http://schemas.openxmlformats.org/officeDocument/2006/relationships" id="260" r:id="Rba841eec8b254c91"/>
    <p:sldId xmlns:r="http://schemas.openxmlformats.org/officeDocument/2006/relationships" id="261" r:id="Rad10ba2f83ea4535"/>
    <p:sldId xmlns:r="http://schemas.openxmlformats.org/officeDocument/2006/relationships" id="262" r:id="Rd379c6cefc484862"/>
    <p:sldId xmlns:r="http://schemas.openxmlformats.org/officeDocument/2006/relationships" id="263" r:id="Rb959480350734364"/>
    <p:sldId xmlns:r="http://schemas.openxmlformats.org/officeDocument/2006/relationships" id="264" r:id="R134d33c717fd4d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b003690a844483" /><Relationship Type="http://schemas.openxmlformats.org/officeDocument/2006/relationships/slideMaster" Target="/ppt/slideMasters/slideMaster1.xml" Id="R8450c506eacc4454" /><Relationship Type="http://schemas.openxmlformats.org/officeDocument/2006/relationships/notesMaster" Target="/ppt/notesMasters/notesMaster1.xml" Id="Rc51a6744f2ca44f8" /><Relationship Type="http://schemas.openxmlformats.org/officeDocument/2006/relationships/presProps" Target="/ppt/presProps.xml" Id="Ra72ced2217c34e43" /><Relationship Type="http://schemas.openxmlformats.org/officeDocument/2006/relationships/tableStyles" Target="/ppt/tableStyles.xml" Id="R94b0a2ee56254e5b" /><Relationship Type="http://schemas.openxmlformats.org/officeDocument/2006/relationships/slide" Target="/ppt/slides/slide1.xml" Id="R24c804c8dddf4a1d" /><Relationship Type="http://schemas.openxmlformats.org/officeDocument/2006/relationships/slide" Target="/ppt/slides/slide2.xml" Id="R898d41c195f54de4" /><Relationship Type="http://schemas.openxmlformats.org/officeDocument/2006/relationships/slide" Target="/ppt/slides/slide3.xml" Id="R666f0af2ec19459b" /><Relationship Type="http://schemas.openxmlformats.org/officeDocument/2006/relationships/slide" Target="/ppt/slides/slide4.xml" Id="R57dade69c9f34a42" /><Relationship Type="http://schemas.openxmlformats.org/officeDocument/2006/relationships/slide" Target="/ppt/slides/slide5.xml" Id="Rba841eec8b254c91" /><Relationship Type="http://schemas.openxmlformats.org/officeDocument/2006/relationships/slide" Target="/ppt/slides/slide6.xml" Id="Rad10ba2f83ea4535" /><Relationship Type="http://schemas.openxmlformats.org/officeDocument/2006/relationships/slide" Target="/ppt/slides/slide7.xml" Id="Rd379c6cefc484862" /><Relationship Type="http://schemas.openxmlformats.org/officeDocument/2006/relationships/slide" Target="/ppt/slides/slide8.xml" Id="Rb959480350734364" /><Relationship Type="http://schemas.openxmlformats.org/officeDocument/2006/relationships/slide" Target="/ppt/slides/slide9.xml" Id="R134d33c717fd4d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59775c3ea41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52c8bd2654324" /><Relationship Type="http://schemas.openxmlformats.org/officeDocument/2006/relationships/notesMaster" Target="/ppt/notesMasters/notesMaster1.xml" Id="Re625e4125843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fed70bacd4bcb" /><Relationship Type="http://schemas.openxmlformats.org/officeDocument/2006/relationships/notesMaster" Target="/ppt/notesMasters/notesMaster1.xml" Id="R8348badf126f44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6301d5d4e24a19" /><Relationship Type="http://schemas.openxmlformats.org/officeDocument/2006/relationships/notesMaster" Target="/ppt/notesMasters/notesMaster1.xml" Id="R15748cdcf0db48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85520be6224bc7" /><Relationship Type="http://schemas.openxmlformats.org/officeDocument/2006/relationships/notesMaster" Target="/ppt/notesMasters/notesMaster1.xml" Id="R4e98cef24c4645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e70aced49845af" /><Relationship Type="http://schemas.openxmlformats.org/officeDocument/2006/relationships/notesMaster" Target="/ppt/notesMasters/notesMaster1.xml" Id="Rc8a4fc5c326f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78cb2376854f6f" /><Relationship Type="http://schemas.openxmlformats.org/officeDocument/2006/relationships/notesMaster" Target="/ppt/notesMasters/notesMaster1.xml" Id="R08f42e1bf57f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9e56aed97e4eab" /><Relationship Type="http://schemas.openxmlformats.org/officeDocument/2006/relationships/notesMaster" Target="/ppt/notesMasters/notesMaster1.xml" Id="R5352042f4fb5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159440be14f19" /><Relationship Type="http://schemas.openxmlformats.org/officeDocument/2006/relationships/notesMaster" Target="/ppt/notesMasters/notesMaster1.xml" Id="Rb73a9b8ed4c34b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1055810f09438f" /><Relationship Type="http://schemas.openxmlformats.org/officeDocument/2006/relationships/notesMaster" Target="/ppt/notesMasters/notesMaster1.xml" Id="Rc23d2d3b7cf3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a1cc2e0ce45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5935001b04ef5" /><Relationship Type="http://schemas.openxmlformats.org/officeDocument/2006/relationships/slideLayout" Target="/ppt/slideLayouts/slideLayout1.xml" Id="R11214dc8f64b42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14dc8f64b42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fcc82d7724037" /><Relationship Type="http://schemas.openxmlformats.org/officeDocument/2006/relationships/notesSlide" Target="/ppt/notesSlides/notesSlide1.xml" Id="R917abbb56d034a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7f36916b496d" /><Relationship Type="http://schemas.openxmlformats.org/officeDocument/2006/relationships/notesSlide" Target="/ppt/notesSlides/notesSlide2.xml" Id="R35ba10315d844b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365db58164b1a" /><Relationship Type="http://schemas.openxmlformats.org/officeDocument/2006/relationships/notesSlide" Target="/ppt/notesSlides/notesSlide3.xml" Id="Rbfa5d1103cab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5cac0b2d0420a" /><Relationship Type="http://schemas.openxmlformats.org/officeDocument/2006/relationships/notesSlide" Target="/ppt/notesSlides/notesSlide4.xml" Id="R6264a61e18824c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bed65a9b14e2b" /><Relationship Type="http://schemas.openxmlformats.org/officeDocument/2006/relationships/notesSlide" Target="/ppt/notesSlides/notesSlide5.xml" Id="R5fe7ff1d3b43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19be618ac4080" /><Relationship Type="http://schemas.openxmlformats.org/officeDocument/2006/relationships/notesSlide" Target="/ppt/notesSlides/notesSlide6.xml" Id="R664a5bdc8a69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3e06267e49e7" /><Relationship Type="http://schemas.openxmlformats.org/officeDocument/2006/relationships/notesSlide" Target="/ppt/notesSlides/notesSlide7.xml" Id="R449c22e800ac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809f3a6be4a2a" /><Relationship Type="http://schemas.openxmlformats.org/officeDocument/2006/relationships/notesSlide" Target="/ppt/notesSlides/notesSlide8.xml" Id="R982ee4d5cbb847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f780c94f540ce" /><Relationship Type="http://schemas.openxmlformats.org/officeDocument/2006/relationships/notesSlide" Target="/ppt/notesSlides/notesSlide9.xml" Id="R5dfa2fc89acc4f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4615C-5458-4DD2-A6C1-E00EFEAC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C40ED-E801-4F9E-BE97-9AA5FC6F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Conventional and Sustainable Construction Materials Cement: Introduction, composition, manufacturing process of cement 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73E9B-75D3-4956-B3BD-F9F918F3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007D5-6860-41C4-B8FD-6FD609FF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3CB12-A7E5-4D01-843D-5EE50E40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BB71D-CDC2-41E3-9E76-283DEAC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0FDA9-8010-4240-A8A8-86EE9438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07D7D-0BBC-4FA7-8B21-65946D1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DC691-B0FE-458C-A5CC-09542D9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10326-878F-4AB6-980F-B497DA64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887E0-19E1-4AA1-AD22-AC3F42F1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B50D2-DDF8-4678-A285-C477BA77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A1EBC-00C3-4148-A80A-A7AC8B3A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F7B24-6587-48AE-B70E-C0A2828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86BB1-FD54-481C-B22E-3CD4C91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122226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D80AB-75D1-41A0-82F8-31C9D3A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5EB0C-AAC1-4692-A08D-9A3C55B9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70B47-86C0-4067-884F-08095F6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D88F7-0AB3-4379-A9F6-43F8E76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4229F-33BB-4749-9E4D-07B9C68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11BC1-9FB0-48F4-A3E8-EE0C0E90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0E451-B2AA-4094-AE46-B781822C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28270-A953-41D3-8410-24AF2EB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09D6B-D724-4BAD-8FAE-4DB4F9AF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5371D-6A99-4314-98F1-77832FA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0CDE6-AF90-46C5-B4C0-371E047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4972F-D980-4B5A-8762-F2F4287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7A8AF-6B96-4723-BCDC-57E4144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Conventional and Sustainable Construction Materials Cement: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composition, manufacturing process of cement -wet process , process of setting and hardening of cement, special cements-composition, properties and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Geopolymer concrete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mechanism of geopolymerization and manufacturing process of geopolymer concrete.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Biopolymers: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0B036-7819-4B0A-99A4-0AE9D63C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89DA0-ACAC-4EAD-AE66-8E309484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296750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7DD4B-D502-49D6-A1B5-4CA63D2C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935E9-4794-43AE-8F8A-9A8188EE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E998F-71F8-4041-A58E-5704EE9A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C4D33-8FE7-4C19-82E9-4EED0F7B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9CBF4-7881-4630-A373-E40196C5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56261-35DC-44A1-88D9-8BC6A09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A2DD1-7A09-43B7-B856-151797F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9839C-EB40-461A-870B-91763F14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3252D-3412-424E-91CF-4D455FD0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3C191-0552-4DCA-8C88-B96C2A88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synthesis, properties and applications of polylactic acid (PLA).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Photochromic coatings: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spiropyran as photochromic coating, working principle with chemical reactions and applications in constructions.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Piezoelectric cement composites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F8788-1839-4D72-94EB-905AE05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77E99-9EE2-4170-B8C2-BB0322DE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014046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2AA9A-4B8F-490B-A1A8-F8E39C87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C9305-76BD-48AD-A939-2F7E5A48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D8B2A-CDBD-4BFD-B4FD-61310DA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76BBD-5B48-4EF5-95E7-A67C2BCF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Conventional and Sustainable Construction Materials Cement: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composition, manufacturing process of cement -wet process , process of setting and hardening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Geopolymer concrete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mechanism of geopolymerization and manufacturing process of geopolymer concrete.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Biopolymers: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synthesis, properties and applications of polylactic acid (PLA).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73C5-2E5B-49B1-AF9E-E53CB737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0AD71-651E-41FF-ACBB-F6318174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2F517-77F3-4B29-AC03-BE2552A5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31027-DF23-4965-8A2B-EEF31524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1C3B8-62B8-4748-BF3A-4765A6B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C69AC-D8BE-4B05-A46E-9BEDB837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0FCDB-9133-4F53-8D41-441C26BC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84C75-E75A-4172-B1CE-D8F04D18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61610-6C23-4BBC-80AA-0E4EC703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53D77-A4F4-44F5-9150-D138156C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26EEA-D940-4F06-A608-A520804E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F0F32-5CBA-4811-9C20-0DEEA41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E784E-9DC6-4207-A327-C2AFFED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B4982-B6BB-45A2-BB31-8ED176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316763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CB814-4687-40EE-BBB4-6C65446A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8FF85-5403-4494-8080-0FA67001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26310-E5F7-4B62-BABE-03B922FB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CB0CE-1AA6-443F-9248-1519E1C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4E36A-D221-478C-B0E6-D56717B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6A21F-3742-4148-9EB7-4E01BBEB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389B5-A1D5-4B07-AE9F-BF9DAC8C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C9BFF-933F-4975-B2F6-D0B4E6D4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F5DB8-5AA0-45DF-857E-3069F8A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B61EF-B5EE-40B8-B52F-52367B4E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291E6-A9C0-4D4B-8AAE-FE386D37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A7E64-5489-49BB-961F-15E88F9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C2C26-72A3-4C19-8651-AED26A7E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DA324-5882-479F-9E60-D851763A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CAC79-6C5A-46AA-9F15-6FD9182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569312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956AD-B079-444A-90C8-79DC7EEF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56701-3802-41E7-914F-D7A7919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44128-4506-46A4-AC94-884DE8E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3138-8180-425C-BA6B-47465B3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65E77-BC20-47D7-A42A-41C56BED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Conventional and Sustainable Construction Materials Cement: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01B93-6827-423A-9F36-59F8FB4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Conventional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FE8A5-2C40-4573-823E-B86DF66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8E300-D0B0-46A3-9558-54A778AE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91DDF-1AB7-4A15-9C33-F215AD85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49963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3EE95-D0CE-40B1-B39A-6537B4D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812CF-CE64-4D51-B094-D7D8C59F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0C73F-5A7D-464C-B5C9-E44943C8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A50BC-D2A3-4CB2-9459-7FADDC6F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2137F-4BD9-4BFC-82AC-CE2CF11E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Photochromic coatings: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spiropyran as photochromic coating, working principle with chemical reactions and applications in constructions.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Piezoelectric cement composites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piezoelectric materials in cement composites and its applications in civil engineering.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FFF63-179C-435F-8B93-43189FE3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59FC6-0E08-4B86-B69C-DB3AA72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0774B-DC77-4DD1-B003-937B45D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28BED-C7F7-4BA6-8AA6-74B1DF9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828451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36745-A4C9-4786-950F-E064904D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16811-7F90-4326-B49C-44159E5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82862-5576-4190-88FA-BA6C592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DCBCD-04EB-4CF6-8AD3-58B475D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F23D4-D54A-44CD-B743-003F46B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59AE2-FC47-473E-9979-5C8DFE9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E131D-2465-4B93-84B8-8258323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Conventional and Sustainable Construction Materials Cement: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BE86-F694-4140-8315-A94C14C7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0D083-9523-4A9A-B4B1-708528E1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5BCCD-02F4-4483-B449-EFA5912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composition, manufacturing process of cement -wet process , process of setting 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2EEB7-64BA-4C18-B625-56522A9A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C241A-CADC-430E-98CA-131BF908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610F5-8D92-48A1-B1BF-901C695E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Geopolymer concrete 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3A167-E699-41E8-9017-89B51DEF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9F2BA-C3D1-47D7-8BE9-EDEDB031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3F6D0-D2DF-4EB6-A460-C74016A4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mechanism of geopolymerization and manufacturing process of geopolymer concrete.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318C9-BB71-4AA1-81DC-27E28C82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22A7B-533C-4E38-A89B-2DF04E43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3BCEA-CA8D-4CF8-87E1-AECF86EC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Biopolymers: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21D51-455D-435B-84A8-D95891DD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A4424-1E0C-4050-9EDD-5FA0642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49786-7B88-4007-BF18-3575B83C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synthesis, properties and applications of polylactic acid (PLA).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B64D9-BA9F-47B5-838E-62288D4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575B2-B17A-4FC2-8FC4-5EF0E2C3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DABE1-CA0F-4AD2-B3A0-69D2BB66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Photochromic coatings: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3482D-BA14-42E1-8680-DE2893B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DF248-F356-4C4E-B2F6-7CE1FD7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A9409-4986-41DC-A2D2-82B56DB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03A03-ABCF-4298-9714-C7F17CE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232672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252C4-079B-4DCA-A358-8C1453E0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7523A-E47E-4023-A1D5-23540F4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7B6FF-76CB-4FED-9FF9-B1344C66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EE21B-1230-4D21-8D78-93765FE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Conventional, Sustainable, Construction, Materials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807DB-BA1E-4EDD-A591-31E50759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1A076-037D-4FC6-8FFC-4FAA1DA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56DD0-BA3D-49F0-B92E-DF60F595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52B3F-7ECD-4CA8-8832-1536789D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456421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2026-08-24T06:38:43.1440000Z</dcterms:created>
  <dcterms:modified xsi:type="dcterms:W3CDTF">2026-08-24T06:38:43.1440000Z</dcterms:modified>
</coreProperties>
</file>