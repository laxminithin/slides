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a48cc9bb4be4273" /><Relationship Type="http://schemas.openxmlformats.org/officeDocument/2006/relationships/extended-properties" Target="/docProps/app.xml" Id="R4fddb3ff08064ee6" /><Relationship Type="http://schemas.openxmlformats.org/officeDocument/2006/relationships/officeDocument" Target="/ppt/presentation.xml" Id="R6cbc1be45ef44d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79913dbae04963"/>
  </p:sldMasterIdLst>
  <p:notesMasterIdLst>
    <p:notesMasterId xmlns:r="http://schemas.openxmlformats.org/officeDocument/2006/relationships" r:id="R65ef4f7f515a44d6"/>
  </p:notesMasterIdLst>
  <p:sldIdLst>
    <p:sldId xmlns:r="http://schemas.openxmlformats.org/officeDocument/2006/relationships" id="256" r:id="R058bc12c94e74038"/>
    <p:sldId xmlns:r="http://schemas.openxmlformats.org/officeDocument/2006/relationships" id="257" r:id="Rcd31326c7ee3460f"/>
    <p:sldId xmlns:r="http://schemas.openxmlformats.org/officeDocument/2006/relationships" id="258" r:id="R745f03861ddc4c72"/>
    <p:sldId xmlns:r="http://schemas.openxmlformats.org/officeDocument/2006/relationships" id="259" r:id="R06ccccb248e64c8d"/>
    <p:sldId xmlns:r="http://schemas.openxmlformats.org/officeDocument/2006/relationships" id="260" r:id="R64979860a9384bee"/>
    <p:sldId xmlns:r="http://schemas.openxmlformats.org/officeDocument/2006/relationships" id="261" r:id="Re241bbbe1e554cef"/>
    <p:sldId xmlns:r="http://schemas.openxmlformats.org/officeDocument/2006/relationships" id="262" r:id="R332fa914fe1d4992"/>
    <p:sldId xmlns:r="http://schemas.openxmlformats.org/officeDocument/2006/relationships" id="263" r:id="R85d4d2171db94cbf"/>
    <p:sldId xmlns:r="http://schemas.openxmlformats.org/officeDocument/2006/relationships" id="264" r:id="R6795d91891f24d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5b64457fbe4a35" /><Relationship Type="http://schemas.openxmlformats.org/officeDocument/2006/relationships/slideMaster" Target="/ppt/slideMasters/slideMaster1.xml" Id="Rc679913dbae04963" /><Relationship Type="http://schemas.openxmlformats.org/officeDocument/2006/relationships/notesMaster" Target="/ppt/notesMasters/notesMaster1.xml" Id="R65ef4f7f515a44d6" /><Relationship Type="http://schemas.openxmlformats.org/officeDocument/2006/relationships/presProps" Target="/ppt/presProps.xml" Id="R4afc834b817848c5" /><Relationship Type="http://schemas.openxmlformats.org/officeDocument/2006/relationships/tableStyles" Target="/ppt/tableStyles.xml" Id="R0c2afeeb5c30493d" /><Relationship Type="http://schemas.openxmlformats.org/officeDocument/2006/relationships/slide" Target="/ppt/slides/slide1.xml" Id="R058bc12c94e74038" /><Relationship Type="http://schemas.openxmlformats.org/officeDocument/2006/relationships/slide" Target="/ppt/slides/slide2.xml" Id="Rcd31326c7ee3460f" /><Relationship Type="http://schemas.openxmlformats.org/officeDocument/2006/relationships/slide" Target="/ppt/slides/slide3.xml" Id="R745f03861ddc4c72" /><Relationship Type="http://schemas.openxmlformats.org/officeDocument/2006/relationships/slide" Target="/ppt/slides/slide4.xml" Id="R06ccccb248e64c8d" /><Relationship Type="http://schemas.openxmlformats.org/officeDocument/2006/relationships/slide" Target="/ppt/slides/slide5.xml" Id="R64979860a9384bee" /><Relationship Type="http://schemas.openxmlformats.org/officeDocument/2006/relationships/slide" Target="/ppt/slides/slide6.xml" Id="Re241bbbe1e554cef" /><Relationship Type="http://schemas.openxmlformats.org/officeDocument/2006/relationships/slide" Target="/ppt/slides/slide7.xml" Id="R332fa914fe1d4992" /><Relationship Type="http://schemas.openxmlformats.org/officeDocument/2006/relationships/slide" Target="/ppt/slides/slide8.xml" Id="R85d4d2171db94cbf" /><Relationship Type="http://schemas.openxmlformats.org/officeDocument/2006/relationships/slide" Target="/ppt/slides/slide9.xml" Id="R6795d91891f24d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ed5286c22a745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9090909b0bb4989" /><Relationship Type="http://schemas.openxmlformats.org/officeDocument/2006/relationships/notesMaster" Target="/ppt/notesMasters/notesMaster1.xml" Id="Rbdb3dbea94b3441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db7173a04e47b9" /><Relationship Type="http://schemas.openxmlformats.org/officeDocument/2006/relationships/notesMaster" Target="/ppt/notesMasters/notesMaster1.xml" Id="R97858de73c9043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a2ff8b989145fc" /><Relationship Type="http://schemas.openxmlformats.org/officeDocument/2006/relationships/notesMaster" Target="/ppt/notesMasters/notesMaster1.xml" Id="Re224a0c253aa43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096d9f4cac4c8f" /><Relationship Type="http://schemas.openxmlformats.org/officeDocument/2006/relationships/notesMaster" Target="/ppt/notesMasters/notesMaster1.xml" Id="R0a796c9951dd42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ead4be964c44f9" /><Relationship Type="http://schemas.openxmlformats.org/officeDocument/2006/relationships/notesMaster" Target="/ppt/notesMasters/notesMaster1.xml" Id="R4ffa0215e8c048e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75dfc32c25e4622" /><Relationship Type="http://schemas.openxmlformats.org/officeDocument/2006/relationships/notesMaster" Target="/ppt/notesMasters/notesMaster1.xml" Id="R1ded44837990423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49527f56d38435e" /><Relationship Type="http://schemas.openxmlformats.org/officeDocument/2006/relationships/notesMaster" Target="/ppt/notesMasters/notesMaster1.xml" Id="R4ca6b63e1c8046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526c9b7cc424788" /><Relationship Type="http://schemas.openxmlformats.org/officeDocument/2006/relationships/notesMaster" Target="/ppt/notesMasters/notesMaster1.xml" Id="Rae777b184b20458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82180009f044a4f" /><Relationship Type="http://schemas.openxmlformats.org/officeDocument/2006/relationships/notesMaster" Target="/ppt/notesMasters/notesMaster1.xml" Id="R97b4951039e14b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36a78c4c264af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63c884726841f0" /><Relationship Type="http://schemas.openxmlformats.org/officeDocument/2006/relationships/slideLayout" Target="/ppt/slideLayouts/slideLayout1.xml" Id="R6b91d9a2f56747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b91d9a2f56747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e160835124ac2" /><Relationship Type="http://schemas.openxmlformats.org/officeDocument/2006/relationships/notesSlide" Target="/ppt/notesSlides/notesSlide1.xml" Id="R69ae646b3a0f4ab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4ae1e7ca7b4ff2" /><Relationship Type="http://schemas.openxmlformats.org/officeDocument/2006/relationships/notesSlide" Target="/ppt/notesSlides/notesSlide2.xml" Id="R217d12b1ab1c411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e19b93d5f4bcd" /><Relationship Type="http://schemas.openxmlformats.org/officeDocument/2006/relationships/notesSlide" Target="/ppt/notesSlides/notesSlide3.xml" Id="Ra6471978aef940f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12528eb384cc3" /><Relationship Type="http://schemas.openxmlformats.org/officeDocument/2006/relationships/notesSlide" Target="/ppt/notesSlides/notesSlide4.xml" Id="R7dc7bb2e6bcd4f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a226c924ef4b2e" /><Relationship Type="http://schemas.openxmlformats.org/officeDocument/2006/relationships/notesSlide" Target="/ppt/notesSlides/notesSlide5.xml" Id="R7a2fa0514088423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7462fd8694ff9" /><Relationship Type="http://schemas.openxmlformats.org/officeDocument/2006/relationships/notesSlide" Target="/ppt/notesSlides/notesSlide6.xml" Id="Rb534e6b599b249e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b5e8e164c340df" /><Relationship Type="http://schemas.openxmlformats.org/officeDocument/2006/relationships/notesSlide" Target="/ppt/notesSlides/notesSlide7.xml" Id="R256e1d0644bb442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dbe2f1a1546ff" /><Relationship Type="http://schemas.openxmlformats.org/officeDocument/2006/relationships/notesSlide" Target="/ppt/notesSlides/notesSlide8.xml" Id="Rf0e0a0d483e446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5aa5416614fbc" /><Relationship Type="http://schemas.openxmlformats.org/officeDocument/2006/relationships/notesSlide" Target="/ppt/notesSlides/notesSlide9.xml" Id="R7544b55647614f2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F65007-C0AE-46DE-8D8C-F980B9212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81E735-5261-493A-B6A0-9A846EF6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Corrosion Science and Surface Protection Metals and Alloys: Introduction, classification of metals: ferrous and non -fer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1E0B61-5BC9-446F-8972-157BA0EC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Applied Chemistry for Sustainable Structures and Material Design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1BCHEC102/202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chemistry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7C09EC-1BE6-485A-8110-45251DDD7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5F07C6-B628-4275-9154-7EAA4094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F253CD-7EBF-40FB-A455-0DFAF4D4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613979-9AF3-4EFB-B619-D5E75FE4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92D5D5-DC49-4D79-BAB6-6577F6F5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844C42-DD93-4163-94DF-2BD174F4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1ACD8F-FD7A-4EE4-A2B6-C625362E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B5D97-4C0B-40F0-B902-97E29969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2A6566-5B74-47F2-98FC-CC2B01E5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BF65F0-9675-4BBA-9FDD-FB4CBD48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9D989A-EC21-4722-98DB-952608CA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6FF364-862C-4CD2-9C76-B4A9F11C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1/9</a:t>
            </a:r>
          </a:p>
        </p:txBody>
      </p:sp>
    </p:spTree>
    <p:extLst>
      <p:ext uri="{BB962C8B-B14F-4D97-AF65-F5344CB8AC3E}">
        <p14:creationId xmlns:p14="http://schemas.microsoft.com/office/powerpoint/2010/main" val="2505521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2B0EB1-4842-4777-AE93-A3CBE31C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A801DA-087D-4A91-ADE6-B340E09E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FAB2F-AF86-4B4D-8DA3-6B70EEE64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DE87DB-3B32-4043-9399-699E1B25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Motivation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3C4532-ED25-44B3-933E-A0CD905C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BA7865-A070-4FDF-9A45-6D91C77A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Concept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0B3D3C-F1F1-45A9-97B9-A2A87573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B661C8-7845-46D7-977D-CE0A02DA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Working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293B5B-4EE6-4391-9484-7A5A65DE2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BCE459-CE80-437D-86F4-609DACA06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7C1545-D33D-44D7-90F2-ECC45E47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30E7DE-ED68-43B7-A766-08A6E5D3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Recap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5796FC-B483-415C-867A-A1EBB15B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Corrosion Science and Surface Protection Metals and Alloys: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classification of metals: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ferrous and non -ferrous.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Composition, properties, applications of iron alloys - wrought iron, cast iron, pig iron and steel;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aluminium alloys-Duralumin and Magnalumin.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F81467-4E41-4964-9578-F4F062B89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274B86-BCAD-43CD-8443-966A36F07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2/9</a:t>
            </a:r>
          </a:p>
        </p:txBody>
      </p:sp>
    </p:spTree>
    <p:extLst>
      <p:ext uri="{BB962C8B-B14F-4D97-AF65-F5344CB8AC3E}">
        <p14:creationId xmlns:p14="http://schemas.microsoft.com/office/powerpoint/2010/main" val="18367188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7264D1-7E8B-4454-935B-27801288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51B6B-1C1C-4704-8637-7F2D4E8C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60219D-1431-4DA3-A76A-97EE1F76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91BFB-0120-4580-9A00-B31A07CA8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Corrosion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AB62C-3D39-4F9D-945F-9F2C71AC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Science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02DE7-FB1C-40D5-8418-2C2411CA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Surface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21709-22A5-4774-A8AF-EE41D292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Protection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CA2E5-0FE8-4E72-92C2-B8D8E41F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Metals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4A15F-0055-4057-8E27-1F3D76C3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Alloys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B477CB-C6D5-433C-96E4-FB887C22C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Introduction, electrochemical theory of corrosion of steel in concrete, types of corrosion-differential metal corrosion, differential aeration corrosion -waterline and pitting corrosion and stress corrosion in civil structures.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Corrosion control by galvanization and anodization.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Corrosion penetration rate (CPR)-introduction and numerical problems.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Metal finishing 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CEB702-D8E9-4930-8939-440BA674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EC2ED-BF92-4D10-A01C-EABF0304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3/9</a:t>
            </a:r>
          </a:p>
        </p:txBody>
      </p:sp>
    </p:spTree>
    <p:extLst>
      <p:ext uri="{BB962C8B-B14F-4D97-AF65-F5344CB8AC3E}">
        <p14:creationId xmlns:p14="http://schemas.microsoft.com/office/powerpoint/2010/main" val="137804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6E3480-6AD2-41D3-A4F7-E78D44EB6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3AADB-489E-482D-8BF5-F788F176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107347-13AD-4A50-B33B-DDAF4C14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8A69B9-B1C2-42CA-AFAD-6B7746490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Corrosion Science and Surface Protection Metals and Alloys: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classification of metals: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ferrous and non -ferrous.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Composition, properties, applications of iron alloys - wrought iron, cast iron, pig iron and steel;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aluminium alloys-Duralumin and Magnalumin.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electrochemical theory of corrosion of steel in concrete, types of corrosion-differential met...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DE69ED-05CC-497C-AF65-90E4177CD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208479-9364-411E-94E6-6A4D12A4D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944D8-99DD-4FC5-B6D6-F7540B937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F353E-99C2-4333-80A2-B4F6F5B3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A43580-886B-45EE-B87E-5404A111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Property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2E0E1B-8971-438D-A388-63D7D092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D0193E-8144-4AC5-8986-B876AFA5E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B15FD9-58AC-4A77-8F8F-2E44DF95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942EFE-7344-448B-AFFE-2FB041298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Device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392793-C35B-4EE1-8027-13549B60C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1384FF-61B7-4C69-9557-4722A3ADA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Impact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25435E-D865-4D13-B50D-9E07A652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9052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Molecular choice explains engineering performance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C18AD2-0CF1-4445-B089-F7AEF34BA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035FDB-CD01-4781-9F58-A741DE86D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4/9</a:t>
            </a:r>
          </a:p>
        </p:txBody>
      </p:sp>
    </p:spTree>
    <p:extLst>
      <p:ext uri="{BB962C8B-B14F-4D97-AF65-F5344CB8AC3E}">
        <p14:creationId xmlns:p14="http://schemas.microsoft.com/office/powerpoint/2010/main" val="10586251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12FD79-938F-47D6-B7B6-FACB220A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4660EA-2428-44E0-A675-C7CFBC8B0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Working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7BFB4-93CD-49D3-A9C3-FCA71DD2A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5CBE8-871A-44A6-8DB9-71015F20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 condition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B113AB-3A04-4612-B1CA-A498833D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19CE2-FF63-4C55-906E-D4AE0987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Principle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07411-2055-4081-8D26-182A5C478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617F27-27C4-4221-A37F-20707D57A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6144F1-D13F-4332-8E2C-5C6A94DE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D98782-5C55-416F-A109-7A9A3BB4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Observation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647C68-FBC5-49EA-8901-28BB02AEF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04CFC0-BDDC-4A65-A46E-681D840C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Interpretation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86AEC8-B0CF-4E88-BF37-D470CD50E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8F5326-688C-4D8A-8F57-9E289236C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3CE9E6-8CFA-4C2C-9F19-20FF2E20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5/9</a:t>
            </a:r>
          </a:p>
        </p:txBody>
      </p:sp>
    </p:spTree>
    <p:extLst>
      <p:ext uri="{BB962C8B-B14F-4D97-AF65-F5344CB8AC3E}">
        <p14:creationId xmlns:p14="http://schemas.microsoft.com/office/powerpoint/2010/main" val="18211498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9836F1-A9A4-4B13-86B1-8562AAF0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F9680-91C2-43F3-8728-B551DE0A4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564BB-7B80-4F7E-AC4E-6A3E2301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2DB47-764F-4B9F-870F-5C78BCB5E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47AB42-9D79-41E2-A021-B1A1C042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Corrosion Science and Surface Protection Metals and Alloys: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922E6C-28AB-438C-BF61-6429E2AE2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Corrosion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AF2638-8AAC-4812-BDFD-9F0A85BE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08602D-A96D-42E9-9F15-2B093565C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EAF05-7B87-4E9F-874B-9E2BA6A3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6/9</a:t>
            </a:r>
          </a:p>
        </p:txBody>
      </p:sp>
    </p:spTree>
    <p:extLst>
      <p:ext uri="{BB962C8B-B14F-4D97-AF65-F5344CB8AC3E}">
        <p14:creationId xmlns:p14="http://schemas.microsoft.com/office/powerpoint/2010/main" val="165613808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A05B15-F1F5-4CF3-AF9D-083677E6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40C6E4-8A57-4E8D-A161-42B5A9239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77B313-A1A2-4C11-9B50-88AF8DF33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2FDC3-7E05-48EF-A9B8-497AA1AD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D9E08-EB3B-4E6E-8F35-AD43B1DD6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Corrosion control by galvanization and anodization.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Corrosion penetration rate (CPR)-introduction and numerical problems.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Metal finishing 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Introduction, technological importance of metal finishing, electroplating of chromium-decorative and hard chromium.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581C1-44A9-4B8F-B054-4C32A0D0F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522BD-69FE-4E1B-A843-F2C3B746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586A40-7755-4B13-9C71-7A56E1104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BF8026-D682-4B0F-B13C-533D042E7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7/9</a:t>
            </a:r>
          </a:p>
        </p:txBody>
      </p:sp>
    </p:spTree>
    <p:extLst>
      <p:ext uri="{BB962C8B-B14F-4D97-AF65-F5344CB8AC3E}">
        <p14:creationId xmlns:p14="http://schemas.microsoft.com/office/powerpoint/2010/main" val="4321677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2D44A6-A996-44C9-8B1F-2D5B4CD4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CCAA3-A852-4220-AAF0-85C0AD5D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5D33C4-1391-40A9-B255-DC060047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82B9BC-9FC3-47CA-9147-BEAD34AB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D43188-5CA9-4958-BA55-488B00CE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94CED-E2CC-444D-956C-EF6F6DFD2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AC5181-6FF0-4A66-B5C0-CC306037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Corrosion Science and Surface Protection Metals and Alloys: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DD9317-504E-4D5F-9975-199BAF73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9D3604-7035-4D24-9B2B-8C7B0F1E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C9420D-7367-4126-9EDE-BE7B735DD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Introduction, classification of metals: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FBD579-1792-44DA-9F80-D790BD2B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4E5B31-B809-46C2-BCB6-FB7938874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358434-16CF-477D-BB7E-1D8F8761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ferrous and non -ferrous.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D0FAE3-689F-42E1-BE73-4B8DBB4C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35DCFB-1129-4C70-800D-BA3FD1E9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43DF8F-C1BD-4709-9874-A202A0B2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Composition, properties, applications of iron alloys - wrought iron, cast iron, pig iron and 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1468CF-F7BC-4716-AA52-CE81B457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7E2E91-5F65-40E3-B0C3-37F3F237B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C5B598-63C2-4766-A85B-18A10EE0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aluminium alloys-Duralumin and Magnalumin.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897B66-3F4C-4DF1-A2CC-B7EE67CA5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A2DEED-B8EE-4D29-8C49-BE6629C24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C71EDE-169F-4592-A9DD-6E279B84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Introduction, electrochemical theory of corrosion of steel in concrete, types of corrosion-diff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082CBEA-949D-48EF-872B-C771FF45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43BDFA-3888-4943-9015-C4E7BD13B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711027-870D-4A49-8B0F-6D2CDFD08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Corrosion control by galvanization and anodization.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9F2EB80-6236-4F5C-89D0-C80CBC7C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433887-394F-4018-BC27-7384D7AB2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594102-46D1-47F4-B771-E0DFAC20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A7CC74-A13C-413C-8C75-C0081431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8/9</a:t>
            </a:r>
          </a:p>
        </p:txBody>
      </p:sp>
    </p:spTree>
    <p:extLst>
      <p:ext uri="{BB962C8B-B14F-4D97-AF65-F5344CB8AC3E}">
        <p14:creationId xmlns:p14="http://schemas.microsoft.com/office/powerpoint/2010/main" val="7049122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412044-83F1-41A1-8420-BE69CF08F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1BCHEC102/202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6AA255-2A29-4A46-BCF2-17286681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A5F21-1FE6-478E-ADA8-DFB6BE3F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6843D1-5570-408B-8500-4C40F32B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Corrosion, Science, Surface, Protection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working: show cause, mechanism, result, and interpretation.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50420B-5F11-4DE0-B711-D734B4B5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B797A-7306-4550-9052-2F882354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DEBD98-80B1-40B9-8791-A88630DC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Applied Chemistry for Sustainable Structures and Material Design | 1BCHEC102/202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7216D9-2263-4DCB-B17F-3810AC32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4 | 9/9</a:t>
            </a:r>
          </a:p>
        </p:txBody>
      </p:sp>
    </p:spTree>
    <p:extLst>
      <p:ext uri="{BB962C8B-B14F-4D97-AF65-F5344CB8AC3E}">
        <p14:creationId xmlns:p14="http://schemas.microsoft.com/office/powerpoint/2010/main" val="19257939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2026-08-24T06:38:43.2090000Z</dcterms:created>
  <dcterms:modified xsi:type="dcterms:W3CDTF">2026-08-24T06:38:43.2090000Z</dcterms:modified>
</coreProperties>
</file>