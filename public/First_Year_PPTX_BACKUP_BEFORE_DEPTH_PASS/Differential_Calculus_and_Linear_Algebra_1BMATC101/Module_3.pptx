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e416174be84dfa" /><Relationship Type="http://schemas.openxmlformats.org/officeDocument/2006/relationships/extended-properties" Target="/docProps/app.xml" Id="R1c35f7cda7d54a2f" /><Relationship Type="http://schemas.openxmlformats.org/officeDocument/2006/relationships/officeDocument" Target="/ppt/presentation.xml" Id="R04b8b8fab3d141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6c931cbc8e4e76"/>
  </p:sldMasterIdLst>
  <p:notesMasterIdLst>
    <p:notesMasterId xmlns:r="http://schemas.openxmlformats.org/officeDocument/2006/relationships" r:id="Re5a87d5feaad4e29"/>
  </p:notesMasterIdLst>
  <p:sldIdLst>
    <p:sldId xmlns:r="http://schemas.openxmlformats.org/officeDocument/2006/relationships" id="256" r:id="R11d65a11abf54df8"/>
    <p:sldId xmlns:r="http://schemas.openxmlformats.org/officeDocument/2006/relationships" id="257" r:id="Rfd59c6c4ef3d4722"/>
    <p:sldId xmlns:r="http://schemas.openxmlformats.org/officeDocument/2006/relationships" id="258" r:id="R36db67d7596f4b2b"/>
    <p:sldId xmlns:r="http://schemas.openxmlformats.org/officeDocument/2006/relationships" id="259" r:id="Rf4d6e53365a64737"/>
    <p:sldId xmlns:r="http://schemas.openxmlformats.org/officeDocument/2006/relationships" id="260" r:id="Raf05eba4f42649e9"/>
    <p:sldId xmlns:r="http://schemas.openxmlformats.org/officeDocument/2006/relationships" id="261" r:id="R52202d6623d64df5"/>
    <p:sldId xmlns:r="http://schemas.openxmlformats.org/officeDocument/2006/relationships" id="262" r:id="Rde2df60ee91647d9"/>
    <p:sldId xmlns:r="http://schemas.openxmlformats.org/officeDocument/2006/relationships" id="263" r:id="R75576a6df3234a58"/>
    <p:sldId xmlns:r="http://schemas.openxmlformats.org/officeDocument/2006/relationships" id="264" r:id="R3ff5a8e84cc048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f6104546d34f5d" /><Relationship Type="http://schemas.openxmlformats.org/officeDocument/2006/relationships/slideMaster" Target="/ppt/slideMasters/slideMaster1.xml" Id="R826c931cbc8e4e76" /><Relationship Type="http://schemas.openxmlformats.org/officeDocument/2006/relationships/notesMaster" Target="/ppt/notesMasters/notesMaster1.xml" Id="Re5a87d5feaad4e29" /><Relationship Type="http://schemas.openxmlformats.org/officeDocument/2006/relationships/presProps" Target="/ppt/presProps.xml" Id="R58329997e6ac40e4" /><Relationship Type="http://schemas.openxmlformats.org/officeDocument/2006/relationships/tableStyles" Target="/ppt/tableStyles.xml" Id="R03f1ae2b8aab406d" /><Relationship Type="http://schemas.openxmlformats.org/officeDocument/2006/relationships/slide" Target="/ppt/slides/slide1.xml" Id="R11d65a11abf54df8" /><Relationship Type="http://schemas.openxmlformats.org/officeDocument/2006/relationships/slide" Target="/ppt/slides/slide2.xml" Id="Rfd59c6c4ef3d4722" /><Relationship Type="http://schemas.openxmlformats.org/officeDocument/2006/relationships/slide" Target="/ppt/slides/slide3.xml" Id="R36db67d7596f4b2b" /><Relationship Type="http://schemas.openxmlformats.org/officeDocument/2006/relationships/slide" Target="/ppt/slides/slide4.xml" Id="Rf4d6e53365a64737" /><Relationship Type="http://schemas.openxmlformats.org/officeDocument/2006/relationships/slide" Target="/ppt/slides/slide5.xml" Id="Raf05eba4f42649e9" /><Relationship Type="http://schemas.openxmlformats.org/officeDocument/2006/relationships/slide" Target="/ppt/slides/slide6.xml" Id="R52202d6623d64df5" /><Relationship Type="http://schemas.openxmlformats.org/officeDocument/2006/relationships/slide" Target="/ppt/slides/slide7.xml" Id="Rde2df60ee91647d9" /><Relationship Type="http://schemas.openxmlformats.org/officeDocument/2006/relationships/slide" Target="/ppt/slides/slide8.xml" Id="R75576a6df3234a58" /><Relationship Type="http://schemas.openxmlformats.org/officeDocument/2006/relationships/slide" Target="/ppt/slides/slide9.xml" Id="R3ff5a8e84cc0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4ed2b232d5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a25e3dff11499d" /><Relationship Type="http://schemas.openxmlformats.org/officeDocument/2006/relationships/notesMaster" Target="/ppt/notesMasters/notesMaster1.xml" Id="R82513dadc7f5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4c8a9db20f4030" /><Relationship Type="http://schemas.openxmlformats.org/officeDocument/2006/relationships/notesMaster" Target="/ppt/notesMasters/notesMaster1.xml" Id="R33c234ca3c3e47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4027defea4348" /><Relationship Type="http://schemas.openxmlformats.org/officeDocument/2006/relationships/notesMaster" Target="/ppt/notesMasters/notesMaster1.xml" Id="R47995c394c2b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b5d5cc67744603" /><Relationship Type="http://schemas.openxmlformats.org/officeDocument/2006/relationships/notesMaster" Target="/ppt/notesMasters/notesMaster1.xml" Id="Re60ff981b1a54b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2653b3cfcc410d" /><Relationship Type="http://schemas.openxmlformats.org/officeDocument/2006/relationships/notesMaster" Target="/ppt/notesMasters/notesMaster1.xml" Id="R1f8e4ccb897749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436fe8294e404c" /><Relationship Type="http://schemas.openxmlformats.org/officeDocument/2006/relationships/notesMaster" Target="/ppt/notesMasters/notesMaster1.xml" Id="Ra2b3f8e90cf147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3ebcf031e3401b" /><Relationship Type="http://schemas.openxmlformats.org/officeDocument/2006/relationships/notesMaster" Target="/ppt/notesMasters/notesMaster1.xml" Id="R3a9b3eff90834a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b91508728b48f6" /><Relationship Type="http://schemas.openxmlformats.org/officeDocument/2006/relationships/notesMaster" Target="/ppt/notesMasters/notesMaster1.xml" Id="Rb8d1e2b78ca24c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272b7e5ef342c2" /><Relationship Type="http://schemas.openxmlformats.org/officeDocument/2006/relationships/notesMaster" Target="/ppt/notesMasters/notesMaster1.xml" Id="R8fcd7f60b48b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31186fed840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1317720484f2e" /><Relationship Type="http://schemas.openxmlformats.org/officeDocument/2006/relationships/slideLayout" Target="/ppt/slideLayouts/slideLayout1.xml" Id="R0e2d8aee17f741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2d8aee17f741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64a065f2c4d92" /><Relationship Type="http://schemas.openxmlformats.org/officeDocument/2006/relationships/notesSlide" Target="/ppt/notesSlides/notesSlide1.xml" Id="Rb0c36bdaba484a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ef4b13a8a427e" /><Relationship Type="http://schemas.openxmlformats.org/officeDocument/2006/relationships/notesSlide" Target="/ppt/notesSlides/notesSlide2.xml" Id="Rc7a70f0be70842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f8953a4fe4121" /><Relationship Type="http://schemas.openxmlformats.org/officeDocument/2006/relationships/notesSlide" Target="/ppt/notesSlides/notesSlide3.xml" Id="R4556c789d84f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d603d36fb469c" /><Relationship Type="http://schemas.openxmlformats.org/officeDocument/2006/relationships/notesSlide" Target="/ppt/notesSlides/notesSlide4.xml" Id="R19f6d96e557f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246b2090d496c" /><Relationship Type="http://schemas.openxmlformats.org/officeDocument/2006/relationships/notesSlide" Target="/ppt/notesSlides/notesSlide5.xml" Id="Rd652bc1453f748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77465176e4678" /><Relationship Type="http://schemas.openxmlformats.org/officeDocument/2006/relationships/notesSlide" Target="/ppt/notesSlides/notesSlide6.xml" Id="Rd214bebac97842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2b5d6c804861" /><Relationship Type="http://schemas.openxmlformats.org/officeDocument/2006/relationships/notesSlide" Target="/ppt/notesSlides/notesSlide7.xml" Id="Rf502af3c6c5441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1eb880b15464b" /><Relationship Type="http://schemas.openxmlformats.org/officeDocument/2006/relationships/notesSlide" Target="/ppt/notesSlides/notesSlide8.xml" Id="Rc2db2959c7d240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9d1907dd74cf9" /><Relationship Type="http://schemas.openxmlformats.org/officeDocument/2006/relationships/notesSlide" Target="/ppt/notesSlides/notesSlide9.xml" Id="Rd7e6e229fbf544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69C1E-1404-4070-84C3-71CF57AF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4547C-5CBB-4ECE-88CD-3ADC69DC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Ordinary Differential Equations of First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B4A42-2DB1-47DD-BDB1-8BD66C6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7C4C8-AAEE-4D82-80D5-B7D10C1A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656A4-8330-4C41-B608-6CA80B7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FBA2A-BFF4-47EC-BB1A-E0BD9681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E71D0-1814-4CD3-B1C5-A9919101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FB692-7006-48EE-8FA4-662FFDD8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0A8A7-3AF7-49CA-90DA-F775619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1973B-104F-4A57-A986-B2C93BFA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B015A-5860-46D1-8039-03A9573E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F7C36-2D14-4860-952A-CC8AA1F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418747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17DFC-99FC-40D2-8757-F8F9C99F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17FCF-1355-407B-9369-FDFB30FE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7AEF5-59DC-46D9-A885-94B8D62F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5998D-F17B-4821-807D-FC485C4E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57DF-84CC-4951-8073-48505DD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C1BE2-236A-4939-B754-476359A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579B7-9B0B-4332-8D5B-B92AD78E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1835D-55E2-467D-8810-D570C2D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E04B3-7CCF-4CEC-A536-4661A02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AAFE9-5603-49FD-86B8-4930B17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49420-0001-49FD-84E5-D3E38BCF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F1D90-8507-4B49-895C-96B9CB93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A92B1-4EF4-4B73-8CAF-C898A939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Ordinary Differential Equations of First Order (8Hours Theory) + (4Hours Tutorials) Linear and Bernoulli's differential equation.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Exact and reducible to exact differential equations with integrating factors - 𝟏 𝑵 ( 𝝏𝑴 𝝏𝒚 − 𝝏𝑵 𝝏𝒙) and 𝟏 𝑴 ( 𝝏𝑵 𝝏𝒙 − 𝝏𝑴 𝝏𝒚 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Orthogonal trajectories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Law of natural growth and decay.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95306-98FA-4673-9DC2-763F8BBF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4BCE2-A268-4A23-B312-5D4D821A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157468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97E2D-547C-4257-BAAE-6FD4A6D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76BF4-205D-4121-A6EE-6E45D13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03318-C36F-46B9-A138-36E22EA1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522AF-D8DB-43D6-93BA-89E8462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C604A-3CEE-4CCE-9415-026FFBB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A874D-7537-45E0-8A05-F63E8092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5F2AA-B809-491C-B936-8E579D11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231C2-C7CB-4DE1-822A-D5103F2B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BE045-4219-449D-A45B-E6BC68E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525EE-B214-410C-A950-09029BC3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Chapter- 11.9-11.12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8BB21-9493-4E45-9A18-609EDDD1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12F63-E04B-4E7F-B541-9FF34A2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017521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CB774-3E07-4B9D-9867-C11047EE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B105A-D162-44EF-8EB6-9476DC6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A3DB3-7611-4535-9EB0-037E8EB1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1544A-6D29-476D-A235-B04CD391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Ordinary Differential Equations of First Order (8Hours Theory) + (4Hours Tutorials) Linear and Bernoulli's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Exact and reducible to exact differential equations with integrating factors - 𝟏 𝑵 ( 𝝏𝑴 𝝏𝒚 − 𝝏𝑵 𝝏�...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Orthogonal trajectories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Law of natural growth and decay.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Chapter- 11.9-11.12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C4BBC-F562-489A-8856-CBD48C4C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191D1-B075-4DDD-9B10-5CC05994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1D744-13FC-4833-9493-8E87FDCC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3FDAE-3D98-4ACD-8F8D-FD05CAF6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D3E7F-126F-46E5-84C3-B962DEB5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547EF-DEEA-4389-88FC-AB43C2A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1947F-D7A5-4531-A73B-CDEC848D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71F17-5997-4C75-B2FE-5D9E5E45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D2AD0-E821-4C69-A33C-67A03619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F7B5D-5AE8-4C3E-94A4-F6A20ACB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D58C0-E953-40C6-9167-F16777DB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186960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60FE0-4F12-45FF-91D3-9F52D21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DD3A2-D46D-4E90-939B-DA69AB66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C09ED-D44C-4D86-BAF2-265C1DA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B8681-DCCA-41E4-94E9-E135ED73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ECA66-3F33-4222-97BF-DE879A1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E8934-77FE-4784-84A8-B6D1479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93E1D-6F01-4565-B3A9-CBAE0D4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6A1B-4F89-4E2E-A5B6-4091B9C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F55F0-F100-430B-BCF0-8085B88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B638-403C-4F3F-904C-AFE1FD54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4ED6A-3965-4EE5-B1C8-1667BC8E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1913E-A086-4146-A7E8-542831FB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B12CB-AC0C-448C-94EC-05C1AE8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52626-527E-4045-AB32-E2FD6811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20617-DC84-44A5-A7AA-EF9A64E9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459848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0F5D8-D316-49F3-AB46-9D20F05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D0441-BCCE-4EA9-B5C6-CB672232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D31A5-C59A-41F7-B77F-24DCC1E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A5F7D-0E50-49DB-A744-EE1276D4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CFE60-00EB-4A73-A3A4-93FE8980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Ordinary Differential Equations of First Order (8Hours Theory) + (4Hours Tutorials) Linear and Bernoulli's differential equation.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68873-0A04-4D9D-B477-B99BC5F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Ordinary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EBD3C-AEE1-4479-9E84-E47B631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172D8-9576-4266-8DF6-86617CAA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C7D87-FCB2-4F7B-A968-8D6D6FA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630594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1D13B-C052-4FE7-A8D5-829282EB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E4B10-9556-49A8-B527-84E532DA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939F7-FCBE-40DF-8B8A-1E137D9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8FA83-24AB-4246-93E8-07A848E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DB8B2-2EB8-4F6B-B327-3F210E58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83851-3FEC-4E7B-838D-560565A1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D32FC-2E5C-4A08-8A93-3F9C30B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45805-E7B6-4F46-8541-72080D0F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79546-4BD6-45BB-9049-1DC03535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507879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37CD1-EC76-4484-B1E8-BA6629AE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FCCA5-930B-45C4-8C65-22F6BD47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859F3-6AE7-422F-9EBF-C05AD58E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1CE03-4D3D-49AE-ADA9-669AE086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339E4-0D6B-451F-89E8-4B97B449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7A4BC-ADC4-43B4-AA95-18D35FCE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6EC0D-E2BD-47F1-AC16-55B32503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Ordinary Differential Equations of First Order (8Hours Theory) + (4Hours Tutorials) Linear and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8E96D-F9B5-4D04-AF41-774F9DEF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10DFA-38BC-4A67-A7D4-5D92B119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4BD97-2732-4CC7-8265-A9CBD29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Exact and reducible to exact differential equations with integrating factors - 𝟏 𝑵 ( 𝝏𝑴 𝝏�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C2D66-D8E0-41A1-AD32-81DCF7C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F97BD-9B40-44A5-B0B9-2663521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178B3-C152-4FE4-9E31-F2EC4EAA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Orthogonal trajectories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49DBF-368E-43B8-858B-2C1F555E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FE36D-BD78-4E68-A9B5-D230EF4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C4707-B63D-4029-A9C6-A8E4EDC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Law of natural growth and decay.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AD1B9-F2B0-4DAB-8094-368B007A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B9E4E-D41C-4425-A920-B75E8FE2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D0C8A-F6AA-494D-AD93-8FF68ED7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CE326-91F1-4AF7-8F99-897CECF4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F8696-63D9-439F-8385-CC93069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875D8-F7FD-40C6-99FC-A5945E39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Chapter- 11.9-11.12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BB0D3-6F2F-4E52-A760-DF61B98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DEF45-221D-4BF7-8D34-2DC9EC5E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BC22E-1373-43FF-BC4D-1F0C8C7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7FEB2-F35B-480E-BFC2-1579A20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416545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0798C-2BDC-468D-94D7-1FD00DC7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304AE-B009-479F-8442-ECA26955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1A199-C525-401B-922E-D1E063B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A3111-2B38-435F-A354-6BE39CA5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Ordinary, Differential, Equations, First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5337A-3DEC-4A1C-BE2D-E81CBED6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73049-F1D2-41BF-A405-0834982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68D4D-D63E-4624-A6E7-3AE3CE2D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8998E-3475-46C4-8C43-83466E2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915461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2026-08-24T06:38:50.4220000Z</dcterms:created>
  <dcterms:modified xsi:type="dcterms:W3CDTF">2026-08-24T06:38:50.4220000Z</dcterms:modified>
</coreProperties>
</file>