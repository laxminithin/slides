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9051bea87483d" /><Relationship Type="http://schemas.openxmlformats.org/officeDocument/2006/relationships/extended-properties" Target="/docProps/app.xml" Id="Rf229eacc6a1145ca" /><Relationship Type="http://schemas.openxmlformats.org/officeDocument/2006/relationships/officeDocument" Target="/ppt/presentation.xml" Id="Rd5027616f911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9082926e34ad3"/>
  </p:sldMasterIdLst>
  <p:notesMasterIdLst>
    <p:notesMasterId xmlns:r="http://schemas.openxmlformats.org/officeDocument/2006/relationships" r:id="Rd10b2f6877a24664"/>
  </p:notesMasterIdLst>
  <p:sldIdLst>
    <p:sldId xmlns:r="http://schemas.openxmlformats.org/officeDocument/2006/relationships" id="256" r:id="R520a7d51262541ee"/>
    <p:sldId xmlns:r="http://schemas.openxmlformats.org/officeDocument/2006/relationships" id="257" r:id="R0b1bb153e2e04ab2"/>
    <p:sldId xmlns:r="http://schemas.openxmlformats.org/officeDocument/2006/relationships" id="258" r:id="R8e4e762633da4212"/>
    <p:sldId xmlns:r="http://schemas.openxmlformats.org/officeDocument/2006/relationships" id="259" r:id="Re4e034754e264e18"/>
    <p:sldId xmlns:r="http://schemas.openxmlformats.org/officeDocument/2006/relationships" id="260" r:id="R14961e06069f471e"/>
    <p:sldId xmlns:r="http://schemas.openxmlformats.org/officeDocument/2006/relationships" id="261" r:id="Re86c5109a05b4730"/>
    <p:sldId xmlns:r="http://schemas.openxmlformats.org/officeDocument/2006/relationships" id="262" r:id="R541da029d5aa4a3b"/>
    <p:sldId xmlns:r="http://schemas.openxmlformats.org/officeDocument/2006/relationships" id="263" r:id="Rb47b9d8acd544af7"/>
    <p:sldId xmlns:r="http://schemas.openxmlformats.org/officeDocument/2006/relationships" id="264" r:id="Re98b0ee90cfe40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310fbe2b64277" /><Relationship Type="http://schemas.openxmlformats.org/officeDocument/2006/relationships/slideMaster" Target="/ppt/slideMasters/slideMaster1.xml" Id="Re979082926e34ad3" /><Relationship Type="http://schemas.openxmlformats.org/officeDocument/2006/relationships/notesMaster" Target="/ppt/notesMasters/notesMaster1.xml" Id="Rd10b2f6877a24664" /><Relationship Type="http://schemas.openxmlformats.org/officeDocument/2006/relationships/presProps" Target="/ppt/presProps.xml" Id="R26da7b36ed6841ce" /><Relationship Type="http://schemas.openxmlformats.org/officeDocument/2006/relationships/tableStyles" Target="/ppt/tableStyles.xml" Id="Ra51c288063d54edf" /><Relationship Type="http://schemas.openxmlformats.org/officeDocument/2006/relationships/slide" Target="/ppt/slides/slide1.xml" Id="R520a7d51262541ee" /><Relationship Type="http://schemas.openxmlformats.org/officeDocument/2006/relationships/slide" Target="/ppt/slides/slide2.xml" Id="R0b1bb153e2e04ab2" /><Relationship Type="http://schemas.openxmlformats.org/officeDocument/2006/relationships/slide" Target="/ppt/slides/slide3.xml" Id="R8e4e762633da4212" /><Relationship Type="http://schemas.openxmlformats.org/officeDocument/2006/relationships/slide" Target="/ppt/slides/slide4.xml" Id="Re4e034754e264e18" /><Relationship Type="http://schemas.openxmlformats.org/officeDocument/2006/relationships/slide" Target="/ppt/slides/slide5.xml" Id="R14961e06069f471e" /><Relationship Type="http://schemas.openxmlformats.org/officeDocument/2006/relationships/slide" Target="/ppt/slides/slide6.xml" Id="Re86c5109a05b4730" /><Relationship Type="http://schemas.openxmlformats.org/officeDocument/2006/relationships/slide" Target="/ppt/slides/slide7.xml" Id="R541da029d5aa4a3b" /><Relationship Type="http://schemas.openxmlformats.org/officeDocument/2006/relationships/slide" Target="/ppt/slides/slide8.xml" Id="Rb47b9d8acd544af7" /><Relationship Type="http://schemas.openxmlformats.org/officeDocument/2006/relationships/slide" Target="/ppt/slides/slide9.xml" Id="Re98b0ee90cfe40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f163bdd17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f09837d324c67" /><Relationship Type="http://schemas.openxmlformats.org/officeDocument/2006/relationships/notesMaster" Target="/ppt/notesMasters/notesMaster1.xml" Id="R728c5224ca29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e250e003c4bc8" /><Relationship Type="http://schemas.openxmlformats.org/officeDocument/2006/relationships/notesMaster" Target="/ppt/notesMasters/notesMaster1.xml" Id="R5aad67f4c9c5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7e916132f4c6a" /><Relationship Type="http://schemas.openxmlformats.org/officeDocument/2006/relationships/notesMaster" Target="/ppt/notesMasters/notesMaster1.xml" Id="Rdbca8e1f665744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a194f54c6c4b03" /><Relationship Type="http://schemas.openxmlformats.org/officeDocument/2006/relationships/notesMaster" Target="/ppt/notesMasters/notesMaster1.xml" Id="Rc78c0eb3ed56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8d2e44be04aab" /><Relationship Type="http://schemas.openxmlformats.org/officeDocument/2006/relationships/notesMaster" Target="/ppt/notesMasters/notesMaster1.xml" Id="R6f3863f9a878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8edf828e042c0" /><Relationship Type="http://schemas.openxmlformats.org/officeDocument/2006/relationships/notesMaster" Target="/ppt/notesMasters/notesMaster1.xml" Id="R0d81d855ac97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246542b5f74f00" /><Relationship Type="http://schemas.openxmlformats.org/officeDocument/2006/relationships/notesMaster" Target="/ppt/notesMasters/notesMaster1.xml" Id="Rfcbedd3eee3946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f5e5cfee0426a" /><Relationship Type="http://schemas.openxmlformats.org/officeDocument/2006/relationships/notesMaster" Target="/ppt/notesMasters/notesMaster1.xml" Id="R4183b3b27c7648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12ac53a7bc46c1" /><Relationship Type="http://schemas.openxmlformats.org/officeDocument/2006/relationships/notesMaster" Target="/ppt/notesMasters/notesMaster1.xml" Id="R77051f70447743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e087a90a042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1dd6c62964e00" /><Relationship Type="http://schemas.openxmlformats.org/officeDocument/2006/relationships/slideLayout" Target="/ppt/slideLayouts/slideLayout1.xml" Id="Re1bb2508d86540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b2508d86540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c9b8d5ee0402a" /><Relationship Type="http://schemas.openxmlformats.org/officeDocument/2006/relationships/notesSlide" Target="/ppt/notesSlides/notesSlide1.xml" Id="Rc5dbb0ac0096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90a1ba6834a96" /><Relationship Type="http://schemas.openxmlformats.org/officeDocument/2006/relationships/notesSlide" Target="/ppt/notesSlides/notesSlide2.xml" Id="Rd8ff6464870943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5eb7048e0460e" /><Relationship Type="http://schemas.openxmlformats.org/officeDocument/2006/relationships/notesSlide" Target="/ppt/notesSlides/notesSlide3.xml" Id="Rc0cd272b1110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37826b7240fe" /><Relationship Type="http://schemas.openxmlformats.org/officeDocument/2006/relationships/notesSlide" Target="/ppt/notesSlides/notesSlide4.xml" Id="R91b38b46a2ac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d02e33f9415e" /><Relationship Type="http://schemas.openxmlformats.org/officeDocument/2006/relationships/notesSlide" Target="/ppt/notesSlides/notesSlide5.xml" Id="R780912d7d401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afd3c86234d6f" /><Relationship Type="http://schemas.openxmlformats.org/officeDocument/2006/relationships/notesSlide" Target="/ppt/notesSlides/notesSlide6.xml" Id="Ra72e7ee632534b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175352b3f4c0f" /><Relationship Type="http://schemas.openxmlformats.org/officeDocument/2006/relationships/notesSlide" Target="/ppt/notesSlides/notesSlide7.xml" Id="R4e4a8677720f44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f858d697a4dad" /><Relationship Type="http://schemas.openxmlformats.org/officeDocument/2006/relationships/notesSlide" Target="/ppt/notesSlides/notesSlide8.xml" Id="R878ececda3d2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2efc0cd074d84" /><Relationship Type="http://schemas.openxmlformats.org/officeDocument/2006/relationships/notesSlide" Target="/ppt/notesSlides/notesSlide9.xml" Id="R40e9adae6b2a4b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407BC-453F-4CB3-AA66-E128F508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530C-880A-4E6C-8A76-75C539FC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Polar Curves and Curvature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32155-84B4-43E3-91CB-64F104D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35BC1-92B9-4E1C-980A-171DF4B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3BAB4-FF20-42B5-8602-A101A45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ED71D-747E-45B3-A071-284C262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DD699-CCBD-40F4-9E5F-D6F4AE37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5423E-B938-43DD-9CD2-F6CC15A0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9AA44-BA9B-4CCE-90FD-5703036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B612-A3DC-4978-9A53-6CBC4111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EC027-1B64-436B-BB4E-722BAE5A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5CB03-E64D-4076-96CD-110E40D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61205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ED3EB-6C99-4062-BFCE-769310F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ED76B-4808-4253-9938-FA4710E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69099-3580-4B0B-A90A-EA3958E4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40D83-1E36-4A7E-AEA7-55A247BD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8DBF0-96D4-42D8-B6A2-A6B0E9BF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5D470-D38D-4F31-AAE5-64D8626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424BA-E6D1-4068-B6A3-0508FCA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F58C1-E088-4AC7-81F4-BF66D35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2F9C2-6ADF-4452-9224-F51E9B1F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24ED4-FFE5-45CF-B365-E62C639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DE54D-2D47-43E3-B7A2-34AB730F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1F841-922A-4BA4-B3CA-3FA02C6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C7356-B78D-43DE-91BC-6A031052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Polar Curves and Curvature (8 Hours Theory + 4 Hours Tutorials) Polar coordinates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Polar curves, angle between the radius vector and the tangent, angle between two curves.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Curvature and radius of curvature - Cartesian, parametric, polar and pedal forms.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1D593-D6C0-4DC1-875B-DA9A4EA7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CA19C-7D3A-482B-9011-F5ACCAD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311706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70D4E-E132-42B9-BD1F-E880A5D3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0C17D-9F5C-4335-BF8A-8681DB1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A93C-458C-453E-9BEF-5D25A79E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1B593-F9F4-4D2E-8933-F80797ED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F4AAA-0C96-4F14-A66C-C61A389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FCEF-CB01-4ECE-89A0-6C6D05D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B2316-928E-4E61-B5D6-C309670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77565-ABC8-4A1F-A23C-443037D4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6DD80-C685-4463-9AB8-DFE61F2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67D2E-E06B-42C8-810E-2CCC289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Chapter- 4.7-4.11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F2B2D-E8C4-4EF5-8CBC-25D72D89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92CDC-0D67-4914-8383-A2EED2B8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944582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C4160-21AE-4124-8372-328A1EC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3B720-736D-4273-AA2A-4AE0A209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BDC9B-125C-47BF-AB2E-895892E2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78F64-FBFE-4D40-BB0B-27E4D3E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Polar Curves and Curvature (8 Hours Theory + 4 Hours Tutorials) Polar coordinates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Polar curves, angle between the radius vector and the tangent, angle between two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Curvature and radius of curvature - Cartesian, parametric, polar and pedal forms.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Chapter- 4.7-4.11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DBEE-167D-48B3-AF43-5A85DB68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4E31F-2D64-4FFF-B767-14066F09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6C628-1123-4BD6-842E-0A4A31E6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6BDD9-50DF-443E-B515-3301DBD8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2C5AF-A7AC-4A4C-8B13-CC50E2C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51B26-9E91-4649-A27B-37C7380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A737C-5529-4A5A-AA4F-88588778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03F30-7273-44D1-B416-5D16D12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7A5C2-59E6-48BA-921C-49B6EB77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4D870-50F5-4576-9C8D-6000CD64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E6BF0-0441-4543-B920-3058F2BC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467732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01531-B139-46BA-AD85-861D62FA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2C944-42C9-41D3-A464-212571EF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1A0A6-3205-45B6-AC21-95FE9DE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00F83-3E2D-4ED2-A97B-EB8D3B10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AF68D-77B6-4002-BFA3-135294EF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DAA02-21CA-4496-885E-A9FC8D83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9049B-56C5-4D52-8FD4-9A0BB00D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49003-6C26-44F2-BE75-D85E1F9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50A8C-4A2D-48B7-AC5D-2DC10D97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414E5-088E-4F96-9F14-6188DCC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7BE39-2D6C-4626-AEE9-54D56BE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76A52-F316-499F-A84E-14A03C1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15BEB-9BA6-49B0-B43D-FF7777D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1CACA-A9CC-4E16-BEE9-FB4AFBF1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1B26C-975D-4FC9-BADD-5BF98E68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544205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C8066-672E-4FDB-9A26-3D645F7E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CF9F-6F94-4D24-B7C7-0260E48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85473-EEDD-4515-A2EB-E55414A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2AF52-E745-401B-86D4-34D15B1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E7EB9-1AB8-4A5C-A2D5-A60FE80E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Polar Curves and Curvature (8 Hours Theory + 4 Hours Tutorials) Polar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1A123-019D-4F7A-BE8D-9BC36C5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Polar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B009D-3625-4927-A38F-781DFD4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73ABC-AC5E-4AC4-B8B6-3148DAF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766AD-E1DF-4091-9239-F800536B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04270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27BEC-395F-4638-8935-5A99CD1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A47B5-F1A8-49D8-B7A0-A0C3E44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840CB-6126-4DB8-942E-72DFA3E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0B52A-3C90-4613-BA89-A2AF6EA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D75C-5310-4BB5-B5F8-9BE378B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DC4BB-6E81-4BAC-B2FF-9C8CD39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5396-45B5-4E85-BD65-C3D57488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48CF1-FB27-459A-BF48-848A126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0FA70-28FA-4F0C-B2D1-2E81CEA4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763719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A2D56-6665-403A-BA83-DD5F0CC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947D-1630-4F6C-AF1A-45EC35A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89D6A-76C8-4493-8FBF-86A6E3B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59105-EB09-42BC-906C-D05E1046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E8ADE-A719-4E0E-A686-94E5532C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0BC85-4BF2-43F7-BE0B-09D0680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BC189-02E9-48F1-9D58-E95A938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Polar Curves and Curvature (8 Hours Theory + 4 Hours Tutorials) Polar coordinates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9288B-B046-4153-A089-8C59C49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A6F7A-2D38-4448-B11C-68E3DB9F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A55A1-7835-4140-8C96-6D5FE90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Polar curves, angle between the radius vector and the tangent, angle between two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B14D1-66F9-498E-8CD1-5C0DFC02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6A150-8050-4DD4-8E71-12A4EB9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934FE-E67B-4F6C-9FD1-5FC72CF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Pedal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723A6-640B-4252-8BD9-17E3563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3C6F0-9E79-47ED-8368-990E42B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85B11-1294-4B6D-96F1-578025CE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Curvature and radius of curvature - Cartesian, parametric, polar and pedal 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DE2B7-3E50-4BBD-B3AD-80994BB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2F4B7-15F9-4D64-9981-CA046C9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378BE-4533-4C47-9A1E-77B68F3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E7CE4-2253-4954-85EA-CA5E33C7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F4ED7-BFB1-4492-B421-443C131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BAC70-7EF6-4858-B0EB-8FD47F84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Chapter- 4.7-4.11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B903C-B165-4BCB-BFFC-9A52D47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CEAD2-6CE2-4A28-AE8B-DFED67FD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62DBF-246E-45FA-891E-96B7CCD6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AAF59-C765-4799-9EAF-F24AE33C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986830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52A4C-FAFD-4957-BEE7-63F953C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F6A61-9F5C-4C3D-944C-3EFB0F8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6940B-3B01-4D28-90DD-48BCC01A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E0658-04F1-4BAC-99EB-8C3A4E0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Polar, Curves, Curvature, Tutorials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B1949-A9AC-4345-B2B5-68A28663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83FFA-35A9-434B-B840-4518A05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FC604-CF30-46FB-9615-B2BD8C1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F2994-904C-4CD6-8E8C-7E73A3F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2096081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2026-08-24T06:38:50.3170000Z</dcterms:created>
  <dcterms:modified xsi:type="dcterms:W3CDTF">2026-08-24T06:38:50.3170000Z</dcterms:modified>
</coreProperties>
</file>