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c2111812874468" /><Relationship Type="http://schemas.openxmlformats.org/officeDocument/2006/relationships/extended-properties" Target="/docProps/app.xml" Id="R9ef4b293031d420a" /><Relationship Type="http://schemas.openxmlformats.org/officeDocument/2006/relationships/officeDocument" Target="/ppt/presentation.xml" Id="Rcceae7806ad949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b4c8daceee4b47"/>
  </p:sldMasterIdLst>
  <p:notesMasterIdLst>
    <p:notesMasterId xmlns:r="http://schemas.openxmlformats.org/officeDocument/2006/relationships" r:id="Rb8c6ef4a33a245ee"/>
  </p:notesMasterIdLst>
  <p:sldIdLst>
    <p:sldId xmlns:r="http://schemas.openxmlformats.org/officeDocument/2006/relationships" id="256" r:id="R8c70e3d20b4d4498"/>
    <p:sldId xmlns:r="http://schemas.openxmlformats.org/officeDocument/2006/relationships" id="257" r:id="R8340aeea123a49ef"/>
    <p:sldId xmlns:r="http://schemas.openxmlformats.org/officeDocument/2006/relationships" id="258" r:id="Raf5015c89088464a"/>
    <p:sldId xmlns:r="http://schemas.openxmlformats.org/officeDocument/2006/relationships" id="259" r:id="R4d7c125b4295457b"/>
    <p:sldId xmlns:r="http://schemas.openxmlformats.org/officeDocument/2006/relationships" id="260" r:id="R3b73f0c0a09f496f"/>
    <p:sldId xmlns:r="http://schemas.openxmlformats.org/officeDocument/2006/relationships" id="261" r:id="R75d6c8dc6ffb4a08"/>
    <p:sldId xmlns:r="http://schemas.openxmlformats.org/officeDocument/2006/relationships" id="262" r:id="R8b823db08d044660"/>
    <p:sldId xmlns:r="http://schemas.openxmlformats.org/officeDocument/2006/relationships" id="263" r:id="R147cab90229747e5"/>
    <p:sldId xmlns:r="http://schemas.openxmlformats.org/officeDocument/2006/relationships" id="264" r:id="R2eda6709767c43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5c4578ec8e4c32" /><Relationship Type="http://schemas.openxmlformats.org/officeDocument/2006/relationships/slideMaster" Target="/ppt/slideMasters/slideMaster1.xml" Id="Rd7b4c8daceee4b47" /><Relationship Type="http://schemas.openxmlformats.org/officeDocument/2006/relationships/notesMaster" Target="/ppt/notesMasters/notesMaster1.xml" Id="Rb8c6ef4a33a245ee" /><Relationship Type="http://schemas.openxmlformats.org/officeDocument/2006/relationships/presProps" Target="/ppt/presProps.xml" Id="R55f3583ae0584af8" /><Relationship Type="http://schemas.openxmlformats.org/officeDocument/2006/relationships/tableStyles" Target="/ppt/tableStyles.xml" Id="Rfd1c00c5465c4fbb" /><Relationship Type="http://schemas.openxmlformats.org/officeDocument/2006/relationships/slide" Target="/ppt/slides/slide1.xml" Id="R8c70e3d20b4d4498" /><Relationship Type="http://schemas.openxmlformats.org/officeDocument/2006/relationships/slide" Target="/ppt/slides/slide2.xml" Id="R8340aeea123a49ef" /><Relationship Type="http://schemas.openxmlformats.org/officeDocument/2006/relationships/slide" Target="/ppt/slides/slide3.xml" Id="Raf5015c89088464a" /><Relationship Type="http://schemas.openxmlformats.org/officeDocument/2006/relationships/slide" Target="/ppt/slides/slide4.xml" Id="R4d7c125b4295457b" /><Relationship Type="http://schemas.openxmlformats.org/officeDocument/2006/relationships/slide" Target="/ppt/slides/slide5.xml" Id="R3b73f0c0a09f496f" /><Relationship Type="http://schemas.openxmlformats.org/officeDocument/2006/relationships/slide" Target="/ppt/slides/slide6.xml" Id="R75d6c8dc6ffb4a08" /><Relationship Type="http://schemas.openxmlformats.org/officeDocument/2006/relationships/slide" Target="/ppt/slides/slide7.xml" Id="R8b823db08d044660" /><Relationship Type="http://schemas.openxmlformats.org/officeDocument/2006/relationships/slide" Target="/ppt/slides/slide8.xml" Id="R147cab90229747e5" /><Relationship Type="http://schemas.openxmlformats.org/officeDocument/2006/relationships/slide" Target="/ppt/slides/slide9.xml" Id="R2eda6709767c43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9f2cd64ec840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bd77c8b421499c" /><Relationship Type="http://schemas.openxmlformats.org/officeDocument/2006/relationships/notesMaster" Target="/ppt/notesMasters/notesMaster1.xml" Id="Rccdfb42f47d04b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54b4325d124417" /><Relationship Type="http://schemas.openxmlformats.org/officeDocument/2006/relationships/notesMaster" Target="/ppt/notesMasters/notesMaster1.xml" Id="Rcf13cbfe607f4e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eaadf7fc254b44" /><Relationship Type="http://schemas.openxmlformats.org/officeDocument/2006/relationships/notesMaster" Target="/ppt/notesMasters/notesMaster1.xml" Id="R87eb0a992e134f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c6abe7b9474942" /><Relationship Type="http://schemas.openxmlformats.org/officeDocument/2006/relationships/notesMaster" Target="/ppt/notesMasters/notesMaster1.xml" Id="Rac05b8ac8f9b4b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3284d7cc464d72" /><Relationship Type="http://schemas.openxmlformats.org/officeDocument/2006/relationships/notesMaster" Target="/ppt/notesMasters/notesMaster1.xml" Id="Rd749fd6e906c47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870a18518944d0" /><Relationship Type="http://schemas.openxmlformats.org/officeDocument/2006/relationships/notesMaster" Target="/ppt/notesMasters/notesMaster1.xml" Id="R71f5c8f3a71f44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c2bed984924b69" /><Relationship Type="http://schemas.openxmlformats.org/officeDocument/2006/relationships/notesMaster" Target="/ppt/notesMasters/notesMaster1.xml" Id="R914a77530fc24e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923b009d714a3f" /><Relationship Type="http://schemas.openxmlformats.org/officeDocument/2006/relationships/notesMaster" Target="/ppt/notesMasters/notesMaster1.xml" Id="Raec2a17bc9a442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33c19832124fba" /><Relationship Type="http://schemas.openxmlformats.org/officeDocument/2006/relationships/notesMaster" Target="/ppt/notesMasters/notesMaster1.xml" Id="Rcb18214619f041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56414e8da440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9dd778650e4cbd" /><Relationship Type="http://schemas.openxmlformats.org/officeDocument/2006/relationships/slideLayout" Target="/ppt/slideLayouts/slideLayout1.xml" Id="Rbcf6e24513e74a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f6e24513e74a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60fe3da2643d4" /><Relationship Type="http://schemas.openxmlformats.org/officeDocument/2006/relationships/notesSlide" Target="/ppt/notesSlides/notesSlide1.xml" Id="Rfb82f344858f43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654447598437f" /><Relationship Type="http://schemas.openxmlformats.org/officeDocument/2006/relationships/notesSlide" Target="/ppt/notesSlides/notesSlide2.xml" Id="R5908f0717a714e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984f9f56d4364" /><Relationship Type="http://schemas.openxmlformats.org/officeDocument/2006/relationships/notesSlide" Target="/ppt/notesSlides/notesSlide3.xml" Id="R32967c1e34e543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86d0dfc4c4c2d" /><Relationship Type="http://schemas.openxmlformats.org/officeDocument/2006/relationships/notesSlide" Target="/ppt/notesSlides/notesSlide4.xml" Id="R927e91429f3b42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7ff21fade4343" /><Relationship Type="http://schemas.openxmlformats.org/officeDocument/2006/relationships/notesSlide" Target="/ppt/notesSlides/notesSlide5.xml" Id="Rf5c848255a7a41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8fec1ac7446bf" /><Relationship Type="http://schemas.openxmlformats.org/officeDocument/2006/relationships/notesSlide" Target="/ppt/notesSlides/notesSlide6.xml" Id="R3a31e328a5d647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fc98b703b4e2b" /><Relationship Type="http://schemas.openxmlformats.org/officeDocument/2006/relationships/notesSlide" Target="/ppt/notesSlides/notesSlide7.xml" Id="R12b0ea805bc34e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f9aaf77374122" /><Relationship Type="http://schemas.openxmlformats.org/officeDocument/2006/relationships/notesSlide" Target="/ppt/notesSlides/notesSlide8.xml" Id="R1a7a5f89bdef41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3af05362040cb" /><Relationship Type="http://schemas.openxmlformats.org/officeDocument/2006/relationships/notesSlide" Target="/ppt/notesSlides/notesSlide9.xml" Id="R8b02f461fded43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513E0-BA84-4480-A75E-190B6505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5487C-B1E8-4BB9-9975-A57ED85A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Ordinary Differential Equations of Higher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26263-8EC8-401E-8730-D700343A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Differential Calculus and Linear Algebra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1BMATC101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A1BF5-F26E-4214-9FB8-3D44C2C8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8FCCC-C889-43D7-9D0D-857B5087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13D2C-402F-459E-AB2C-073BAA09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74F8A-A5FA-4ADF-B404-41697916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C733C-2E55-4C85-A2D7-9A14E54B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6D998-7B26-4CB9-B010-EACC63E8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D964D-8B5E-4C6B-9C79-785FBCA0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12354-BED7-40BE-A62A-C166B707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82FDA-9D39-448E-9AE7-A8D23AD8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20834953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4CCA8-32B4-4520-9F76-2FF8C163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5253B-7DF0-41F0-8B00-8F29EA73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53860-04E5-4093-AC07-9EEB18C4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9DDEE-B7C3-4A58-9A5A-B302A209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F8CD2-35C0-464B-A04D-48F33285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BB92B-46CA-4F8F-91AF-F8C7C84B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3B51A-0E49-42E4-9F42-452A21C5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0C29F-1A2F-4198-8293-9D787491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080EE-6A16-405C-A9E2-6066F611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447F9-3B4D-4B30-9DC8-FE1A6AB6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48B30-7E09-451C-821A-1284F50A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5ADD7-C491-4E06-904C-ADFCB292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A92326-E5E9-4E82-B128-A7984418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Ordinary Differential Equations of Higher Order (8Hours Theory) + (4Hours Tutorials) 2 Higher-order linear ordinary differential equations with constant coefficients, homogeneous and non-homogeneous equations (eax, sin(ax+b), cos(ax+b), xn only)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Method of variation of parameters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Cauchy's and Legendre's homogeneous differential equations.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Applications: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Solving governing differential equations of Mass Spring.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04CE3-0BAE-4E8B-AD64-46F0F307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E7604-4F9E-4E2B-92FE-DD80CB51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18231129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23E51-3386-4A2A-BB52-18BDFD9A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24A00-7D4C-4598-9D93-756A2EDC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92CCA-4412-4457-A4EF-62DDE37A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340D1-6B7D-4C81-A08C-3445C4D9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Ordinary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234E4-9D11-43DB-B2B6-57939535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Differential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6CEC2-C616-4F81-ADA7-9FC1185A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Equations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47EE4-C434-4319-B9B4-BE3E35D2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Higher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73296-7812-4B4E-BE98-221446BE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Order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DDD4C-43C1-44E2-B738-D826DD6C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129EA-C770-4710-9A2C-E12B3DD7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Textbook-1: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Chapter-13.1-13.8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42696-D52F-422B-A0EB-32F82E0E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D18CE-3D1E-4E70-A385-25919BD1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21088276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08C91-BC7B-4824-8382-FD18A086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F91E2-8EAC-41A3-B172-0492415D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A2203-B518-4716-B1C5-CD00A68E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0E248-9EDF-4707-8972-7B4C9633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Ordinary Differential Equations of Higher Order (8Hours Theory) + (4Hours Tutorials) 2 Higher-order linear 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Method of variation of parameters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Cauchy's and Legendre's homogeneous differential equations.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Applications: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Solving governing differential equations of Mass Spring.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Textbook-1: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4BFC9-FA89-4203-97C2-61348622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FCD25-D217-4FA0-BF33-879E8C46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506B4-0A9E-4345-83EF-AD8E20FB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8A1C7-938E-491C-83EF-B97FB8CB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1A24C-6407-4A44-9F5E-A18024E0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21E54-033F-495B-B4D5-1263F206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F801E-C4DD-46B8-BA96-E98C6EC9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97148-254D-4BD4-A59A-F4C539A8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84ED0-1F13-4169-A57F-38FE284B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7F09D-23CF-425A-BA4E-7E4BC5F3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4EF18-DFED-4A0F-AD0D-DEF43FA1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3455626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F46A6-209D-4973-B03C-A65F634D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726DE-8259-453D-8296-1A9822E9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4D41B-5EA9-40D6-A981-333AE558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4B17A-E5BF-427F-AAFC-9ECB376A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7B625-7309-4B59-BBD9-CF3849FB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C5803-C04B-470C-8E58-49411EFD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8FA1D-94F8-44D9-B512-892DD621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A0318-C7BC-45C8-8428-F28269D1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52993-93C6-435B-B103-C958EA82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38F2F-D55A-4CF7-A1D0-19EE52E8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BB5AE-EB9A-4CEC-92B1-1236314C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7E693-FA6B-41AB-BF4B-3DF05CA9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48723-A26C-4DEB-A3FF-418EBC47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5290A-5C82-4015-83CD-96735D06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04C33-6629-485E-BC7E-0F14A871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9127950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74B3B-FB56-484B-814F-EBE14079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562B6-BCD6-4D01-9D6C-0B20BA1F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284B8-FB89-4009-96F6-2E3F6B41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36C7B-73E6-4A90-9F4A-DFBE2E54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D0AE6-BB4F-49E9-ABED-DF72AF26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Ordinary Differential Equations of Higher Order (8Hours Theory) + (4Hours Tutorials) 2 Higher-order linear ordinary differential equations with constant coefficients, homogeneous and non-homogeneous equations (eax, sin(ax+b), cos(ax+b), xn only)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0748E-2662-43B7-A823-0D2B771F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Ordinary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A778F-0E4C-4629-9996-B70C8515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EEE8D-C488-4AF4-A411-1EBCEBA7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1A2BE-8F1B-45FC-8A00-1197CCD5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6747159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DD329-80D2-48E8-9A0B-035AB73D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9185E-1EFB-48E0-A929-FC2762D7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899EE-924A-4BE6-8CB6-6FB357A1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0E381-D756-4F66-A00F-A400C6D5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E9B09-48A9-4E72-824D-C977C2BC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Chapter-13.1-13.8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2A264-4002-446A-8A1B-79E08587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157AE-CF05-4AE3-8D81-E95B242E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DCB78-C2FA-44DE-8A39-A947F6BB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E646F-4738-49C9-85E0-B499EC6E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1790198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8E4A9F-9EE7-4ADA-98FF-25936360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15FA2-4974-4D9D-B485-51BDCE6F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7E694-4393-47D3-8294-69A832F4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24EE4-8BAF-4B32-BC14-58A544A6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C445E-980A-406E-A38A-D338C1B8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3990B-9770-4D37-90E8-37805618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87B67-B61F-4B1C-BE9E-4E410C08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Ordinary Differential Equations of Higher Order (8Hours Theory) + (4Hours Tutorials) 2 Higher-o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FF404-BF51-4015-B862-AC1FC818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36ECB-D627-40A5-8AE0-C6767386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EEDD1-E937-4208-BAAA-7436F753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Method of variation of parameters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D77BA-5960-412E-A243-5F407588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1DC56-D88C-4A5A-B09F-307DB3CC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1FCD6-56B6-40A5-B773-DD69C6C3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Cauchy's and Legendre's homogeneous differential equations.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B4042-8E73-4E76-A725-C1E98DD9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F583B-BDA8-4618-94EF-BACA6E91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FD731-56D1-4F04-954F-C7EA465D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Applications: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DBCD1E-5739-4909-8C1B-ADCAA707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64874-D050-4683-AFD1-FA3D2748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CE43FB-8669-4272-878C-D8F8C231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Solving governing differential equations of Mass Spring.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4FC222-86F8-4349-8DB6-2E38D50A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AA8EC-E129-4C60-B4E1-E94B1597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C635E7-4E42-4D41-8FFC-233D631A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Textbook-1: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A76F2C-D133-4319-8CBB-9E81B7B3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6FB97C-039A-493E-B751-B3738563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6E078F-1F6B-40DB-AEC5-984F75BF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Chapter-13.1-13.8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D7CABE-0C66-4BB5-AD69-EFAD80D8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DF6880-A414-4FE6-A35E-90B2EEA4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8E0016-B2AA-4E6A-954F-9ED278E5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BC2FE9-7D98-4E31-A474-CE291F26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9063301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C3DD6D-C181-4AF0-AB0B-E42B9EB3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65CA6-5F00-4E0D-BAA2-39098367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CDEBB-171D-4B75-BC3D-269C0BCB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548BA-9A68-49FD-AE13-3FE48FFA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Ordinary, Differential, Equations, Higher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E9733-C72C-4A7E-86FE-82EBE89A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E63F1-02FB-41FC-BDED-6553BBD8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51AEC-0FFE-486B-A3F6-D562C736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1BMATC101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FE059-4847-4376-B0C7-C1DDEBAB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6180134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2026-08-24T06:38:50.4790000Z</dcterms:created>
  <dcterms:modified xsi:type="dcterms:W3CDTF">2026-08-24T06:38:50.4790000Z</dcterms:modified>
</coreProperties>
</file>