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8e768cd24d4651" /><Relationship Type="http://schemas.openxmlformats.org/officeDocument/2006/relationships/extended-properties" Target="/docProps/app.xml" Id="Rdd14dd088b6c477c" /><Relationship Type="http://schemas.openxmlformats.org/officeDocument/2006/relationships/officeDocument" Target="/ppt/presentation.xml" Id="R8d6aca0a302441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05feff26e1464e"/>
  </p:sldMasterIdLst>
  <p:notesMasterIdLst>
    <p:notesMasterId xmlns:r="http://schemas.openxmlformats.org/officeDocument/2006/relationships" r:id="R8aee6d8f99a04f0e"/>
  </p:notesMasterIdLst>
  <p:sldIdLst>
    <p:sldId xmlns:r="http://schemas.openxmlformats.org/officeDocument/2006/relationships" id="256" r:id="R096058d6be0d4cec"/>
    <p:sldId xmlns:r="http://schemas.openxmlformats.org/officeDocument/2006/relationships" id="257" r:id="R67e7eca3df6b46d1"/>
    <p:sldId xmlns:r="http://schemas.openxmlformats.org/officeDocument/2006/relationships" id="258" r:id="R363fe67cef734eea"/>
    <p:sldId xmlns:r="http://schemas.openxmlformats.org/officeDocument/2006/relationships" id="259" r:id="Rb907efc0da0b4a26"/>
    <p:sldId xmlns:r="http://schemas.openxmlformats.org/officeDocument/2006/relationships" id="260" r:id="R17fefd7cf28540e2"/>
    <p:sldId xmlns:r="http://schemas.openxmlformats.org/officeDocument/2006/relationships" id="261" r:id="Rc511137c5c324df8"/>
    <p:sldId xmlns:r="http://schemas.openxmlformats.org/officeDocument/2006/relationships" id="262" r:id="Ra37b7b9869a842a7"/>
    <p:sldId xmlns:r="http://schemas.openxmlformats.org/officeDocument/2006/relationships" id="263" r:id="R2723944d13a147fc"/>
    <p:sldId xmlns:r="http://schemas.openxmlformats.org/officeDocument/2006/relationships" id="264" r:id="Ra95d2c9a6efc4b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fcfe886cd94704" /><Relationship Type="http://schemas.openxmlformats.org/officeDocument/2006/relationships/slideMaster" Target="/ppt/slideMasters/slideMaster1.xml" Id="Rb405feff26e1464e" /><Relationship Type="http://schemas.openxmlformats.org/officeDocument/2006/relationships/notesMaster" Target="/ppt/notesMasters/notesMaster1.xml" Id="R8aee6d8f99a04f0e" /><Relationship Type="http://schemas.openxmlformats.org/officeDocument/2006/relationships/presProps" Target="/ppt/presProps.xml" Id="R55663b21e848459d" /><Relationship Type="http://schemas.openxmlformats.org/officeDocument/2006/relationships/tableStyles" Target="/ppt/tableStyles.xml" Id="R8ed905a446ee42c5" /><Relationship Type="http://schemas.openxmlformats.org/officeDocument/2006/relationships/slide" Target="/ppt/slides/slide1.xml" Id="R096058d6be0d4cec" /><Relationship Type="http://schemas.openxmlformats.org/officeDocument/2006/relationships/slide" Target="/ppt/slides/slide2.xml" Id="R67e7eca3df6b46d1" /><Relationship Type="http://schemas.openxmlformats.org/officeDocument/2006/relationships/slide" Target="/ppt/slides/slide3.xml" Id="R363fe67cef734eea" /><Relationship Type="http://schemas.openxmlformats.org/officeDocument/2006/relationships/slide" Target="/ppt/slides/slide4.xml" Id="Rb907efc0da0b4a26" /><Relationship Type="http://schemas.openxmlformats.org/officeDocument/2006/relationships/slide" Target="/ppt/slides/slide5.xml" Id="R17fefd7cf28540e2" /><Relationship Type="http://schemas.openxmlformats.org/officeDocument/2006/relationships/slide" Target="/ppt/slides/slide6.xml" Id="Rc511137c5c324df8" /><Relationship Type="http://schemas.openxmlformats.org/officeDocument/2006/relationships/slide" Target="/ppt/slides/slide7.xml" Id="Ra37b7b9869a842a7" /><Relationship Type="http://schemas.openxmlformats.org/officeDocument/2006/relationships/slide" Target="/ppt/slides/slide8.xml" Id="R2723944d13a147fc" /><Relationship Type="http://schemas.openxmlformats.org/officeDocument/2006/relationships/slide" Target="/ppt/slides/slide9.xml" Id="Ra95d2c9a6efc4b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8906a2da1745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13f183f70f44a0" /><Relationship Type="http://schemas.openxmlformats.org/officeDocument/2006/relationships/notesMaster" Target="/ppt/notesMasters/notesMaster1.xml" Id="R725dec41abe143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ef8bee0d254a8a" /><Relationship Type="http://schemas.openxmlformats.org/officeDocument/2006/relationships/notesMaster" Target="/ppt/notesMasters/notesMaster1.xml" Id="Rb23ffcc380324c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6d52415bc44314" /><Relationship Type="http://schemas.openxmlformats.org/officeDocument/2006/relationships/notesMaster" Target="/ppt/notesMasters/notesMaster1.xml" Id="R2f67a6c5bd6941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f35878d1664c01" /><Relationship Type="http://schemas.openxmlformats.org/officeDocument/2006/relationships/notesMaster" Target="/ppt/notesMasters/notesMaster1.xml" Id="R970e5633afdb4a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b5beed84a440b9" /><Relationship Type="http://schemas.openxmlformats.org/officeDocument/2006/relationships/notesMaster" Target="/ppt/notesMasters/notesMaster1.xml" Id="R0c59a31e0bc847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c11f43dea64eb6" /><Relationship Type="http://schemas.openxmlformats.org/officeDocument/2006/relationships/notesMaster" Target="/ppt/notesMasters/notesMaster1.xml" Id="R82f532950d7445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55a430e98f4848" /><Relationship Type="http://schemas.openxmlformats.org/officeDocument/2006/relationships/notesMaster" Target="/ppt/notesMasters/notesMaster1.xml" Id="Ra7c953bbd8574b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023ec4390d45d7" /><Relationship Type="http://schemas.openxmlformats.org/officeDocument/2006/relationships/notesMaster" Target="/ppt/notesMasters/notesMaster1.xml" Id="R28e84cc2cd5541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e1825bd0c04971" /><Relationship Type="http://schemas.openxmlformats.org/officeDocument/2006/relationships/notesMaster" Target="/ppt/notesMasters/notesMaster1.xml" Id="Rb656b320c10144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3cecea0f4c46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6f4876cd864d6e" /><Relationship Type="http://schemas.openxmlformats.org/officeDocument/2006/relationships/slideLayout" Target="/ppt/slideLayouts/slideLayout1.xml" Id="Ra1132379acf246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132379acf246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41ff2316a49de" /><Relationship Type="http://schemas.openxmlformats.org/officeDocument/2006/relationships/notesSlide" Target="/ppt/notesSlides/notesSlide1.xml" Id="R3a074ea4505347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e101ee7034df2" /><Relationship Type="http://schemas.openxmlformats.org/officeDocument/2006/relationships/notesSlide" Target="/ppt/notesSlides/notesSlide2.xml" Id="R908b5e46ed454b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df576343f47c0" /><Relationship Type="http://schemas.openxmlformats.org/officeDocument/2006/relationships/notesSlide" Target="/ppt/notesSlides/notesSlide3.xml" Id="R8d31a3d8423045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07d63f5b3421d" /><Relationship Type="http://schemas.openxmlformats.org/officeDocument/2006/relationships/notesSlide" Target="/ppt/notesSlides/notesSlide4.xml" Id="Re73b5e7c653340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5b91dcde049da" /><Relationship Type="http://schemas.openxmlformats.org/officeDocument/2006/relationships/notesSlide" Target="/ppt/notesSlides/notesSlide5.xml" Id="R32894a4909f849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1b8e085f64d23" /><Relationship Type="http://schemas.openxmlformats.org/officeDocument/2006/relationships/notesSlide" Target="/ppt/notesSlides/notesSlide6.xml" Id="Re95245aad6184c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65fb6637141d7" /><Relationship Type="http://schemas.openxmlformats.org/officeDocument/2006/relationships/notesSlide" Target="/ppt/notesSlides/notesSlide7.xml" Id="R336eae0d895640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3031e71804552" /><Relationship Type="http://schemas.openxmlformats.org/officeDocument/2006/relationships/notesSlide" Target="/ppt/notesSlides/notesSlide8.xml" Id="Re08927bc77e94b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87896b2074acf" /><Relationship Type="http://schemas.openxmlformats.org/officeDocument/2006/relationships/notesSlide" Target="/ppt/notesSlides/notesSlide9.xml" Id="R7ba0b1d4e98a48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9EBFDD-0CDC-4C6B-83F7-33BE2DBD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23284-1712-4B4B-A6A0-04525EF5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Series Expansion, Indeterminate Forms and Multivariable 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F9A08-F4D7-4B9A-85E5-EFEEE04D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Differential Calculus and Linear Algebra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1BMATC101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C3EF8-E9AA-46EA-B53C-FD7E5AE5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E944F-519A-42A1-A4D0-B9685E46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E78AA-547D-48DF-9CE1-17D70FF8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3C9CE-97FE-4B89-875D-CCEEA7AD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86015-D841-4F8B-B1F3-E74C984C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56CD7-2C63-433E-88A2-461C80C6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4939B-9BE1-4458-BF1F-863208F1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CE1D8-231A-444E-8051-6533B956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4B433-8446-4993-B6DA-BE95F119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1493967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4F84C-334E-414F-9366-420CACEE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7A476-03C7-47DA-86A4-68DCBF43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FA40A-A5C7-4BFC-881C-80A878E4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2AD1C-4C5D-431A-982D-F1CF6B01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AB6C2-81D9-444E-B80D-975C9DA7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21071-6A8E-42B1-8792-8F06EBE1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2D7C7-0FCE-44F2-8C5F-BE6CFBDA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2518D-BC26-4F71-A5DA-A6EDD358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3A652-C70F-4213-89A0-2C1E093B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A2FA5-C056-4732-8700-F24938F8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92E16-A7A6-4F0C-80E4-17A5A3AE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38BEE-5B29-41F3-A59A-C06A621E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64ADF-F952-4D3C-ADE2-3D74218F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Series Expansion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Indeterminate Forms and Multivariable Calculus (8Hours Theory) + (4Hours Tutorials) Statement and problems on Taylor's and Maclaurin's series expansion for one variable.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Indeterminate forms - L'Hospital's rule.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Partial differentiation, total derivative - differentiation of composite functions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Maxima and minima for the function of two variables.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5B900-FA88-413C-A19A-0E7792E1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967C8-DA5D-4442-9308-9A97AB52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451872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2B3DB-AF97-4FEE-9937-A98C0FC0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A1A4E-FBD4-486D-AC49-A1B83EC9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320B3-92A4-4EC0-AD03-EC4045DE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67ECC-DBF5-4FC2-A615-3A1D1390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F8AA3-FD5E-4B77-9F9A-E07FD1AE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Expansion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C0D89-19A4-4EB9-A0D9-03B3703B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Indeterminate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EBF2E-86FC-4193-85DA-6793BC1D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24E95-1444-4942-811B-F55D8A0B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Multivariable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4788F-17C5-4449-B853-F0D390BF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Calculus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86799-1C77-4C3E-A219-5DBDD2F5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Chapter- 4.4-5.11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90697-65C0-49F6-81C8-A10ED369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D8FFC-7EBC-4792-A7E3-91778976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1597367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5FF24-8CF9-4694-B6A9-08DA5FA6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81BEE-EC85-480E-8D66-E8FB94AB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ECDA7-E5BA-4A7C-8C9E-D984AC20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B9168-3C7C-4AEB-B48A-08C063A7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Series Expansion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Indeterminate Forms and Multivariable Calculus (8Hours Theory) + (4Hours Tutorials) Statement and problems 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Indeterminate forms - L'Hospital's rule.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Partial differentiation, total derivative - differentiation of composite functions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Maxima and minima for the function of two variables.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Textbook-1: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75F9B-F50D-4974-899E-AD8B13FD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8289D-82B0-4BBF-AC78-E4EFF8EC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B678C-78EB-413B-AFAA-E0FB9D4F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5F74E-B915-4D36-8D08-57FE7154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BCC96-AE83-4B71-A8E9-5F7B9077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BFD94-77AF-4B05-9AED-41306788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95795-B483-4E77-AC64-1011A12A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EAB7DC-0BE0-42C8-8222-A90F66CE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D5C0C-7EE6-4731-8C7D-9F30A1FE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7907C2-FA3A-4B4D-B080-26CFD0F4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A60B7-1979-47F3-A7E7-DED37576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17634224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B980B6-D886-46BC-B576-64966D12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C6499-C024-46CB-8899-ED1BD064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D68B3-3AF3-4CF0-AF69-FE785577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6C36A-575F-43E9-B389-6E3458E1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96E4F-3956-41BF-97A5-35B96EFE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FA6AF-1153-444B-9E80-65352EF9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3D524-ECF7-4150-A433-C992AE5C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97C03-AAB1-4414-864F-F1041EE2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41DF8-95DC-4B44-A93B-BCED5C01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3DBDB-FD43-4F2F-8D17-2FB1AA2E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5AE70-9161-4CB3-998C-C574CE7C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7F8C4-9834-4DF4-AB70-7FF10CE9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0B4B8-B41F-45AA-A81E-1EC7DE51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1D689-4515-4AF7-8467-4E7336FA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CB41D-BB58-4233-9AC4-9D8619B8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20595089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9BF15-6296-44A4-9411-714671AA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BB18B-6F7B-43B0-B86D-655ADD44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1134A-B196-472F-AC39-32CDCB00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EB195-432C-4E2F-9C11-0071AABF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59794-D2E5-4E15-8266-146AE1F3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Series Expansion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2DDB0-12C2-4D53-8E57-6F0F336A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Series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F440A-E0A3-4BF4-9FC7-3DFEBBFB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9D728-B49E-4E86-B7A5-1CE06AC0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60EA8-86E1-4996-B080-A4A543D2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16049560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DC3A0-8021-4341-8342-2641AF59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63A01-B883-4B15-AD8A-6E79FDF5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0580A-47DF-4F7E-973D-2F252F61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70615-FEA4-48F6-BAA6-C20FFCF4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613C0-0D02-4B3D-B9A6-82703172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Chapter- 4.4-5.11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E5DFA-0E8F-45D0-B856-5299D85F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510B8-CF7C-41D7-B9EC-09245915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63B3C-9EB5-4EC7-90A1-C73889AA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46EF4-4BC0-4CFF-A4B1-2B86704A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7366932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5B8FFE-75AC-4444-8CD4-3936B1C4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98945-D3F6-4FD1-8925-18943629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E0CAA-8103-4851-B9B7-7D4172A2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ECF2B-02E1-41E2-806A-C053D513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E511F-3F4E-4944-A828-DAC72E2E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44359-6FCF-40F3-B8BA-5431C622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7BCEB-58C8-48B8-AEC9-6C13AC7D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Series Expansion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DAFEA-7281-4097-B371-D7755574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5ED85-7A5A-4316-9BED-7B69A1CB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7FA7C-430E-41A8-8248-39E44160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Indeterminate Forms and Multivariable Calculus (8Hours Theory) + (4Hours Tutorials) Statement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84948-86B9-4D34-A241-5602C620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0DC72-C9C4-47C8-AC72-D598A139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B9615-B535-4C4C-A4F3-6DF14100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Indeterminate forms - L'Hospital's rule.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C7D3A-19FD-4ABA-9380-6D4FA3D1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681C9-16AC-4AFB-B578-4198F3B3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948DF-AE00-4D24-8FFC-3E0B78C5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Partial differentiation, total derivative - differentiation of composite functions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D37A7D-5F08-4B4C-A14A-090807B1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AA14B-E2C4-4C49-930F-6AF13056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E1F398-F31C-4114-9A6F-9CB6E53E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Maxima and minima for the function of two variables.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564229-CA72-4C61-9D64-DFE02B59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E8C115-B0C8-4412-B8F5-D924358E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0726F4-75EB-4C22-A606-5B6FE766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Textbook-1: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6BE5DE-0453-4A05-9868-01BEB8AC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52509D-04F3-4BF6-8A2B-0C5891BF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205116-37D7-4C93-B813-83AE1EEA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Chapter- 4.4-5.11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4DF271-5479-49D6-9B91-60450653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41A9E5-E6C2-48D6-AF3E-BB326EC1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7A89BC-51E6-4900-B122-6168EABA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8A779E-5A9F-4C6F-A485-94FE12A6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14154025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51DBE-C4BC-428C-8D00-CC72D438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B79D1-B2FF-4099-A105-85628052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56713-F3FF-4AF0-9679-93373BCD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ABEB5-0320-472A-A649-1784189C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Series, Expansion, Indeterminate, Forms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7E00D-CEFF-4AD2-8267-F3EB7486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BF5C7-FB01-417B-BF4E-9B82C342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FA789-0E30-4602-B0C5-A891FFB3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7BD5B-5147-4FC3-AF35-DED7F3C6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55781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2026-08-24T06:38:50.3690000Z</dcterms:created>
  <dcterms:modified xsi:type="dcterms:W3CDTF">2026-08-24T06:38:50.3690000Z</dcterms:modified>
</coreProperties>
</file>