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30caedded41b7" /><Relationship Type="http://schemas.openxmlformats.org/officeDocument/2006/relationships/extended-properties" Target="/docProps/app.xml" Id="Rf2f5ae99bde24acf" /><Relationship Type="http://schemas.openxmlformats.org/officeDocument/2006/relationships/officeDocument" Target="/ppt/presentation.xml" Id="R1f57c503d50e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5cfe5a76341a1"/>
  </p:sldMasterIdLst>
  <p:notesMasterIdLst>
    <p:notesMasterId xmlns:r="http://schemas.openxmlformats.org/officeDocument/2006/relationships" r:id="Ra7fd62bf46a04dee"/>
  </p:notesMasterIdLst>
  <p:sldIdLst>
    <p:sldId xmlns:r="http://schemas.openxmlformats.org/officeDocument/2006/relationships" id="256" r:id="R7040087f9ad146ce"/>
    <p:sldId xmlns:r="http://schemas.openxmlformats.org/officeDocument/2006/relationships" id="257" r:id="Rf5aa6727d8554a52"/>
    <p:sldId xmlns:r="http://schemas.openxmlformats.org/officeDocument/2006/relationships" id="258" r:id="R0960afeb013e4255"/>
    <p:sldId xmlns:r="http://schemas.openxmlformats.org/officeDocument/2006/relationships" id="259" r:id="R136c5311e2204768"/>
    <p:sldId xmlns:r="http://schemas.openxmlformats.org/officeDocument/2006/relationships" id="260" r:id="R170215278c0d4334"/>
    <p:sldId xmlns:r="http://schemas.openxmlformats.org/officeDocument/2006/relationships" id="261" r:id="R22fd332f0a444a98"/>
    <p:sldId xmlns:r="http://schemas.openxmlformats.org/officeDocument/2006/relationships" id="262" r:id="Rf5d06ba3c87049c0"/>
    <p:sldId xmlns:r="http://schemas.openxmlformats.org/officeDocument/2006/relationships" id="263" r:id="Ra789e9f0dfe04450"/>
    <p:sldId xmlns:r="http://schemas.openxmlformats.org/officeDocument/2006/relationships" id="264" r:id="Rf8799177b47944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d6e3025cca46da" /><Relationship Type="http://schemas.openxmlformats.org/officeDocument/2006/relationships/slideMaster" Target="/ppt/slideMasters/slideMaster1.xml" Id="R3445cfe5a76341a1" /><Relationship Type="http://schemas.openxmlformats.org/officeDocument/2006/relationships/notesMaster" Target="/ppt/notesMasters/notesMaster1.xml" Id="Ra7fd62bf46a04dee" /><Relationship Type="http://schemas.openxmlformats.org/officeDocument/2006/relationships/presProps" Target="/ppt/presProps.xml" Id="R48e5bfe43db84338" /><Relationship Type="http://schemas.openxmlformats.org/officeDocument/2006/relationships/tableStyles" Target="/ppt/tableStyles.xml" Id="R0695756934d5459d" /><Relationship Type="http://schemas.openxmlformats.org/officeDocument/2006/relationships/slide" Target="/ppt/slides/slide1.xml" Id="R7040087f9ad146ce" /><Relationship Type="http://schemas.openxmlformats.org/officeDocument/2006/relationships/slide" Target="/ppt/slides/slide2.xml" Id="Rf5aa6727d8554a52" /><Relationship Type="http://schemas.openxmlformats.org/officeDocument/2006/relationships/slide" Target="/ppt/slides/slide3.xml" Id="R0960afeb013e4255" /><Relationship Type="http://schemas.openxmlformats.org/officeDocument/2006/relationships/slide" Target="/ppt/slides/slide4.xml" Id="R136c5311e2204768" /><Relationship Type="http://schemas.openxmlformats.org/officeDocument/2006/relationships/slide" Target="/ppt/slides/slide5.xml" Id="R170215278c0d4334" /><Relationship Type="http://schemas.openxmlformats.org/officeDocument/2006/relationships/slide" Target="/ppt/slides/slide6.xml" Id="R22fd332f0a444a98" /><Relationship Type="http://schemas.openxmlformats.org/officeDocument/2006/relationships/slide" Target="/ppt/slides/slide7.xml" Id="Rf5d06ba3c87049c0" /><Relationship Type="http://schemas.openxmlformats.org/officeDocument/2006/relationships/slide" Target="/ppt/slides/slide8.xml" Id="Ra789e9f0dfe04450" /><Relationship Type="http://schemas.openxmlformats.org/officeDocument/2006/relationships/slide" Target="/ppt/slides/slide9.xml" Id="Rf8799177b47944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a8c11eb4149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2fedeaa8f4fdf" /><Relationship Type="http://schemas.openxmlformats.org/officeDocument/2006/relationships/notesMaster" Target="/ppt/notesMasters/notesMaster1.xml" Id="Ra0aebf563606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61c3d59aeb4bf2" /><Relationship Type="http://schemas.openxmlformats.org/officeDocument/2006/relationships/notesMaster" Target="/ppt/notesMasters/notesMaster1.xml" Id="R392bc88ae1e5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c7f106c5dc4760" /><Relationship Type="http://schemas.openxmlformats.org/officeDocument/2006/relationships/notesMaster" Target="/ppt/notesMasters/notesMaster1.xml" Id="Rd71cfd55f50e4a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cd2710c47d4344" /><Relationship Type="http://schemas.openxmlformats.org/officeDocument/2006/relationships/notesMaster" Target="/ppt/notesMasters/notesMaster1.xml" Id="R94818a46b94c4d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e78beaaa484bd3" /><Relationship Type="http://schemas.openxmlformats.org/officeDocument/2006/relationships/notesMaster" Target="/ppt/notesMasters/notesMaster1.xml" Id="R696559285a0143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a7de4fbd34ad4" /><Relationship Type="http://schemas.openxmlformats.org/officeDocument/2006/relationships/notesMaster" Target="/ppt/notesMasters/notesMaster1.xml" Id="Ra265184af95f41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bb4d43750a4f30" /><Relationship Type="http://schemas.openxmlformats.org/officeDocument/2006/relationships/notesMaster" Target="/ppt/notesMasters/notesMaster1.xml" Id="R14b8b96b55f04a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5b5aba816472c" /><Relationship Type="http://schemas.openxmlformats.org/officeDocument/2006/relationships/notesMaster" Target="/ppt/notesMasters/notesMaster1.xml" Id="Rac139ad4f5274d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3ee6c8835d45e7" /><Relationship Type="http://schemas.openxmlformats.org/officeDocument/2006/relationships/notesMaster" Target="/ppt/notesMasters/notesMaster1.xml" Id="Rae555a943e38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f31e6963744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d45cb4bf44c8e" /><Relationship Type="http://schemas.openxmlformats.org/officeDocument/2006/relationships/slideLayout" Target="/ppt/slideLayouts/slideLayout1.xml" Id="R05df124d8c00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f124d8c00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2d712723e4813" /><Relationship Type="http://schemas.openxmlformats.org/officeDocument/2006/relationships/notesSlide" Target="/ppt/notesSlides/notesSlide1.xml" Id="R1f3158510e444d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25c7b8c8045b1" /><Relationship Type="http://schemas.openxmlformats.org/officeDocument/2006/relationships/notesSlide" Target="/ppt/notesSlides/notesSlide2.xml" Id="R9b3794a09ad5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dfe6fc0d64a19" /><Relationship Type="http://schemas.openxmlformats.org/officeDocument/2006/relationships/notesSlide" Target="/ppt/notesSlides/notesSlide3.xml" Id="Rb5c1449a2e3b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6c01803142de" /><Relationship Type="http://schemas.openxmlformats.org/officeDocument/2006/relationships/notesSlide" Target="/ppt/notesSlides/notesSlide4.xml" Id="R0c226f217f9046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ba641f404968" /><Relationship Type="http://schemas.openxmlformats.org/officeDocument/2006/relationships/notesSlide" Target="/ppt/notesSlides/notesSlide5.xml" Id="Rcf0f7c111f1349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e4e1f31da493d" /><Relationship Type="http://schemas.openxmlformats.org/officeDocument/2006/relationships/notesSlide" Target="/ppt/notesSlides/notesSlide6.xml" Id="Rc830b9833f3e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7c297431a4c40" /><Relationship Type="http://schemas.openxmlformats.org/officeDocument/2006/relationships/notesSlide" Target="/ppt/notesSlides/notesSlide7.xml" Id="R498da2f94825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1f8749f949ac" /><Relationship Type="http://schemas.openxmlformats.org/officeDocument/2006/relationships/notesSlide" Target="/ppt/notesSlides/notesSlide8.xml" Id="R5cc4fb3a1a9243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1a4d4ef884cc2" /><Relationship Type="http://schemas.openxmlformats.org/officeDocument/2006/relationships/notesSlide" Target="/ppt/notesSlides/notesSlide9.xml" Id="Rbf3e622f3b07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D0FB8-6101-4E07-8362-0D01CEE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1BBE6-49FB-4D5F-BEF8-01C90B6F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5142B-B729-4D36-8247-F4223B08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7DF9B-DFC0-42ED-B60B-C2AF2E3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594AF-AD9D-4B82-8F55-D724F29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7986D-6FCE-4FDA-B29C-D7CC3984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5BB6E-3618-45C2-A71A-E03ABEF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8D8C-3D6F-4D6B-A132-806ACE0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5C263-0101-4E61-98E7-B6FF6D13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AB6FD-855F-484B-A8EE-87A6533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34642-08DF-40DE-877A-BAEE323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B4E45-FDA1-4DDF-908F-DF19FAFC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546940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41EBA-A414-4651-9EEA-A346DDD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71178-C407-4CBF-B75B-05200120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4DB05-32CF-4BE9-B161-141A79E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B0DE4-8BB9-4E2F-AEF5-BB581DF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4EE83-D11B-45EE-8C50-CB13D2A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5800A-C6B2-4236-BD5C-2ADF6FE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F2778-5CA0-47D0-B33B-62F02B0E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0D74C-C2C5-4D4C-A2AB-41E40FAF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42650-FE27-47CC-A7DF-7200D7E8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01B7C-1143-4E27-AECB-D73B621D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BDBD0-B50C-4B0E-816D-4ECA1346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3B49-B67B-47B4-9E7D-8790460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66D8C-16E9-4B25-9B73-B3E6664C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Algebra (8Hours Theory) + (4Hours Tutorials) Elementary row transformation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Rank of a matrix.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Consistency and Solution of system of linear equations - Gauss-elimination method and approximate solution by Gauss-Seidel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Eigenvalues and Eigenvectors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Rayleigh's power method to find th e dominant Eigenvalue and Eigenvector.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8185D-D61E-449A-B6EC-4ACE23AE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45215-25B2-4EF0-BA53-DF2CE5B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608787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A5864-6D54-4A64-A7DD-A538A6D4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9CE6F-FE79-4EBC-8E32-ACE8036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EC12A-3D84-4831-828F-162D9D4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52D26-AEAA-49C6-8EEE-89648E7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65E58-ED56-4E19-B8F9-9AB24E2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BEEF5-1806-4FD3-85AF-970699D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26FDA-237C-4D22-AD6D-1A6DF12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Elementary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AB986-1AD4-4B42-B990-7675D6C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1912D-4910-4565-87D9-7FFB728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AD531-BFFB-408E-B050-5CC864A1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Chapter-2.7-2.13, 28.6-28.9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A79F1-FE96-4E64-8419-E04C62A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9EAF2-1756-4478-A998-0B5CAA5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342027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BF89A-76D3-49D2-BFB8-95FA70B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FBD52-8CF6-48DB-979E-8FE3A7C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CA861-2B91-4271-9727-7ED0BE0B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7413-3215-4EBC-A881-D9847F9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Algebra (8Hours Theory) + (4Hours Tutorials) Elementary row transformation of a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Rank of a matrix.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Consistency and Solution of system of linear equations - Gauss-elimination method and approximate solution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Eigenvalues and Eigenvectors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Rayleigh's power method to find th e dominant Eigenvalue and Eigenvector.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4408-4884-4908-A45E-9EA7161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2E55-A50D-4BFD-BC1B-6CB8C696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0C1FC-C64E-47BA-9928-37548CA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CBD6B-109E-4F0C-B744-C3ADDD49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F10A7-C746-4728-857F-FCBA070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E1B55-683A-4863-B3E5-C833E1E2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AC0D4-6489-44A6-9E74-A3E8DA0E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28549-5E85-40AD-9DC3-3B16C6E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B6555-60AA-4C53-A7F6-5802FF9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DB88E-A4E8-45BF-89BC-5F16C71C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3F38F-4FA4-46BD-B292-37706B6B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31144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179DA-5C67-456F-B06F-4A2595FF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2DAAC-E094-476E-B4E1-7813D3A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06854-4383-49B0-9ED3-22158AC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A54E0-64ED-4955-A3CD-0745BDC7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632CD-31B6-4326-A5D7-11774A50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962FB-4778-42F1-BB56-A6D8AEC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DB9B9-6C93-4D9F-BB56-B1DAEE9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4087D-FBE6-4A86-A470-7482641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C34B0-BB89-4609-9B60-F3D55F6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CBF45-FFBE-4E83-89A9-EB8D89B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09017-468B-4A89-8054-D62492A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34137-B32A-4275-A3A5-EEF3347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5D5C2-8D9F-4880-8E83-99CBBF5B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DBBED-F64C-47D8-979E-F931A2D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B3804-E605-4611-A286-E04A6C91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664413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87C2E-9E05-4AB6-9928-D06DC83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47613-01E6-4A02-B851-61AD7EED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8038A-1D33-4B63-8557-559E86A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9BC02-4646-43E0-8F50-6DFD367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A41F-A5FB-41E7-8F9C-A42F0E0F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Linear Algebra (8Hours Theory) + (4Hours Tutorials) Elementary row transformation of a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AE807-6F10-464C-9526-14EF9812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3732E-DC68-42A9-957E-0B670FFE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F5E3D-0D2B-48B9-8D3B-A885CA2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76853-5E3D-42AD-A3E2-FE1CE39F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317208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235CE-5265-4D4D-A755-AFB4CD2B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B13C9-EFCB-4240-9C68-F974D0B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2428E-5A50-4D01-B0DE-A3F8DA87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5FBD5-F922-4F88-9598-D808E2F7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40C70-7027-436F-B078-EDDBCDF7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Chapter-2.7-2.13, 28.6-28.9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519CD-0E47-4944-82A3-60B12190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44D52-0A73-45F2-9BFC-6E8ED48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0E807-24F5-4F22-AB01-B6ADE30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738AD-214C-432C-92CD-489BB28A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641673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A3F92B-5EC6-4507-8139-1BF4A05F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7F8C8-DB3B-44AC-8AB5-3B8C98F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5DA1A-DD8C-4F6F-82CD-2D68AE5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78406-6819-4BFD-91C3-E6BA1205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778B-783A-49A3-A163-AEF91DF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388BA-2F7E-4D3A-80AC-5EB20E8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CA610-1EB3-4375-8CDA-57EB27D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Algebra (8Hours Theory) + (4Hours Tutorials) Elementary row transformation of a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9D9BF-92AC-4649-AB88-1FA264F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6364-D2D1-4050-A1E9-6FD4A24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9221C-2AA5-4852-88DF-56EAE19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Rank of a matrix.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D9E89-A615-4BE1-8B6A-8A961AE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D1B43-39EA-4EED-86EE-32D449AB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AFC73-3851-40F8-A025-0CA227A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Consistency and Solution of system of linear equations - Gauss-elimination method and approxima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7BD18-4EED-4C7B-BAD3-040E4C1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83A40-5184-453D-9679-9F0D47C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0AFD6-4D74-4C07-8229-BD8D75D7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Eigenvalues and Eigenvectors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B0EEF-A49D-4681-BD49-B1969806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8EFD1-EEC7-47FF-914E-AA9D7766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98DE0-BC3A-4EAA-842F-079AF954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Rayleigh's power method to find th e dominant Eigenvalue and Eigenvector.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88202-627D-4D0E-B235-CB2882F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77867-B50A-4335-AB71-E303A3F9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46421-96B9-4213-8C31-8CD5F11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B5EB5-6B7A-4665-8E5D-B807CE5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1F708-3119-4682-991A-B2E59520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33AB5-6521-4A11-85FC-2780B85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Traffic 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415DF-71B4-4706-8613-F2E88CB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C74DA-68A2-45BE-8A91-5221E7F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C18CA-F04A-4F03-9A45-B317A4B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B15DC-4E11-488C-BF83-FC0CC9F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59705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D70BB-F46E-4AC2-B0E7-4C9F94E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FB254-8D67-4DD7-9D40-86D6B65A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36EFC-7F30-45F0-A154-E2FFB41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04A33-1E9F-4B33-AE27-7E962C84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Linear, Algebra, Tutorials, Elementary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C3C84-26B2-4582-A171-0DF9785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3DAA1-EFF6-4218-B941-DBB2231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60959-4E1C-4F27-BB81-AC49FE0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1D690-442F-4399-9FD6-57912772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933540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2026-08-24T06:38:50.5370000Z</dcterms:created>
  <dcterms:modified xsi:type="dcterms:W3CDTF">2026-08-24T06:38:50.5370000Z</dcterms:modified>
</coreProperties>
</file>