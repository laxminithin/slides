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b2f753ef744698" /><Relationship Type="http://schemas.openxmlformats.org/officeDocument/2006/relationships/extended-properties" Target="/docProps/app.xml" Id="R44428a90daf4484c" /><Relationship Type="http://schemas.openxmlformats.org/officeDocument/2006/relationships/officeDocument" Target="/ppt/presentation.xml" Id="R46e5debc931841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4db639933f4c83"/>
  </p:sldMasterIdLst>
  <p:notesMasterIdLst>
    <p:notesMasterId xmlns:r="http://schemas.openxmlformats.org/officeDocument/2006/relationships" r:id="Rc0f829720e9f496f"/>
  </p:notesMasterIdLst>
  <p:sldIdLst>
    <p:sldId xmlns:r="http://schemas.openxmlformats.org/officeDocument/2006/relationships" id="256" r:id="R185689c337f7417d"/>
    <p:sldId xmlns:r="http://schemas.openxmlformats.org/officeDocument/2006/relationships" id="257" r:id="Rac6b7668b28d4973"/>
    <p:sldId xmlns:r="http://schemas.openxmlformats.org/officeDocument/2006/relationships" id="258" r:id="Rfb20a2295e17470a"/>
    <p:sldId xmlns:r="http://schemas.openxmlformats.org/officeDocument/2006/relationships" id="259" r:id="Rb4b26fdde31642da"/>
    <p:sldId xmlns:r="http://schemas.openxmlformats.org/officeDocument/2006/relationships" id="260" r:id="Rc30f9c11d0594691"/>
    <p:sldId xmlns:r="http://schemas.openxmlformats.org/officeDocument/2006/relationships" id="261" r:id="R6f390d0cc759483b"/>
    <p:sldId xmlns:r="http://schemas.openxmlformats.org/officeDocument/2006/relationships" id="262" r:id="R5f5e0178bb0c42a0"/>
    <p:sldId xmlns:r="http://schemas.openxmlformats.org/officeDocument/2006/relationships" id="263" r:id="R179842055206401c"/>
    <p:sldId xmlns:r="http://schemas.openxmlformats.org/officeDocument/2006/relationships" id="264" r:id="R95ba346da6aa47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b92d3bfed74da9" /><Relationship Type="http://schemas.openxmlformats.org/officeDocument/2006/relationships/slideMaster" Target="/ppt/slideMasters/slideMaster1.xml" Id="Rb84db639933f4c83" /><Relationship Type="http://schemas.openxmlformats.org/officeDocument/2006/relationships/notesMaster" Target="/ppt/notesMasters/notesMaster1.xml" Id="Rc0f829720e9f496f" /><Relationship Type="http://schemas.openxmlformats.org/officeDocument/2006/relationships/presProps" Target="/ppt/presProps.xml" Id="Rca201dfa37924f3e" /><Relationship Type="http://schemas.openxmlformats.org/officeDocument/2006/relationships/tableStyles" Target="/ppt/tableStyles.xml" Id="R40c5bb49c5e44cc0" /><Relationship Type="http://schemas.openxmlformats.org/officeDocument/2006/relationships/slide" Target="/ppt/slides/slide1.xml" Id="R185689c337f7417d" /><Relationship Type="http://schemas.openxmlformats.org/officeDocument/2006/relationships/slide" Target="/ppt/slides/slide2.xml" Id="Rac6b7668b28d4973" /><Relationship Type="http://schemas.openxmlformats.org/officeDocument/2006/relationships/slide" Target="/ppt/slides/slide3.xml" Id="Rfb20a2295e17470a" /><Relationship Type="http://schemas.openxmlformats.org/officeDocument/2006/relationships/slide" Target="/ppt/slides/slide4.xml" Id="Rb4b26fdde31642da" /><Relationship Type="http://schemas.openxmlformats.org/officeDocument/2006/relationships/slide" Target="/ppt/slides/slide5.xml" Id="Rc30f9c11d0594691" /><Relationship Type="http://schemas.openxmlformats.org/officeDocument/2006/relationships/slide" Target="/ppt/slides/slide6.xml" Id="R6f390d0cc759483b" /><Relationship Type="http://schemas.openxmlformats.org/officeDocument/2006/relationships/slide" Target="/ppt/slides/slide7.xml" Id="R5f5e0178bb0c42a0" /><Relationship Type="http://schemas.openxmlformats.org/officeDocument/2006/relationships/slide" Target="/ppt/slides/slide8.xml" Id="R179842055206401c" /><Relationship Type="http://schemas.openxmlformats.org/officeDocument/2006/relationships/slide" Target="/ppt/slides/slide9.xml" Id="R95ba346da6aa47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283581de5a42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727866e6874d88" /><Relationship Type="http://schemas.openxmlformats.org/officeDocument/2006/relationships/notesMaster" Target="/ppt/notesMasters/notesMaster1.xml" Id="R8f66b6f4ed7044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6423bd58024c09" /><Relationship Type="http://schemas.openxmlformats.org/officeDocument/2006/relationships/notesMaster" Target="/ppt/notesMasters/notesMaster1.xml" Id="Rf1a9573a126a4f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2ece3fe99a4742" /><Relationship Type="http://schemas.openxmlformats.org/officeDocument/2006/relationships/notesMaster" Target="/ppt/notesMasters/notesMaster1.xml" Id="R088c3ca0d3d846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3f204eb66343d7" /><Relationship Type="http://schemas.openxmlformats.org/officeDocument/2006/relationships/notesMaster" Target="/ppt/notesMasters/notesMaster1.xml" Id="Rc42ae1c9ffc240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06060e57d54150" /><Relationship Type="http://schemas.openxmlformats.org/officeDocument/2006/relationships/notesMaster" Target="/ppt/notesMasters/notesMaster1.xml" Id="Rb6fd7faecf9f4d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be44b3db75416d" /><Relationship Type="http://schemas.openxmlformats.org/officeDocument/2006/relationships/notesMaster" Target="/ppt/notesMasters/notesMaster1.xml" Id="R106bfb16cd3b40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785344de0a4402" /><Relationship Type="http://schemas.openxmlformats.org/officeDocument/2006/relationships/notesMaster" Target="/ppt/notesMasters/notesMaster1.xml" Id="Re9e998c4b67147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a961aeb7594102" /><Relationship Type="http://schemas.openxmlformats.org/officeDocument/2006/relationships/notesMaster" Target="/ppt/notesMasters/notesMaster1.xml" Id="R8df438f6e9b84b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5809044b624db7" /><Relationship Type="http://schemas.openxmlformats.org/officeDocument/2006/relationships/notesMaster" Target="/ppt/notesMasters/notesMaster1.xml" Id="R4166c25a0edd42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7b35b2cafa41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1266a847ed4f1f" /><Relationship Type="http://schemas.openxmlformats.org/officeDocument/2006/relationships/slideLayout" Target="/ppt/slideLayouts/slideLayout1.xml" Id="R72ff2d5547c94f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ff2d5547c94f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7fb113ce2439d" /><Relationship Type="http://schemas.openxmlformats.org/officeDocument/2006/relationships/notesSlide" Target="/ppt/notesSlides/notesSlide1.xml" Id="R471712ba9ae149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f66f86c4a48ff" /><Relationship Type="http://schemas.openxmlformats.org/officeDocument/2006/relationships/notesSlide" Target="/ppt/notesSlides/notesSlide2.xml" Id="R44dd88374aad45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90c852dd147b3" /><Relationship Type="http://schemas.openxmlformats.org/officeDocument/2006/relationships/notesSlide" Target="/ppt/notesSlides/notesSlide3.xml" Id="Rd9932c71b0ca4f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68371899349d5" /><Relationship Type="http://schemas.openxmlformats.org/officeDocument/2006/relationships/notesSlide" Target="/ppt/notesSlides/notesSlide4.xml" Id="Rdb470c8906fd44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53de086ae4d97" /><Relationship Type="http://schemas.openxmlformats.org/officeDocument/2006/relationships/notesSlide" Target="/ppt/notesSlides/notesSlide5.xml" Id="R0be3d142d5354f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cc161e8e345fd" /><Relationship Type="http://schemas.openxmlformats.org/officeDocument/2006/relationships/notesSlide" Target="/ppt/notesSlides/notesSlide6.xml" Id="R9e8bf849c57e46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a0b52481440a0" /><Relationship Type="http://schemas.openxmlformats.org/officeDocument/2006/relationships/notesSlide" Target="/ppt/notesSlides/notesSlide7.xml" Id="Rdc80b20a63c149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dd6e0b62c4d43" /><Relationship Type="http://schemas.openxmlformats.org/officeDocument/2006/relationships/notesSlide" Target="/ppt/notesSlides/notesSlide8.xml" Id="R879c3b2409cf49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d26513c304242" /><Relationship Type="http://schemas.openxmlformats.org/officeDocument/2006/relationships/notesSlide" Target="/ppt/notesSlides/notesSlide9.xml" Id="R32af86e3eb4a45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9ADA88-AA27-4048-9C92-8F374956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C8A11C-036C-48D8-9EA4-DC61EA43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Introduction: Significance of Engineering drawing, BIS Conventions of Engineering Drawing, Free hand sketching of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B7437-F1DF-47ED-8F51-44D9CBBF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Computer Aided Engineering Drawing for ME Stream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1BCEDM103/203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C84A9-8140-4F1A-AF24-7BA37A0B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Significance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105DFD-89F7-43CB-AB92-92523550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3CB6E-C0AB-4F21-ADDB-8BE55612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1C7BA-B84D-4211-AA89-308FFEC5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30BC8-47FE-44B5-B50A-EE1AE3D4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drawing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FD16D-CC32-4AE4-8BB5-8E0830C3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32457-415C-446B-9BC8-75CF8E22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Conventions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7415D-8254-4E72-B834-A1FB7F68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6EBD78-4ED2-42CA-ABE0-7A03D80E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Free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482B3E-BC46-4B12-BD98-EFDB73F3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8C944E-4172-4BE0-AFFC-5EAEE83D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B3FF53-49C7-46A8-8095-F3C9CFEB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12348114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5B244C-02ED-4261-B878-7165B21D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02D59-76F7-4278-8D29-69AE5946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5F7F7-DD54-440C-9353-4349B079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37E8F-8FC9-49BF-B763-8CA47B5D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9FEEB-CC98-4E0D-86A8-1E75E949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983D9-584D-41F0-9AFC-14B4DFD9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2806A-CFDF-4324-B4FD-7D543F40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3511A-4E46-48C9-81F2-B1F27D29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0DCF4-08F9-4B39-8AB6-92FE111D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B80E03-4E05-477D-9A32-065972FA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F44AD3-34FA-49EC-81C3-7D9D3249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EA2357-EBD6-44BA-95DF-4F50C96E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CF943A-7CB8-4AB9-A2AF-62F1F647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Significance of Engineering drawing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BIS Conventions of Engineering Drawing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Free hand sketching of engineering drawing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to Computer Aided Drafting software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925996-AD84-4240-8053-F1FDAFE8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EE3488-BDC4-4E18-AB0E-CE9E3929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20936853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B0D4AC-8D4B-4905-A39B-4F537848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813EB-E46B-4E9C-ACBE-4C9BD5F7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95BEA-3112-4AE6-8F04-61720098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E49CD-180D-4E92-BF81-AE88300D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Significance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44E3E-9945-4F7E-BB25-1D5978B0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A5318-9BE2-4B28-BD03-D88CB41C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drawing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6A6D1-06F9-48CD-A04E-3F65D109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Conventions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1CC53-352A-4FD4-A0A7-BD60F1CA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6722A-5911-4D25-8FA7-E617D078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6DD732-5EC9-47BA-9857-A41F21C5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 -ordinate system and reference planes HP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RPP &amp; LPP of 2D/3D environment.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Selection of drawing sheet size and scale.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Commands and creation of Lines, coordinate points, axes, polylines, square, rectang le, polygons, splines, circles, ellipse, text, move, copy, off-set, mirror, rotate, trim, extend, break, chamfer, fillet and curves.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116007-9E03-4C8E-B0BE-B8941214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C7CEF4-D2FF-44C9-874B-5DA1F748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6815519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3D10C5-F892-490E-BB55-84C132C6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8ED16-8AA9-44E1-B4E4-0552990B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B00DF-7A48-46FC-AAA1-356B2688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FF7C1-9E35-4681-9FC7-E23A07CA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Significance of Engineering drawing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BIS Conventions of Engineering Drawing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Free hand sketching of engineering drawing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Computer Aided Drafting software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 -ordinate system and reference planes HP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D6B91-81C4-4D49-BEF9-A4B5B613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06724-B0A9-4D60-9266-C2B2A6A4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CD313-1AB0-4087-A65B-212599D1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Significance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A39E24-E928-47AB-8C29-AFF97A7A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E0702-850D-438E-87BF-E4735A4D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DA5E1C-C91A-4370-8202-4C86AD79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7B6766-10A0-4244-9578-1FB4FC1E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drawing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A07933-C386-4F65-89E3-DCA13B36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E3D0CC-8D36-472F-A1C0-9F0E34B4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Conventions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1B9C85-30AE-4AE1-8C99-401D208D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8EDF2C-2A63-4D29-89AC-E2C7CE00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Free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F0367C-BCB7-4850-98F2-D9F93471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DB62C8-6A17-4236-8964-F9A25294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11E862-1663-4BBA-A3F9-9577D1D5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15902072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94BB6A-CA40-49C2-B873-56996CB1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E960F-3F42-4A73-B182-69F09EAD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44170-D425-41BF-A05C-D4A8099D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0FFEC-42BC-436D-84D3-49346AC3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C5B3C-14B2-449E-A6D0-9ADE8D36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FAD7A-4ADC-4325-81DF-A5E73B21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9801B-CB2B-4840-81CB-4663D8AE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413DA-BAC3-4556-922A-5C8C0897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90527-254D-45BE-93DD-134D3077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72670D-3528-49F7-AC9F-A431074A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133DA-CD54-4CC0-9554-5CD03F66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E9B21-AAD5-4B2A-976C-35B4DFEC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E35EF6-5FEA-4D51-9111-19CBCFD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AD1337-9DFE-40E3-A706-6BD07E71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333D1D-AE9F-4273-9059-43EA55F4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10781105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4F5E7-1075-493D-B8A6-C326A577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811D9-4062-41FA-8E1E-85875A5E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B6F23-6CA8-474F-9A57-B54F7CEC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29A72-2EDF-43F2-9F4C-9828EA30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94A90-8CC6-46C5-B9EE-70F86C4F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Introduction: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8EC10-3FF2-468A-B4AC-FCBEBEA8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Significance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076A0-DF93-4605-B39B-8521178C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6BB04-D60B-4F1B-8AD3-74E724AF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39613-8E20-4200-B3EC-885EA958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4298816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05D619-C2F8-4001-8415-F7207CCC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F17D7-46CD-461D-BE90-FB6A7050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CE655-8A71-442F-B6D7-DADAD715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75DE1-78EF-4A16-893F-099A31D6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6B1E3-81C3-43CF-996D-BC40DAEF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RPP &amp; LPP of 2D/3D environment.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Selection of drawing sheet size and scale.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Commands and creation of Lines, coordinate points, axes, polylines, square, rectang le, polygons, splines, circles, ellipse, text, move, copy, off-set, mirror, rotate, trim, extend, break, chamfer, fillet and curves.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Orthographic Projections of 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F9B24-4708-4A20-A5E6-8302D363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D93D4-FF97-4984-BF25-D3FF69E4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83222-118A-4558-95F6-0C7410D2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1F2F4-8CF8-411A-9622-A3120667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18998364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EAF51B-6545-4EE8-88CF-68301E27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B884C-4E35-4EAD-8391-7972900A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33E19-6252-4D49-8984-D36E8642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3EF34-8C48-4E68-A89A-853520E4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6B91E-19E3-44C3-836C-082FE36C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FB026-4C34-43B3-993B-193AA761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8A71C-E134-43BC-94A4-8A711257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19C0A-C70E-45D9-BDFB-8A74084E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F35A3-FBAC-4E81-AD7A-3B244E36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5F5B2-DE25-4AC3-BE65-626D166F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Significance of Engineering drawing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0224FF-FC55-4C02-AFE2-EE7C15E9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8750C-F631-437B-9C60-C3DCC235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528F7-90D5-4667-A9B8-8E36F934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BIS Conventions of Engineering Drawing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93CC55-182A-4E51-811E-3ACC3F34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99BC4F-F38E-42C6-94F8-47ADF4C7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E3C706-1365-4844-A35F-570F07F9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Free hand sketching of engineering drawing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33D01E-77EC-444A-966A-83D5B943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5F7DB9-9895-4D1E-8359-0DF6D198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0BDAB2-E855-48D3-B3C3-767CD794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 to Computer Aided Drafting software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7C47A8-12BD-492F-8DA2-EE1778EA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840A01-E9F1-472E-A623-070FCDC6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56C077-96C2-47E0-BFB4-BDC7E6C9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 -ordinate system and reference planes HP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34770D-A36B-4704-A428-BC25137B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B18F15-EFB6-4EBF-97EC-CF27162E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0DED8E-6C1E-479B-95E2-0797E8FF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RPP &amp; LPP of 2D/3D environment.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34207D-AE96-40E0-A7CF-7578E7EF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530AE5-462A-4FD8-AD11-B5AF9AB9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648E4A-0CAF-41AB-8801-3726AF5D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0B574D-9646-4BC7-A4FA-D52E742F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1907547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5E69B-495D-4AC4-838B-B63792D8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996556-851E-40F8-9B69-20ACE198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08E18-24CF-458E-9F7D-836188D4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DFCA4-054B-4A32-8571-92AC5B8F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Significance, Engineering, drawing, Conventions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08585-6219-48F2-92A4-1C4A034E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DAB51-1032-4DA7-83B7-4515C1C5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45D36-CDD9-4128-8FB4-75F271E2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FD780-CD7D-42AE-884E-8BCAE24A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19465840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2026-08-24T06:38:42.3720000Z</dcterms:created>
  <dcterms:modified xsi:type="dcterms:W3CDTF">2026-08-24T06:38:42.3720000Z</dcterms:modified>
</coreProperties>
</file>