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a8e35bf6394053" /><Relationship Type="http://schemas.openxmlformats.org/officeDocument/2006/relationships/extended-properties" Target="/docProps/app.xml" Id="R399af5825c2c4598" /><Relationship Type="http://schemas.openxmlformats.org/officeDocument/2006/relationships/officeDocument" Target="/ppt/presentation.xml" Id="Ra60495eeecb04c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6e2fb785fb4d31"/>
  </p:sldMasterIdLst>
  <p:notesMasterIdLst>
    <p:notesMasterId xmlns:r="http://schemas.openxmlformats.org/officeDocument/2006/relationships" r:id="R846092e0d0774180"/>
  </p:notesMasterIdLst>
  <p:sldIdLst>
    <p:sldId xmlns:r="http://schemas.openxmlformats.org/officeDocument/2006/relationships" id="256" r:id="R2acc5e20bd034d19"/>
    <p:sldId xmlns:r="http://schemas.openxmlformats.org/officeDocument/2006/relationships" id="257" r:id="Rfafca1d68c1944d5"/>
    <p:sldId xmlns:r="http://schemas.openxmlformats.org/officeDocument/2006/relationships" id="258" r:id="Rc8200f236bce4a80"/>
    <p:sldId xmlns:r="http://schemas.openxmlformats.org/officeDocument/2006/relationships" id="259" r:id="R63f65f84be654dc6"/>
    <p:sldId xmlns:r="http://schemas.openxmlformats.org/officeDocument/2006/relationships" id="260" r:id="R80866f252fff4c12"/>
    <p:sldId xmlns:r="http://schemas.openxmlformats.org/officeDocument/2006/relationships" id="261" r:id="Ref328ca4770e4bf5"/>
    <p:sldId xmlns:r="http://schemas.openxmlformats.org/officeDocument/2006/relationships" id="262" r:id="Rcf235ff6a9f644d3"/>
    <p:sldId xmlns:r="http://schemas.openxmlformats.org/officeDocument/2006/relationships" id="263" r:id="R195ddd6273c9402b"/>
    <p:sldId xmlns:r="http://schemas.openxmlformats.org/officeDocument/2006/relationships" id="264" r:id="R1c7840ef13ea4d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3b8a7d7a94979" /><Relationship Type="http://schemas.openxmlformats.org/officeDocument/2006/relationships/slideMaster" Target="/ppt/slideMasters/slideMaster1.xml" Id="Rfb6e2fb785fb4d31" /><Relationship Type="http://schemas.openxmlformats.org/officeDocument/2006/relationships/notesMaster" Target="/ppt/notesMasters/notesMaster1.xml" Id="R846092e0d0774180" /><Relationship Type="http://schemas.openxmlformats.org/officeDocument/2006/relationships/presProps" Target="/ppt/presProps.xml" Id="Ra5890c4e3ffb4ec7" /><Relationship Type="http://schemas.openxmlformats.org/officeDocument/2006/relationships/tableStyles" Target="/ppt/tableStyles.xml" Id="R4fb5959a63684786" /><Relationship Type="http://schemas.openxmlformats.org/officeDocument/2006/relationships/slide" Target="/ppt/slides/slide1.xml" Id="R2acc5e20bd034d19" /><Relationship Type="http://schemas.openxmlformats.org/officeDocument/2006/relationships/slide" Target="/ppt/slides/slide2.xml" Id="Rfafca1d68c1944d5" /><Relationship Type="http://schemas.openxmlformats.org/officeDocument/2006/relationships/slide" Target="/ppt/slides/slide3.xml" Id="Rc8200f236bce4a80" /><Relationship Type="http://schemas.openxmlformats.org/officeDocument/2006/relationships/slide" Target="/ppt/slides/slide4.xml" Id="R63f65f84be654dc6" /><Relationship Type="http://schemas.openxmlformats.org/officeDocument/2006/relationships/slide" Target="/ppt/slides/slide5.xml" Id="R80866f252fff4c12" /><Relationship Type="http://schemas.openxmlformats.org/officeDocument/2006/relationships/slide" Target="/ppt/slides/slide6.xml" Id="Ref328ca4770e4bf5" /><Relationship Type="http://schemas.openxmlformats.org/officeDocument/2006/relationships/slide" Target="/ppt/slides/slide7.xml" Id="Rcf235ff6a9f644d3" /><Relationship Type="http://schemas.openxmlformats.org/officeDocument/2006/relationships/slide" Target="/ppt/slides/slide8.xml" Id="R195ddd6273c9402b" /><Relationship Type="http://schemas.openxmlformats.org/officeDocument/2006/relationships/slide" Target="/ppt/slides/slide9.xml" Id="R1c7840ef13ea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0630ec28a3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81a1013cd45a0" /><Relationship Type="http://schemas.openxmlformats.org/officeDocument/2006/relationships/notesMaster" Target="/ppt/notesMasters/notesMaster1.xml" Id="Re679df479370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ca265711614eb1" /><Relationship Type="http://schemas.openxmlformats.org/officeDocument/2006/relationships/notesMaster" Target="/ppt/notesMasters/notesMaster1.xml" Id="R0fab21ae6e1042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a2559983c5442b" /><Relationship Type="http://schemas.openxmlformats.org/officeDocument/2006/relationships/notesMaster" Target="/ppt/notesMasters/notesMaster1.xml" Id="R2feebb0e370e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4292111e164e5c" /><Relationship Type="http://schemas.openxmlformats.org/officeDocument/2006/relationships/notesMaster" Target="/ppt/notesMasters/notesMaster1.xml" Id="Raa213ef85cea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48f36a89b4060" /><Relationship Type="http://schemas.openxmlformats.org/officeDocument/2006/relationships/notesMaster" Target="/ppt/notesMasters/notesMaster1.xml" Id="Rc534cb5dd4c24b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243764208f4d67" /><Relationship Type="http://schemas.openxmlformats.org/officeDocument/2006/relationships/notesMaster" Target="/ppt/notesMasters/notesMaster1.xml" Id="R9c802e11306a43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c35a0b221842df" /><Relationship Type="http://schemas.openxmlformats.org/officeDocument/2006/relationships/notesMaster" Target="/ppt/notesMasters/notesMaster1.xml" Id="Rab45da9c162842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3441453bf24c6a" /><Relationship Type="http://schemas.openxmlformats.org/officeDocument/2006/relationships/notesMaster" Target="/ppt/notesMasters/notesMaster1.xml" Id="R930ea0bdf0e840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756a7016b14711" /><Relationship Type="http://schemas.openxmlformats.org/officeDocument/2006/relationships/notesMaster" Target="/ppt/notesMasters/notesMaster1.xml" Id="Rebf707265b3d4d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a4dab690046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4832e8d04e45ed" /><Relationship Type="http://schemas.openxmlformats.org/officeDocument/2006/relationships/slideLayout" Target="/ppt/slideLayouts/slideLayout1.xml" Id="Re1527eeda3c245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527eeda3c245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f00442364409c" /><Relationship Type="http://schemas.openxmlformats.org/officeDocument/2006/relationships/notesSlide" Target="/ppt/notesSlides/notesSlide1.xml" Id="R2f377ba8dc524b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28ea4b6d748c2" /><Relationship Type="http://schemas.openxmlformats.org/officeDocument/2006/relationships/notesSlide" Target="/ppt/notesSlides/notesSlide2.xml" Id="R118811e1fbe347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30bf7ba7b46a6" /><Relationship Type="http://schemas.openxmlformats.org/officeDocument/2006/relationships/notesSlide" Target="/ppt/notesSlides/notesSlide3.xml" Id="R313290472aad49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a6e3053214629" /><Relationship Type="http://schemas.openxmlformats.org/officeDocument/2006/relationships/notesSlide" Target="/ppt/notesSlides/notesSlide4.xml" Id="R7b64554cc6a3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89068f1d74c84" /><Relationship Type="http://schemas.openxmlformats.org/officeDocument/2006/relationships/notesSlide" Target="/ppt/notesSlides/notesSlide5.xml" Id="Rc13397f980ac4d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47b9f7fdc4c1d" /><Relationship Type="http://schemas.openxmlformats.org/officeDocument/2006/relationships/notesSlide" Target="/ppt/notesSlides/notesSlide6.xml" Id="R737a22ee297c43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1c691cfc34d68" /><Relationship Type="http://schemas.openxmlformats.org/officeDocument/2006/relationships/notesSlide" Target="/ppt/notesSlides/notesSlide7.xml" Id="R1588faab71ec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fb284364c4f60" /><Relationship Type="http://schemas.openxmlformats.org/officeDocument/2006/relationships/notesSlide" Target="/ppt/notesSlides/notesSlide8.xml" Id="R42f9ae688b5949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c617110414a59" /><Relationship Type="http://schemas.openxmlformats.org/officeDocument/2006/relationships/notesSlide" Target="/ppt/notesSlides/notesSlide9.xml" Id="R6b7638c2a962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D4910-E3A4-410C-82CF-F625B009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DC798-ACBE-4558-A793-9B32553A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Concept of Part Design (For CIE Only): 3D Modeling: Simple machine parts / engineering components. (Applying material pr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8F41C-92EC-4973-B1A3-E165ECC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27FD2-8058-4C72-B680-B5B8205C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97E3D-7CA6-4A8A-AE7E-A3A80B4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20F47-D53F-4C46-A54F-324B1D5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2B88E-27B9-4397-A4FD-03D5EAC4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72751-38D3-4879-A7EE-F871FD5C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C2D2C-1813-477A-A4B5-E44CB216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43C72-A04E-4313-AD27-F6F82FA7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8B756-EEC6-452A-8F49-1251ABB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8D9A2-228D-470E-A444-3649893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68A79-5F45-41BC-BE09-67D71134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F7DFC-BE31-4D29-87D2-50D1FB2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77583-ABB8-4F13-8D3B-2C27874C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477359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C9200-1B71-48E2-A65A-0464EE33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40356-5829-4AA1-8BDF-0F2FFB40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00774-556C-494C-BFDC-830E2F7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F2F7E-7699-4CE7-9C93-20892FDC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DBD39-229C-4BB2-9FA2-5F107C1B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95287-19BB-4A50-96FA-1D0B937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70B67-4763-47CC-908A-5C76AA31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4597F-072D-4C68-9696-8280F9D0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72DF3-B30C-4C8E-9303-65ABF7E1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49BA7-E1F5-4068-836A-328F808E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FA294-3942-46E3-B9AE-FB475A1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8A72D-76D5-441A-876D-33609B6E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1DDE1-C454-4258-8448-E754832C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Part Design (For CIE Only):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3D Modeling: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Simple machine parts / engineering components.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(Applying material properties and rendering for realistic visualization) Sheet Metal &amp; Surface Design: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Automotive panels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FD54C-EC72-4FF0-B6C1-46FEF351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6856A-5778-4FE2-BE2A-8B5456BA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289791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CE058-96DB-42F2-A850-27F92D2F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A3A6A-77A7-4016-9B15-3D10C86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17679-B90C-4E0F-B862-77E2AED8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1363D-224B-4970-91A1-B30B5EF3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96A41-8CA4-4CE1-BC9D-B6997D92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28F9C-1684-4B29-8A9F-45F40B65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30F74-D389-4538-ACC6-F787C70F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742FE-4311-4644-947A-8D107372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62ADF-2600-4E14-9F75-1F8C6ED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BEF80-70F8-4E38-987D-6AE3F903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HVAC ducting Concept of Industrial drawing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A5149-8842-4AAF-8FAA-70834F85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342AF-F93F-47E7-9CB0-89D1CB86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794125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F3813-4E3E-46C5-B36B-8C38249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15907-1CFA-4995-88A9-89168AA1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C8CD-662C-40C1-A1F6-A74E843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B2353-D6F2-428E-A0BE-93D4F20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Part Design (For CIE Only):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3D Modeling: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Simple machine parts / engineering components.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(Applying material properties and rendering for realistic visualization) Sheet Metal &amp; Surface Design: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Automotive panels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HVAC ducting Concept of Industrial drawing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88764-C69A-461C-AD2F-72D37AD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BC5A8-EFDE-4CA7-BD75-4342231A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E2C8A-72CB-48B5-AE41-4A219EC4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705A7-C71B-4478-9300-B208565A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27455-ED9B-492A-B449-4B0EA208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7B26F-9B11-407B-9A0F-F051395B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F97C7-DD28-4ED3-BDA1-F5A9D36F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82240-0B5F-4DE0-9B5F-5FD5AAF4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39870-FA96-4D01-A7CE-557C2A1D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7E9BE-621B-4B6F-A890-8E346BD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3BFDE-AC17-4759-B69F-2D202A0A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Modeling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4677C-F8A5-47E0-A0AB-CFD8F4E8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7B33C-FE50-4C3D-8726-16CB853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F7298-E432-45C8-8624-D89D026B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683929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940C7-A49C-4F5C-9CBA-0DA141D4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CD214-990E-4B47-926B-B132FE0D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B8C9A-2923-4C41-A4B0-B8E72F0B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D2508-EFAD-4C20-AD36-13E89296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8D8B7-D34A-4535-8CDE-C8C8BEC4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69462-C406-4854-BD55-DA5BE77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1B4C8-FF50-434B-84E4-0799747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9FD88-37BC-4893-83A8-81B4B27F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02BCE-9D4E-49B2-A8C6-1D55478D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21895-49AF-431E-B399-CCA7217F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599B6-B496-4133-A760-C5F3AFF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B9AD6-B5D9-4033-A034-05DE2FF3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3F708-2263-4676-8A07-9D25C3BC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6C113-E77E-4D8C-B033-5BEBE4DF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555AB-DB7A-40F6-A394-A2050FB3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2065041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CEAEA-5052-4787-A12A-146AF18C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181A9-4BDA-4A14-9927-B0FFB711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BD529-EB48-401A-ADD4-6E16DB4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D3E90-4CC8-4E70-9B5D-62692370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6521A-D1CE-49F5-8A5E-4E30B69A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Concept of Part Design (For CIE Only):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5E05C-9D48-4774-89E9-9CF76689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Concept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81EC7-A6E1-40D4-AB23-FC9760A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4D9B8-5AD6-4AFA-91DA-DD4F9D75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9426C-68D0-453E-9E44-BEB8691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415017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132D0-FE4D-4C01-BEA4-2E317E17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7699E-F91E-42C1-889E-51FA1BE6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0CC83-98AD-4F67-98F0-8FF2D5A5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A767C-47E3-4F30-B440-4D52C76C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EA996-7F03-4EC7-ABB3-B2626BAF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26F6D-C116-4788-A063-11A6EA0C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584AD-8C62-49A0-830F-BFC643F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AF56E-9301-4ED1-A4A1-28C87D5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F11C1-D514-46EA-A8F2-064A0C6A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771639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A3171-330A-4536-8917-345BDBE3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54281-EC3E-4C2D-9933-30BCDC08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55EF-8477-4C55-9FE5-FB10411E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3517B-4B36-4CA7-BC1B-39A8BAB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5E682-E979-4DFB-8359-03EC285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35446-A599-470B-A46D-242BB045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6EB7E-2BD4-4683-AAC6-3F2B77F2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 of Part Design (For CIE Only):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BD84B-9BEC-4163-B4B6-BC3E3049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BEE82-F13D-4F1A-8DED-3D6CFBC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AC76E-01E6-45BA-894A-83C8610C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3D Modeling: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54AA2-16EA-416D-9607-61AE7BAD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2DDD3-9D8B-46CD-9B25-91FF1D58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A61AA-2D29-494D-997B-67C3A03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Simple machine parts / engineering components.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B1484-651E-4B2A-832F-72D2004D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AB810-DF83-4F4B-888E-B5821F8B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2BA39-E062-43B2-9971-2555DD75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(Applying material properties and rendering for realistic visualization) Sheet Metal &amp; Surface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1C05D-5B83-48C0-9D6F-AA8B08D9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97D62-CAB5-4329-81CC-7E7D1A8D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B8908-194E-4B13-AABC-C04DDF68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Automotive panels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36E49-620D-4B67-8081-A418FD7E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DCBB2-EB3C-49EA-9333-FBAD7D7E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B4386-54A0-42A9-87C6-F06D9FA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HVAC ducting Concept of Industrial drawing Number of Hours: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48683-D579-4F9B-9074-F3509179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39174-1384-4927-868C-3E933E6D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F12E5-B602-43F7-AA8E-7C20206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745DD-9F7F-4B9D-A502-050C9341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2099966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C1E6E-3BFC-45FF-851D-E5499101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C25F7-2B69-4E51-9ABC-B77BB64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68E2C-3650-40E5-B26B-0E2CAD4A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A6FE2-683A-46D4-82CC-0A1961C5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Concept, Part, Design, Only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68D3-06CB-4B95-9693-06D9F91B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7FFEC-F9F6-4FF2-8B91-54E4A30E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37EC8-6FBD-419A-96AB-AC47C201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58A17-C73F-4CA5-9C95-7763F728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800588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2026-08-24T06:38:42.6280000Z</dcterms:created>
  <dcterms:modified xsi:type="dcterms:W3CDTF">2026-08-24T06:38:42.6280000Z</dcterms:modified>
</coreProperties>
</file>