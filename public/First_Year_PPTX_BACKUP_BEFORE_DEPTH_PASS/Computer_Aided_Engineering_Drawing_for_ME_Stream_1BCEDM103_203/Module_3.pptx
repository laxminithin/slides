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99576257694728" /><Relationship Type="http://schemas.openxmlformats.org/officeDocument/2006/relationships/extended-properties" Target="/docProps/app.xml" Id="Rcbb012a0fabd4efc" /><Relationship Type="http://schemas.openxmlformats.org/officeDocument/2006/relationships/officeDocument" Target="/ppt/presentation.xml" Id="R1b507c62075247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cfb23d4fff4791"/>
  </p:sldMasterIdLst>
  <p:notesMasterIdLst>
    <p:notesMasterId xmlns:r="http://schemas.openxmlformats.org/officeDocument/2006/relationships" r:id="Ra8a936e3ad754c8a"/>
  </p:notesMasterIdLst>
  <p:sldIdLst>
    <p:sldId xmlns:r="http://schemas.openxmlformats.org/officeDocument/2006/relationships" id="256" r:id="Re824b3d94ab449ab"/>
    <p:sldId xmlns:r="http://schemas.openxmlformats.org/officeDocument/2006/relationships" id="257" r:id="Rd186992c1f6441a6"/>
    <p:sldId xmlns:r="http://schemas.openxmlformats.org/officeDocument/2006/relationships" id="258" r:id="R4cf00244286c45b1"/>
    <p:sldId xmlns:r="http://schemas.openxmlformats.org/officeDocument/2006/relationships" id="259" r:id="R4ca264102b154d16"/>
    <p:sldId xmlns:r="http://schemas.openxmlformats.org/officeDocument/2006/relationships" id="260" r:id="R76522de2375a43cc"/>
    <p:sldId xmlns:r="http://schemas.openxmlformats.org/officeDocument/2006/relationships" id="261" r:id="R267a035b3a224c2c"/>
    <p:sldId xmlns:r="http://schemas.openxmlformats.org/officeDocument/2006/relationships" id="262" r:id="R03408e8e10b94cd5"/>
    <p:sldId xmlns:r="http://schemas.openxmlformats.org/officeDocument/2006/relationships" id="263" r:id="R7ea9bb2307a840c7"/>
    <p:sldId xmlns:r="http://schemas.openxmlformats.org/officeDocument/2006/relationships" id="264" r:id="R2b07f838c79d4b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542252188643d9" /><Relationship Type="http://schemas.openxmlformats.org/officeDocument/2006/relationships/slideMaster" Target="/ppt/slideMasters/slideMaster1.xml" Id="R24cfb23d4fff4791" /><Relationship Type="http://schemas.openxmlformats.org/officeDocument/2006/relationships/notesMaster" Target="/ppt/notesMasters/notesMaster1.xml" Id="Ra8a936e3ad754c8a" /><Relationship Type="http://schemas.openxmlformats.org/officeDocument/2006/relationships/presProps" Target="/ppt/presProps.xml" Id="R09abf868ad4e4175" /><Relationship Type="http://schemas.openxmlformats.org/officeDocument/2006/relationships/tableStyles" Target="/ppt/tableStyles.xml" Id="R3af517e6f4a14e0e" /><Relationship Type="http://schemas.openxmlformats.org/officeDocument/2006/relationships/slide" Target="/ppt/slides/slide1.xml" Id="Re824b3d94ab449ab" /><Relationship Type="http://schemas.openxmlformats.org/officeDocument/2006/relationships/slide" Target="/ppt/slides/slide2.xml" Id="Rd186992c1f6441a6" /><Relationship Type="http://schemas.openxmlformats.org/officeDocument/2006/relationships/slide" Target="/ppt/slides/slide3.xml" Id="R4cf00244286c45b1" /><Relationship Type="http://schemas.openxmlformats.org/officeDocument/2006/relationships/slide" Target="/ppt/slides/slide4.xml" Id="R4ca264102b154d16" /><Relationship Type="http://schemas.openxmlformats.org/officeDocument/2006/relationships/slide" Target="/ppt/slides/slide5.xml" Id="R76522de2375a43cc" /><Relationship Type="http://schemas.openxmlformats.org/officeDocument/2006/relationships/slide" Target="/ppt/slides/slide6.xml" Id="R267a035b3a224c2c" /><Relationship Type="http://schemas.openxmlformats.org/officeDocument/2006/relationships/slide" Target="/ppt/slides/slide7.xml" Id="R03408e8e10b94cd5" /><Relationship Type="http://schemas.openxmlformats.org/officeDocument/2006/relationships/slide" Target="/ppt/slides/slide8.xml" Id="R7ea9bb2307a840c7" /><Relationship Type="http://schemas.openxmlformats.org/officeDocument/2006/relationships/slide" Target="/ppt/slides/slide9.xml" Id="R2b07f838c79d4b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c5b8126f8c48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935af2b50549be" /><Relationship Type="http://schemas.openxmlformats.org/officeDocument/2006/relationships/notesMaster" Target="/ppt/notesMasters/notesMaster1.xml" Id="R8c021fdaaba143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d5c4d34fd646c2" /><Relationship Type="http://schemas.openxmlformats.org/officeDocument/2006/relationships/notesMaster" Target="/ppt/notesMasters/notesMaster1.xml" Id="Rb90772b7d75c43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a1cc92bbb74ee4" /><Relationship Type="http://schemas.openxmlformats.org/officeDocument/2006/relationships/notesMaster" Target="/ppt/notesMasters/notesMaster1.xml" Id="R930eca8e99aa44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74d6cc3c724b7b" /><Relationship Type="http://schemas.openxmlformats.org/officeDocument/2006/relationships/notesMaster" Target="/ppt/notesMasters/notesMaster1.xml" Id="Rbee6d5e8830b4d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628847264b4085" /><Relationship Type="http://schemas.openxmlformats.org/officeDocument/2006/relationships/notesMaster" Target="/ppt/notesMasters/notesMaster1.xml" Id="R88dcca74e58940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be0f006fad4f72" /><Relationship Type="http://schemas.openxmlformats.org/officeDocument/2006/relationships/notesMaster" Target="/ppt/notesMasters/notesMaster1.xml" Id="Rd4504cd247bb4d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585ecd444e4a7b" /><Relationship Type="http://schemas.openxmlformats.org/officeDocument/2006/relationships/notesMaster" Target="/ppt/notesMasters/notesMaster1.xml" Id="R770345f9e62346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cf8ae0cfa04561" /><Relationship Type="http://schemas.openxmlformats.org/officeDocument/2006/relationships/notesMaster" Target="/ppt/notesMasters/notesMaster1.xml" Id="R1473d58c17ec4c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861447f4624c8c" /><Relationship Type="http://schemas.openxmlformats.org/officeDocument/2006/relationships/notesMaster" Target="/ppt/notesMasters/notesMaster1.xml" Id="Rfa7cc2905b0f47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1626e2315948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ebca157b944466" /><Relationship Type="http://schemas.openxmlformats.org/officeDocument/2006/relationships/slideLayout" Target="/ppt/slideLayouts/slideLayout1.xml" Id="R7c868abdc6ed4c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868abdc6ed4c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4223d72c14653" /><Relationship Type="http://schemas.openxmlformats.org/officeDocument/2006/relationships/notesSlide" Target="/ppt/notesSlides/notesSlide1.xml" Id="R22dc4516f7b84a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1539c6be54e62" /><Relationship Type="http://schemas.openxmlformats.org/officeDocument/2006/relationships/notesSlide" Target="/ppt/notesSlides/notesSlide2.xml" Id="Rf033c24760a146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b33c68a8d4965" /><Relationship Type="http://schemas.openxmlformats.org/officeDocument/2006/relationships/notesSlide" Target="/ppt/notesSlides/notesSlide3.xml" Id="R0988041dc13843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4eac8f7604277" /><Relationship Type="http://schemas.openxmlformats.org/officeDocument/2006/relationships/notesSlide" Target="/ppt/notesSlides/notesSlide4.xml" Id="Ra76784a5da2140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0d745b3a14229" /><Relationship Type="http://schemas.openxmlformats.org/officeDocument/2006/relationships/notesSlide" Target="/ppt/notesSlides/notesSlide5.xml" Id="Rf8ab7f8b74654b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88b171c294e49" /><Relationship Type="http://schemas.openxmlformats.org/officeDocument/2006/relationships/notesSlide" Target="/ppt/notesSlides/notesSlide6.xml" Id="R54eef7494c0746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226e663f644a7" /><Relationship Type="http://schemas.openxmlformats.org/officeDocument/2006/relationships/notesSlide" Target="/ppt/notesSlides/notesSlide7.xml" Id="R1bbf76d492fa41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db5f9ca3f4793" /><Relationship Type="http://schemas.openxmlformats.org/officeDocument/2006/relationships/notesSlide" Target="/ppt/notesSlides/notesSlide8.xml" Id="Rc653819756a140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9c655627c44f1" /><Relationship Type="http://schemas.openxmlformats.org/officeDocument/2006/relationships/notesSlide" Target="/ppt/notesSlides/notesSlide9.xml" Id="R02dcedc4c29d42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2D827-E292-424D-9B25-1F78FCE1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F561D-FCBF-46CA-B688-A89C8423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Section of Solids: Introduction, Section planes, Sectional views: apparent shapes and true shapes, Sections of right reg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C4E28-EA56-4422-A5F9-221EC4EA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ME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1BCEDM103/203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59153-694A-4CD1-9190-95A90DBC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B5795-7A88-4098-9EFD-A5E24429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95A5E-AFC0-415B-BCCA-5D75D861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51417-A44C-44DA-9F04-9A72E397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51783-FA89-4DFB-A91B-6B834890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planes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90DF4-B8CE-49EE-8D58-128C0ECB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9FCED-1CDA-4268-A92D-8736BF64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Sectional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25212-15DE-4119-8704-D243F633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B3833-030A-41EC-9F85-2138EC36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72662-09BF-4379-ADB9-6EC7B576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C9615C-8BD6-42EC-8CAA-18280ED3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91B39-B7F2-4572-A571-63A78697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7640839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3032A-E64B-41C9-AEB9-5F7DC182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3945A-8A1B-4E6C-B089-2175DEE6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DB90B-5629-404F-86D1-92CDBECA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0BE49-9EAA-4EF4-BE8E-0F12D3EA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70F42-F343-46A5-B9FF-D274A357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D7F34-A2F9-41DC-BACB-852EE480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A87F3-4C82-4083-BF5E-E142CAE1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77D2C-81EC-49C9-9A66-9B2204C5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37711-8E17-487F-982F-0A09A6BB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A1E45-63E1-4F18-8768-2C490C3A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CF2E8-0A70-46B1-A41E-4D1E24CD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23AFC-EDDD-44C9-A012-04FF3180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129D3-E2F7-48E8-8D9E-011263A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 of Solids: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 planes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Sectional views: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apparent shapes and true shapes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A768D-1854-46AD-A08F-1614BF5C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78EB6-4282-4989-8460-2407922E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16642512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BEDC5-3C83-489B-98C5-99AAA4D8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357BD-06DF-447E-B75B-712AB63D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861CC-F438-4EE0-9D50-68913A26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BCAC5-482F-4F5F-B529-062BE311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9A53B-17C3-4234-A1F3-95E9BA9F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1F7EE-1DAA-49CB-B2E6-DF1B4408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planes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D2748-7D8D-4F7F-844A-A1EBEED6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Sectional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E9AF4-984C-4047-A9BF-49F3DDEA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1C917-1630-45E9-9C9C-6CD54A3E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apparent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4F87F-8FE1-47F2-8AB6-41BEB44D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Sections of right regular prisms, pyramids, cylinders and cones resting with their base on HP.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(Concepts only and No Problems for practice) Development of Lateral Surfaces of Solids: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Development of lateral surfaces of right regular Prisms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Cylinders &amp; Cones and their frustums and truncations.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C96B0-571F-4DCF-A055-9E465391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FC2A3-954A-4277-9E99-4EC76B03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7428987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3B041C-2573-497C-83CB-968A6CBD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BC9E2-419C-42E1-97FA-F1900815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FB821-71F6-423E-9BDB-33B8EC1B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AE11F-2720-44A3-9294-5F69E938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 of Solids: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 planes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Sectional views: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apparent shapes and true shapes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Sections of right regular prisms, pyramids, cylinders and cones resting with their base on HP.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4CBB5-86F4-466E-8B59-44A8798D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B409D-9AF0-4557-9FF6-B8C0A243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4F03F-BE22-427A-B207-E0C5C56E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A96FF-BD57-4BC2-BB52-4E9D8C14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98565-D7D7-4123-BA9B-634C7F4C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DB69B-807F-4B85-8CAA-7C2870E7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358AE-033F-4730-BE8F-D69FFEE2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planes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E78D2-B1DB-4A1C-8BD7-156FAE55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AFA8E-39D6-4E8F-819B-225BBAE7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Sectional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04AFF-E6B6-4857-BAFE-8A98B391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91D569-F7BE-4D42-84CD-A7562ADE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4CA11-60FC-4326-832E-BC0D5E0D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D20A1-1C81-4C51-A573-B9EDA824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98E993-C246-4F6B-BDE0-4C7340CE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16924484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8A33E-B961-4153-9877-F42CAB73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2A5C9-040A-4CE2-936E-1C948B6C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ED323-D0FF-4A53-9FD5-E8C80B44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68EB5-7BFC-4F1D-9EA2-1F4D8FF0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0116B-DDDF-44ED-A4A3-E83F180A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C004F-A3A1-43EE-807D-F4732F6C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5FB8B-1293-48EF-A6DC-C6A1E978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97931-3B32-4F66-BEA3-2CE5CC76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2C517-3A80-4866-BBAC-FB97E1E2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68AD6-C8F6-459B-AF04-0F694303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E8EE2-F47A-4CDA-9048-87388EA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15893-461D-4179-A766-86270107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EB9EA-94AC-45BB-B21C-6043B116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E31AA-6AF9-430D-ACA7-F150B155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EB208-C40E-4BE5-8B1C-CE5A0E97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12890710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B5A71-1AD7-4A3D-A444-C8EB7FEC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EC900-C159-4289-9AD0-2E7A881B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F0ABA-FC7B-4070-B292-6689FFA6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69195-9E6F-4F8B-B880-9D4E04B9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0CA9E-B4A3-4443-817C-E0963BE0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Section of Solids: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86E43-6EC1-41D3-A1DD-0BC318B5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Section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E9E1A-F4AA-4316-B31A-254BBA8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F87EC-EED8-48CE-A843-893B7092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4CD8A-5F19-46FE-96EC-3295E032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5660969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79338-7F85-4109-98E8-2AC15626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84115-3856-4E57-A188-C932418C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C9CAE-245C-492B-AE45-C494A2F4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F9B82-B87D-4410-B23D-4B303DB2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359DA-5F6E-499F-B99B-D42073FB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(Concepts only and No Problems for practice) Development of Lateral Surfaces of Solids: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Development of lateral surfaces of right regular Prisms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Cylinders &amp; Cones and their frustums and truncations.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Problems on applications of development of lateral surfaces like funnels and trays.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6C214-8609-4AA4-AD22-37712B4B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29075-7E63-42BD-9FB0-06817FF7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8B581-BBB0-40E3-A000-8CFD3400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818F9-CC93-4B10-BE2C-2E1DAD23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10855952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12F5BF-2468-45A2-AA00-3F77938B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A6646-1416-4794-A0A2-410C1279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AA827-4B56-40C0-9DD8-6DECC97B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B8B70-5241-4AE0-BAD4-A386DCEB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5514D-78CB-443A-9719-23ED878A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9D15D-E640-4891-ACA7-FAE8D1C1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A2E12-7048-4F4B-A23C-6B2BB147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 of Solids: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628C6-9E1E-4BE0-9C70-F943E96B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78038-79A1-4900-99D1-4DB8010D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85E66-51A7-40D5-896D-8D078962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0B576-BC66-436C-8073-2A5C1540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299A1-257B-4F5E-AEA9-27298277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9655C-6445-4D2E-83D7-2C2E659A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 planes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75E7B8-7127-454E-B92D-573E3065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9D2E7-FCB6-4E85-9D8E-832FFC5C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35BD32-FDD0-429B-B0AC-158FB74E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Sectional views: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1A5A98-67A1-47D7-B3E8-698789D3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EE031-69CD-4383-BD5B-D8445C34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DC3FF9-18F4-4F1D-972E-A0ECF5D0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apparent shapes and true shapes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F3FEE2-537E-4561-9046-BB70B572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97C309-FBF3-4820-84E5-AE54932A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08D179-C8F8-4CB1-B7A4-C6C46D99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Sections of right regular prisms, pyramids, cylinders and cones resting with their base on HP.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A3BEA6-769E-4BE6-9E74-FACCE8E4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C9E4F1-395A-4C65-8CE4-41DA636B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74F08B-7CC9-45CA-9E1A-AAA7E87B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(Concepts only and No Problems for practice) Development of Lateral Surfaces of Solids: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815B8B-242B-47F0-8D2C-DAD82FE9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90C3A5-250A-4DB9-939F-4B96BFD7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32B67A-2773-402D-BC0A-723F5BC7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DAC9AB-D2FB-459C-8FA6-2181AFE7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20923505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1DD02-1CE8-4682-8FF8-C39318A5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590CE-B6E8-427A-ADAC-350F31DA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B1C7A-C050-4A5F-AF5D-1B3BD4F5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824FB-046D-4C02-B92F-C635672D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Section, Solids, planes, Sectional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A72AC-E74D-4CC8-BE99-FA2BD36C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EDFAC-51D5-41FC-96C4-E4F5C03C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B0FD0-E791-468A-959E-0B8A4B12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9113F-5478-4D28-8409-2D55CA1A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13789579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2026-08-24T06:38:42.5030000Z</dcterms:created>
  <dcterms:modified xsi:type="dcterms:W3CDTF">2026-08-24T06:38:42.5030000Z</dcterms:modified>
</coreProperties>
</file>