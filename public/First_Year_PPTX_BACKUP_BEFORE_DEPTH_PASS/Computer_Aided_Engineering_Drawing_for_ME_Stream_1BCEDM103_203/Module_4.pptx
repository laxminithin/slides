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82d2ce87ed4ea3" /><Relationship Type="http://schemas.openxmlformats.org/officeDocument/2006/relationships/extended-properties" Target="/docProps/app.xml" Id="R10391dfa88ee4c33" /><Relationship Type="http://schemas.openxmlformats.org/officeDocument/2006/relationships/officeDocument" Target="/ppt/presentation.xml" Id="R22dfa39ca83741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24836242fb4de5"/>
  </p:sldMasterIdLst>
  <p:notesMasterIdLst>
    <p:notesMasterId xmlns:r="http://schemas.openxmlformats.org/officeDocument/2006/relationships" r:id="Ra259a2d53af649bc"/>
  </p:notesMasterIdLst>
  <p:sldIdLst>
    <p:sldId xmlns:r="http://schemas.openxmlformats.org/officeDocument/2006/relationships" id="256" r:id="R450b0130f1f1438f"/>
    <p:sldId xmlns:r="http://schemas.openxmlformats.org/officeDocument/2006/relationships" id="257" r:id="R288f1da4d7b5471b"/>
    <p:sldId xmlns:r="http://schemas.openxmlformats.org/officeDocument/2006/relationships" id="258" r:id="Ra4fcfa5288a648fc"/>
    <p:sldId xmlns:r="http://schemas.openxmlformats.org/officeDocument/2006/relationships" id="259" r:id="Reb3bdcda25c242a3"/>
    <p:sldId xmlns:r="http://schemas.openxmlformats.org/officeDocument/2006/relationships" id="260" r:id="Rf1ed1912de6e44fa"/>
    <p:sldId xmlns:r="http://schemas.openxmlformats.org/officeDocument/2006/relationships" id="261" r:id="R4e937e11ce9840ee"/>
    <p:sldId xmlns:r="http://schemas.openxmlformats.org/officeDocument/2006/relationships" id="262" r:id="Redc4c508b6a54c8e"/>
    <p:sldId xmlns:r="http://schemas.openxmlformats.org/officeDocument/2006/relationships" id="263" r:id="R178d465b8a8646b1"/>
    <p:sldId xmlns:r="http://schemas.openxmlformats.org/officeDocument/2006/relationships" id="264" r:id="R2078ca62f7234e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2ce1eb62c34cff" /><Relationship Type="http://schemas.openxmlformats.org/officeDocument/2006/relationships/slideMaster" Target="/ppt/slideMasters/slideMaster1.xml" Id="R6924836242fb4de5" /><Relationship Type="http://schemas.openxmlformats.org/officeDocument/2006/relationships/notesMaster" Target="/ppt/notesMasters/notesMaster1.xml" Id="Ra259a2d53af649bc" /><Relationship Type="http://schemas.openxmlformats.org/officeDocument/2006/relationships/presProps" Target="/ppt/presProps.xml" Id="R62a40d12eb844b07" /><Relationship Type="http://schemas.openxmlformats.org/officeDocument/2006/relationships/tableStyles" Target="/ppt/tableStyles.xml" Id="R40032f2afacb4b7a" /><Relationship Type="http://schemas.openxmlformats.org/officeDocument/2006/relationships/slide" Target="/ppt/slides/slide1.xml" Id="R450b0130f1f1438f" /><Relationship Type="http://schemas.openxmlformats.org/officeDocument/2006/relationships/slide" Target="/ppt/slides/slide2.xml" Id="R288f1da4d7b5471b" /><Relationship Type="http://schemas.openxmlformats.org/officeDocument/2006/relationships/slide" Target="/ppt/slides/slide3.xml" Id="Ra4fcfa5288a648fc" /><Relationship Type="http://schemas.openxmlformats.org/officeDocument/2006/relationships/slide" Target="/ppt/slides/slide4.xml" Id="Reb3bdcda25c242a3" /><Relationship Type="http://schemas.openxmlformats.org/officeDocument/2006/relationships/slide" Target="/ppt/slides/slide5.xml" Id="Rf1ed1912de6e44fa" /><Relationship Type="http://schemas.openxmlformats.org/officeDocument/2006/relationships/slide" Target="/ppt/slides/slide6.xml" Id="R4e937e11ce9840ee" /><Relationship Type="http://schemas.openxmlformats.org/officeDocument/2006/relationships/slide" Target="/ppt/slides/slide7.xml" Id="Redc4c508b6a54c8e" /><Relationship Type="http://schemas.openxmlformats.org/officeDocument/2006/relationships/slide" Target="/ppt/slides/slide8.xml" Id="R178d465b8a8646b1" /><Relationship Type="http://schemas.openxmlformats.org/officeDocument/2006/relationships/slide" Target="/ppt/slides/slide9.xml" Id="R2078ca62f7234e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1659ef7bdb49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5428cdaf8a42ed" /><Relationship Type="http://schemas.openxmlformats.org/officeDocument/2006/relationships/notesMaster" Target="/ppt/notesMasters/notesMaster1.xml" Id="R266ecc4c283442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a0fa2f42df41a2" /><Relationship Type="http://schemas.openxmlformats.org/officeDocument/2006/relationships/notesMaster" Target="/ppt/notesMasters/notesMaster1.xml" Id="R36300f71c93643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679014586746d0" /><Relationship Type="http://schemas.openxmlformats.org/officeDocument/2006/relationships/notesMaster" Target="/ppt/notesMasters/notesMaster1.xml" Id="Rca021da5e3c343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ceac76e49a449d" /><Relationship Type="http://schemas.openxmlformats.org/officeDocument/2006/relationships/notesMaster" Target="/ppt/notesMasters/notesMaster1.xml" Id="R296dc8ee4c7844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a722a1b80e4c92" /><Relationship Type="http://schemas.openxmlformats.org/officeDocument/2006/relationships/notesMaster" Target="/ppt/notesMasters/notesMaster1.xml" Id="Rfdd3a4d2eef44b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5dd2e6b3a54bbc" /><Relationship Type="http://schemas.openxmlformats.org/officeDocument/2006/relationships/notesMaster" Target="/ppt/notesMasters/notesMaster1.xml" Id="R6dec9086b0784e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490c6350294939" /><Relationship Type="http://schemas.openxmlformats.org/officeDocument/2006/relationships/notesMaster" Target="/ppt/notesMasters/notesMaster1.xml" Id="R3becce5ec28f47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0296f7c16043f9" /><Relationship Type="http://schemas.openxmlformats.org/officeDocument/2006/relationships/notesMaster" Target="/ppt/notesMasters/notesMaster1.xml" Id="R9371ffa1db4046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4d7581b7c0491a" /><Relationship Type="http://schemas.openxmlformats.org/officeDocument/2006/relationships/notesMaster" Target="/ppt/notesMasters/notesMaster1.xml" Id="Rfb7cbb4270334c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08fa11289143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ea19993ecd4f2f" /><Relationship Type="http://schemas.openxmlformats.org/officeDocument/2006/relationships/slideLayout" Target="/ppt/slideLayouts/slideLayout1.xml" Id="Rc3a0b5b47c5943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a0b5b47c5943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4b12bd9294b63" /><Relationship Type="http://schemas.openxmlformats.org/officeDocument/2006/relationships/notesSlide" Target="/ppt/notesSlides/notesSlide1.xml" Id="R1acb3273bc9846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5dfe5e1634868" /><Relationship Type="http://schemas.openxmlformats.org/officeDocument/2006/relationships/notesSlide" Target="/ppt/notesSlides/notesSlide2.xml" Id="Rb161d37106ee4e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ea67485cb4944" /><Relationship Type="http://schemas.openxmlformats.org/officeDocument/2006/relationships/notesSlide" Target="/ppt/notesSlides/notesSlide3.xml" Id="Raf945cd98a1c4c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0eef3d2184e82" /><Relationship Type="http://schemas.openxmlformats.org/officeDocument/2006/relationships/notesSlide" Target="/ppt/notesSlides/notesSlide4.xml" Id="R63ab53a1f1894e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729f1cd3a448b" /><Relationship Type="http://schemas.openxmlformats.org/officeDocument/2006/relationships/notesSlide" Target="/ppt/notesSlides/notesSlide5.xml" Id="R34f42ef5b73146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fa1b7d1074fdd" /><Relationship Type="http://schemas.openxmlformats.org/officeDocument/2006/relationships/notesSlide" Target="/ppt/notesSlides/notesSlide6.xml" Id="R05cfc27700d945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614f586d348ff" /><Relationship Type="http://schemas.openxmlformats.org/officeDocument/2006/relationships/notesSlide" Target="/ppt/notesSlides/notesSlide7.xml" Id="R4f9e2f2e27b843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5fadd26344220" /><Relationship Type="http://schemas.openxmlformats.org/officeDocument/2006/relationships/notesSlide" Target="/ppt/notesSlides/notesSlide8.xml" Id="R484fee3690a846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c3701880449bb" /><Relationship Type="http://schemas.openxmlformats.org/officeDocument/2006/relationships/notesSlide" Target="/ppt/notesSlides/notesSlide9.xml" Id="R9f330d54ca774e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F78EA5-7CE0-415B-839B-A5294C09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3C4DA-9AF2-41BE-9721-6BA7B9DE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Isometric Views: Introduction to Isometric views, Isometric projections, Isometric scale. Isometric view of hexahedron (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59112-89C3-4B3A-B98D-BB0C14A2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Computer Aided Engineering Drawing for ME Stream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1BCEDM103/203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F3BDC-35FA-4C24-BBC3-FE632D52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Isometric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48EA5-D96A-4E12-9DCD-2A008F3C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52362-94C4-43FC-9951-76833F33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9EEF4-0E72-4B4B-8D52-10C1DE73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33F2F-AC99-4EDC-920F-6068F587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projections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AB8EF-99B3-4152-81A1-F0C5A1CA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13994-237C-429F-AE35-D5568EB6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ED7C8-A24D-4612-A19D-C30CB5D4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13A5F-5EA5-4B6F-B4EB-1A1A9BFC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4A56B-00A3-41DE-9FD4-636950A0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D883F-AAC7-463D-9D7C-0121B61D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5EDB1-852D-49C0-B4CB-BAF68308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715869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8BE0D2-694C-4891-95CF-55DCAC38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B28D1-1D30-4A3A-A28B-4B126E46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FB38C-0975-4FCE-AB7A-A59C2155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30360-BD40-41F8-B78D-2B1200C4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9295E-2247-4986-B010-2EEAAC9B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93844-D438-4A74-ABFF-986ED48C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4F080-FE08-459F-8B51-40EFF137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6DCC4-BE46-4D30-8747-C63F9B59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67225-519C-4038-9F29-9688FDB8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8766F-A887-431F-AA7A-256CC7A4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0756B-7098-4FB7-BBE6-5EBC5453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31428-F4DF-4F48-A199-9FF0D0CB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793B9B-3258-4E9F-9FA1-9F62D8D6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Isometric Views: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Isometric views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Isometric projections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Isometric scale.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Isometric view of hexahedron (cube), right regular prisms, pyramids, cylinders, cones and spheres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76897-4D49-4893-B6A8-3FDEF25A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550AFD-B56E-4EC1-AF62-F2414A06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17882720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4012D-EA43-4CA0-B674-94219D46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ECF7F-F311-4C9C-93FD-AF62300C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C976D-27D4-4B23-AA77-5CB0604F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5644A-F4D6-47A4-A8CB-81EDBCB9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Isometric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C9B0B-D92D-4EB7-ACB0-21373187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D2FEB-4933-4A36-B083-4C5BAF01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projections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5C503-A1D7-4107-8917-6FF061DF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49E51-75F7-4F32-A983-34FEEDE2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5C2C3-849D-4FCC-A60D-535B4600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hexahedron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8FF0F-832F-4851-ACE6-EDAB219C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Isometric view of combination of two simple solids, step block.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Conversion of simple isometric drawings into orthographic views: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Problems on conversion of Isometric view of simple objects / engineering components into orthographic views.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FFE6C-49CD-444F-9E23-A018CB19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32765-2CE8-458A-BA37-5535811A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20685969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474C20-A9C8-4B6D-8202-9475D3E3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45A50-D9A1-4B0A-BE23-2C3DA73E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A178D-1CEB-41AB-8B5A-9EFBDE6D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14AB0-E463-4AE4-B922-FD81B0B3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Isometric Views: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Isometric views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Isometric projections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Isometric scale.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Isometric view of hexahedron (cube), right regular prisms, pyramids, cylinders, cones and spheres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Isometric view of combination of two simple solids, step block.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51033-1906-4791-9CF2-DE700F5B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16C7B-C0A3-489C-8D97-81B4CBBA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0232F-C313-4A94-92EC-80D64733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Isometric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9B0C0-AF81-47E1-ACB6-BFCEC37F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F3B73-AC86-40F1-801D-F84E778B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6FCFB-0E64-4EBC-9EC8-445F6C46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723A5-0942-4042-8563-B928DD30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projections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B1905-687C-45F8-9D59-D5D4D5B3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A743C-C5B2-47E7-A32B-D98333B8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8BA92-49BA-4F14-A923-50D993A8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0966A-4B15-4DCC-8C8F-7F9AC90D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72757-88AD-4F53-8ED3-5F99F1C6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017C9-3F78-4316-8AC2-BC0D2B17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1923CF-2EE4-4B8D-B245-5EA8F88A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20092648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35969-B597-42B3-BFC3-DEEF7301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7675E-687D-4259-BF18-7B4E1120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2D38A-4B03-4C77-901B-DA0B71A5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9AD1C-2462-4FBA-B4E7-463936F6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FE5E2-B5E7-470A-8B0C-04F9DEB9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FAD62-DDA3-4E49-A398-41D70D44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E9392-2E4B-4375-B66D-23BD6470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A07F8-6C5D-4477-875D-AB4CB3B1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3901E-2547-4424-AE68-64763517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59CD9-FFE6-4A03-9112-3445FDF0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6020A-C680-4384-A681-1325CCFF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F531E-B5DF-46ED-8779-EAC293CD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65A23D-F8F4-43C4-ABE3-26FA481B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2AFA1-825E-4A0E-BF4E-910AF424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08E129-BAA7-452C-9B02-C782189E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18004023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E679E-8B34-4975-85B6-39668BAC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30AE8-6231-4F74-BF29-B822EC29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03E51-A245-4A63-B610-F795175B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38215-4839-43BF-957D-BE1695D8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8893C-E121-4444-AD3B-3679C02F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Isometric Views: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E4C6A-7F69-4FC3-ABEA-75EEA9EE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Isometric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8DD49-BECD-4B3D-AC21-F4F257EA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389D1-F71A-44F6-BB67-96EA3117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3090B-FB77-42C0-A85A-1F7BE536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21242364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EEA79-2CDC-4E44-849A-23214596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B2DA2-DEBA-48F7-B075-F643F80A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EE252-D493-430B-801A-8978F96D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5618A-36CE-4A7F-8517-485CD8C7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153A6-784F-4FC8-AE47-C416FF2E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Conversion of simple isometric drawings into orthographic views: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Problems on conversion of Isometric view of simple objects / engineering components into orthographic views.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58EE2-3E49-4469-8034-7423AB2F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D0E4D-F22B-43D3-97F9-65437526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ECAF0-A12A-4E00-99D4-7A26571C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29CE6-CCB3-45DC-8E57-FCF1B765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9893417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CD5E8D-0329-4E29-B93A-3AC22EA4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B95F7-F34A-4A89-92C3-048B25A9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9CA32-524A-4059-8177-1D48B42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7C5FB-EBA9-4C34-838F-5F8B9046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366BB-F7DC-4410-9A3C-DA8D8323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7137F-3E3B-4A2C-A6C5-18EB466B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42574-ACCA-4035-9C03-14CEDB6E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Isometric Views: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D7893-FF2A-4470-B4D4-8CA5B8A0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9D1D7-B9E6-4329-84BA-05B33FE5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1B2F9-C4FB-4747-A55D-49D78232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Isometric views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F90A9-7C55-44DB-A3A7-6BCB865F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3CD7B-E43F-4148-8D9C-471DF33C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4799D-4345-4094-B7C7-A395235E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Isometric projections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482DC-79D0-43AB-8D57-A907ED19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A1382-5CBF-451F-8D38-B28DA44D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D4D26-4FF3-44B8-AA58-226B272F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Isometric scale.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1C1FF9-A940-42FA-9651-FBD9B6A5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51A2DC-F6BE-47B3-B26B-2D26BDDF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D0C7BA-0853-44D6-A0AB-E1FE1426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Isometric view of hexahedron (cube), right regular prisms, pyramids, cylinders, cones and spher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ECD3E-6473-48D4-B57C-382B262E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E45D41-94A7-4BCC-AE37-9363747C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3217B2-DD97-4CA9-924B-AAFD0D63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Isometric view of combination of two simple solids, step block.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891091-30D2-4BDC-89D8-B005F76C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2A92D6-A013-42AD-9950-A9D9A208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94F772-AA91-4555-8265-BB078214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Conversion of simple isometric drawings into orthographic views: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7612F9-D73E-47F5-A126-F79DD554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3F608E-72F7-494A-A991-2AAF4CD8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1024B4-F101-4CD8-B9AA-BCB54AA3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14A28B-4EAA-4BFA-9AE1-328F244D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11313392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60C37-764F-45F7-A788-9261F12E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E2BA9-7A12-48FF-93DF-97AFFBBA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2FA21-EFE3-4F94-8808-70D3FB59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BC868-34A3-4C3B-A40B-56518ED4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Isometric, Views, projections, scale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B8227-48A0-45AC-BAAD-6D203B4E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64726-D8A5-4AC5-B16A-3940AA2A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89A7D-73DC-4840-8ACC-D7043F8D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6ADDE-466B-47C6-8E82-9B04CC07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6488352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2026-08-24T06:38:42.5680000Z</dcterms:created>
  <dcterms:modified xsi:type="dcterms:W3CDTF">2026-08-24T06:38:42.5680000Z</dcterms:modified>
</coreProperties>
</file>