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ede8cfbe724827" /><Relationship Type="http://schemas.openxmlformats.org/officeDocument/2006/relationships/extended-properties" Target="/docProps/app.xml" Id="R90a36dacae4f48ef" /><Relationship Type="http://schemas.openxmlformats.org/officeDocument/2006/relationships/officeDocument" Target="/ppt/presentation.xml" Id="Rc7a1e9c198ec4c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1c731944a740aa"/>
  </p:sldMasterIdLst>
  <p:notesMasterIdLst>
    <p:notesMasterId xmlns:r="http://schemas.openxmlformats.org/officeDocument/2006/relationships" r:id="R6b0ce76f064d480f"/>
  </p:notesMasterIdLst>
  <p:sldIdLst>
    <p:sldId xmlns:r="http://schemas.openxmlformats.org/officeDocument/2006/relationships" id="256" r:id="R3c598f1d4a5b41e5"/>
    <p:sldId xmlns:r="http://schemas.openxmlformats.org/officeDocument/2006/relationships" id="257" r:id="R6985a4e6e37643c8"/>
    <p:sldId xmlns:r="http://schemas.openxmlformats.org/officeDocument/2006/relationships" id="258" r:id="R7ee851c620bc4e23"/>
    <p:sldId xmlns:r="http://schemas.openxmlformats.org/officeDocument/2006/relationships" id="259" r:id="R9427af159cf948fb"/>
    <p:sldId xmlns:r="http://schemas.openxmlformats.org/officeDocument/2006/relationships" id="260" r:id="Rae68d83c74394871"/>
    <p:sldId xmlns:r="http://schemas.openxmlformats.org/officeDocument/2006/relationships" id="261" r:id="R9c5c6c3a56074f8d"/>
    <p:sldId xmlns:r="http://schemas.openxmlformats.org/officeDocument/2006/relationships" id="262" r:id="R4be8527ac7224793"/>
    <p:sldId xmlns:r="http://schemas.openxmlformats.org/officeDocument/2006/relationships" id="263" r:id="R83bf255ae9f64c31"/>
    <p:sldId xmlns:r="http://schemas.openxmlformats.org/officeDocument/2006/relationships" id="264" r:id="R4c4ed30be7dc45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b09239caa14a2b" /><Relationship Type="http://schemas.openxmlformats.org/officeDocument/2006/relationships/slideMaster" Target="/ppt/slideMasters/slideMaster1.xml" Id="R5b1c731944a740aa" /><Relationship Type="http://schemas.openxmlformats.org/officeDocument/2006/relationships/notesMaster" Target="/ppt/notesMasters/notesMaster1.xml" Id="R6b0ce76f064d480f" /><Relationship Type="http://schemas.openxmlformats.org/officeDocument/2006/relationships/presProps" Target="/ppt/presProps.xml" Id="Rb13182a69d8d4efd" /><Relationship Type="http://schemas.openxmlformats.org/officeDocument/2006/relationships/tableStyles" Target="/ppt/tableStyles.xml" Id="R0920743fa5514303" /><Relationship Type="http://schemas.openxmlformats.org/officeDocument/2006/relationships/slide" Target="/ppt/slides/slide1.xml" Id="R3c598f1d4a5b41e5" /><Relationship Type="http://schemas.openxmlformats.org/officeDocument/2006/relationships/slide" Target="/ppt/slides/slide2.xml" Id="R6985a4e6e37643c8" /><Relationship Type="http://schemas.openxmlformats.org/officeDocument/2006/relationships/slide" Target="/ppt/slides/slide3.xml" Id="R7ee851c620bc4e23" /><Relationship Type="http://schemas.openxmlformats.org/officeDocument/2006/relationships/slide" Target="/ppt/slides/slide4.xml" Id="R9427af159cf948fb" /><Relationship Type="http://schemas.openxmlformats.org/officeDocument/2006/relationships/slide" Target="/ppt/slides/slide5.xml" Id="Rae68d83c74394871" /><Relationship Type="http://schemas.openxmlformats.org/officeDocument/2006/relationships/slide" Target="/ppt/slides/slide6.xml" Id="R9c5c6c3a56074f8d" /><Relationship Type="http://schemas.openxmlformats.org/officeDocument/2006/relationships/slide" Target="/ppt/slides/slide7.xml" Id="R4be8527ac7224793" /><Relationship Type="http://schemas.openxmlformats.org/officeDocument/2006/relationships/slide" Target="/ppt/slides/slide8.xml" Id="R83bf255ae9f64c31" /><Relationship Type="http://schemas.openxmlformats.org/officeDocument/2006/relationships/slide" Target="/ppt/slides/slide9.xml" Id="R4c4ed30be7dc45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cbbe0a17664f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e9bc03b07f4b54" /><Relationship Type="http://schemas.openxmlformats.org/officeDocument/2006/relationships/notesMaster" Target="/ppt/notesMasters/notesMaster1.xml" Id="Re28f28b93a2c4c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5990e54b1c415b" /><Relationship Type="http://schemas.openxmlformats.org/officeDocument/2006/relationships/notesMaster" Target="/ppt/notesMasters/notesMaster1.xml" Id="R74f090c3e9df4f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18d4bd47e34aba" /><Relationship Type="http://schemas.openxmlformats.org/officeDocument/2006/relationships/notesMaster" Target="/ppt/notesMasters/notesMaster1.xml" Id="R2adb1d8989194b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e9dffacce94cf5" /><Relationship Type="http://schemas.openxmlformats.org/officeDocument/2006/relationships/notesMaster" Target="/ppt/notesMasters/notesMaster1.xml" Id="R4114096d2dab4a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a5ebc3fd9b4841" /><Relationship Type="http://schemas.openxmlformats.org/officeDocument/2006/relationships/notesMaster" Target="/ppt/notesMasters/notesMaster1.xml" Id="R52d3c3a0fab544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27cf7a3118407f" /><Relationship Type="http://schemas.openxmlformats.org/officeDocument/2006/relationships/notesMaster" Target="/ppt/notesMasters/notesMaster1.xml" Id="R11ae23755b8048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78ec91a8834812" /><Relationship Type="http://schemas.openxmlformats.org/officeDocument/2006/relationships/notesMaster" Target="/ppt/notesMasters/notesMaster1.xml" Id="R04b154724d2546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bdd78602f74255" /><Relationship Type="http://schemas.openxmlformats.org/officeDocument/2006/relationships/notesMaster" Target="/ppt/notesMasters/notesMaster1.xml" Id="Rd71241ef9dba42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e5eeb7e8244c10" /><Relationship Type="http://schemas.openxmlformats.org/officeDocument/2006/relationships/notesMaster" Target="/ppt/notesMasters/notesMaster1.xml" Id="R2d6d91e03afe47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16454b915b46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39a7344dbc427b" /><Relationship Type="http://schemas.openxmlformats.org/officeDocument/2006/relationships/slideLayout" Target="/ppt/slideLayouts/slideLayout1.xml" Id="R578768a4148747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8768a4148747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17b3f53b24a9a" /><Relationship Type="http://schemas.openxmlformats.org/officeDocument/2006/relationships/notesSlide" Target="/ppt/notesSlides/notesSlide1.xml" Id="Rc437f2a724f644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c152eed4e4959" /><Relationship Type="http://schemas.openxmlformats.org/officeDocument/2006/relationships/notesSlide" Target="/ppt/notesSlides/notesSlide2.xml" Id="Ref06bf78b2be40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83f6937c64ff0" /><Relationship Type="http://schemas.openxmlformats.org/officeDocument/2006/relationships/notesSlide" Target="/ppt/notesSlides/notesSlide3.xml" Id="R81ea501085da4c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d7000f31b41de" /><Relationship Type="http://schemas.openxmlformats.org/officeDocument/2006/relationships/notesSlide" Target="/ppt/notesSlides/notesSlide4.xml" Id="Ra7474e4000da48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69be9cefe4151" /><Relationship Type="http://schemas.openxmlformats.org/officeDocument/2006/relationships/notesSlide" Target="/ppt/notesSlides/notesSlide5.xml" Id="Rce5a15a8ca114f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df99d6d8746a6" /><Relationship Type="http://schemas.openxmlformats.org/officeDocument/2006/relationships/notesSlide" Target="/ppt/notesSlides/notesSlide6.xml" Id="Rb247d5afd47946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bd128d8814a6e" /><Relationship Type="http://schemas.openxmlformats.org/officeDocument/2006/relationships/notesSlide" Target="/ppt/notesSlides/notesSlide7.xml" Id="R71b79b3bb9124b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2b44d020b4500" /><Relationship Type="http://schemas.openxmlformats.org/officeDocument/2006/relationships/notesSlide" Target="/ppt/notesSlides/notesSlide8.xml" Id="R7766d563647d4e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92ee906ee4896" /><Relationship Type="http://schemas.openxmlformats.org/officeDocument/2006/relationships/notesSlide" Target="/ppt/notesSlides/notesSlide9.xml" Id="R61300574d1424e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7F5473-4EAC-4E0C-91D1-39089787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A7175-E0C3-4871-B03C-B70EA183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Orthographic Projection of Solids: Orthographic projection of right regular solids (Resting on HP only and inclined to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A9B1E-8D24-43CB-801F-120EA5AC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Computer Aided Engineering Drawing for ME Stream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1BCEDM103/203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F984B9-CE0C-4614-879B-13EA7E83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Orthographic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8E85F-840A-4FE7-9BCC-D37C1F52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907EE-4A0E-4321-ADBD-073E6474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Projection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50CEE-C57C-4D8E-B823-EA72F102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21799-2FF1-484D-91B4-CEB6AD06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Solids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10AC4B-5EC7-41E3-9D85-D41E75C7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64393-0C3C-4989-9775-9F3B4BE1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right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B9E9A5-331D-4CDB-88A0-38000945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D7CF3C-CCA5-43DA-82C3-7A3C5333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regular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5164D-A91C-43CA-BAE0-94EFA623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7AC47A-9366-4294-9A4E-F11FC062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DE7393-E34A-4AF8-9096-0E08812E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1/9</a:t>
            </a:r>
          </a:p>
        </p:txBody>
      </p:sp>
    </p:spTree>
    <p:extLst>
      <p:ext uri="{BB962C8B-B14F-4D97-AF65-F5344CB8AC3E}">
        <p14:creationId xmlns:p14="http://schemas.microsoft.com/office/powerpoint/2010/main" val="20602414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17EA2-0914-46A1-94D2-16FC3461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84AE1-731B-4C97-9AF9-20C9AEA0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C7D8B-13E4-4462-847C-AB9A573C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AF78E-F3C0-4A5B-B87F-C0CE36DF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97B53-A18A-4BFE-AC0E-BB710482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61A2C-8C64-4EBE-8ED3-975892BD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0994C-9297-404A-9091-472632D5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1E475-A187-4AA7-B42F-A473A737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05AD26-F157-4C84-B158-0553D2E8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42D62-C2A0-4F22-9E67-37DA6B2B3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49DBD-5787-4364-8A31-CF79CAE4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7E2971-FE86-48C9-8F5F-A290A424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916427-FE3B-42D2-8AE2-E84B8CD5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Orthographic Projection of Solids: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Orthographic projection of right regular solids (Resting on HP only and inclined to both the planes);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Cylinders &amp; Cones.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78AC9-ABD0-4754-9CD1-8693B711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D218E5-163F-406D-9F26-61794522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2/9</a:t>
            </a:r>
          </a:p>
        </p:txBody>
      </p:sp>
    </p:spTree>
    <p:extLst>
      <p:ext uri="{BB962C8B-B14F-4D97-AF65-F5344CB8AC3E}">
        <p14:creationId xmlns:p14="http://schemas.microsoft.com/office/powerpoint/2010/main" val="20593356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BFA478-3C1B-47E9-9D2A-E39096E7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74391-E6AE-4833-BE94-F94434E0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9AEF8-38C4-444A-A9F9-EB54A34D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E91810-D18F-484A-ADF7-EA532DF9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Orthographic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9BE8EE-D7BF-4EDF-9D5A-E490ED18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Projection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78EB0-FA73-4172-BA21-D5D68B9A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Solids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DFD6CE-224B-430E-95F5-F97A91B0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C652F-2163-410F-BCD7-752456BC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regular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B14F1-C9B6-416F-929C-1D9E3CFE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Resting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F139B-5C7D-430E-BDC2-A8CE94B4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0465B7-26FC-49A4-8274-5CB38B61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DEB28B-AA8D-4731-B6C9-42E25462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3/9</a:t>
            </a:r>
          </a:p>
        </p:txBody>
      </p:sp>
    </p:spTree>
    <p:extLst>
      <p:ext uri="{BB962C8B-B14F-4D97-AF65-F5344CB8AC3E}">
        <p14:creationId xmlns:p14="http://schemas.microsoft.com/office/powerpoint/2010/main" val="16138779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100432-037E-4CD8-B8C4-C39CAF82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1B90F-3B33-4E62-9BED-AABAE8A8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F2F17-2D3A-415A-8626-E5EE5169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C7144-9D8F-4C20-A446-8DA1E1AB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Orthographic Projection of Solids: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Orthographic projection of right regular solids (Resting on HP only and inclined to both the planes);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Cylinders &amp; Cones.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Number of Hours: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8E55F-F313-4B66-A586-F828E48F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BA42E-C0E4-4776-8157-921A67A2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91F407-F9A2-4865-BA57-2CF7BAC9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Orthographic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82425-581D-43C7-979A-675C826D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E3EF8-5497-4403-8405-80B41BF2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Projection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B38A96-847F-4736-B9A4-92685D85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C4BD06-D5BB-4FDF-9277-4B720E29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Solids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AA74C-A8BB-4DBF-8E96-DE01063C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8E700-251F-435F-A615-023068B4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right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4CAB40-65B2-4013-9A99-D1B8A93F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C139B1-27D6-45E6-A5CC-594D9A84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regular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6AE07E-78CD-483E-8C8D-2BDBC5FD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7B879C-C67A-47D1-90C7-A83F7BA3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D3A26F-73A8-4E4D-8E8C-8E350B4D2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4/9</a:t>
            </a:r>
          </a:p>
        </p:txBody>
      </p:sp>
    </p:spTree>
    <p:extLst>
      <p:ext uri="{BB962C8B-B14F-4D97-AF65-F5344CB8AC3E}">
        <p14:creationId xmlns:p14="http://schemas.microsoft.com/office/powerpoint/2010/main" val="8653451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87E76D-DB58-409E-AD94-3863B214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20BEF-6756-4AB7-91C1-501622B1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60D90-DE71-488E-B8FB-4862F459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76BFF-1D96-4D2D-BA0C-9035D86D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01B122-5B30-4575-A37D-CB363C2C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5E8D5-286A-4DE4-89B5-932D781A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76B58-89AA-4FBC-893B-FFB4B583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06543-E214-4DD8-AE28-AF50DA0D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0E30D-1FE5-4260-AD78-FA06B2F0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50A63-5DCB-4008-A655-0771A2C2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B6EFC5-5E9F-46E0-B99A-8E098BE0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C8A6A-17F8-460A-8DD3-4624008F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6B75A-5391-461B-90F6-D472213B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0FBD81-F196-41AD-A35F-F2859F80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8422ED-D812-4B2C-83EC-830DFD4A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5/9</a:t>
            </a:r>
          </a:p>
        </p:txBody>
      </p:sp>
    </p:spTree>
    <p:extLst>
      <p:ext uri="{BB962C8B-B14F-4D97-AF65-F5344CB8AC3E}">
        <p14:creationId xmlns:p14="http://schemas.microsoft.com/office/powerpoint/2010/main" val="3447553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037428-F60E-4A71-9398-A67F993A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0BED5-06FF-4FDD-A9D0-B115BC9B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A36A2-4BF3-40D2-B5EF-20B7C995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919A3-645B-4B0F-B352-F90EAE7D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24E7F-B350-4BB0-877A-41036470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Orthographic Projection of Solids: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39BDF9-8A1E-4223-AF18-074B2B53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Orthographic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5C71E-297B-46AD-8DCB-EABB1EB7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7705E-F69E-4A16-A78C-61CFF90B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58E83F-2D1D-40BC-AE1D-034CD9EB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6/9</a:t>
            </a:r>
          </a:p>
        </p:txBody>
      </p:sp>
    </p:spTree>
    <p:extLst>
      <p:ext uri="{BB962C8B-B14F-4D97-AF65-F5344CB8AC3E}">
        <p14:creationId xmlns:p14="http://schemas.microsoft.com/office/powerpoint/2010/main" val="3692857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1BFD1-888B-4752-AEC4-3ECA23E1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9E5CF-EEF7-44BA-A582-863F3941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1A555-EC12-494B-8222-FC1ECEDE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E16CD-E780-4B1F-9EA9-A47F2AFD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AEE2B-42B1-4880-8711-F5BEF318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Use the concept in engineering analysis.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Relate the method to design, measurement, communication, or decision-making.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F11DB-CDB4-4293-A92E-0BC58889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74430-6C5B-463E-8CDB-D84CAC58A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8903E-2956-4E2C-A3A0-8B97F836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36D9D-1E84-4069-A5D9-5F2DD990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7/9</a:t>
            </a:r>
          </a:p>
        </p:txBody>
      </p:sp>
    </p:spTree>
    <p:extLst>
      <p:ext uri="{BB962C8B-B14F-4D97-AF65-F5344CB8AC3E}">
        <p14:creationId xmlns:p14="http://schemas.microsoft.com/office/powerpoint/2010/main" val="13511366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B23BF6-6F53-4461-B43A-C62AA302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B5864-C743-4F43-8085-52D23B8B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14EA4-FF13-43E1-88A5-606588D8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7DC55-1291-4B3E-8EBE-3FA38138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0910F-5041-4355-B336-E250A727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556275-C03C-48AA-8C88-62B2D72B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00EB96-DC00-4257-8A2C-3C88C760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Orthographic Projection of Solids: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434A9-0FFE-4A59-B66B-A20FDC74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448D6-1AD3-4235-AF2B-4BE4A98A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AF658-1E84-452A-8025-59BC1C8E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Orthographic projection of right regular solids (Resting on HP only and inclined to both the pl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B47307-8F07-44FD-AA12-DB5FE318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23CEB2-8071-49D9-8196-DCE4D4B4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2B75E3-1FCB-456B-89BC-346B8AA8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Cylinders &amp; Cones.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610E4C-2595-406F-B9E0-C6C01545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06B07-B4D7-4652-A7A1-6D6BE48D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19FDFE-8D7E-423B-B791-2B99C77B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Number of Hours: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AFC254-3FA4-4575-A4F5-4A0225D95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A204C4-91D9-4AB5-8E31-5D947B68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C935D1-8E3D-4C1F-966A-1416B3C8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625BEA-9FE9-48DD-A781-FB30A104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8/9</a:t>
            </a:r>
          </a:p>
        </p:txBody>
      </p:sp>
    </p:spTree>
    <p:extLst>
      <p:ext uri="{BB962C8B-B14F-4D97-AF65-F5344CB8AC3E}">
        <p14:creationId xmlns:p14="http://schemas.microsoft.com/office/powerpoint/2010/main" val="7727449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CCB43F-2C1F-49E2-90F0-2681B957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1BCEDM103/203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37B8F-B4A1-4E2F-9ED5-284412E8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2750F-1066-4F22-8301-4CA1FF70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AA817-6DB4-4F02-B87D-FE29741F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Orthographic, Projection, Solids, right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93005-4BE7-4AE2-99A3-B3F17C12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4ACAB-0D0F-4B3C-901D-69EDDFB3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822CD3-8DAD-4901-AF18-95D6C4D1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ME Stream | 1BCEDM103/203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4406D7-D730-4AA2-8FDE-CC0550D1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2 | 9/9</a:t>
            </a:r>
          </a:p>
        </p:txBody>
      </p:sp>
    </p:spTree>
    <p:extLst>
      <p:ext uri="{BB962C8B-B14F-4D97-AF65-F5344CB8AC3E}">
        <p14:creationId xmlns:p14="http://schemas.microsoft.com/office/powerpoint/2010/main" val="186818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2026-08-24T06:38:42.4410000Z</dcterms:created>
  <dcterms:modified xsi:type="dcterms:W3CDTF">2026-08-24T06:38:42.4410000Z</dcterms:modified>
</coreProperties>
</file>