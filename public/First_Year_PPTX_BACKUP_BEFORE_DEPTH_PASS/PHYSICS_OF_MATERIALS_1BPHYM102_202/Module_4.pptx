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8a8ebf609974a7f" /><Relationship Type="http://schemas.openxmlformats.org/officeDocument/2006/relationships/extended-properties" Target="/docProps/app.xml" Id="R2c5c264b4d3d48e1" /><Relationship Type="http://schemas.openxmlformats.org/officeDocument/2006/relationships/officeDocument" Target="/ppt/presentation.xml" Id="Rf13fe03f9fcb4b2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67f3b19c0054570"/>
  </p:sldMasterIdLst>
  <p:notesMasterIdLst>
    <p:notesMasterId xmlns:r="http://schemas.openxmlformats.org/officeDocument/2006/relationships" r:id="R5b770721a40544f3"/>
  </p:notesMasterIdLst>
  <p:sldIdLst>
    <p:sldId xmlns:r="http://schemas.openxmlformats.org/officeDocument/2006/relationships" id="256" r:id="Rac45dfa1a7234b6f"/>
    <p:sldId xmlns:r="http://schemas.openxmlformats.org/officeDocument/2006/relationships" id="257" r:id="R859fc7cfc0bd4d42"/>
    <p:sldId xmlns:r="http://schemas.openxmlformats.org/officeDocument/2006/relationships" id="258" r:id="R4c99172c33934df1"/>
    <p:sldId xmlns:r="http://schemas.openxmlformats.org/officeDocument/2006/relationships" id="259" r:id="R83cd96223cfe4b95"/>
    <p:sldId xmlns:r="http://schemas.openxmlformats.org/officeDocument/2006/relationships" id="260" r:id="Rb2689c14e1a94134"/>
    <p:sldId xmlns:r="http://schemas.openxmlformats.org/officeDocument/2006/relationships" id="261" r:id="R34a98e872dc94dbf"/>
    <p:sldId xmlns:r="http://schemas.openxmlformats.org/officeDocument/2006/relationships" id="262" r:id="R68d308e9aea44b02"/>
    <p:sldId xmlns:r="http://schemas.openxmlformats.org/officeDocument/2006/relationships" id="263" r:id="Rf03c20090d154b36"/>
    <p:sldId xmlns:r="http://schemas.openxmlformats.org/officeDocument/2006/relationships" id="264" r:id="Rda70da849be94e7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505c7681fcd4ab2" /><Relationship Type="http://schemas.openxmlformats.org/officeDocument/2006/relationships/slideMaster" Target="/ppt/slideMasters/slideMaster1.xml" Id="R667f3b19c0054570" /><Relationship Type="http://schemas.openxmlformats.org/officeDocument/2006/relationships/notesMaster" Target="/ppt/notesMasters/notesMaster1.xml" Id="R5b770721a40544f3" /><Relationship Type="http://schemas.openxmlformats.org/officeDocument/2006/relationships/presProps" Target="/ppt/presProps.xml" Id="R6d5be88b56414438" /><Relationship Type="http://schemas.openxmlformats.org/officeDocument/2006/relationships/tableStyles" Target="/ppt/tableStyles.xml" Id="Rbe34e9c060494def" /><Relationship Type="http://schemas.openxmlformats.org/officeDocument/2006/relationships/slide" Target="/ppt/slides/slide1.xml" Id="Rac45dfa1a7234b6f" /><Relationship Type="http://schemas.openxmlformats.org/officeDocument/2006/relationships/slide" Target="/ppt/slides/slide2.xml" Id="R859fc7cfc0bd4d42" /><Relationship Type="http://schemas.openxmlformats.org/officeDocument/2006/relationships/slide" Target="/ppt/slides/slide3.xml" Id="R4c99172c33934df1" /><Relationship Type="http://schemas.openxmlformats.org/officeDocument/2006/relationships/slide" Target="/ppt/slides/slide4.xml" Id="R83cd96223cfe4b95" /><Relationship Type="http://schemas.openxmlformats.org/officeDocument/2006/relationships/slide" Target="/ppt/slides/slide5.xml" Id="Rb2689c14e1a94134" /><Relationship Type="http://schemas.openxmlformats.org/officeDocument/2006/relationships/slide" Target="/ppt/slides/slide6.xml" Id="R34a98e872dc94dbf" /><Relationship Type="http://schemas.openxmlformats.org/officeDocument/2006/relationships/slide" Target="/ppt/slides/slide7.xml" Id="R68d308e9aea44b02" /><Relationship Type="http://schemas.openxmlformats.org/officeDocument/2006/relationships/slide" Target="/ppt/slides/slide8.xml" Id="Rf03c20090d154b36" /><Relationship Type="http://schemas.openxmlformats.org/officeDocument/2006/relationships/slide" Target="/ppt/slides/slide9.xml" Id="Rda70da849be94e7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43a860a7776451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0ac4b1f529f404b" /><Relationship Type="http://schemas.openxmlformats.org/officeDocument/2006/relationships/notesMaster" Target="/ppt/notesMasters/notesMaster1.xml" Id="Raa6fd156590f4c6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6d7ec14ecca46e9" /><Relationship Type="http://schemas.openxmlformats.org/officeDocument/2006/relationships/notesMaster" Target="/ppt/notesMasters/notesMaster1.xml" Id="R4c93ef1b2854470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1a4c73617ff4414" /><Relationship Type="http://schemas.openxmlformats.org/officeDocument/2006/relationships/notesMaster" Target="/ppt/notesMasters/notesMaster1.xml" Id="R32b0976a839d4fa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8d45e6f7b514078" /><Relationship Type="http://schemas.openxmlformats.org/officeDocument/2006/relationships/notesMaster" Target="/ppt/notesMasters/notesMaster1.xml" Id="Ra71817ae4d3347a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53681964c1e45fb" /><Relationship Type="http://schemas.openxmlformats.org/officeDocument/2006/relationships/notesMaster" Target="/ppt/notesMasters/notesMaster1.xml" Id="Re94c6fe18360409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4253c52e714420e" /><Relationship Type="http://schemas.openxmlformats.org/officeDocument/2006/relationships/notesMaster" Target="/ppt/notesMasters/notesMaster1.xml" Id="Rdabb4f1bd6b5451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c4b4a1cc8dd49cd" /><Relationship Type="http://schemas.openxmlformats.org/officeDocument/2006/relationships/notesMaster" Target="/ppt/notesMasters/notesMaster1.xml" Id="Raafcb4e4656a472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fe0ab4256f144f7" /><Relationship Type="http://schemas.openxmlformats.org/officeDocument/2006/relationships/notesMaster" Target="/ppt/notesMasters/notesMaster1.xml" Id="Rf0650640ec2d4b8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fa4ec1018824623" /><Relationship Type="http://schemas.openxmlformats.org/officeDocument/2006/relationships/notesMaster" Target="/ppt/notesMasters/notesMaster1.xml" Id="Rde810d76749e44a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b3c52afb4a4ec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5d881d2e37f4985" /><Relationship Type="http://schemas.openxmlformats.org/officeDocument/2006/relationships/slideLayout" Target="/ppt/slideLayouts/slideLayout1.xml" Id="R6ecf08ef573e49c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ecf08ef573e49c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0344e53afe4b08" /><Relationship Type="http://schemas.openxmlformats.org/officeDocument/2006/relationships/notesSlide" Target="/ppt/notesSlides/notesSlide1.xml" Id="Rde2fa16dac8a45d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ec8c36df5c41fa" /><Relationship Type="http://schemas.openxmlformats.org/officeDocument/2006/relationships/notesSlide" Target="/ppt/notesSlides/notesSlide2.xml" Id="R9ce7a04680ae419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bcce3816224372" /><Relationship Type="http://schemas.openxmlformats.org/officeDocument/2006/relationships/notesSlide" Target="/ppt/notesSlides/notesSlide3.xml" Id="Ree871f6b0f0747d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31cdebb7d04d1d" /><Relationship Type="http://schemas.openxmlformats.org/officeDocument/2006/relationships/notesSlide" Target="/ppt/notesSlides/notesSlide4.xml" Id="R65347d796775445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2d30aa91f44c86" /><Relationship Type="http://schemas.openxmlformats.org/officeDocument/2006/relationships/notesSlide" Target="/ppt/notesSlides/notesSlide5.xml" Id="Ra4bdbe830812495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8d0fd6772c4557" /><Relationship Type="http://schemas.openxmlformats.org/officeDocument/2006/relationships/notesSlide" Target="/ppt/notesSlides/notesSlide6.xml" Id="R584bf09b8052441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0dadd48647411c" /><Relationship Type="http://schemas.openxmlformats.org/officeDocument/2006/relationships/notesSlide" Target="/ppt/notesSlides/notesSlide7.xml" Id="Ra8bc15fff37b46a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dd065629234e00" /><Relationship Type="http://schemas.openxmlformats.org/officeDocument/2006/relationships/notesSlide" Target="/ppt/notesSlides/notesSlide8.xml" Id="Rc38ced4ab21a42c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e2f1fd660a4132" /><Relationship Type="http://schemas.openxmlformats.org/officeDocument/2006/relationships/notesSlide" Target="/ppt/notesSlides/notesSlide9.xml" Id="R8efe0d26e53240d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B641D4-5577-4B60-A3B6-D992A57D0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C25E1C-3D06-4E47-80F8-57E3343BD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Cryogenics: Introduction to Thermodynamics, Carnot's principle, Efficiency, Production of low temperature - Joule Thomso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F8D579-BE34-41D5-A838-B6FEEE67D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PHYSICS OF MATERIALS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1BPHYM102/202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I/II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physics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E3E3FC-2A48-47A3-9BBC-47D366B9A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33EC64-C828-4CAD-9215-E20ED1102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A1FCF9-6D15-4A72-8CEE-5E008F53C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System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44E9F8-F861-496B-9316-ED6C47250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6B168D-83F3-49E1-B785-3344965F1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Law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EB3359-3559-4FED-8143-D5A8BDCAE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BA035A-5A89-4AB7-BEF9-EC6BBA781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Graph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2120D2-B033-4EEB-B8F3-CEBC8AA06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6B7690-0398-4557-9285-4D4DB61EF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Meaning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FFB6BD-1008-4CCF-BA1E-C0C942C5A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9052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Observe → model → calculate → interpret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3A4EF5-7FAD-4E17-ABD2-7F15B3E59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PHYSICS OF MATERIALS | 1BPHYM102/202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370BE2-A65C-40E1-B35C-71C152820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1/9</a:t>
            </a:r>
          </a:p>
        </p:txBody>
      </p:sp>
    </p:spTree>
    <p:extLst>
      <p:ext uri="{BB962C8B-B14F-4D97-AF65-F5344CB8AC3E}">
        <p14:creationId xmlns:p14="http://schemas.microsoft.com/office/powerpoint/2010/main" val="128722623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7D3A03-F642-442B-BCFC-7FE9494D4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1AFE75-F5D8-487A-8702-A30B8ECFD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C33494-D276-4F1C-9896-77B5B12A4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FCF844-3CF8-4276-AD34-4B44DE9A8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Motivation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228203-F760-47E6-859D-26D49C390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6FFB33-06F1-441F-8A31-9154AC926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Concept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240648-FBF3-4B4E-844B-1E70A7F9C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0A7B0A-54D8-4186-9D4D-1649DEC34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Working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5A1EA6-D34F-4E5F-B0C6-7B8377DA3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3DEB93-1DFB-445A-A073-12636DADC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Application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CC18FF-8E4E-4299-B05B-A9BF76F29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97E16F-68D8-4FF2-A268-0058D2621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572DF2-FECE-44D2-B102-88C977F68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Cryogenics: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Introduction to Thermodynamics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Carnot's principle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Production of low temperature - Joule Thomson effect (Derivation with 3 cases)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Porous plug experiment with theory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3E9CC5-8939-4FD0-8703-9D7842E2A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PHYSICS OF MATERIALS | 1BPHYM102/202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185E08-A58D-49B2-9EB6-BEDAFEFF0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2/9</a:t>
            </a:r>
          </a:p>
        </p:txBody>
      </p:sp>
    </p:spTree>
    <p:extLst>
      <p:ext uri="{BB962C8B-B14F-4D97-AF65-F5344CB8AC3E}">
        <p14:creationId xmlns:p14="http://schemas.microsoft.com/office/powerpoint/2010/main" val="84446431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090251-B537-4D0B-9C27-CA00B5C10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8529D0-5100-4ACC-ABED-EF2B7DA4C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488AF2-B8AB-40E9-91F7-E7627E604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5C6550-EAEE-4A3C-9BCB-2EFF4A73B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Cryogenics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918ADF-03A9-492B-BF5F-F707DD57C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Thermodynamics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FFBE10-946B-4724-9C8D-538C4E4B4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Carnot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D76D96-043B-429F-8873-1D393EA14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principle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1B6A26-0B09-486B-894C-CA0AC7070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Efficiency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F9B2B8-4A95-4A02-8640-BFFCA3203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Production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2EAB9A-683B-41A2-A721-C15800FD0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Thermodynamical analysis of Joule Thomson effect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Liquefaction of Oxygen by cascade process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Lindey's air liquefier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Liquefaction of Helium and its properties (superfluidity)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D2AA59-30AD-41CE-94CD-49C702AFF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PHYSICS OF MATERIALS | 1BPHYM102/202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C3D2B8-3200-4328-BA70-287972A5F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3/9</a:t>
            </a:r>
          </a:p>
        </p:txBody>
      </p:sp>
    </p:spTree>
    <p:extLst>
      <p:ext uri="{BB962C8B-B14F-4D97-AF65-F5344CB8AC3E}">
        <p14:creationId xmlns:p14="http://schemas.microsoft.com/office/powerpoint/2010/main" val="136068540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B340BA-F402-4487-827E-1970E041B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0D5577-B6FA-4234-9484-91D4111E8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58FF74-6136-4FB5-BED6-2F0BB8631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27375F-1F4A-4C0A-A445-5B3064D76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Cryogenics: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Introduction to Thermodynamics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Carnot's principle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Production of low temperature - Joule Thomson effect (Derivation with 3 cases)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Porous plug experiment with theory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Thermodynamical analysis of Joule Thomson effect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902990-EA00-4B1E-BDD2-099A6FC95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C2A519-E975-4F53-AAFA-CFDFAD18B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6AA7EF-8167-4B7A-B4A8-6DBFC7927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668600-A274-4A44-B52E-CEFC25090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E2C9CB-7DF8-405A-B5D6-D432896FE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System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6AC549-9F04-456D-9CCA-07E4F3DD9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82717B-ED07-4AF9-B8DA-70EC58CA8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A537C7-EF30-492F-8833-4129A3DB2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733E20-9DC3-4F6C-982D-0B50FC997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Graph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78AD10-ACE2-431D-BB6B-B068DE9C1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7ED708-2C02-4BEE-95A6-F15B29090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Meaning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EA32D1-2681-439C-915C-49AFEE68B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9052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Observe → model → calculate → interpret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1F57BD-B129-42FD-83EA-67A2A1638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PHYSICS OF MATERIALS | 1BPHYM102/202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061B68-AC51-4AEC-BBA5-4A9A62C12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4/9</a:t>
            </a:r>
          </a:p>
        </p:txBody>
      </p:sp>
    </p:spTree>
    <p:extLst>
      <p:ext uri="{BB962C8B-B14F-4D97-AF65-F5344CB8AC3E}">
        <p14:creationId xmlns:p14="http://schemas.microsoft.com/office/powerpoint/2010/main" val="82241680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B244BB-C3FE-4BEE-8CDB-8F811FDD7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8F5258-3789-4ACB-A8EA-5C4611540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Working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CF9D8B-E934-442B-92D6-B32093384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3B6697-83CB-42C6-A48B-4321DB3F4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 condition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D4A271-9330-4144-8824-22B9393C7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893305-EE35-4ABC-B4EB-95F104C4B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Principle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6789E3-0DC9-49C9-BF52-41B7BFD0A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7B0FB1-C374-48AF-9AEA-C445AC83A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F63123-A419-4782-B340-43DFE26ED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39E7ED-3A71-45CC-BB0B-6F8B8C91E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5E92A5-3975-488A-8936-EA48FE596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C86803-AD44-4757-8E21-F52FD04EA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Interpretation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A39663-F9CD-4434-8D26-4F4A94795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209D63-08BD-4FA9-A118-C33DE4B18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PHYSICS OF MATERIALS | 1BPHYM102/202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173E64-9538-446B-8165-7F27019F2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5/9</a:t>
            </a:r>
          </a:p>
        </p:txBody>
      </p:sp>
    </p:spTree>
    <p:extLst>
      <p:ext uri="{BB962C8B-B14F-4D97-AF65-F5344CB8AC3E}">
        <p14:creationId xmlns:p14="http://schemas.microsoft.com/office/powerpoint/2010/main" val="156877836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5661D0-F3CA-4FF7-A88B-4F2318796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E019C5-7B02-48A1-A1C3-CAE371869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DE4D08-78FD-488C-98D5-BCFD9B3C1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6079D5-B771-4B6E-9FEB-231A5310B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4E0A51-EB71-4AFA-BCB3-CD42E9CAF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Cryogenics: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C36787-AC4B-47D7-82A8-2249A47B7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Cryogenics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20F42B-4A68-4D8A-8A0B-984119C61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4D8238-7AD3-49A1-8D38-5B3CF6244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PHYSICS OF MATERIALS | 1BPHYM102/202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A82357-C89B-4D00-90B0-3722C26AA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6/9</a:t>
            </a:r>
          </a:p>
        </p:txBody>
      </p:sp>
    </p:spTree>
    <p:extLst>
      <p:ext uri="{BB962C8B-B14F-4D97-AF65-F5344CB8AC3E}">
        <p14:creationId xmlns:p14="http://schemas.microsoft.com/office/powerpoint/2010/main" val="114239624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0ECEA6-A88E-47A3-AC28-A97ED393A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A5F29D-E920-4104-AE1F-1B69C41B8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2386CC-4F5A-4516-A51F-62E576157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AE6480-5341-45AE-A878-95F50943C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074528-ABF5-489C-A692-1868105DF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Liquefaction of Oxygen by cascade process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Lindey's air liquefier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Liquefaction of Helium and its properties (superfluidity)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Platinum Resistance Thermometer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4F298E-12B6-440F-A42E-3CB905F11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FF7B21-51CF-4AB7-90FB-E4CE2B8E3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70B60E-7A6D-4E25-ABC6-90FC93396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PHYSICS OF MATERIALS | 1BPHYM102/202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A27DF3-7342-400A-ADBC-8B42A5826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7/9</a:t>
            </a:r>
          </a:p>
        </p:txBody>
      </p:sp>
    </p:spTree>
    <p:extLst>
      <p:ext uri="{BB962C8B-B14F-4D97-AF65-F5344CB8AC3E}">
        <p14:creationId xmlns:p14="http://schemas.microsoft.com/office/powerpoint/2010/main" val="40881485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6D4C9FA-9C2D-4E96-B656-677F8AE0A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CA9E0F-D5CD-47EF-80B5-BB0D4F993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FC9855-A4C8-48C4-A377-3C408F302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6735C7-6FB6-4BC0-9011-ED56E4ED1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578B7B-11D3-4EE2-937A-55DBC0FA6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F15509-3DD1-4004-9552-BFEE6EFEE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FCB05D-BA05-45DE-8587-3B9311043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Cryogenics: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323A91-2F2C-4045-8898-E8DDA7B55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A1446C-C16E-44E1-BEAB-C6EAD2A2B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7F3893-B9DA-4810-92BA-AF9E09C6C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Introduction to Thermodynamics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309EEB-F48B-4C85-8585-02B0C5583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E36E2C-918B-42CD-82A6-8EF8B3355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CF196E-3860-4310-9777-5400E17BF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Carnot's principle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EBCA95-6FAE-452E-8188-B965BA895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76AD97-87F6-4F9E-8D06-8F4C82B60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50A833-3F76-4D13-A78A-B45457356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Production of low temperature - Joule Thomson effect (Derivation with 3 cases)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D91B5C-DD67-467B-8816-E6D74D664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705667-8253-44F2-B854-5D8645B56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3E1FBF-70BB-433B-8FAE-749E83D67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Porous plug experiment with theory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A09719-FE58-43F8-882F-4715C8AF8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527948-074E-4087-94CB-D347F8266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0464FF-DF6F-488A-AED1-5FCFC5BCB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Thermodynamical analysis of Joule Thomson effect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1493BB-D3A3-40E1-B784-F0BB9DC90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DCE03D-6E12-4D8A-B4CF-28B24E6F6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482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9BB6B0-47B8-4ABD-8D91-D1E92925A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Liquefaction of Oxygen by cascade process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2996E3D-F947-4FC0-A397-D87658E4D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006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69C10CE-EB96-4381-84BE-32B665C1E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006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685B58F-E0A4-44A8-A336-F4C19685B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PHYSICS OF MATERIALS | 1BPHYM102/202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D96D7AA-26C8-4E31-A11B-B1BC02EB0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8/9</a:t>
            </a:r>
          </a:p>
        </p:txBody>
      </p:sp>
    </p:spTree>
    <p:extLst>
      <p:ext uri="{BB962C8B-B14F-4D97-AF65-F5344CB8AC3E}">
        <p14:creationId xmlns:p14="http://schemas.microsoft.com/office/powerpoint/2010/main" val="79775562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D1BD96-CEF1-40EA-ADE0-66EB9EA4D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3481FB-E273-48CC-8EB3-1BEBBE390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0E1343-7B8F-465F-A6F3-4935875C8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1491EB-074A-400D-AC98-DA9EFD7B1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Cryogenics, Thermodynamics, Carnot, principle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diagrams: use a labelled flow, setup, circuit, graph, or concept map where relevant.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working: show cause, mechanism, result, and interpretation.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F9F90B-57AE-4C0A-9D15-0DCFE1C73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2B4863-786D-4CF8-89AA-FEEF0AA49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929D57-444A-4C3B-8011-74FA7FA4C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PHYSICS OF MATERIALS | 1BPHYM102/202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A9CB8A-B0B1-448E-A42A-F38ABF13D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9/9</a:t>
            </a:r>
          </a:p>
        </p:txBody>
      </p:sp>
    </p:spTree>
    <p:extLst>
      <p:ext uri="{BB962C8B-B14F-4D97-AF65-F5344CB8AC3E}">
        <p14:creationId xmlns:p14="http://schemas.microsoft.com/office/powerpoint/2010/main" val="15186526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2026-08-24T06:38:54.0640000Z</dcterms:created>
  <dcterms:modified xsi:type="dcterms:W3CDTF">2026-08-24T06:38:54.0640000Z</dcterms:modified>
</coreProperties>
</file>