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00a32be0e3b4c71" /><Relationship Type="http://schemas.openxmlformats.org/officeDocument/2006/relationships/extended-properties" Target="/docProps/app.xml" Id="Rc2a94e38ea3844a5" /><Relationship Type="http://schemas.openxmlformats.org/officeDocument/2006/relationships/officeDocument" Target="/ppt/presentation.xml" Id="Rc551aba185994fd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e0ff8b6930146aa"/>
  </p:sldMasterIdLst>
  <p:notesMasterIdLst>
    <p:notesMasterId xmlns:r="http://schemas.openxmlformats.org/officeDocument/2006/relationships" r:id="R63d74fe7ae4445d0"/>
  </p:notesMasterIdLst>
  <p:sldIdLst>
    <p:sldId xmlns:r="http://schemas.openxmlformats.org/officeDocument/2006/relationships" id="256" r:id="R18f73e509a1843ea"/>
    <p:sldId xmlns:r="http://schemas.openxmlformats.org/officeDocument/2006/relationships" id="257" r:id="Ra04592926bd7486f"/>
    <p:sldId xmlns:r="http://schemas.openxmlformats.org/officeDocument/2006/relationships" id="258" r:id="R764b8c4ccceb4ad5"/>
    <p:sldId xmlns:r="http://schemas.openxmlformats.org/officeDocument/2006/relationships" id="259" r:id="R225b295f02894703"/>
    <p:sldId xmlns:r="http://schemas.openxmlformats.org/officeDocument/2006/relationships" id="260" r:id="Rb18d03b9bd77498a"/>
    <p:sldId xmlns:r="http://schemas.openxmlformats.org/officeDocument/2006/relationships" id="261" r:id="Rfe3a7b0a27104f10"/>
    <p:sldId xmlns:r="http://schemas.openxmlformats.org/officeDocument/2006/relationships" id="262" r:id="Rfd7538bc355342ba"/>
    <p:sldId xmlns:r="http://schemas.openxmlformats.org/officeDocument/2006/relationships" id="263" r:id="R7b30321e45a949b0"/>
    <p:sldId xmlns:r="http://schemas.openxmlformats.org/officeDocument/2006/relationships" id="264" r:id="Rd35d6db2f7fc4e5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85db09de97a4549" /><Relationship Type="http://schemas.openxmlformats.org/officeDocument/2006/relationships/slideMaster" Target="/ppt/slideMasters/slideMaster1.xml" Id="Rbe0ff8b6930146aa" /><Relationship Type="http://schemas.openxmlformats.org/officeDocument/2006/relationships/notesMaster" Target="/ppt/notesMasters/notesMaster1.xml" Id="R63d74fe7ae4445d0" /><Relationship Type="http://schemas.openxmlformats.org/officeDocument/2006/relationships/presProps" Target="/ppt/presProps.xml" Id="R052aec203a0e461d" /><Relationship Type="http://schemas.openxmlformats.org/officeDocument/2006/relationships/tableStyles" Target="/ppt/tableStyles.xml" Id="R8cf1af4862f5410c" /><Relationship Type="http://schemas.openxmlformats.org/officeDocument/2006/relationships/slide" Target="/ppt/slides/slide1.xml" Id="R18f73e509a1843ea" /><Relationship Type="http://schemas.openxmlformats.org/officeDocument/2006/relationships/slide" Target="/ppt/slides/slide2.xml" Id="Ra04592926bd7486f" /><Relationship Type="http://schemas.openxmlformats.org/officeDocument/2006/relationships/slide" Target="/ppt/slides/slide3.xml" Id="R764b8c4ccceb4ad5" /><Relationship Type="http://schemas.openxmlformats.org/officeDocument/2006/relationships/slide" Target="/ppt/slides/slide4.xml" Id="R225b295f02894703" /><Relationship Type="http://schemas.openxmlformats.org/officeDocument/2006/relationships/slide" Target="/ppt/slides/slide5.xml" Id="Rb18d03b9bd77498a" /><Relationship Type="http://schemas.openxmlformats.org/officeDocument/2006/relationships/slide" Target="/ppt/slides/slide6.xml" Id="Rfe3a7b0a27104f10" /><Relationship Type="http://schemas.openxmlformats.org/officeDocument/2006/relationships/slide" Target="/ppt/slides/slide7.xml" Id="Rfd7538bc355342ba" /><Relationship Type="http://schemas.openxmlformats.org/officeDocument/2006/relationships/slide" Target="/ppt/slides/slide8.xml" Id="R7b30321e45a949b0" /><Relationship Type="http://schemas.openxmlformats.org/officeDocument/2006/relationships/slide" Target="/ppt/slides/slide9.xml" Id="Rd35d6db2f7fc4e5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0172959006c45d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fe4b138f70a43cc" /><Relationship Type="http://schemas.openxmlformats.org/officeDocument/2006/relationships/notesMaster" Target="/ppt/notesMasters/notesMaster1.xml" Id="Rc4434fe7453c4b7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fed1d3c9e834ab6" /><Relationship Type="http://schemas.openxmlformats.org/officeDocument/2006/relationships/notesMaster" Target="/ppt/notesMasters/notesMaster1.xml" Id="R038751adcad5420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b0db8010b4a4005" /><Relationship Type="http://schemas.openxmlformats.org/officeDocument/2006/relationships/notesMaster" Target="/ppt/notesMasters/notesMaster1.xml" Id="Rd8e900c73c894d0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dd4f966929a419e" /><Relationship Type="http://schemas.openxmlformats.org/officeDocument/2006/relationships/notesMaster" Target="/ppt/notesMasters/notesMaster1.xml" Id="R9ee468084ddd401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37f76b5772e4e9a" /><Relationship Type="http://schemas.openxmlformats.org/officeDocument/2006/relationships/notesMaster" Target="/ppt/notesMasters/notesMaster1.xml" Id="Re7eda55c43044a5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ae3f538724448bb" /><Relationship Type="http://schemas.openxmlformats.org/officeDocument/2006/relationships/notesMaster" Target="/ppt/notesMasters/notesMaster1.xml" Id="Rf274f1d3c04f470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c2eac82359c4ecc" /><Relationship Type="http://schemas.openxmlformats.org/officeDocument/2006/relationships/notesMaster" Target="/ppt/notesMasters/notesMaster1.xml" Id="Rbc0e4104ee06436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118099d84334f32" /><Relationship Type="http://schemas.openxmlformats.org/officeDocument/2006/relationships/notesMaster" Target="/ppt/notesMasters/notesMaster1.xml" Id="Rfdbd24a08fde4b4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5c7d628a1a345c4" /><Relationship Type="http://schemas.openxmlformats.org/officeDocument/2006/relationships/notesMaster" Target="/ppt/notesMasters/notesMaster1.xml" Id="Rf49b24ac82804aa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0d245da7f84b9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7ff5843c24a49ca" /><Relationship Type="http://schemas.openxmlformats.org/officeDocument/2006/relationships/slideLayout" Target="/ppt/slideLayouts/slideLayout1.xml" Id="Rba1e7d9c4edd4a6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a1e7d9c4edd4a6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7ecff80dde4e56" /><Relationship Type="http://schemas.openxmlformats.org/officeDocument/2006/relationships/notesSlide" Target="/ppt/notesSlides/notesSlide1.xml" Id="Rfeb920baf6234f1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418bb76751401a" /><Relationship Type="http://schemas.openxmlformats.org/officeDocument/2006/relationships/notesSlide" Target="/ppt/notesSlides/notesSlide2.xml" Id="R11e4b7f70fc04af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54f1a14e1d46f1" /><Relationship Type="http://schemas.openxmlformats.org/officeDocument/2006/relationships/notesSlide" Target="/ppt/notesSlides/notesSlide3.xml" Id="R7e053ec51a9d4e8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167aceae8a43bb" /><Relationship Type="http://schemas.openxmlformats.org/officeDocument/2006/relationships/notesSlide" Target="/ppt/notesSlides/notesSlide4.xml" Id="R34ccab07f9b64db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9915ec823740b2" /><Relationship Type="http://schemas.openxmlformats.org/officeDocument/2006/relationships/notesSlide" Target="/ppt/notesSlides/notesSlide5.xml" Id="R62dc035e2123466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7423c15d75441c" /><Relationship Type="http://schemas.openxmlformats.org/officeDocument/2006/relationships/notesSlide" Target="/ppt/notesSlides/notesSlide6.xml" Id="Ra1f78deb6388411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89e21ad363485d" /><Relationship Type="http://schemas.openxmlformats.org/officeDocument/2006/relationships/notesSlide" Target="/ppt/notesSlides/notesSlide7.xml" Id="R51ea2ed785244bb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5e75723a374cb2" /><Relationship Type="http://schemas.openxmlformats.org/officeDocument/2006/relationships/notesSlide" Target="/ppt/notesSlides/notesSlide8.xml" Id="R359bf96cc60f46e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4583e9d0144302" /><Relationship Type="http://schemas.openxmlformats.org/officeDocument/2006/relationships/notesSlide" Target="/ppt/notesSlides/notesSlide9.xml" Id="Rc8fddaa494794c3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ECADD4-A878-4767-9359-23232AC56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6E81E2-F3DB-4DE4-AD22-29804EF96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Elasticity: Review Stress-Strain Curve, Str ain hardening and softening. Elastic Moduli, Poisson's ratio, Relation betwe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196C2F-E444-4272-BFA7-ABC5DBAF7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PHYSICS OF MATERIALS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1BPHYM102/202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physics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0CF561-1991-4DDE-8132-E4BAA24E0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2B8C2D-BFF0-44CA-8475-DB79CA480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EECAFE-E102-4F4C-89E0-E13E054FD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CD59A5-7F87-45EF-B9E4-5E58535AC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EB4750-DABB-4009-A076-81DBB42AC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Law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786838-EF88-4652-AB5D-AC9B78F2B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88EE23-47C9-4EC8-B9AE-B939F4EF4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Graph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3F4966-8728-408E-BE1E-3A9CE7BD2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3AD434-9D88-41F2-8DF8-D30343885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Meaning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890803-483D-4575-97DB-35FD93B07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052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Observe → model → calculate → interpret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364343-F477-4D29-88CF-9DFAC341C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PHYSICS OF MATERIALS | 1BPHYM102/202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F0117B-FE93-4A23-B053-42619C71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1/9</a:t>
            </a:r>
          </a:p>
        </p:txBody>
      </p:sp>
    </p:spTree>
    <p:extLst>
      <p:ext uri="{BB962C8B-B14F-4D97-AF65-F5344CB8AC3E}">
        <p14:creationId xmlns:p14="http://schemas.microsoft.com/office/powerpoint/2010/main" val="10213560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75F6EE-BB5E-4816-AD0B-466D5CBE5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8548A9-1EA7-4F83-98C4-48F2DFEF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2E6215-C79A-4C9D-A680-5D2D50839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3FBB9F-7588-458C-AAAD-40C064DD6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F5F2C2-AD42-49AB-AEAF-92FDB43D1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1A9E17-67F7-4A6C-B799-6FEB3353C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8ADB9A-6CC7-4BD6-8A6C-9DE9E79E3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5573C4-6D37-4105-8C6D-E033C6067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A7398D-50D8-45BE-9B80-B2C2466D5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7C71DE-10B8-4A58-A51F-ADCA3FB6F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Application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6F0A8E-2B7A-4054-A3C4-4C779F7BB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8A0FD3-EFD0-49C4-BB67-9797B2FCF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E6E653-2837-45E0-B63E-263DF9EEA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Elasticity: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Review Stress-Strain Curve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Str ain hardening and softening.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Elastic Moduli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Poisson's ratio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6D8E03-5F66-4B12-8BD4-5B424A497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PHYSICS OF MATERIALS | 1BPHYM102/202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49F1DC-6DBB-4F2B-AAFC-54BDC1B24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2/9</a:t>
            </a:r>
          </a:p>
        </p:txBody>
      </p:sp>
    </p:spTree>
    <p:extLst>
      <p:ext uri="{BB962C8B-B14F-4D97-AF65-F5344CB8AC3E}">
        <p14:creationId xmlns:p14="http://schemas.microsoft.com/office/powerpoint/2010/main" val="579576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3959FA-8FDB-429B-978C-DD8A8C9D0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0134E8-3C12-4BB5-98D9-B1AC39A8E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BAAC5B-370C-4FA3-804F-4CF6E8A1C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99D547-3B7C-41A1-BB55-31DEBEBC3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Elasticity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911150-D6E9-45A3-8181-05E57B4FA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Review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676442-3966-4F7A-A19E-ED9F00AB5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Stress-Strain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495387-DFA6-446B-9736-EF4A8CD2A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Curve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35878B-019B-4155-9696-0F3E9F85E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hardening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F908A5-C5AD-4F68-80F3-CF8977837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softening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3C32A6-518E-45CC-BB9F-887739DD6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Relation between Y, n and σ (with derivation), mention relation between K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Y and σ, limiting values of Poisson's ratio.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Static and dynamic loading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Bending moment and derivation of expression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17F021-06DD-4968-8E4C-CF2BA3785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PHYSICS OF MATERIALS | 1BPHYM102/202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E0A12A-DBA9-403C-B1B9-5AA273B9D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3/9</a:t>
            </a:r>
          </a:p>
        </p:txBody>
      </p:sp>
    </p:spTree>
    <p:extLst>
      <p:ext uri="{BB962C8B-B14F-4D97-AF65-F5344CB8AC3E}">
        <p14:creationId xmlns:p14="http://schemas.microsoft.com/office/powerpoint/2010/main" val="9267282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822E59-97F7-4EA9-AF1B-743371B0A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6C1F33-B141-4878-AB51-29A371D63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C76570-1C4F-48D4-8538-6922D9ACA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753759-29EA-416E-91C6-1A80BA2A5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Elasticity: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Review Stress-Strain Curve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Str ain hardening and softening.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Elastic Moduli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Poisson's ratio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Relation between Y, n and σ (with derivation), mention relation between 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35D456-5206-4D80-B7FF-807E9F86A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38F7DB-DF55-4E31-B68D-FCF80F06D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30A78B-477F-4C2C-914F-6FEADA5A3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DB7EBE-6B20-4886-91E8-2C6E52762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42F6AE-40CA-46B7-A4CE-912065D3D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System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CA2937-817C-41BB-B33C-6F103BA3A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4F0088-689B-48BA-BBE2-17F1A0C07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3E0D95-0CC7-49F5-B9E0-7DADAD4BB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FD2BE9-F7E3-4399-A721-DE5475A31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Graph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CD0D87-1EFD-4D40-B9E7-EDD565662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AD4D5C-1863-4D8F-8531-711FCB3F1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475423-7334-4994-90C0-98F3ABEAD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052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Observe → model → calculate → interpret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244184-CF1D-44E9-A111-17B3C54C8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PHYSICS OF MATERIALS | 1BPHYM102/202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2A8928-7681-4C8E-8C3E-C31D4AE6F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4/9</a:t>
            </a:r>
          </a:p>
        </p:txBody>
      </p:sp>
    </p:spTree>
    <p:extLst>
      <p:ext uri="{BB962C8B-B14F-4D97-AF65-F5344CB8AC3E}">
        <p14:creationId xmlns:p14="http://schemas.microsoft.com/office/powerpoint/2010/main" val="77130910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A52F14-7DFF-4B24-95DF-BBAEA71B6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3B24BE-0EF4-4958-939B-544CFE4F8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5B4FAD-E85D-49B1-9427-0B8A98844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19E176-EBDA-4979-B587-91515D295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 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E14C5B-D718-42E4-B7D5-C77C14CCB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0AF7B5-E02E-46D7-A488-3715ACCC7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Principle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BD0346-C603-4DBF-A541-EF41662C4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AAF88D-2AFF-4AB7-AAF6-FF964F2C6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6A0527-0AA7-4275-AEE9-C8CB5C43C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7B216B-3344-4FB9-BF3B-842CC44DD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7E90D0-6E3A-4846-89A5-58B0EB985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3B68A6-0021-422A-9D7B-D760BBCEB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AF3C8A-8A04-45D3-A1ED-6C56094EC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18054B-3B22-4507-8D71-543FC04C5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PHYSICS OF MATERIALS | 1BPHYM102/202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3F9562-F01F-4F38-A2EC-1A027858A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5/9</a:t>
            </a:r>
          </a:p>
        </p:txBody>
      </p:sp>
    </p:spTree>
    <p:extLst>
      <p:ext uri="{BB962C8B-B14F-4D97-AF65-F5344CB8AC3E}">
        <p14:creationId xmlns:p14="http://schemas.microsoft.com/office/powerpoint/2010/main" val="111623108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6D204E-97A7-4F0A-81AD-B8C0D5345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1D2A64-C672-42B2-B9A5-2F7BAE169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7FFAD4-2B77-474D-AEC0-0F3D47A68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73C1A8-9D96-48D6-9AE0-E9789574F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83CA83-1B60-4953-8111-E1AA2EB26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Elasticity: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94DDF4-0AA4-4C83-ACA5-5AAD8551A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Elasticity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62A573-C606-4FCF-872D-185217B85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AA434B-9276-4BCD-9897-D7BCC2597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PHYSICS OF MATERIALS | 1BPHYM102/202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13C325-315E-472D-95CD-2E9FABD4A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6/9</a:t>
            </a:r>
          </a:p>
        </p:txBody>
      </p:sp>
    </p:spTree>
    <p:extLst>
      <p:ext uri="{BB962C8B-B14F-4D97-AF65-F5344CB8AC3E}">
        <p14:creationId xmlns:p14="http://schemas.microsoft.com/office/powerpoint/2010/main" val="85570450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746348-C6BC-4236-B28B-414BDD6A5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20077B-7F89-4C97-9BBF-515E9E3B0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3D71BD-D3C9-4667-94FF-8B770D3CC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888566-3830-4817-B1CD-18A5279B0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4347C9-9D4C-437E-8510-7DEA8C2F5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Y and σ, limiting values of Poisson's ratio.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Static and dynamic loading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Bending moment and derivation of expression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Torsion and Expression for couple per unit twist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C91A0D-F54C-4EE6-9933-8C442D32F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8A4033-CE5B-4D43-AF7D-7BFD4934B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249F02-D7FD-493F-AAF5-4E99F8A02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PHYSICS OF MATERIALS | 1BPHYM102/202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1BA2DC-1AE8-47D7-BDCF-069A15791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7/9</a:t>
            </a:r>
          </a:p>
        </p:txBody>
      </p:sp>
    </p:spTree>
    <p:extLst>
      <p:ext uri="{BB962C8B-B14F-4D97-AF65-F5344CB8AC3E}">
        <p14:creationId xmlns:p14="http://schemas.microsoft.com/office/powerpoint/2010/main" val="52892668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7A07280-1611-473F-817D-E12768E8D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0ECAE6-3F48-44F0-B83C-72CD1D78C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BDDAD4-DF8D-4BAE-8452-81F2358F9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D52677-1378-4AAA-8384-FE1D5F0AD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64C391-6132-492C-AAA3-B9BB2F523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EFAD54-F08E-493A-87A7-F59A2CD7B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45F586-B860-40AD-A68F-8D57959E6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Elasticity: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FDBFE7-505D-4B75-A4FF-0590C404B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748AEE-02A3-48D8-ADE4-6518055E4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F43778-8620-4EF9-A3DC-EFE54F162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Review Stress-Strain Curve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418469-8C0D-463D-90F0-C38188C4A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0202D5-0085-4372-BEF7-BEFACE440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2A0C3F-E568-4C8C-9202-AAE45105D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Str ain hardening and softening.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1AF510-61C1-4BBA-A63D-AAFF8816E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97692E-4E82-4503-8588-9B6744026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F684BB-D933-4C77-B78E-EB03D6A08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Elastic Moduli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EB7CEB-84FC-4886-BC4A-FFCCF1E3E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2847BD-8999-40AB-907C-4E3970F14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227647-4B58-4940-8DE7-2BBF4E6A8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Poisson's ratio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6A8912-65AF-42BE-9052-913CD6E2F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BF70DC-2A7D-4FB1-9494-D2C2F0334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466218-CB73-472C-83CC-1D126252F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Relation between Y, n and σ (with derivation), mention relation between 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7C43AA-626B-4FC4-B3C8-E41883EBA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5033AF-8BB3-404E-ADD4-66200C1FC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207545-9A05-47BC-B09F-AEE129DC7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Y and σ, limiting values of Poisson's ratio.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A7FC93-1352-4C50-A8A2-5DC6DA031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9636F67-4D71-432D-B77D-79E193E71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C7801C-34C2-496D-A61C-37DDB3747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PHYSICS OF MATERIALS | 1BPHYM102/202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EF03242-AC25-493A-A4A1-E94A11814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8/9</a:t>
            </a:r>
          </a:p>
        </p:txBody>
      </p:sp>
    </p:spTree>
    <p:extLst>
      <p:ext uri="{BB962C8B-B14F-4D97-AF65-F5344CB8AC3E}">
        <p14:creationId xmlns:p14="http://schemas.microsoft.com/office/powerpoint/2010/main" val="40839280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0BF429-6B0F-4714-A6B7-B740C86F5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A4F0AE-7F7B-400D-93C5-CFD280824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1CC9F7-1888-47C3-A95A-5C348F363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D87D68-5CF1-4070-8C47-9388420E0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Elasticity, Review, Stress-Strain, Curve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26F27D-8406-45F6-A492-BC6C8B626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5DF01D-468D-44E7-AA2F-A6E60629D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B31DAB-A83C-44E6-A6DC-BF52EAE9F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PHYSICS OF MATERIALS | 1BPHYM102/202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A79298-FEAE-495E-A36B-BE5BF4CF1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9/9</a:t>
            </a:r>
          </a:p>
        </p:txBody>
      </p:sp>
    </p:spTree>
    <p:extLst>
      <p:ext uri="{BB962C8B-B14F-4D97-AF65-F5344CB8AC3E}">
        <p14:creationId xmlns:p14="http://schemas.microsoft.com/office/powerpoint/2010/main" val="6403346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2026-08-24T06:38:53.9500000Z</dcterms:created>
  <dcterms:modified xsi:type="dcterms:W3CDTF">2026-08-24T06:38:53.9500000Z</dcterms:modified>
</coreProperties>
</file>