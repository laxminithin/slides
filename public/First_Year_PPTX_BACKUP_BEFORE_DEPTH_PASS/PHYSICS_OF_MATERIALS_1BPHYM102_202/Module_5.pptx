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0650cbe8334cb2" /><Relationship Type="http://schemas.openxmlformats.org/officeDocument/2006/relationships/extended-properties" Target="/docProps/app.xml" Id="R4e8b52821d5a4222" /><Relationship Type="http://schemas.openxmlformats.org/officeDocument/2006/relationships/officeDocument" Target="/ppt/presentation.xml" Id="R0c6df31f899644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44846a45e84267"/>
  </p:sldMasterIdLst>
  <p:notesMasterIdLst>
    <p:notesMasterId xmlns:r="http://schemas.openxmlformats.org/officeDocument/2006/relationships" r:id="R2d266a1616c04e4a"/>
  </p:notesMasterIdLst>
  <p:sldIdLst>
    <p:sldId xmlns:r="http://schemas.openxmlformats.org/officeDocument/2006/relationships" id="256" r:id="R7dcc785f9e994af8"/>
    <p:sldId xmlns:r="http://schemas.openxmlformats.org/officeDocument/2006/relationships" id="257" r:id="R28c5d759c1af4ed3"/>
    <p:sldId xmlns:r="http://schemas.openxmlformats.org/officeDocument/2006/relationships" id="258" r:id="Rdd74455c3a394132"/>
    <p:sldId xmlns:r="http://schemas.openxmlformats.org/officeDocument/2006/relationships" id="259" r:id="Rfa9bc048480b4d93"/>
    <p:sldId xmlns:r="http://schemas.openxmlformats.org/officeDocument/2006/relationships" id="260" r:id="Rda21182cbd7240ce"/>
    <p:sldId xmlns:r="http://schemas.openxmlformats.org/officeDocument/2006/relationships" id="261" r:id="R87bc8290616948cb"/>
    <p:sldId xmlns:r="http://schemas.openxmlformats.org/officeDocument/2006/relationships" id="262" r:id="R5e3964ebe0a44063"/>
    <p:sldId xmlns:r="http://schemas.openxmlformats.org/officeDocument/2006/relationships" id="263" r:id="Rbeffc97514f64b68"/>
    <p:sldId xmlns:r="http://schemas.openxmlformats.org/officeDocument/2006/relationships" id="264" r:id="R68940ce30e8748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32186ef5db4932" /><Relationship Type="http://schemas.openxmlformats.org/officeDocument/2006/relationships/slideMaster" Target="/ppt/slideMasters/slideMaster1.xml" Id="R4144846a45e84267" /><Relationship Type="http://schemas.openxmlformats.org/officeDocument/2006/relationships/notesMaster" Target="/ppt/notesMasters/notesMaster1.xml" Id="R2d266a1616c04e4a" /><Relationship Type="http://schemas.openxmlformats.org/officeDocument/2006/relationships/presProps" Target="/ppt/presProps.xml" Id="R16c58d4d6f6448f7" /><Relationship Type="http://schemas.openxmlformats.org/officeDocument/2006/relationships/tableStyles" Target="/ppt/tableStyles.xml" Id="R4d4f25f1fd1b4102" /><Relationship Type="http://schemas.openxmlformats.org/officeDocument/2006/relationships/slide" Target="/ppt/slides/slide1.xml" Id="R7dcc785f9e994af8" /><Relationship Type="http://schemas.openxmlformats.org/officeDocument/2006/relationships/slide" Target="/ppt/slides/slide2.xml" Id="R28c5d759c1af4ed3" /><Relationship Type="http://schemas.openxmlformats.org/officeDocument/2006/relationships/slide" Target="/ppt/slides/slide3.xml" Id="Rdd74455c3a394132" /><Relationship Type="http://schemas.openxmlformats.org/officeDocument/2006/relationships/slide" Target="/ppt/slides/slide4.xml" Id="Rfa9bc048480b4d93" /><Relationship Type="http://schemas.openxmlformats.org/officeDocument/2006/relationships/slide" Target="/ppt/slides/slide5.xml" Id="Rda21182cbd7240ce" /><Relationship Type="http://schemas.openxmlformats.org/officeDocument/2006/relationships/slide" Target="/ppt/slides/slide6.xml" Id="R87bc8290616948cb" /><Relationship Type="http://schemas.openxmlformats.org/officeDocument/2006/relationships/slide" Target="/ppt/slides/slide7.xml" Id="R5e3964ebe0a44063" /><Relationship Type="http://schemas.openxmlformats.org/officeDocument/2006/relationships/slide" Target="/ppt/slides/slide8.xml" Id="Rbeffc97514f64b68" /><Relationship Type="http://schemas.openxmlformats.org/officeDocument/2006/relationships/slide" Target="/ppt/slides/slide9.xml" Id="R68940ce30e8748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9e7b5831f740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dfc5da796f4eb9" /><Relationship Type="http://schemas.openxmlformats.org/officeDocument/2006/relationships/notesMaster" Target="/ppt/notesMasters/notesMaster1.xml" Id="Rc3e6f50cbe074b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5c4a1c85c54fe5" /><Relationship Type="http://schemas.openxmlformats.org/officeDocument/2006/relationships/notesMaster" Target="/ppt/notesMasters/notesMaster1.xml" Id="Raf4a0bafaeec43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e7d753c51444a5" /><Relationship Type="http://schemas.openxmlformats.org/officeDocument/2006/relationships/notesMaster" Target="/ppt/notesMasters/notesMaster1.xml" Id="Rdd229b086f6d43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456ada94bf4615" /><Relationship Type="http://schemas.openxmlformats.org/officeDocument/2006/relationships/notesMaster" Target="/ppt/notesMasters/notesMaster1.xml" Id="Re18a164b450d4b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03f217d61044e4" /><Relationship Type="http://schemas.openxmlformats.org/officeDocument/2006/relationships/notesMaster" Target="/ppt/notesMasters/notesMaster1.xml" Id="R39a1b102fdc440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46e9e34b464a55" /><Relationship Type="http://schemas.openxmlformats.org/officeDocument/2006/relationships/notesMaster" Target="/ppt/notesMasters/notesMaster1.xml" Id="R714977d41ca746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2ae48c76984b18" /><Relationship Type="http://schemas.openxmlformats.org/officeDocument/2006/relationships/notesMaster" Target="/ppt/notesMasters/notesMaster1.xml" Id="Rb7f9cf7fb4b04f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31a3465658414a" /><Relationship Type="http://schemas.openxmlformats.org/officeDocument/2006/relationships/notesMaster" Target="/ppt/notesMasters/notesMaster1.xml" Id="R5f28ed6394c446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0f76749c344203" /><Relationship Type="http://schemas.openxmlformats.org/officeDocument/2006/relationships/notesMaster" Target="/ppt/notesMasters/notesMaster1.xml" Id="Rbdc8c1cd584749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56b4e876c34c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56b65b82ed4edc" /><Relationship Type="http://schemas.openxmlformats.org/officeDocument/2006/relationships/slideLayout" Target="/ppt/slideLayouts/slideLayout1.xml" Id="R96d6642ce47b44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d6642ce47b44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45cef002d496f" /><Relationship Type="http://schemas.openxmlformats.org/officeDocument/2006/relationships/notesSlide" Target="/ppt/notesSlides/notesSlide1.xml" Id="Rcdfccae51fa94e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b9d07aca44544" /><Relationship Type="http://schemas.openxmlformats.org/officeDocument/2006/relationships/notesSlide" Target="/ppt/notesSlides/notesSlide2.xml" Id="R5ee62007bc7d43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db641b56e4302" /><Relationship Type="http://schemas.openxmlformats.org/officeDocument/2006/relationships/notesSlide" Target="/ppt/notesSlides/notesSlide3.xml" Id="Re9b7c6f4a0d54c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86b45b42a415b" /><Relationship Type="http://schemas.openxmlformats.org/officeDocument/2006/relationships/notesSlide" Target="/ppt/notesSlides/notesSlide4.xml" Id="R2ce578e241564d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2ab319d764585" /><Relationship Type="http://schemas.openxmlformats.org/officeDocument/2006/relationships/notesSlide" Target="/ppt/notesSlides/notesSlide5.xml" Id="Rc9e69797ff484f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e075ae5984aee" /><Relationship Type="http://schemas.openxmlformats.org/officeDocument/2006/relationships/notesSlide" Target="/ppt/notesSlides/notesSlide6.xml" Id="Re85202e0955241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3667919d9475f" /><Relationship Type="http://schemas.openxmlformats.org/officeDocument/2006/relationships/notesSlide" Target="/ppt/notesSlides/notesSlide7.xml" Id="Re7f83c5957534e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2d76e747446f1" /><Relationship Type="http://schemas.openxmlformats.org/officeDocument/2006/relationships/notesSlide" Target="/ppt/notesSlides/notesSlide8.xml" Id="R996426f808f241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0741d470a492f" /><Relationship Type="http://schemas.openxmlformats.org/officeDocument/2006/relationships/notesSlide" Target="/ppt/notesSlides/notesSlide9.xml" Id="R767bde22f5db4d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677FC-E41E-4D1C-BB8D-6C2DD915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02A30-063B-4E8E-99E0-88C42535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Material Characterization and Instrumentation Techniques: Materials Properties: Wave particle dualism, Schrodinger equat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69F5C-ADF4-401D-906D-DB423378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PHYSICS OF MATERIALS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1BPHYM102/202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physics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29464-D153-4FD6-9C0E-F6EB9AB0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25D94-C4E2-4419-B22B-1BBA7FE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DA181-0AEC-48A2-8FB0-1EB0BD3E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DF4F7-D0F6-4E9B-B2C5-860C4C74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EDF2C-9313-46DC-BE14-4F3F405E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FF835-3996-4CCC-ACE6-E967D9C8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B0B43-B904-4282-91B9-143F47FE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53E3C-2D16-48EF-8476-128C78E8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7C8E7-EB52-4263-8F9F-F49E1600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C5D39F-C3E1-4B87-9848-84AAA85D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95C1F-B76F-4DE8-89F2-C39572E6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B6713-C382-4886-9C0F-D96AB364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9665496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785FF9-C9AC-40D7-927F-1F8A0AC8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7827A-6DFE-434A-9FA8-7166A8A9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ED7A0-BFB9-4CC4-BA6C-6B21A2FE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50FED-D371-4542-A06D-095E0759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2F3E9-1D7F-492E-9DB3-58CE3CE7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3E668-F3EA-4C9E-BECA-460DD2A3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64A5C-7E56-49CD-826F-589DEA85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86C74-B492-415B-9E85-25C65702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64048-BD99-487A-8F6F-78C1EC30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841A0-5208-404D-AF07-260DFCF0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88AF0-972F-4C26-87C4-F349D690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2D2B20-842D-483F-8C36-2B34E268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D0ECB5-A788-4E59-8071-A9CBA6C5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Material Characterization and Instrumentation Techniques: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Materials Properties: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Wave particle dualism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Schrodinger equation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Interpretation of wave function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90877C-E0A4-4458-BD8C-9316D8C0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4EE8B1-2109-4A8E-98B7-12972F51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12534265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78C9ED-18A5-4759-AC0F-ABFC0A8D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23534-833B-4E9C-929E-53A25093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BD466-0A1D-4124-B04C-BCB52AC0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31E55-EA81-491D-875A-20232A48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Material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C4473-D53D-4598-B258-B5E61D59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Characterization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F94BC-2645-4A55-81C0-7CDC9165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Instrumentation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293F6-AD65-40EB-B3AE-00FD25B5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Techniques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C436F-713A-4F7B-8106-350B8F5E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Materials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4FAE3-E53D-40B5-8A2C-F483CEC0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CA08E-E9CE-4734-AD0F-2CF9271A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Particle in an infinite 1D potential well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Quantum confinement in 0, 1, 2 and 3 Dimension (Qualitative)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Density of states expressions and graphical representation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Optical properties due to quantum confinement, blue shift, absorption, florescence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ABDE8-59F0-4D95-8153-229995C9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0F78ED-5FF8-42B2-B8AC-5145F123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13440249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CEE7C9-92C0-4A7F-9021-50E64D92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66864-D17D-43E9-874F-1F53A6EF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5B3BE-0233-4C80-BA33-076A2DCF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91FFB-DFE1-47D2-A911-B10A1A32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Material Characterization and Instrumentation Techniques: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Materials Properties: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Wave particle dualism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Schrodinger equation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Interpretation of wave function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Particle in an infinite 1D potential well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23C54-5730-436E-97AF-F8C049F0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F6051-4489-49FF-AF91-8FC065D2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635C3-F1B1-4283-8B07-37DE8597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5FC65-688A-4964-B551-7684E7E6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58B99-99B3-4AB3-B5B8-79BC7BF0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1B7F9-A7DE-4B5A-9FBC-1256F523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D328F-FDA6-4CE6-B6E6-FB791CDB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57E43-8072-4685-843B-AD196003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44EB7-0E7C-4966-8761-0CD57E64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65BD18-E4B7-4089-9D26-52E70F27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20784-087D-40FD-837A-25AF5CDD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C0E3C3-5A14-47A9-9E5F-E95D8F75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670310-A080-47F4-A3FA-FCD4B331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B1147-071D-4CDF-A2D2-6B3B7EE9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13613956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3727A2-3FEC-47CE-8872-5FF49896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6D628-6CC1-40AD-80D8-FDE622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17462-3AEE-4DD0-9640-A91346E5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11C91-416C-4BBC-AB8B-6E6866BA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C5987-2B02-4B9A-B00D-B9FDEBBF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DEC73-369D-4075-ACFC-4CECA024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CF784-B478-4C07-B6FD-EA211B05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155D8-4F02-4273-8A66-C2EA455F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431EE-554C-43B8-965D-945E33E7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FA3BD-F357-475F-954D-36FDBBAE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1F3C9-CE01-4999-90DD-A1EE4738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9BE51-957A-42CB-BE88-1D90E2CE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3E2BB-DBEF-4172-ABC0-D9E1BAFF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316C6-1FE9-4124-85A2-7B2807AA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259E1-5DDA-4CB5-85D5-7E2CF629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1229916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19AFD-F027-425B-92FB-F5BDEC76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66D64-A527-40DA-B32C-B89C5AAA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21E02-9702-4D07-828B-C5C88762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9CEA9-C0A8-4FFF-94CA-55FD5ABA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B628F-B3DB-4564-A829-59021EB8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Material Characterization and Instrumentation Techniques: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35206-D294-4970-85D7-7E4B8E93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Material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2FEB7-50BF-4126-8547-09149CFB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32758-1208-421C-8EC4-38C9CAA7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40E35-8226-40A4-90C7-9C7C4C62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14253675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CEA8A-0FDB-45F1-A267-415F80AE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AB065-C5F5-4120-865B-47EA654B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2DB67-EA61-4DB4-8897-D152C3BA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431A3-796C-4394-8EA8-3D9594CC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99705-6242-44BC-922B-3361128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Quantum confinement in 0, 1, 2 and 3 Dimension (Qualitative)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Density of states expressions and graphical representation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Optical properties due to quantum confinement, blue shift, absorption, florescence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Quantum tunnelling Instrumentation Techniques: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888BD-BE58-44C1-A64C-8B154134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F7AA0-BFD5-4069-828F-11C12A4D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5F181-3B41-4980-A844-CCAA1308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9E40D-3CA8-4E25-9ABE-5CEEBABD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18562643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1B975C-A0AB-495F-A267-1AFAF412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62F26-E676-48DA-99AD-3ACE14BA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5889A-624E-405E-AEE9-911338E1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B1E42-6222-4D53-8030-75330CC2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43F5C-54D9-4554-825C-0A9F6DD3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44E5C-FF06-49E7-914F-42EA1438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4C231-3A32-4A39-9395-77B321CB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Material Characterization and Instrumentation Techniques: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4CA54-31E0-41A7-8C65-4FF64EF4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31D6F-4C2E-4F16-B570-F105D960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5E69D4-52B0-494E-BFAE-137A2BF7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Materials Properties: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EC00C-3057-4D82-8C29-B658AE31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B9EAD-EFA2-44BC-A55A-662AEE26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A3013-E3A4-4CEB-A947-5F4B7726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Wave particle dualism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D2AB7D-AC9D-49C3-9F6B-E4A840B0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64CEC-F5DC-4E75-A37A-D2B1C38D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2A6A4-E7D7-44E6-887D-E38F9B7C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Schrodinger equation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4CFD41-D819-4501-8061-0DD24F69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64956-5583-496C-B81C-4D621DC8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F28382-86D1-4427-B7A8-A67F22EE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Interpretation of wave function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9BA58-28B4-45BB-B8F7-88331D72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8CBBC5-5BBF-4ADB-9019-D53C6F02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0306EB-7581-47DF-A16B-8E200505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Particle in an infinite 1D potential well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580C1B-24EC-4D8F-8282-B999D9DF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7675E8-5E5D-4CC5-B9DF-E5ABE380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B40018-02FF-4DDA-A3ED-E3972F5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Quantum confinement in 0, 1, 2 and 3 Dimension (Qualitative)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14A3F2-C62C-4CE8-8C77-0EDF0FEB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B2BA69-BD06-443D-81D9-E8EF3B4B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4D4828-29BD-48E7-BCB4-5326D5FF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326651-D063-4CB5-B9FD-1649ED30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3360999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BD5FB-9841-4D52-9926-96B274EC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02735-B4A0-417C-9CDB-BCAF7E03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3F8E6-6B4C-4965-8C67-37FE88BC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B0E19-67DE-45DE-ACA5-7BB0C70B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Material, Characterization, Instrumentation, Techniques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4F504-7DB8-44CF-A4C4-33AC3EF4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136E0-C4D4-499D-80D9-45A2AC71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ED90F-DE21-4F38-B290-8D93A1BD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0F77C-FC0D-4E49-98A3-2300D8B4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83783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2026-08-24T06:38:54.1260000Z</dcterms:created>
  <dcterms:modified xsi:type="dcterms:W3CDTF">2026-08-24T06:38:54.1260000Z</dcterms:modified>
</coreProperties>
</file>