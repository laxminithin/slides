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dd9283a594229" /><Relationship Type="http://schemas.openxmlformats.org/officeDocument/2006/relationships/extended-properties" Target="/docProps/app.xml" Id="Rf150f4564e2f45f4" /><Relationship Type="http://schemas.openxmlformats.org/officeDocument/2006/relationships/officeDocument" Target="/ppt/presentation.xml" Id="Rec911f8fcbeb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019931a5743fc"/>
  </p:sldMasterIdLst>
  <p:notesMasterIdLst>
    <p:notesMasterId xmlns:r="http://schemas.openxmlformats.org/officeDocument/2006/relationships" r:id="Rc39517e09ea84755"/>
  </p:notesMasterIdLst>
  <p:sldIdLst>
    <p:sldId xmlns:r="http://schemas.openxmlformats.org/officeDocument/2006/relationships" id="256" r:id="Rf546c1e61b6f4828"/>
    <p:sldId xmlns:r="http://schemas.openxmlformats.org/officeDocument/2006/relationships" id="257" r:id="R81b024f8bfed4aa2"/>
    <p:sldId xmlns:r="http://schemas.openxmlformats.org/officeDocument/2006/relationships" id="258" r:id="R1ff22d1c1cd14c0c"/>
    <p:sldId xmlns:r="http://schemas.openxmlformats.org/officeDocument/2006/relationships" id="259" r:id="R82d9e6529ae44d00"/>
    <p:sldId xmlns:r="http://schemas.openxmlformats.org/officeDocument/2006/relationships" id="260" r:id="Rffa5e9137f534282"/>
    <p:sldId xmlns:r="http://schemas.openxmlformats.org/officeDocument/2006/relationships" id="261" r:id="R39608424fd79448e"/>
    <p:sldId xmlns:r="http://schemas.openxmlformats.org/officeDocument/2006/relationships" id="262" r:id="R4ab8a8c107d34fe0"/>
    <p:sldId xmlns:r="http://schemas.openxmlformats.org/officeDocument/2006/relationships" id="263" r:id="R8ffb08bde27e42dd"/>
    <p:sldId xmlns:r="http://schemas.openxmlformats.org/officeDocument/2006/relationships" id="264" r:id="R2b1bac9a0df14f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612a65edad473d" /><Relationship Type="http://schemas.openxmlformats.org/officeDocument/2006/relationships/slideMaster" Target="/ppt/slideMasters/slideMaster1.xml" Id="Ra3a019931a5743fc" /><Relationship Type="http://schemas.openxmlformats.org/officeDocument/2006/relationships/notesMaster" Target="/ppt/notesMasters/notesMaster1.xml" Id="Rc39517e09ea84755" /><Relationship Type="http://schemas.openxmlformats.org/officeDocument/2006/relationships/presProps" Target="/ppt/presProps.xml" Id="R36c2271377f1466a" /><Relationship Type="http://schemas.openxmlformats.org/officeDocument/2006/relationships/tableStyles" Target="/ppt/tableStyles.xml" Id="R6f69a146453f4d8c" /><Relationship Type="http://schemas.openxmlformats.org/officeDocument/2006/relationships/slide" Target="/ppt/slides/slide1.xml" Id="Rf546c1e61b6f4828" /><Relationship Type="http://schemas.openxmlformats.org/officeDocument/2006/relationships/slide" Target="/ppt/slides/slide2.xml" Id="R81b024f8bfed4aa2" /><Relationship Type="http://schemas.openxmlformats.org/officeDocument/2006/relationships/slide" Target="/ppt/slides/slide3.xml" Id="R1ff22d1c1cd14c0c" /><Relationship Type="http://schemas.openxmlformats.org/officeDocument/2006/relationships/slide" Target="/ppt/slides/slide4.xml" Id="R82d9e6529ae44d00" /><Relationship Type="http://schemas.openxmlformats.org/officeDocument/2006/relationships/slide" Target="/ppt/slides/slide5.xml" Id="Rffa5e9137f534282" /><Relationship Type="http://schemas.openxmlformats.org/officeDocument/2006/relationships/slide" Target="/ppt/slides/slide6.xml" Id="R39608424fd79448e" /><Relationship Type="http://schemas.openxmlformats.org/officeDocument/2006/relationships/slide" Target="/ppt/slides/slide7.xml" Id="R4ab8a8c107d34fe0" /><Relationship Type="http://schemas.openxmlformats.org/officeDocument/2006/relationships/slide" Target="/ppt/slides/slide8.xml" Id="R8ffb08bde27e42dd" /><Relationship Type="http://schemas.openxmlformats.org/officeDocument/2006/relationships/slide" Target="/ppt/slides/slide9.xml" Id="R2b1bac9a0df1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4c101a71d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c14c57a4a44a61" /><Relationship Type="http://schemas.openxmlformats.org/officeDocument/2006/relationships/notesMaster" Target="/ppt/notesMasters/notesMaster1.xml" Id="R2ac324c1decc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bf922c0b944e06" /><Relationship Type="http://schemas.openxmlformats.org/officeDocument/2006/relationships/notesMaster" Target="/ppt/notesMasters/notesMaster1.xml" Id="Re13c13b2f24e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7c261fad84f71" /><Relationship Type="http://schemas.openxmlformats.org/officeDocument/2006/relationships/notesMaster" Target="/ppt/notesMasters/notesMaster1.xml" Id="Ree46fd7535a8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33de9d6786493d" /><Relationship Type="http://schemas.openxmlformats.org/officeDocument/2006/relationships/notesMaster" Target="/ppt/notesMasters/notesMaster1.xml" Id="R1ece0261417e41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6839bf8ec49b7" /><Relationship Type="http://schemas.openxmlformats.org/officeDocument/2006/relationships/notesMaster" Target="/ppt/notesMasters/notesMaster1.xml" Id="R56b4dc7dce40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a7e0c530e4cbf" /><Relationship Type="http://schemas.openxmlformats.org/officeDocument/2006/relationships/notesMaster" Target="/ppt/notesMasters/notesMaster1.xml" Id="R808a35211605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1bdf366a8c474a" /><Relationship Type="http://schemas.openxmlformats.org/officeDocument/2006/relationships/notesMaster" Target="/ppt/notesMasters/notesMaster1.xml" Id="Re4b8366a8e3d4e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e0ecd5418429d" /><Relationship Type="http://schemas.openxmlformats.org/officeDocument/2006/relationships/notesMaster" Target="/ppt/notesMasters/notesMaster1.xml" Id="Ra0471880753145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078264587f4038" /><Relationship Type="http://schemas.openxmlformats.org/officeDocument/2006/relationships/notesMaster" Target="/ppt/notesMasters/notesMaster1.xml" Id="Racd757e52cb2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da6b0c998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fd75043b0b47ad" /><Relationship Type="http://schemas.openxmlformats.org/officeDocument/2006/relationships/slideLayout" Target="/ppt/slideLayouts/slideLayout1.xml" Id="R46028209f8244b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28209f8244b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2b98a7f284f85" /><Relationship Type="http://schemas.openxmlformats.org/officeDocument/2006/relationships/notesSlide" Target="/ppt/notesSlides/notesSlide1.xml" Id="R25cc197579d34e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8b333a8e4888" /><Relationship Type="http://schemas.openxmlformats.org/officeDocument/2006/relationships/notesSlide" Target="/ppt/notesSlides/notesSlide2.xml" Id="R4c6ce33d6590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cfe9fbd89436f" /><Relationship Type="http://schemas.openxmlformats.org/officeDocument/2006/relationships/notesSlide" Target="/ppt/notesSlides/notesSlide3.xml" Id="R763356c2b82d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2f74f22a242c4" /><Relationship Type="http://schemas.openxmlformats.org/officeDocument/2006/relationships/notesSlide" Target="/ppt/notesSlides/notesSlide4.xml" Id="R3a50542a3465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5ca5cc58c4ab9" /><Relationship Type="http://schemas.openxmlformats.org/officeDocument/2006/relationships/notesSlide" Target="/ppt/notesSlides/notesSlide5.xml" Id="Rc8710540eec8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bfbb417714c15" /><Relationship Type="http://schemas.openxmlformats.org/officeDocument/2006/relationships/notesSlide" Target="/ppt/notesSlides/notesSlide6.xml" Id="R029e5a09b38c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87443863d45df" /><Relationship Type="http://schemas.openxmlformats.org/officeDocument/2006/relationships/notesSlide" Target="/ppt/notesSlides/notesSlide7.xml" Id="Rca2903dcafdc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009e2e46483e" /><Relationship Type="http://schemas.openxmlformats.org/officeDocument/2006/relationships/notesSlide" Target="/ppt/notesSlides/notesSlide8.xml" Id="Rfb851ee378b946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33fce3514cc1" /><Relationship Type="http://schemas.openxmlformats.org/officeDocument/2006/relationships/notesSlide" Target="/ppt/notesSlides/notesSlide9.xml" Id="R895865190c8046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DCB3A-E985-4D07-A904-007D66D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1871F-D58B-4375-AE69-70B17BD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Thermoelectric materials and devices: Thermo emf and thermo current, Seeb eck effect, Peltier effect, Seeback and Peltie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CDF06-138D-427E-BCB1-BB4AEE9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ED381-EB07-4F9B-B25A-6FB2115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1C30-5CA7-48FA-B68E-A5D5C6F0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13658-649B-4616-8B55-C26288D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7576C-9736-4066-9DE1-8AED122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9A8D0-BF0C-42CF-A413-B150E83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AA948-B83B-4B6B-AC14-01D6AF2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5DC66-C337-4BF1-AD32-E1595FB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E26D0-2100-4C5B-B610-AD54C4E3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A803D-5560-4D37-9914-224AAC4F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1B6A5-AF35-46A2-9CE5-38E86208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73780-EC47-468E-B158-1A62DE75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C8226-E5BA-44B3-99BD-66145F2D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76475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1858B-FDFD-4C74-8582-455683CD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D4AD8-0F05-44EC-8497-07640C2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23BE9-F132-4C53-9807-17904FA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BBBE-E27C-4AA1-816E-9E16537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7F4D1-FE42-41EF-969F-4DD6AD4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5A2F7-6534-4BEE-A0D3-EF887B4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11A5E-E040-47FE-AEDC-FC710269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E08F1-B08A-44DA-AE30-9874BB4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22D26-E7AC-44E4-9D08-146222C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F9042-FFDB-480E-8A6B-8BD6B71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8AA79-5CD9-4804-934B-8F10A6D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BFC7A-5F32-467C-97A1-3821B470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178FB-71D2-42E4-91BF-189F15C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Thermoelectric materials and devices: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 emf and thermo current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Seeb eck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Peltier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Seeback and Peltier coefficients, figure of merit (Mention Expression), laws of thermoelectricity.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222A9-40EE-4A33-9ED2-1B25EC9A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6559F-D085-46E3-AA82-EB9602F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565881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A9CFB-AF1C-477A-8E5F-8352DCA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D37F1-3A8A-458C-BE57-E7AA1181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01DC3-403C-4752-972B-E9F5E3E6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E182A-F923-462A-B2CF-2771F84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Thermoelectric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B0CF3-2D2A-45B0-9CA6-244FFBD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74F44-CEE3-4DA7-B6E2-A236558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B85A-E050-43FE-B102-6CAC4D0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84C3E-08B1-4AAB-9186-3F1D2AB3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03D60-4016-4F8B-B969-B2A88B83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24659-E94A-44E7-AFCA-9E5E190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 for thermo emf in terms of T 1 and T2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 couples, thermopile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and working of thermoelectric generators (TEG) and Thermoelectric coolers (TEC), low, mid and high temperature thermoelectric materials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17CA4-4959-479B-906C-1DBD11D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C23D1-CE5C-425B-A567-9F3E33EE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444915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E5266-202A-484F-B91F-FCAF809B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9CFCB-E626-4669-9B2C-004E0EF5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9B6B2-A076-4F7F-BA56-C0FBF51C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43FC0-E672-4286-BAA4-EB68C295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Thermoelectric materials and devices: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 emf and thermo current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Seeb eck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Peltier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Seeback and Peltier coefficients, figure of merit (Mention Expression), laws of thermoelectricity.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for thermo emf in terms of T 1 and T2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2318A-7B1A-402E-ADBD-E91C3C4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71C59-45F3-478A-A067-9A11B40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AD2E1-87B6-4225-8D5A-6B518F3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D833B-1438-46B3-BBB9-2594645E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D994D-3388-4165-9496-DF7C70B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E8173-B9F9-41D2-8B96-B3975A2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5F78E-C0F5-4B23-85B0-26954EA5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7AD27-47B4-49D2-8F21-53C90E02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F39BD-8007-4029-8A01-9447E50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4BF5B-600A-4F63-A867-F5E5668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2A37-BDBA-4403-BE68-6EAD25C5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1B42C-013D-44BD-A88E-F0190843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DF671-EE1E-484F-9936-9E52A07F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CCA18-AF73-42FA-AEF4-9C2A8BD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479096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625F6-DF5F-4350-8C42-9CD84ED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4C79-1318-47E0-A705-3060E759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2C9E-308B-447E-89E8-DFBB55E2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F1CBF-4A2E-4048-9788-F119EAA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0FBD0-0E99-42E8-B9FC-860CD08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A6B22-5744-4145-AC1D-45A3CBC1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9FF04-ED2E-40FF-A632-C5B4391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6B481-9569-4D24-BEA3-1A39B64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04D29-3388-4840-81C9-991E645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938AA-56C7-481B-B6E1-6DA024C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2E07F-C1C3-48E8-99CF-D8333E67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25636-B573-41E6-823D-FE625069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EE2EC-832D-4A00-8EFB-34C5C45A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510DB-1A00-45AD-B728-01D06B6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3A2AF-490D-4193-8C37-B6B0D32D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674731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ECE96-8A20-446D-AB63-E560047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9C432-20E1-4C52-816A-D2346869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93286-AA0F-4B59-B9AB-7434C7E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55AA-1F6B-41EC-AA71-15A1C25C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294D-0B3B-43D3-8426-99FD4037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Thermoelectric materials and devices: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79993-1B8E-4505-B11C-64AFED8D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Thermoelectric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8B49B-11E7-4EE7-8A08-DE750120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7969-9A8C-4DB7-A8D2-6E010B4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2C40F-3C8C-4D7D-8F9C-D7A65C8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759461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1DC5D-0491-44B6-9BB2-CFDDEFD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03104-37AA-486E-BC64-9626BC80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E146-634D-461C-9B96-A5081536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716A4-8F8D-49D4-8BA1-13FCB38F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C9B65-6256-4536-BA5E-05E1F0E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 couples, thermopile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and working of thermoelectric generators (TEG) and Thermoelectric coolers (TEC), low, mid and high temperature thermoelectric materials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Exhaust of automobiles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8955E-BDEF-4CAE-9BD0-547A2A2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A218E-0F4C-48F9-AC14-D7BDDCD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D3F2C-933B-4113-A6E9-AD43C7E0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D2FA7-0960-4C0F-8308-27267DF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434965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E9DF2-33B7-4006-A6EB-1969A8E7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B969C-7DAB-46B7-85CE-A788611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1C8E9-DBBC-42FE-8ACD-20818B6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36D9-C242-49A4-8E42-E8787910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59724-E60A-4161-8B5E-9F783BDD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67396-3DEE-4792-A30D-919BCD1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4CCB5-B81E-4776-AF9F-DBD1A332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Thermoelectric materials and devices: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BA6BD-A3F1-4265-A674-99F9876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A9D45-49CC-438B-A0E3-409B82D7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1A899-C9A4-4823-82C7-150EC3B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 emf and thermo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84F9C-7A03-4851-9B6B-636558C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B4ADD-E602-4241-B96D-3C37E69A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707B8-DE30-4632-9110-F08A354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Seeb eck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D3165-6F9B-4DCF-8F6B-8ED24499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37901-378B-4A28-8586-85E2394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31D16-7DA8-4624-89A6-F56EC9B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Peltier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E5634-AD94-44EA-8C9C-0972CEC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001BB-11BC-4D76-A2B0-4F890B3E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55DC2-5338-403B-A15B-A2B602EA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Seeback and Peltier coefficients, figure of merit (Mention Expression), laws of thermoelectrici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175BB-7967-4411-A772-E88C604C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F631B-1220-4C0C-963F-F236BA7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B4180-DE82-42F5-9086-CEC17886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Expression for thermo emf in terms of T 1 and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B0AB2-544E-4CC4-87E6-5D7557E8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95F46F-8AB5-4F94-B16A-52E639D6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A5E87-544E-48F0-8DCC-AA4571D0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 couples, thermopile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75207-D11E-407C-895E-AAFFA19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83D65-6848-4521-9A37-04B37718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5CF8A-345C-4518-BF93-1918FC99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5DAA4-0D70-4E45-A42E-33D00FE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224214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1A0B5-EF21-4222-9315-53516D0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EACFE-30D5-43B5-B279-3C9C40F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41EAD-0F6C-45D4-BD1D-1DACE692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65BCA-DBB0-484A-894F-EEA0A83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Thermoelectric, materials, devices, Thermo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4AE0F-5647-4FDB-A813-C9FFD881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3BA6-6B6F-427D-8BE5-25147DB4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F5801-DDBC-4AA5-A8AE-8D5A377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18167-A822-4A8D-9973-3962B855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565640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2026-08-24T06:38:54.0070000Z</dcterms:created>
  <dcterms:modified xsi:type="dcterms:W3CDTF">2026-08-24T06:38:54.0070000Z</dcterms:modified>
</coreProperties>
</file>