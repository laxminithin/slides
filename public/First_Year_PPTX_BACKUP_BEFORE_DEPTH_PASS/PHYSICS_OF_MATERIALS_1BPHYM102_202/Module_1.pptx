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f65a8d6a1f4e7c" /><Relationship Type="http://schemas.openxmlformats.org/officeDocument/2006/relationships/extended-properties" Target="/docProps/app.xml" Id="Rfd2d862121f14253" /><Relationship Type="http://schemas.openxmlformats.org/officeDocument/2006/relationships/officeDocument" Target="/ppt/presentation.xml" Id="R56f24e42f82c42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b2d3f7b5ed4be0"/>
  </p:sldMasterIdLst>
  <p:notesMasterIdLst>
    <p:notesMasterId xmlns:r="http://schemas.openxmlformats.org/officeDocument/2006/relationships" r:id="R97cef95984e048ab"/>
  </p:notesMasterIdLst>
  <p:sldIdLst>
    <p:sldId xmlns:r="http://schemas.openxmlformats.org/officeDocument/2006/relationships" id="256" r:id="R8089088f22d94f2f"/>
    <p:sldId xmlns:r="http://schemas.openxmlformats.org/officeDocument/2006/relationships" id="257" r:id="Reebf742672514ecd"/>
    <p:sldId xmlns:r="http://schemas.openxmlformats.org/officeDocument/2006/relationships" id="258" r:id="R30bbd05d036c49aa"/>
    <p:sldId xmlns:r="http://schemas.openxmlformats.org/officeDocument/2006/relationships" id="259" r:id="R4eca762b2bdb472c"/>
    <p:sldId xmlns:r="http://schemas.openxmlformats.org/officeDocument/2006/relationships" id="260" r:id="Rcca4153b7f7d4a81"/>
    <p:sldId xmlns:r="http://schemas.openxmlformats.org/officeDocument/2006/relationships" id="261" r:id="R71b7556e71da401e"/>
    <p:sldId xmlns:r="http://schemas.openxmlformats.org/officeDocument/2006/relationships" id="262" r:id="Ra0990db9698843fe"/>
    <p:sldId xmlns:r="http://schemas.openxmlformats.org/officeDocument/2006/relationships" id="263" r:id="Rba1b81a4d3e14f30"/>
    <p:sldId xmlns:r="http://schemas.openxmlformats.org/officeDocument/2006/relationships" id="264" r:id="Reee09c65692844b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bb16349c0f4bf7" /><Relationship Type="http://schemas.openxmlformats.org/officeDocument/2006/relationships/slideMaster" Target="/ppt/slideMasters/slideMaster1.xml" Id="Rbcb2d3f7b5ed4be0" /><Relationship Type="http://schemas.openxmlformats.org/officeDocument/2006/relationships/notesMaster" Target="/ppt/notesMasters/notesMaster1.xml" Id="R97cef95984e048ab" /><Relationship Type="http://schemas.openxmlformats.org/officeDocument/2006/relationships/presProps" Target="/ppt/presProps.xml" Id="Rcf7bd2a1f83042e3" /><Relationship Type="http://schemas.openxmlformats.org/officeDocument/2006/relationships/tableStyles" Target="/ppt/tableStyles.xml" Id="R3ddda14fda724157" /><Relationship Type="http://schemas.openxmlformats.org/officeDocument/2006/relationships/slide" Target="/ppt/slides/slide1.xml" Id="R8089088f22d94f2f" /><Relationship Type="http://schemas.openxmlformats.org/officeDocument/2006/relationships/slide" Target="/ppt/slides/slide2.xml" Id="Reebf742672514ecd" /><Relationship Type="http://schemas.openxmlformats.org/officeDocument/2006/relationships/slide" Target="/ppt/slides/slide3.xml" Id="R30bbd05d036c49aa" /><Relationship Type="http://schemas.openxmlformats.org/officeDocument/2006/relationships/slide" Target="/ppt/slides/slide4.xml" Id="R4eca762b2bdb472c" /><Relationship Type="http://schemas.openxmlformats.org/officeDocument/2006/relationships/slide" Target="/ppt/slides/slide5.xml" Id="Rcca4153b7f7d4a81" /><Relationship Type="http://schemas.openxmlformats.org/officeDocument/2006/relationships/slide" Target="/ppt/slides/slide6.xml" Id="R71b7556e71da401e" /><Relationship Type="http://schemas.openxmlformats.org/officeDocument/2006/relationships/slide" Target="/ppt/slides/slide7.xml" Id="Ra0990db9698843fe" /><Relationship Type="http://schemas.openxmlformats.org/officeDocument/2006/relationships/slide" Target="/ppt/slides/slide8.xml" Id="Rba1b81a4d3e14f30" /><Relationship Type="http://schemas.openxmlformats.org/officeDocument/2006/relationships/slide" Target="/ppt/slides/slide9.xml" Id="Reee09c65692844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668bebb4f084c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72bb1e98ca4b4b" /><Relationship Type="http://schemas.openxmlformats.org/officeDocument/2006/relationships/notesMaster" Target="/ppt/notesMasters/notesMaster1.xml" Id="R554920dd749748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13394fb43e41ac" /><Relationship Type="http://schemas.openxmlformats.org/officeDocument/2006/relationships/notesMaster" Target="/ppt/notesMasters/notesMaster1.xml" Id="Rf83d5abcf5aa47e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001f16eced41f1" /><Relationship Type="http://schemas.openxmlformats.org/officeDocument/2006/relationships/notesMaster" Target="/ppt/notesMasters/notesMaster1.xml" Id="Rae4a32589e3b480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e1ad8de4dc4fc1" /><Relationship Type="http://schemas.openxmlformats.org/officeDocument/2006/relationships/notesMaster" Target="/ppt/notesMasters/notesMaster1.xml" Id="R9d4020b480f543e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71a54aea3e74c16" /><Relationship Type="http://schemas.openxmlformats.org/officeDocument/2006/relationships/notesMaster" Target="/ppt/notesMasters/notesMaster1.xml" Id="Ra0c5073f8b2542d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4dd8f9ff62a47cd" /><Relationship Type="http://schemas.openxmlformats.org/officeDocument/2006/relationships/notesMaster" Target="/ppt/notesMasters/notesMaster1.xml" Id="R1e52eebe36284fe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0bf42d20a784e4b" /><Relationship Type="http://schemas.openxmlformats.org/officeDocument/2006/relationships/notesMaster" Target="/ppt/notesMasters/notesMaster1.xml" Id="R86a5dc3a7097439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42755b255a2437f" /><Relationship Type="http://schemas.openxmlformats.org/officeDocument/2006/relationships/notesMaster" Target="/ppt/notesMasters/notesMaster1.xml" Id="R52ab12c20cdd486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432b565245248d9" /><Relationship Type="http://schemas.openxmlformats.org/officeDocument/2006/relationships/notesMaster" Target="/ppt/notesMasters/notesMaster1.xml" Id="R3485f8d8117e4f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5b0e58b225474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2c765d935140cc" /><Relationship Type="http://schemas.openxmlformats.org/officeDocument/2006/relationships/slideLayout" Target="/ppt/slideLayouts/slideLayout1.xml" Id="R853009b8a56b4ba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3009b8a56b4ba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ec401318bb411a" /><Relationship Type="http://schemas.openxmlformats.org/officeDocument/2006/relationships/notesSlide" Target="/ppt/notesSlides/notesSlide1.xml" Id="Re34c4ad2d2ca40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e5f957fb024dae" /><Relationship Type="http://schemas.openxmlformats.org/officeDocument/2006/relationships/notesSlide" Target="/ppt/notesSlides/notesSlide2.xml" Id="R57f0bb00c46240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05badc07b54d8c" /><Relationship Type="http://schemas.openxmlformats.org/officeDocument/2006/relationships/notesSlide" Target="/ppt/notesSlides/notesSlide3.xml" Id="R368e7482ba2b41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69aeaedd774152" /><Relationship Type="http://schemas.openxmlformats.org/officeDocument/2006/relationships/notesSlide" Target="/ppt/notesSlides/notesSlide4.xml" Id="R2d515bafde914b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11d5e02f8548ea" /><Relationship Type="http://schemas.openxmlformats.org/officeDocument/2006/relationships/notesSlide" Target="/ppt/notesSlides/notesSlide5.xml" Id="Reefa2b01afb545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3c77e90b2446f0" /><Relationship Type="http://schemas.openxmlformats.org/officeDocument/2006/relationships/notesSlide" Target="/ppt/notesSlides/notesSlide6.xml" Id="R936e69ae05b549e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fbbd042f6640dc" /><Relationship Type="http://schemas.openxmlformats.org/officeDocument/2006/relationships/notesSlide" Target="/ppt/notesSlides/notesSlide7.xml" Id="R4d131e44651e4d2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df2bfaae854805" /><Relationship Type="http://schemas.openxmlformats.org/officeDocument/2006/relationships/notesSlide" Target="/ppt/notesSlides/notesSlide8.xml" Id="Rb1e36f3c5ef94e5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24c71024c44b45" /><Relationship Type="http://schemas.openxmlformats.org/officeDocument/2006/relationships/notesSlide" Target="/ppt/notesSlides/notesSlide9.xml" Id="R111c4802c94a441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01DC13-6D58-4319-89DA-B5F53CA2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67F1A8-878B-44E9-8545-FAC65A53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Oscillations: Simple harmonic motion (SHM), Differential equation for SHM, Spri ngs: Stiffness factor and its physical 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E15CE9-1492-43FA-B7BA-755C8E18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PHYSICS OF MATERIALS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1BPHYM102/202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physics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110AB4-7DC0-4B47-B02B-E7426832F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31BCAB-6170-4B38-9212-A3A1196E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9EECBF-5DAF-4F40-9811-3573F3920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004211-1497-4F5B-B6C9-DB266806C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09CA0D-223B-45FE-98A3-6D4CA066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582AE4-4131-4CC0-B6F3-F754B64F6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4EDC24-685C-48D9-AAB2-594DB7CCF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EF1857-1E6D-497D-9954-A54F7799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85A3F0-F3FE-494B-9549-6A402FA9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33E18C-4C91-4D67-A5C8-45A87330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976E58-4C1C-4F5A-8CF3-7E60B63E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OF MATERIALS | 1BPHYM102/202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FA7C7A-2FF5-48B2-8AA7-93AED175A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1/9</a:t>
            </a:r>
          </a:p>
        </p:txBody>
      </p:sp>
    </p:spTree>
    <p:extLst>
      <p:ext uri="{BB962C8B-B14F-4D97-AF65-F5344CB8AC3E}">
        <p14:creationId xmlns:p14="http://schemas.microsoft.com/office/powerpoint/2010/main" val="18408232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966904-DC80-4AAC-9A70-06CC0D9DF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5BF892-56B9-4013-91D8-E15CC4DC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AB1E82-1723-414E-B0CB-56EF9255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4AA60B-A7D3-4BEB-AB52-14A6A866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E9132F-9B0D-42D7-9185-D994EB1E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8333F3-92B5-44A9-A5AB-88730896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681E8D-B45E-40B3-8AD2-6C0121CA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C3B214-3757-47F3-835C-9DD5898A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9C95F6-6AAF-4C2E-8396-0A9AB1AF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81FC70-B56B-4F56-B635-D55D0C16C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68E076-1B13-4144-8708-7F75CEDFC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6CF43F-0D3E-4252-991B-048E44B2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C0BB61-EDAB-4F66-9FE0-53AFF9BC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Oscillations: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Simple harmonic motion (SHM)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Differential equation for SHM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Stiffness factor and its physical significance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Series and Parallel combination of springs (Derivation)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43D72B-FBDB-46B3-8695-440BA366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OF MATERIALS | 1BPHYM102/202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7C3DAB-0CEC-4CA2-80E0-64BFE353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2/9</a:t>
            </a:r>
          </a:p>
        </p:txBody>
      </p:sp>
    </p:spTree>
    <p:extLst>
      <p:ext uri="{BB962C8B-B14F-4D97-AF65-F5344CB8AC3E}">
        <p14:creationId xmlns:p14="http://schemas.microsoft.com/office/powerpoint/2010/main" val="15894438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200E86-4251-4022-A18F-64671B4D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0D7094-14BC-4F4E-B224-76DAD3A22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DC1574-17F6-4B6D-AACF-24501F22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84789C-E37E-4033-81B9-C353CC89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Oscillations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32859E-A027-4D0E-BC60-1D4F54DEF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Simple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32B5F2-8134-428D-954F-EDABE1FB3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harmonic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A1D749-FBA7-4D8D-9445-99256545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motion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C02882-A81E-479A-8816-1CB9C9479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Differential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9EA801-D115-4241-9653-6064887B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equation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0472A1-94ED-40CC-B1A8-7E7A5754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Types of springs and their applications.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Theory of damped oscillations (Qualitative)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Types of damping (Graphical Approach).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Engineering applications of damped oscillations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632B09-12BF-47E6-AB0E-CEA40FD3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OF MATERIALS | 1BPHYM102/202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834981-DD10-4F30-A2C6-C44DAA743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3/9</a:t>
            </a:r>
          </a:p>
        </p:txBody>
      </p:sp>
    </p:spTree>
    <p:extLst>
      <p:ext uri="{BB962C8B-B14F-4D97-AF65-F5344CB8AC3E}">
        <p14:creationId xmlns:p14="http://schemas.microsoft.com/office/powerpoint/2010/main" val="20385888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A3218C-72CE-47A1-A541-966E5BF5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8B2D08-06DC-4764-97FE-5C7013B5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C7D73E-F855-47D5-91E7-EB3213ACF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F97563-ABFB-4465-9BE4-9863AA4C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Oscillations: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Simple harmonic motion (SHM)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Differential equation for SHM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Stiffness factor and its physical significance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Series and Parallel combination of springs (Derivation)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Types of springs and their applications.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27DB5B-3787-46BB-B228-316BCF48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90D6D2-2454-44D9-91AD-7853D160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54821C-F24B-458C-BCD0-C879829B5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D38341-7F4B-42F3-9747-AA23F42DD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2D224C-BA5A-4B11-840D-DCF4356E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528B00-5336-4205-A5D9-89AF4B3C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9D8DB7-746A-4780-B03E-2F6C9043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22074C-CD8D-4FE6-BCEA-5D7DDAF4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EB5142-0581-4F35-A9DC-EFF80426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Graph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21B805-C85D-4B7D-9E61-FC449FE32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37E6F0-DFDD-44C2-9B63-28B026B81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D7C6A3-6568-4B29-9A4C-57FDA8F2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9052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Observe → model → calculate → interpret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9E490A-C4D2-4365-B703-281B992C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OF MATERIALS | 1BPHYM102/202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8A4395-A395-4C60-90D0-D4D507E9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4/9</a:t>
            </a:r>
          </a:p>
        </p:txBody>
      </p:sp>
    </p:spTree>
    <p:extLst>
      <p:ext uri="{BB962C8B-B14F-4D97-AF65-F5344CB8AC3E}">
        <p14:creationId xmlns:p14="http://schemas.microsoft.com/office/powerpoint/2010/main" val="9749450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40F8EB-5775-4647-893C-FD472258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8C4639-DF1B-4053-9047-4694FB06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F5EF66-08B4-42C0-AE94-29FB9987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8B14B6-3C4B-4050-A878-7DA716B54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168850-6383-46A9-A8E5-EA1BD5BDF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970C50-0BF6-47D1-B7ED-8A103840E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F88F8B-151F-448E-B492-3F79D6DF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170141-D9AE-455A-A9CB-A9F59EB2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E6617C-E3F5-4E8D-88D7-F598603E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781A2B-9F08-480C-97C6-1A860F34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BE42A5-7EC0-4BDF-92FF-502AB95BA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F85D66-5E4A-4BEC-9720-9653CA2D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EE9D00-2426-4665-9637-EA898B413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519688-B941-4682-8256-7C364EEFF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OF MATERIALS | 1BPHYM102/202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53A5FF-AA3B-4F42-B663-13C4BE91D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5/9</a:t>
            </a:r>
          </a:p>
        </p:txBody>
      </p:sp>
    </p:spTree>
    <p:extLst>
      <p:ext uri="{BB962C8B-B14F-4D97-AF65-F5344CB8AC3E}">
        <p14:creationId xmlns:p14="http://schemas.microsoft.com/office/powerpoint/2010/main" val="13517622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D15522-4C60-4DE6-A954-807C5B72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283CA7-4B58-427B-B30D-2914E61C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6EF86F-A0B6-4EA5-999A-61CF19B47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71573D-5897-418B-919B-027297759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D5ADB2-AFBC-43BD-BB23-ECE572902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Oscillations: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E5AD5B-64B8-4595-8FEA-26B12DAB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Oscillations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CC9E5B-7C20-4E0D-9A9E-DB98DA891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AF2025-C97E-463B-8D0C-ECC9CE8B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OF MATERIALS | 1BPHYM102/202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3BC0C3-F76F-418A-99E7-6298DB7C1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6/9</a:t>
            </a:r>
          </a:p>
        </p:txBody>
      </p:sp>
    </p:spTree>
    <p:extLst>
      <p:ext uri="{BB962C8B-B14F-4D97-AF65-F5344CB8AC3E}">
        <p14:creationId xmlns:p14="http://schemas.microsoft.com/office/powerpoint/2010/main" val="43701731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4FA534-142D-45E6-82EE-AE46B3B1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6F8AB0-CC13-4F48-B742-3E45E358E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8527F5-3DA1-4D7F-A185-C82187D6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C02716-1E4D-42B6-8763-A3BE6DA2C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A85FE4-0A09-491C-B381-9B71EBD8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Theory of damped oscillations (Qualitative)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Types of damping (Graphical Approach).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Engineering applications of damped oscillations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Theory of forced oscillations with derivation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71AB95-D5C0-4E15-ABEB-56AF3B73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3697BD-D594-4263-805E-856E2A28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B73093-B21C-44B6-9B5A-295522CC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OF MATERIALS | 1BPHYM102/202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05A1FB-C0FA-4F3B-B343-8AA71B3E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7/9</a:t>
            </a:r>
          </a:p>
        </p:txBody>
      </p:sp>
    </p:spTree>
    <p:extLst>
      <p:ext uri="{BB962C8B-B14F-4D97-AF65-F5344CB8AC3E}">
        <p14:creationId xmlns:p14="http://schemas.microsoft.com/office/powerpoint/2010/main" val="99035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ADC4EB-98FA-465D-A4E8-08A19D36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23F0B8-5A6F-4F6F-B47B-51E53CF0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D8ADD9-CF22-4063-86E2-BD14C699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ACBEFF-418B-4140-84E2-BB90F9F8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C251BE-BD3E-49E4-BF83-98665E9C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AC9B7C-CDEB-46B9-ABA4-0570FEA85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7E09AD-B724-4400-AA77-CE7C29CE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Oscillations: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D4B991-5266-4229-B593-1B00F595A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B67EF9-EEBF-4E91-A946-FC4D1B1B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37BCA7-9BFF-4174-A7F9-C0B3F86E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Simple harmonic motion (SHM)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1CFC17-E9E5-4572-95B2-402E9587A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A995FB-D46A-4B78-A2FC-0041380E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4D973C-5C2F-4C88-BB21-34DE8AF7A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Differential equation for SHM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1BC91E-DE11-4C47-874A-30C4EAFA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8B9FC1-D506-49FC-8912-E7D4CAADA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F9ECF7-F2DC-4136-B517-3767A53F7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Stiffness factor and its physical significance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228BE2-EAE2-4863-BBC2-85FE4D33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F759CF-8F40-4347-93C1-D7A55E1A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DCC94D-3772-48A2-BB80-F9A807C8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Series and Parallel combination of springs (Derivation)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6BE740-8036-4524-919F-F2FD21A46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EDE02D-B5C6-49AB-A9F6-6A8F3531B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86ECF5-82DF-4F9F-B23A-8107EF3A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Types of springs and their applications.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8E0DD2-708B-4206-8F95-8AC249F2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7D8A17-3C86-493D-BC8E-391EAE93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1068CB-B8F7-4D13-8C16-8A51D9B5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Theory of damped oscillations (Qualitative)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3CB0F1-1135-49C3-B797-C394282E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CEFE28-BB49-4CF0-9C3B-E5CE5B60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FC80FA-136E-4D84-8CDB-84F54EF72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OF MATERIALS | 1BPHYM102/202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865FF7-679B-4C23-9B02-B40C93E5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8/9</a:t>
            </a:r>
          </a:p>
        </p:txBody>
      </p:sp>
    </p:spTree>
    <p:extLst>
      <p:ext uri="{BB962C8B-B14F-4D97-AF65-F5344CB8AC3E}">
        <p14:creationId xmlns:p14="http://schemas.microsoft.com/office/powerpoint/2010/main" val="38822325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37200C-E437-4F3A-ADA9-509BE37F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1BPHYM102/202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FFAA91-EBA2-408E-9FC4-D5492020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146316-53D6-487D-A55E-2DB927B8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A276A5-40B9-407D-B25E-C857E2B20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Oscillations, Simple, harmonic, motion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750083-68C8-4CC9-80D2-BD4523955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79D3E2-8498-48A6-9426-F83084355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D3DEDA-0D8F-42C0-AD41-443C5008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PHYSICS OF MATERIALS | 1BPHYM102/202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47EC05-FABB-480E-B116-7829FB1C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9/9</a:t>
            </a:r>
          </a:p>
        </p:txBody>
      </p:sp>
    </p:spTree>
    <p:extLst>
      <p:ext uri="{BB962C8B-B14F-4D97-AF65-F5344CB8AC3E}">
        <p14:creationId xmlns:p14="http://schemas.microsoft.com/office/powerpoint/2010/main" val="7356378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2026-08-24T06:38:53.8930000Z</dcterms:created>
  <dcterms:modified xsi:type="dcterms:W3CDTF">2026-08-24T06:38:53.8930000Z</dcterms:modified>
</coreProperties>
</file>