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35c9333ab4833" /><Relationship Type="http://schemas.openxmlformats.org/officeDocument/2006/relationships/extended-properties" Target="/docProps/app.xml" Id="Ra8ac19e5d6fc4fcc" /><Relationship Type="http://schemas.openxmlformats.org/officeDocument/2006/relationships/officeDocument" Target="/ppt/presentation.xml" Id="Rded814bee4e0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b396ebabd34e81"/>
  </p:sldMasterIdLst>
  <p:notesMasterIdLst>
    <p:notesMasterId xmlns:r="http://schemas.openxmlformats.org/officeDocument/2006/relationships" r:id="R9dfd2393a2f649b5"/>
  </p:notesMasterIdLst>
  <p:sldIdLst>
    <p:sldId xmlns:r="http://schemas.openxmlformats.org/officeDocument/2006/relationships" id="256" r:id="Rb638d6027f2b4f51"/>
    <p:sldId xmlns:r="http://schemas.openxmlformats.org/officeDocument/2006/relationships" id="257" r:id="R7e28335278f742e3"/>
    <p:sldId xmlns:r="http://schemas.openxmlformats.org/officeDocument/2006/relationships" id="258" r:id="R1bedeebc0a5d4d09"/>
    <p:sldId xmlns:r="http://schemas.openxmlformats.org/officeDocument/2006/relationships" id="259" r:id="R81881ffaf4e44421"/>
    <p:sldId xmlns:r="http://schemas.openxmlformats.org/officeDocument/2006/relationships" id="260" r:id="R5021c80c322441a6"/>
    <p:sldId xmlns:r="http://schemas.openxmlformats.org/officeDocument/2006/relationships" id="261" r:id="Rac852a3812514236"/>
    <p:sldId xmlns:r="http://schemas.openxmlformats.org/officeDocument/2006/relationships" id="262" r:id="R9723139c88e24d5b"/>
    <p:sldId xmlns:r="http://schemas.openxmlformats.org/officeDocument/2006/relationships" id="263" r:id="R5d7d484d33054746"/>
    <p:sldId xmlns:r="http://schemas.openxmlformats.org/officeDocument/2006/relationships" id="264" r:id="Rf5b635d683bb4b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7ad2d926b74ddc" /><Relationship Type="http://schemas.openxmlformats.org/officeDocument/2006/relationships/slideMaster" Target="/ppt/slideMasters/slideMaster1.xml" Id="R19b396ebabd34e81" /><Relationship Type="http://schemas.openxmlformats.org/officeDocument/2006/relationships/notesMaster" Target="/ppt/notesMasters/notesMaster1.xml" Id="R9dfd2393a2f649b5" /><Relationship Type="http://schemas.openxmlformats.org/officeDocument/2006/relationships/presProps" Target="/ppt/presProps.xml" Id="R9afdf064e5a043c0" /><Relationship Type="http://schemas.openxmlformats.org/officeDocument/2006/relationships/tableStyles" Target="/ppt/tableStyles.xml" Id="Re50b925f7f6146fb" /><Relationship Type="http://schemas.openxmlformats.org/officeDocument/2006/relationships/slide" Target="/ppt/slides/slide1.xml" Id="Rb638d6027f2b4f51" /><Relationship Type="http://schemas.openxmlformats.org/officeDocument/2006/relationships/slide" Target="/ppt/slides/slide2.xml" Id="R7e28335278f742e3" /><Relationship Type="http://schemas.openxmlformats.org/officeDocument/2006/relationships/slide" Target="/ppt/slides/slide3.xml" Id="R1bedeebc0a5d4d09" /><Relationship Type="http://schemas.openxmlformats.org/officeDocument/2006/relationships/slide" Target="/ppt/slides/slide4.xml" Id="R81881ffaf4e44421" /><Relationship Type="http://schemas.openxmlformats.org/officeDocument/2006/relationships/slide" Target="/ppt/slides/slide5.xml" Id="R5021c80c322441a6" /><Relationship Type="http://schemas.openxmlformats.org/officeDocument/2006/relationships/slide" Target="/ppt/slides/slide6.xml" Id="Rac852a3812514236" /><Relationship Type="http://schemas.openxmlformats.org/officeDocument/2006/relationships/slide" Target="/ppt/slides/slide7.xml" Id="R9723139c88e24d5b" /><Relationship Type="http://schemas.openxmlformats.org/officeDocument/2006/relationships/slide" Target="/ppt/slides/slide8.xml" Id="R5d7d484d33054746" /><Relationship Type="http://schemas.openxmlformats.org/officeDocument/2006/relationships/slide" Target="/ppt/slides/slide9.xml" Id="Rf5b635d683bb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037cadb20e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270db9c4041e9" /><Relationship Type="http://schemas.openxmlformats.org/officeDocument/2006/relationships/notesMaster" Target="/ppt/notesMasters/notesMaster1.xml" Id="Rd7722f57189044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2655c566d04ceb" /><Relationship Type="http://schemas.openxmlformats.org/officeDocument/2006/relationships/notesMaster" Target="/ppt/notesMasters/notesMaster1.xml" Id="R7127e86d6a38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02ef3a0204457c" /><Relationship Type="http://schemas.openxmlformats.org/officeDocument/2006/relationships/notesMaster" Target="/ppt/notesMasters/notesMaster1.xml" Id="R1ea29312edd8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a59ca2d805490b" /><Relationship Type="http://schemas.openxmlformats.org/officeDocument/2006/relationships/notesMaster" Target="/ppt/notesMasters/notesMaster1.xml" Id="R82a1ceb094ae4d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9997c8b07a43cd" /><Relationship Type="http://schemas.openxmlformats.org/officeDocument/2006/relationships/notesMaster" Target="/ppt/notesMasters/notesMaster1.xml" Id="R04578df117cd4a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b5b5a9f9944120" /><Relationship Type="http://schemas.openxmlformats.org/officeDocument/2006/relationships/notesMaster" Target="/ppt/notesMasters/notesMaster1.xml" Id="R394f149c769a48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30f44473504837" /><Relationship Type="http://schemas.openxmlformats.org/officeDocument/2006/relationships/notesMaster" Target="/ppt/notesMasters/notesMaster1.xml" Id="Rd5228ca7bbee47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fee66817b74e1f" /><Relationship Type="http://schemas.openxmlformats.org/officeDocument/2006/relationships/notesMaster" Target="/ppt/notesMasters/notesMaster1.xml" Id="Ra31fa2ab6afb4e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88cd885b20431b" /><Relationship Type="http://schemas.openxmlformats.org/officeDocument/2006/relationships/notesMaster" Target="/ppt/notesMasters/notesMaster1.xml" Id="R9afe58138bd841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fae5ee5da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12d19781ad41ab" /><Relationship Type="http://schemas.openxmlformats.org/officeDocument/2006/relationships/slideLayout" Target="/ppt/slideLayouts/slideLayout1.xml" Id="Rfdf37cd7ed5f44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37cd7ed5f44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a1a58edfe40db" /><Relationship Type="http://schemas.openxmlformats.org/officeDocument/2006/relationships/notesSlide" Target="/ppt/notesSlides/notesSlide1.xml" Id="Rf7808c06af7847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8937bb4884b20" /><Relationship Type="http://schemas.openxmlformats.org/officeDocument/2006/relationships/notesSlide" Target="/ppt/notesSlides/notesSlide2.xml" Id="R7e8a41607641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9d23b5f0e4c75" /><Relationship Type="http://schemas.openxmlformats.org/officeDocument/2006/relationships/notesSlide" Target="/ppt/notesSlides/notesSlide3.xml" Id="R60720b0e7754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7d05802c84a7d" /><Relationship Type="http://schemas.openxmlformats.org/officeDocument/2006/relationships/notesSlide" Target="/ppt/notesSlides/notesSlide4.xml" Id="Rf011ba5ac9554d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8cf4ba13340ec" /><Relationship Type="http://schemas.openxmlformats.org/officeDocument/2006/relationships/notesSlide" Target="/ppt/notesSlides/notesSlide5.xml" Id="Rc3e197ee108b47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189490a5a41d6" /><Relationship Type="http://schemas.openxmlformats.org/officeDocument/2006/relationships/notesSlide" Target="/ppt/notesSlides/notesSlide6.xml" Id="R53bba6581fce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de33cd0c74a0a" /><Relationship Type="http://schemas.openxmlformats.org/officeDocument/2006/relationships/notesSlide" Target="/ppt/notesSlides/notesSlide7.xml" Id="R05d416f06c634c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c67799ca94839" /><Relationship Type="http://schemas.openxmlformats.org/officeDocument/2006/relationships/notesSlide" Target="/ppt/notesSlides/notesSlide8.xml" Id="R724261d0e7fb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390de1e064e81" /><Relationship Type="http://schemas.openxmlformats.org/officeDocument/2006/relationships/notesSlide" Target="/ppt/notesSlides/notesSlide9.xml" Id="Rcaf376b9384c46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8C4D5-6812-42B3-A74D-D966A08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64E35-140A-49DF-AB10-B29515F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Console I/O: Reading and Writing Characters, Reading and Writing Strings, Formatted Console I/O, printf(), scanf(). Stat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F9B85-D6F9-4BC4-908F-5A6D28B0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1B099-0594-4309-9702-56B80367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52291-BAE9-44CF-A771-3A07BA1A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D79CC-07EA-42A3-97F9-B3EF09C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F89C-D794-4F01-926E-2EF05DC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3A1C4-36DD-4205-9579-408FBF19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ADA8A-CD0E-49C7-9EB0-567EBB55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0242A-747A-4C06-BCB3-A47B1491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E0D8C-B4D7-4C8E-B355-F39FCCF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63AF5-BA33-4C54-9BF7-A16F00E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10839-F435-4F6D-B4B2-D88DCE4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13A30-19A2-4ADB-BE0B-660EC251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7928F-5B50-4FC1-A6D2-F7804159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58753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30289-8CDE-43B5-B8CA-910AD8C4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277EB-9D04-4E87-8A98-E158F0FB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195C5-9AE7-47AE-8C89-4D3297CD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FAFB7-DD6E-4C96-9CF3-889EBBE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BC767-D2C8-4832-B0CC-BAAFE116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B11CE-4927-4A4F-B11F-09070CA4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E12C0-57AE-411E-961D-C1EF8F38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5A535-B382-43E4-AB18-383F49A8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22B88-E49D-4BE9-A852-08BB3C83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9B03A-CD42-455E-8D11-2C30E9A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B911E-AC8A-47BB-A8C0-1C1DA32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CC9DE-1608-4FAD-A0C2-A00E2E64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5728E-467E-46E8-98C3-987F544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Console I/O: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Reading and Writing Characters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Reading and Writing Strings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Formatted Console I/O, printf(), scanf().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Statements: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6C64B-5F0A-457F-8FC1-42D2DCE2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B98BA-DC31-4360-8499-219A714E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522166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65DD4-FA8E-47A3-B257-88EE921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C3CF5-0BAD-4B06-8940-6A19BD7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DC965-BA6D-4394-9DAC-5C66A634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45A68-A572-47A3-A4B5-6B699A4B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A297E-554E-441D-81DB-5BA00D30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23745-E50F-47D5-BC18-2A2D7E13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Writing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A771A-53D9-4BA9-B4F0-11E6CE44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Characters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9D080-CBD2-49A8-9EF1-F9F787AD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07FBA-B383-4DBE-B0C6-673ED4C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Formatted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277E7-C0FA-4A0E-90CD-31F2DAD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True and False in C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Selection Statements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Iteration Statements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Jump 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A316D-253C-463A-83C4-471D7996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D7F18-848A-417C-882E-CBB3FE5C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632393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2922-B8FD-4134-8D84-5126EF4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33BF6-446A-429A-AC50-6207F4AD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2EE9-7615-44DD-AB62-5E3918BA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716DA-5578-4CFD-B92F-46C693DB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Console I/O: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Reading and Writing Characters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Reading and Writing Strings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Formatted Console I/O, printf(), scanf().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Statements: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True and False in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F540E-23C0-43D7-9514-484D794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5D2A4-D98C-421C-B537-9BF7C4AB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22986-EDEE-4866-B40A-0D4D0B6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6D13B-7229-4802-BA8A-AB1E160C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E458B-7D90-4B84-8A44-809207A4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57708-0156-4CE3-BB15-E50AFCA6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AEAC9-7615-4543-95B8-A7B44E0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FC377-64AF-430A-8B9C-5EE7C57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B9775-553A-4DB6-929B-A83DDC3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A32AA-F565-4155-BB4C-CB94281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A0DE5-4B63-4287-811D-3DE21F06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DA04D-72CB-4D2B-B038-337DD464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AA37E-0EDD-4366-9B16-C9FC72DC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F3364-E026-4771-BDFC-041C0084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683301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4FC45-EFFE-4B82-A591-41087B16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55476-7B2F-4D6D-AD88-A2398017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1607A-3EB5-4326-B6E1-930F295D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284E5-5E62-40B3-AF65-F71D569B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7861A-78E9-410D-8E61-954FA1F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6B9DC-0CC9-4FB6-8957-8F2D3FD3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958F1-61CC-42B5-BA26-B81E1251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27A93-EB94-4DD3-8C45-0D288C1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D7827-A1CA-44FD-9473-71DB45C9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3EF13-1C4D-498C-8C11-F72C5F33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A8D52-6EB4-4876-84A2-1DF9677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B02BC-2810-4C5A-BF81-A99DB893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CE718-B7CE-4961-91AE-51AF723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B8189-4891-42D4-AF55-8353BFD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4C1DF-7677-4421-BB5E-B8EDBA5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912861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8732B-6670-4A9F-B57B-9272E678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C5D0B-302F-46F2-B998-6AF886D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3483A-2C26-46AF-B98D-8E846C6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BCCC1-5752-44EF-9977-902B8AB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C5870-C859-4A81-8AAA-6794D86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Console I/O: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CB076-2C95-4FA6-A199-0A23490E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Console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85ECA-C0B4-4D69-A9C6-6334F3A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20B37-5A1C-49E2-A76B-387F7058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6B913-DBB3-4D74-98A4-AFECD46B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449191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C6AB3-81ED-4A58-96B5-F9A0E483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63C1E-F501-4E39-B832-1DF111A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3A42D-5E64-4644-A943-89B63954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100F-E6D9-40D7-B016-D1F8FAB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555C4-3E81-4BF1-8688-2CEB12E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Selection Statements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Iteration Statements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Jump Statements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EDA83-AC01-4E87-B12E-5B3B5CC6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E5D68-E517-4CC4-9935-29F070C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76B22-9E4E-44A4-A8E1-51EC59C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C75CA-BFF1-4628-A2DD-3A38C3F2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2083890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7485C-CC59-42AA-94AC-C6D75BF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EA554-7623-4F4E-9BF4-783322D6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5BD58-DA89-434A-B276-D23941D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CFE88-15BB-4282-942C-A6301EE5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3E283-2579-44A3-8D61-82B97499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456A6-0F66-41BF-A763-FA4DEF14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81D91-F25D-4C46-8033-0A2192FB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Console I/O: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C9609-74D2-4ED2-A2A6-0FD22C09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2FB3D-D0FC-4A98-9461-63DFC4E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B822D-D2E1-4791-B439-8243AB1A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Reading and Writing Characters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B4251-222F-48EA-A503-53E2ABC6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F62DE-C3A1-4C33-8947-1419CC08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92A92-1B00-446A-B9C8-2C51C65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Reading and Writing Strings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C2140-4485-4E04-94AD-225BDAD2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2B860-591D-4B2A-87ED-FEF49A19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1042E-684B-43DD-A8ED-E317E44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Formatted Console I/O, printf(), scanf().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C889C-6D69-4462-9140-0AAC1480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349D3-CF46-4D73-8925-B48C62D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0A4E7-FD7D-462D-AC1A-12E1073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Statements: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BE465-9559-48E9-AEF0-A59E523D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ED7DB-52A7-4A35-95B1-6CE033F3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66836-BCED-4B9B-AB79-B7606DC5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True and False in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0DC56-E246-4FF2-9D4A-4EE44C8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FE95F-E598-485D-97FD-2D72E5BD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A8BDC-4BBF-4C8C-B471-1584D27C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Selection Statements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8D687-7CBD-42A7-8C0B-7E98B0FE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7430F-9D0F-4CF6-8526-6CBD8C2D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021DC-2784-48D6-862A-C3FB3F2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6E62E-3561-4E7A-83AA-9B1620B8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4769982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7F111-BFDD-40E6-8921-C5DB19E7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166FC-6328-4F82-9C4A-D882788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A774B-C452-406A-8CB6-22E03AF8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8DFEA-E004-4A2B-B474-3C9B9A99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Console, Reading, Writing, Characters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78B32-B685-4DDD-8B2B-BC4413C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1BA69-AC7B-44C5-92F6-6B139A94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08FB6-5E46-4EAC-8E57-C59D1386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321EB-6245-4F56-9E5E-6CE2ACA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65856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2026-08-24T06:38:46.0900000Z</dcterms:created>
  <dcterms:modified xsi:type="dcterms:W3CDTF">2026-08-24T06:38:46.0900000Z</dcterms:modified>
</coreProperties>
</file>