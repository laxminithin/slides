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4a22531d234d8a" /><Relationship Type="http://schemas.openxmlformats.org/officeDocument/2006/relationships/extended-properties" Target="/docProps/app.xml" Id="Rfe385e6c1faf4384" /><Relationship Type="http://schemas.openxmlformats.org/officeDocument/2006/relationships/officeDocument" Target="/ppt/presentation.xml" Id="Rb023dfa8610c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57af0bbef483d"/>
  </p:sldMasterIdLst>
  <p:notesMasterIdLst>
    <p:notesMasterId xmlns:r="http://schemas.openxmlformats.org/officeDocument/2006/relationships" r:id="R8b3d50e0fee74798"/>
  </p:notesMasterIdLst>
  <p:sldIdLst>
    <p:sldId xmlns:r="http://schemas.openxmlformats.org/officeDocument/2006/relationships" id="256" r:id="R8c6182671ce14ac5"/>
    <p:sldId xmlns:r="http://schemas.openxmlformats.org/officeDocument/2006/relationships" id="257" r:id="R211b4e4288994844"/>
    <p:sldId xmlns:r="http://schemas.openxmlformats.org/officeDocument/2006/relationships" id="258" r:id="Ra6f32687cd724cf9"/>
    <p:sldId xmlns:r="http://schemas.openxmlformats.org/officeDocument/2006/relationships" id="259" r:id="R8d6261cfacc24499"/>
    <p:sldId xmlns:r="http://schemas.openxmlformats.org/officeDocument/2006/relationships" id="260" r:id="Rb6f4fc89f88d40f6"/>
    <p:sldId xmlns:r="http://schemas.openxmlformats.org/officeDocument/2006/relationships" id="261" r:id="Rf46b3e7f97c84d8c"/>
    <p:sldId xmlns:r="http://schemas.openxmlformats.org/officeDocument/2006/relationships" id="262" r:id="R9d6ed53f5535405f"/>
    <p:sldId xmlns:r="http://schemas.openxmlformats.org/officeDocument/2006/relationships" id="263" r:id="R8ecd9150c25449c8"/>
    <p:sldId xmlns:r="http://schemas.openxmlformats.org/officeDocument/2006/relationships" id="264" r:id="R2787a0b88c5b40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0dcc069b4f4145" /><Relationship Type="http://schemas.openxmlformats.org/officeDocument/2006/relationships/slideMaster" Target="/ppt/slideMasters/slideMaster1.xml" Id="R11e57af0bbef483d" /><Relationship Type="http://schemas.openxmlformats.org/officeDocument/2006/relationships/notesMaster" Target="/ppt/notesMasters/notesMaster1.xml" Id="R8b3d50e0fee74798" /><Relationship Type="http://schemas.openxmlformats.org/officeDocument/2006/relationships/presProps" Target="/ppt/presProps.xml" Id="R6c873a75c01245ab" /><Relationship Type="http://schemas.openxmlformats.org/officeDocument/2006/relationships/tableStyles" Target="/ppt/tableStyles.xml" Id="R9f131c496d4845ed" /><Relationship Type="http://schemas.openxmlformats.org/officeDocument/2006/relationships/slide" Target="/ppt/slides/slide1.xml" Id="R8c6182671ce14ac5" /><Relationship Type="http://schemas.openxmlformats.org/officeDocument/2006/relationships/slide" Target="/ppt/slides/slide2.xml" Id="R211b4e4288994844" /><Relationship Type="http://schemas.openxmlformats.org/officeDocument/2006/relationships/slide" Target="/ppt/slides/slide3.xml" Id="Ra6f32687cd724cf9" /><Relationship Type="http://schemas.openxmlformats.org/officeDocument/2006/relationships/slide" Target="/ppt/slides/slide4.xml" Id="R8d6261cfacc24499" /><Relationship Type="http://schemas.openxmlformats.org/officeDocument/2006/relationships/slide" Target="/ppt/slides/slide5.xml" Id="Rb6f4fc89f88d40f6" /><Relationship Type="http://schemas.openxmlformats.org/officeDocument/2006/relationships/slide" Target="/ppt/slides/slide6.xml" Id="Rf46b3e7f97c84d8c" /><Relationship Type="http://schemas.openxmlformats.org/officeDocument/2006/relationships/slide" Target="/ppt/slides/slide7.xml" Id="R9d6ed53f5535405f" /><Relationship Type="http://schemas.openxmlformats.org/officeDocument/2006/relationships/slide" Target="/ppt/slides/slide8.xml" Id="R8ecd9150c25449c8" /><Relationship Type="http://schemas.openxmlformats.org/officeDocument/2006/relationships/slide" Target="/ppt/slides/slide9.xml" Id="R2787a0b88c5b40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0a6266939d49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c13b8b015b4a7f" /><Relationship Type="http://schemas.openxmlformats.org/officeDocument/2006/relationships/notesMaster" Target="/ppt/notesMasters/notesMaster1.xml" Id="R71a19937e13d48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fb65931a44475" /><Relationship Type="http://schemas.openxmlformats.org/officeDocument/2006/relationships/notesMaster" Target="/ppt/notesMasters/notesMaster1.xml" Id="Rbae021478fa84b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ead9115b846f5" /><Relationship Type="http://schemas.openxmlformats.org/officeDocument/2006/relationships/notesMaster" Target="/ppt/notesMasters/notesMaster1.xml" Id="Ra6fc50e747e94d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5cb8398cc14cd4" /><Relationship Type="http://schemas.openxmlformats.org/officeDocument/2006/relationships/notesMaster" Target="/ppt/notesMasters/notesMaster1.xml" Id="R1833668ab3b64c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e89036bfeb46bf" /><Relationship Type="http://schemas.openxmlformats.org/officeDocument/2006/relationships/notesMaster" Target="/ppt/notesMasters/notesMaster1.xml" Id="R07e130afbb8e40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c139fa6b2f451c" /><Relationship Type="http://schemas.openxmlformats.org/officeDocument/2006/relationships/notesMaster" Target="/ppt/notesMasters/notesMaster1.xml" Id="R6dd467d9349349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e1526b1f64892" /><Relationship Type="http://schemas.openxmlformats.org/officeDocument/2006/relationships/notesMaster" Target="/ppt/notesMasters/notesMaster1.xml" Id="R726593239bcd47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a8bba64bbd4cb6" /><Relationship Type="http://schemas.openxmlformats.org/officeDocument/2006/relationships/notesMaster" Target="/ppt/notesMasters/notesMaster1.xml" Id="R57c61ea323634b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bcb85fc08b49fb" /><Relationship Type="http://schemas.openxmlformats.org/officeDocument/2006/relationships/notesMaster" Target="/ppt/notesMasters/notesMaster1.xml" Id="R0fa32a0fc028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91eb2fa0543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4390ba1f964333" /><Relationship Type="http://schemas.openxmlformats.org/officeDocument/2006/relationships/slideLayout" Target="/ppt/slideLayouts/slideLayout1.xml" Id="Re1947f5bcefe46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947f5bcefe46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1e2085674587" /><Relationship Type="http://schemas.openxmlformats.org/officeDocument/2006/relationships/notesSlide" Target="/ppt/notesSlides/notesSlide1.xml" Id="R18c9745212ce41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cafe2fad64b98" /><Relationship Type="http://schemas.openxmlformats.org/officeDocument/2006/relationships/notesSlide" Target="/ppt/notesSlides/notesSlide2.xml" Id="R2ae80fc0013c42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c023924c2422c" /><Relationship Type="http://schemas.openxmlformats.org/officeDocument/2006/relationships/notesSlide" Target="/ppt/notesSlides/notesSlide3.xml" Id="R58cbc913820249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3323932884b83" /><Relationship Type="http://schemas.openxmlformats.org/officeDocument/2006/relationships/notesSlide" Target="/ppt/notesSlides/notesSlide4.xml" Id="Rc2777a338e2a4f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a2ff0e1914d71" /><Relationship Type="http://schemas.openxmlformats.org/officeDocument/2006/relationships/notesSlide" Target="/ppt/notesSlides/notesSlide5.xml" Id="Ra06bbcc9305b49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66abcb7694d55" /><Relationship Type="http://schemas.openxmlformats.org/officeDocument/2006/relationships/notesSlide" Target="/ppt/notesSlides/notesSlide6.xml" Id="Rad0c9d1f5bfe47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be08d4dc64b75" /><Relationship Type="http://schemas.openxmlformats.org/officeDocument/2006/relationships/notesSlide" Target="/ppt/notesSlides/notesSlide7.xml" Id="Re0c105c250bd41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06c4f0d044ac7" /><Relationship Type="http://schemas.openxmlformats.org/officeDocument/2006/relationships/notesSlide" Target="/ppt/notesSlides/notesSlide8.xml" Id="Rf42ca987d4dc4e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8f8503941400b" /><Relationship Type="http://schemas.openxmlformats.org/officeDocument/2006/relationships/notesSlide" Target="/ppt/notesSlides/notesSlide9.xml" Id="R343f916c2b174c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8132AF-7538-4265-B524-4EB6AF71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9F0E4-2181-4614-A221-2EAD865E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 to Computing: Computer languages, Creating and Running Programs, System Development. Overview of C: A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89EFF-CE9D-4C49-9C97-26919EFC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Programming in 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1BEIT105/205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85F66-7B91-44BA-86D4-6308DFD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66648-83EB-421D-9945-95513B7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7ACC6-B6A5-44C1-972F-8EE7911E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A55A1-C05F-4E6F-ADCD-68579CAA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F492A-6E56-47CE-9D0B-BB4C06D7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D5D93-D065-4C42-B80E-F9B4AAE6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BA9C3-98EA-4879-A273-1C6E387A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D8E31-053F-4684-A91A-F21FA4B4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2A6E5-633B-4CC7-82D5-A58D1B42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5243F-FFA9-4FAB-8451-7D8CA1C9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975F5-A603-4E7D-BBE6-43B0E145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C30506-ADC5-4EA7-9972-2EE1630D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614894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6C191-0D2B-4E33-972E-D4DF615D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CE54C-FAF5-45E3-8BA7-5D2564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7508A-8D43-480B-9990-B841C2EC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7701-D83B-400F-9CE6-17A99A7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331E7-6C25-48F9-ABE0-BAD87BA4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5760D-8637-42DB-B129-D2072C87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2362C-B55F-452B-88E6-EDB23BA8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AB7F7-78E0-4015-BE2D-693415F3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8F061-4694-4BCC-893A-E5D4EF3E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E3661-1CF3-4D9C-ABDA-1493D379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6F324-70F5-49DB-A83A-61C4DEB8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A9B0E-21AA-4573-A74F-EEFD4EB5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08FEC-4CB0-43F1-9AC5-0A182BD6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Computing: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Computer languages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Creating and Running Programs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System Development.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Overview of C: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1A64C-2024-4156-85A1-4FA63FD3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AF8D1-168D-48B1-9DBE-62DDC524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6896637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04650-6F3E-49B3-A155-4978DDD9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28D85-A842-4792-B9B2-0B4C2ECC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8491C-2A70-4FAF-BAED-03FEE1A9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C7B86-F7FA-4431-BA58-B302BBDD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1867B-199A-4977-A541-D503568A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785C0-D19A-4326-9B49-96F2EF95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languages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BC958-9E86-41A2-9C19-DD74ADCD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Creating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EACE3-14B3-436C-AB72-2ACC7E43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34B3E-A2C7-40BD-BB0B-6313AEC7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D5DFC-4D33-4515-8C7F-8205EE62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 Brief History of C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 Is a Middle -Level Language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 Is a Structured Language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 Is a Programmer's 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56293-54BC-4409-B25C-469DF0D5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F4BC5-2CC7-440E-A334-98AEE033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14452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C5699-36BB-41BE-A3AB-92B1C7F9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7DF0A-9532-4412-A90A-9C300D74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2766A-9157-46F6-BD64-1DE1500F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AD7E7-0FDE-47C0-95AC-75C21923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Computing: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Computer languages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Creating and Running Programs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System Development.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Overview of C: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 Brief History of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C7C98-2B9B-45F6-A558-C32DF363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212E0-1BCD-46D0-B97E-9134F59C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07672-6BD6-434C-BF3A-DB21035C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119B1-6567-4AAF-8BBC-C304C64A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C26C7-63CE-40E9-BB62-CE4FDC3C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406C3-929B-4608-8A6F-4E3101E5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05FD9-4CFC-4B75-8A80-21619983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C018E-7CA3-4B7A-8CEE-F041F66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99FE5-DB2E-4AF2-8E52-FDF5948A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B2D9D-90FC-4A2B-8819-A4C601FE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289E1-56B5-42C7-AF11-6F15894D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5AAA8-1E6F-4503-9DC1-490349C8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18BB4-41EC-4FA3-8B3C-F7398588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62EF0-E42B-4F98-8B40-7BE0FFB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888798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0E534-6546-44D9-ABBA-424AF2B0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E7B24-C208-49AB-B324-5C9D2AF7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5B16F-4C95-479B-8209-F41F7DE1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794DB-008A-444C-989A-C7A69D3F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F7065-AE5E-41CC-9001-AD1C047A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D9968-BF09-4F8C-8716-A2D1AC12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E52D7-299D-44EB-BE6D-93A26AC4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6A81F-EE54-4E3D-B30D-907EFE25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1095B-F3FB-45E0-B913-FF8DC2D9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62811-5719-4725-B991-25C3E43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EABF8-8662-4383-AB00-3D4FFEBE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5FCBC-0858-4361-ABF7-BB7C2137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81AA4-4320-491E-911C-64C6946C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1F3AE-0BAC-4C2E-BE4B-133AD4DF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EB016-0936-4876-8807-5446A08A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356091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D7470-7C9C-41FB-A03F-601D73B8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63AA7-91A2-4E4F-BD9E-911A44B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46F7D-A6FC-4DB1-8C08-A32F00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C54DE-0A65-40B6-A3C8-712DDF44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09EE0-54C3-45A5-9DC7-23F0BBE4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 to Computing: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2D2BC-CB89-44DA-87C5-A3CA8952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Computing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735BB-CF51-4A27-B819-8BDCE958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526C3-50EF-4575-A6AE-994ECDC4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876C8-AEEB-470D-9154-4659559D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916306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9BEA0-F4EE-4D89-A4F8-4C1BEC9C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F4E4D-2070-416E-8A3B-A2C6ADB3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C4721-DBCD-4FD3-92B8-DE860CCB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E313D-6C39-4DFE-BE0B-5E01377B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67A6C-423E-45BB-B9D9-AD296330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 Is a Middle -Level Language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 Is a Structured Language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 Is a Programmer's Language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Compilers Vs.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17E27-CE9C-4C76-B8D9-0ACB63D0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5EB99-9CF9-4CF3-A0DD-29B77B12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32D98-BFAC-45AE-B1AB-7BF0A41D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F3506-1487-4986-9A3F-A1C79454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4698217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66C4BB-7E61-4609-8557-134D5FD2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5BC33-272A-4F2C-B9EE-FE6FABB8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4ED7F-65DD-43A7-9299-E2379D29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323EF-FC69-42C0-B717-47B08DA9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B7441-7CD3-4B81-80C2-733155E0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DCF08-7FF9-4171-AB82-F4DCFD42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74277-B009-45C5-AE7D-F4BA2645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Computing: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12586-732D-4550-8426-EAFC7E28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58D2A-C7E8-49FB-99D3-E1CD2E9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5C055-20DE-4F59-A6A0-13DC4B11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Computer languages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ACC92-FE94-40C7-9E9D-62E94061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BB98F-4553-47AB-9520-7DC79372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FA330-A541-4E73-9846-23E5C372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Creating and Running Programs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27EC0-33DC-4CE1-8C8E-BD04A282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BCE9E-A535-4F39-9AAA-EC0C60D5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3C183-8717-47FD-B473-58F25554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System Development.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4C1E7-4A68-4DE9-815A-02EFE480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568A6-1BC9-4AA9-8F24-01A88BED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6B1F9-D0A9-4650-9B23-8BAFE75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Overview of C: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65F5A-8319-4A03-BFEC-BDD13CFC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D2F06-5492-44B3-A73A-66419C95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0C551-A8AB-4457-A36B-B04A3646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 Brief History of 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D9F5D-32CB-4A7F-8088-3C4B93A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877D5-4474-4EC1-B308-41849100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B35D00-5A5E-4613-B0BE-5C61EB47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 Is a Middle -Level Language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3B1A3B-8938-4613-B76B-2741D6BC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D0D3C-F23E-472F-AB9B-82A2760C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3D7B3-56B6-424E-98F2-D43CB85C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745A0-3E91-46AB-A04F-AD8267B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707090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D3491-DD79-4DB4-8AE0-6743F743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1BEIT105/205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9EC59-EE6E-438F-8D11-9C6D16E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F318F-E2D1-4FCE-9688-E972270D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7A05-C5C8-4027-82C0-736C3850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Computing, Computer, languages, Creating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43C12-57BB-4640-B34B-8FCBAE67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AE367-CA8F-4A57-9457-1CD141BB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1F224-3C0F-4E21-B408-D9A50151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Programming in C | 1BEIT105/205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FCD2A-35D9-4186-8FBB-4258161C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53476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2026-08-24T06:38:46.0330000Z</dcterms:created>
  <dcterms:modified xsi:type="dcterms:W3CDTF">2026-08-24T06:38:46.0330000Z</dcterms:modified>
</coreProperties>
</file>