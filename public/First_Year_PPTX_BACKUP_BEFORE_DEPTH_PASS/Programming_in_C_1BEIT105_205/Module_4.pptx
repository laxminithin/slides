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cf30804f8a4caf" /><Relationship Type="http://schemas.openxmlformats.org/officeDocument/2006/relationships/extended-properties" Target="/docProps/app.xml" Id="R5f8498fe59614a87" /><Relationship Type="http://schemas.openxmlformats.org/officeDocument/2006/relationships/officeDocument" Target="/ppt/presentation.xml" Id="R343da42b958449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a89766baf244ca"/>
  </p:sldMasterIdLst>
  <p:notesMasterIdLst>
    <p:notesMasterId xmlns:r="http://schemas.openxmlformats.org/officeDocument/2006/relationships" r:id="Rea4e3c63c03b4bcb"/>
  </p:notesMasterIdLst>
  <p:sldIdLst>
    <p:sldId xmlns:r="http://schemas.openxmlformats.org/officeDocument/2006/relationships" id="256" r:id="R52d943a903544045"/>
    <p:sldId xmlns:r="http://schemas.openxmlformats.org/officeDocument/2006/relationships" id="257" r:id="R2eda6ae8e62f4a87"/>
    <p:sldId xmlns:r="http://schemas.openxmlformats.org/officeDocument/2006/relationships" id="258" r:id="Rc65d66f922a24c3e"/>
    <p:sldId xmlns:r="http://schemas.openxmlformats.org/officeDocument/2006/relationships" id="259" r:id="Rd97c6cf141e6420d"/>
    <p:sldId xmlns:r="http://schemas.openxmlformats.org/officeDocument/2006/relationships" id="260" r:id="Rc53705555e204da3"/>
    <p:sldId xmlns:r="http://schemas.openxmlformats.org/officeDocument/2006/relationships" id="261" r:id="R4826ab7d7f2e4fe8"/>
    <p:sldId xmlns:r="http://schemas.openxmlformats.org/officeDocument/2006/relationships" id="262" r:id="R6b4e4d1db8264c22"/>
    <p:sldId xmlns:r="http://schemas.openxmlformats.org/officeDocument/2006/relationships" id="263" r:id="R45692758d5324a65"/>
    <p:sldId xmlns:r="http://schemas.openxmlformats.org/officeDocument/2006/relationships" id="264" r:id="Rbd5008cfeb4345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86928569c4c99" /><Relationship Type="http://schemas.openxmlformats.org/officeDocument/2006/relationships/slideMaster" Target="/ppt/slideMasters/slideMaster1.xml" Id="R86a89766baf244ca" /><Relationship Type="http://schemas.openxmlformats.org/officeDocument/2006/relationships/notesMaster" Target="/ppt/notesMasters/notesMaster1.xml" Id="Rea4e3c63c03b4bcb" /><Relationship Type="http://schemas.openxmlformats.org/officeDocument/2006/relationships/presProps" Target="/ppt/presProps.xml" Id="R04a1c148de4e43e8" /><Relationship Type="http://schemas.openxmlformats.org/officeDocument/2006/relationships/tableStyles" Target="/ppt/tableStyles.xml" Id="R4b82c061c0514c61" /><Relationship Type="http://schemas.openxmlformats.org/officeDocument/2006/relationships/slide" Target="/ppt/slides/slide1.xml" Id="R52d943a903544045" /><Relationship Type="http://schemas.openxmlformats.org/officeDocument/2006/relationships/slide" Target="/ppt/slides/slide2.xml" Id="R2eda6ae8e62f4a87" /><Relationship Type="http://schemas.openxmlformats.org/officeDocument/2006/relationships/slide" Target="/ppt/slides/slide3.xml" Id="Rc65d66f922a24c3e" /><Relationship Type="http://schemas.openxmlformats.org/officeDocument/2006/relationships/slide" Target="/ppt/slides/slide4.xml" Id="Rd97c6cf141e6420d" /><Relationship Type="http://schemas.openxmlformats.org/officeDocument/2006/relationships/slide" Target="/ppt/slides/slide5.xml" Id="Rc53705555e204da3" /><Relationship Type="http://schemas.openxmlformats.org/officeDocument/2006/relationships/slide" Target="/ppt/slides/slide6.xml" Id="R4826ab7d7f2e4fe8" /><Relationship Type="http://schemas.openxmlformats.org/officeDocument/2006/relationships/slide" Target="/ppt/slides/slide7.xml" Id="R6b4e4d1db8264c22" /><Relationship Type="http://schemas.openxmlformats.org/officeDocument/2006/relationships/slide" Target="/ppt/slides/slide8.xml" Id="R45692758d5324a65" /><Relationship Type="http://schemas.openxmlformats.org/officeDocument/2006/relationships/slide" Target="/ppt/slides/slide9.xml" Id="Rbd5008cfeb43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6e51ef7e274a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d24a0382514696" /><Relationship Type="http://schemas.openxmlformats.org/officeDocument/2006/relationships/notesMaster" Target="/ppt/notesMasters/notesMaster1.xml" Id="Rc2adc4bedefd40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6e2af63d0b423b" /><Relationship Type="http://schemas.openxmlformats.org/officeDocument/2006/relationships/notesMaster" Target="/ppt/notesMasters/notesMaster1.xml" Id="Rd5d769bb7865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21e1d6dd8b44ee" /><Relationship Type="http://schemas.openxmlformats.org/officeDocument/2006/relationships/notesMaster" Target="/ppt/notesMasters/notesMaster1.xml" Id="Rd5d349a87ca84e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27c74fb18d45af" /><Relationship Type="http://schemas.openxmlformats.org/officeDocument/2006/relationships/notesMaster" Target="/ppt/notesMasters/notesMaster1.xml" Id="Rec77fa06c5a149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483ca32ee24082" /><Relationship Type="http://schemas.openxmlformats.org/officeDocument/2006/relationships/notesMaster" Target="/ppt/notesMasters/notesMaster1.xml" Id="R48a6cb3df54845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e8d8dac2b3490d" /><Relationship Type="http://schemas.openxmlformats.org/officeDocument/2006/relationships/notesMaster" Target="/ppt/notesMasters/notesMaster1.xml" Id="R8935ea8f94ff48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11876bdf594551" /><Relationship Type="http://schemas.openxmlformats.org/officeDocument/2006/relationships/notesMaster" Target="/ppt/notesMasters/notesMaster1.xml" Id="R3a24d8475d8744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e0288cd2934a7c" /><Relationship Type="http://schemas.openxmlformats.org/officeDocument/2006/relationships/notesMaster" Target="/ppt/notesMasters/notesMaster1.xml" Id="Rbdcee2749b3c4a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37688f3d034f06" /><Relationship Type="http://schemas.openxmlformats.org/officeDocument/2006/relationships/notesMaster" Target="/ppt/notesMasters/notesMaster1.xml" Id="R09d408a6c67846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2b29288dd4f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c3b69bbe9749b7" /><Relationship Type="http://schemas.openxmlformats.org/officeDocument/2006/relationships/slideLayout" Target="/ppt/slideLayouts/slideLayout1.xml" Id="Re768076a299b44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8076a299b44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410d0c6e2436d" /><Relationship Type="http://schemas.openxmlformats.org/officeDocument/2006/relationships/notesSlide" Target="/ppt/notesSlides/notesSlide1.xml" Id="R4edacd1fd1b545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5269a97e647d0" /><Relationship Type="http://schemas.openxmlformats.org/officeDocument/2006/relationships/notesSlide" Target="/ppt/notesSlides/notesSlide2.xml" Id="Rb5991b700ee044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d74bc91e54b0a" /><Relationship Type="http://schemas.openxmlformats.org/officeDocument/2006/relationships/notesSlide" Target="/ppt/notesSlides/notesSlide3.xml" Id="R7b7838b4845248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9e41d30ea421e" /><Relationship Type="http://schemas.openxmlformats.org/officeDocument/2006/relationships/notesSlide" Target="/ppt/notesSlides/notesSlide4.xml" Id="R86be09ecedef42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c88d083764d05" /><Relationship Type="http://schemas.openxmlformats.org/officeDocument/2006/relationships/notesSlide" Target="/ppt/notesSlides/notesSlide5.xml" Id="R587a13e9b03f46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c7191259f42c2" /><Relationship Type="http://schemas.openxmlformats.org/officeDocument/2006/relationships/notesSlide" Target="/ppt/notesSlides/notesSlide6.xml" Id="Rd79f6a365e9b4b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a85c26a4e4871" /><Relationship Type="http://schemas.openxmlformats.org/officeDocument/2006/relationships/notesSlide" Target="/ppt/notesSlides/notesSlide7.xml" Id="R5a76a8bdc81f4b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018443b3c425a" /><Relationship Type="http://schemas.openxmlformats.org/officeDocument/2006/relationships/notesSlide" Target="/ppt/notesSlides/notesSlide8.xml" Id="Rcfae94240d854a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235d44a6c4393" /><Relationship Type="http://schemas.openxmlformats.org/officeDocument/2006/relationships/notesSlide" Target="/ppt/notesSlides/notesSlide9.xml" Id="R890d324b1e224e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3B40F-7C45-45B2-A573-50D23393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50711-9F0A-457A-9D23-391A94A3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Functions: The General Form of a Function, Understanding the Scope of a Function, Function Arguments, argc and argv -Arg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0292D-25A3-413A-B3D3-13B12866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C6AE9-D26C-4763-83D9-F6CB9E85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0B747-FD58-461C-A95A-8BDEBB47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8A5A6-0BF3-401A-833F-68920455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89D72-C4AD-4ABF-9231-1D6DC0EA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511C0-C6F6-418A-A61F-417B396F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70F42-4656-4014-BFC3-0A921D12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E912A-8478-4142-A07D-92BC1097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B5D90-56D0-4946-96D6-0A1ED8A5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86248-7ACF-4E22-93F9-FED89D58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41A26-5192-4265-81C8-04E23A7A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992B5-F75E-4714-8AFF-9AB8544D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4173C-97A1-4E0D-9971-8C1413BA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910414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812F1-7B61-4995-AAA1-004782A7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1F4F5-06C5-4BAD-9C39-1DA055EA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D842B-C87E-49A6-ABDC-C600624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A2A58-6238-4ACE-9DAD-A8DE30EF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DCBC7-33EA-408D-A893-EA484DD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2C9DE-057C-4361-A56F-6A9363D5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115DA-85E3-470D-878B-8C93B7F3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24F46-559E-4E61-AC7E-87291C1B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08877-51AB-4A0C-A442-39637113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13D17-353B-4A9E-83D7-34BEA1F8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F5C19-7E02-4296-9F04-9AB25440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6BF70-BB36-4663-A5BC-2316A35B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7FE06-4B10-4D25-8D35-C920C97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General Form of a Function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Understanding the Scope of a Function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Function Arguments, argc and argv -Arguments to main()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re turn Statement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What Does main( ) Return?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C87E2-5DD9-4A2E-ACE5-5FD9C3D1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E8503-2537-4128-A0A5-08CEE915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11933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DE445-4585-4600-BBD7-CCE8F230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394B9-DA7A-4D91-9BC3-0CD5231D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8A556-F115-4E42-A485-236E872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9869E-2011-42DA-B6DC-CF1E867E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EBA3D-67F3-4C9D-8892-508E7514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General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DBCC3-1CB9-409D-9C82-E90D56AB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FCC10-D0B7-4D4A-B3E4-0F1047A4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Function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B2EBF-6B83-41A4-AD80-4C512D66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Understanding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2F190-F8BC-4080-B0E6-AB8D329B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F9720-2573-4120-B8C9-2147A241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Function Prototypes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Declaring Variable Length Parameter Declarations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inline Keyword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Pointers (Contd…):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59F23-9B16-4238-98EB-FCC8F9B9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9539A-558D-47A2-ADA0-2DCC46B2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131249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85CD9-46DF-4303-836C-0CBE64AE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11206-C57C-4E27-B4CD-137BFC39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0C730-4323-4C29-A048-E82970D4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0A7F9-855B-44EF-93BC-E307809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General Form of a Function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Understanding the Scope of a Function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Function Arguments, argc and argv -Arguments to main()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re turn Statement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What Does main( ) Return?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Function Prototypes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41034-0897-4EA6-BB30-32D82B4A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B63C1-8365-4C7E-AB1E-675F8CCA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E2927-5089-47F1-AEF4-913A9661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95565-9D88-41DD-BCBD-F4243A99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9C32F-1F90-4E89-BD8D-6A5C5ABF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A6098-1D9F-4C51-9313-FA5EDC89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CB962-67A3-4DA7-8C68-817C6ABD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1AA07-00FC-4B45-BDEC-03476551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32AEC-8ECE-4A6B-B61D-9EB8216F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D5049-F732-4165-879C-80D85348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E9422-1FF9-45AD-8415-92ECA25E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CDCB5-DEE6-4A21-A843-B73F8034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32895-92A5-4FC3-975E-658036F2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6A3526-0621-48D1-8EDD-1DA75341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833718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068D0-E669-47A3-8072-76915740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EA2D1-1F86-4C51-BA16-8D69E857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97B4E-5986-4102-92CF-EC79F93F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DBD46-F16E-4C93-AE27-BF72A7FF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BCD88-B8B7-4A0B-A4A6-33D61063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DDD0B-17DC-44E5-85A5-7F674857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691E9-D600-475F-9E60-AB4F9A01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A79DB-0D66-409F-B435-A08D846B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63D2D-D8FA-4CB5-91C0-0494F9F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F83DC-3610-49FF-B926-ABB9F51F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17E5F-22E8-4F62-9F98-F4F254DD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D5C30-BAF7-4650-AC7C-D6DC4979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233A4-038F-4880-9A44-3F0F0081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E2C7D-BC8F-42C8-B3B3-E155EA18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DB843-D0FE-4AB2-A8D5-B2C407A6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680775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65F0C-085D-457D-B7F5-B055ED4F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08193-FD2B-4F18-B7D7-DC440C4E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82842-EFCA-448C-A963-1A366C82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50042-A8D4-41FF-AAD3-3760F24A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B7200-C3AA-403C-8725-6A7C9D14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The General Form of a Function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2E6D3-D3C7-43EA-95D3-F3E3582F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Functions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3B121-26E8-43EA-AB0D-B62F77F5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A3BAE-8724-43D1-8C5D-9C3A6A83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138D0-FB0A-441C-A2D0-76F883D9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136307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CA43B-5718-4A4E-8BC1-9CBE123F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B5C23-DE79-4436-B18E-931BA2A6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E633C-E704-4289-AF4F-F586BB6F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06069-E58A-4FA1-A49E-3D66F8E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24BCE-0076-439F-98CB-36B2D8E6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Declaring Variable Length Parameter Declarations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inline Keyword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Pointers (Contd…):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Pointers to Functions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C674A-8EB8-4042-AD78-FA1827BB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16260-A5B5-47B6-AB95-2838A483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7DFB3-6A6F-4C4A-A835-0AAA7710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036D4-DD83-4442-8BD8-16677118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88344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3653CB-DFBE-4EAA-A14E-E4797EB0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4E39D-446C-4570-81B4-452D4EA0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52CF1-0802-4AEF-A15C-1EF76902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93C8B-1D38-4D2B-8177-87E187B4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D00EB-DB49-4EDB-9029-D16542C2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8CB87-8567-48AC-9B7E-2595B144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6E9A1-D85F-41E9-92B6-78E175D8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General Form of a Function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5C677-7D6D-47C5-98E2-191F8C6C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8B053-BE20-4A31-99A3-9824E1E5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BD494-CCD8-42C6-8C2F-5483DCE9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Understanding the Scope of a Function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2D760-2250-4D7E-B8A4-83F6801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19D28-6959-4325-83F9-5A4377C2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5C449-7AB8-437E-A366-76070E8B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Function Arguments, argc and argv -Arguments to main()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0D790-AC67-4CB1-9FFF-36A25E11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B7608-DB1E-499D-B8D3-A430107C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A4CCA-B821-4F95-B48F-D00C1C83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 re turn Statement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56928-F5BC-4E67-B361-633631D6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EEAF1-CF49-4476-A3B4-94DD2B26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26ED69-3923-4B40-B9C0-02BB1AE0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What Does main( ) Return?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49037-0676-48E3-BB06-BE45DB4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3EA8B-85BB-4C36-9181-34FB069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40730-5AC0-4B17-9444-4F4959EC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Function Prototypes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E4218-B13B-4452-9DE7-844E4252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E56E5-8845-4FA5-89AB-3E26FA81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2C558-2529-4825-BCA9-7C62A1B1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Declaring Variable Length Parameter Declarations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809ECD-21F0-4112-864E-77E9B22E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229000-D057-4362-933E-3A457A99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B9667-D191-4A25-BD7A-CF4C787F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BF27F9-58D8-4188-BD51-D25784BF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9341285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0F742-6B51-461B-ABBD-2DC930DA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4653B-B7F2-4619-A102-0CD1AA5C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815EC-1948-4AD5-A1AB-27EE6D40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38D3C-9A07-42CF-A6C6-A863AA26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Functions, General, Form, Function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EF613-51FF-40B4-82DD-3D854E04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52F7D-20AA-44D8-A75F-40F68F01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772A1-BAEA-42E0-B087-5D7BC90C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05DDC-BF18-4962-921D-EFDED5AC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316384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2026-08-24T06:38:46.2200000Z</dcterms:created>
  <dcterms:modified xsi:type="dcterms:W3CDTF">2026-08-24T06:38:46.2200000Z</dcterms:modified>
</coreProperties>
</file>