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5b1e0043574a8d" /><Relationship Type="http://schemas.openxmlformats.org/officeDocument/2006/relationships/extended-properties" Target="/docProps/app.xml" Id="Rf6a7378ccb0f4eb0" /><Relationship Type="http://schemas.openxmlformats.org/officeDocument/2006/relationships/officeDocument" Target="/ppt/presentation.xml" Id="Rb9f016c3254d47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e9c7de26394a99"/>
  </p:sldMasterIdLst>
  <p:notesMasterIdLst>
    <p:notesMasterId xmlns:r="http://schemas.openxmlformats.org/officeDocument/2006/relationships" r:id="R654d5af9a4f24fb4"/>
  </p:notesMasterIdLst>
  <p:sldIdLst>
    <p:sldId xmlns:r="http://schemas.openxmlformats.org/officeDocument/2006/relationships" id="256" r:id="R68613bc8fbfb46dc"/>
    <p:sldId xmlns:r="http://schemas.openxmlformats.org/officeDocument/2006/relationships" id="257" r:id="Rf0a16717add54a68"/>
    <p:sldId xmlns:r="http://schemas.openxmlformats.org/officeDocument/2006/relationships" id="258" r:id="R11cd6a0c653d4bda"/>
    <p:sldId xmlns:r="http://schemas.openxmlformats.org/officeDocument/2006/relationships" id="259" r:id="Rd75b325dc5674179"/>
    <p:sldId xmlns:r="http://schemas.openxmlformats.org/officeDocument/2006/relationships" id="260" r:id="Rd16b1951ef344c93"/>
    <p:sldId xmlns:r="http://schemas.openxmlformats.org/officeDocument/2006/relationships" id="261" r:id="R5ca1b66f72df4e8c"/>
    <p:sldId xmlns:r="http://schemas.openxmlformats.org/officeDocument/2006/relationships" id="262" r:id="R6a26cdcd6ed24e6d"/>
    <p:sldId xmlns:r="http://schemas.openxmlformats.org/officeDocument/2006/relationships" id="263" r:id="R24158a02c8564391"/>
    <p:sldId xmlns:r="http://schemas.openxmlformats.org/officeDocument/2006/relationships" id="264" r:id="R4edc96e3418f45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80b3a41b5c497d" /><Relationship Type="http://schemas.openxmlformats.org/officeDocument/2006/relationships/slideMaster" Target="/ppt/slideMasters/slideMaster1.xml" Id="R45e9c7de26394a99" /><Relationship Type="http://schemas.openxmlformats.org/officeDocument/2006/relationships/notesMaster" Target="/ppt/notesMasters/notesMaster1.xml" Id="R654d5af9a4f24fb4" /><Relationship Type="http://schemas.openxmlformats.org/officeDocument/2006/relationships/presProps" Target="/ppt/presProps.xml" Id="Ra53dd1ac8d4a4dd9" /><Relationship Type="http://schemas.openxmlformats.org/officeDocument/2006/relationships/tableStyles" Target="/ppt/tableStyles.xml" Id="Rd219120fa7bf438c" /><Relationship Type="http://schemas.openxmlformats.org/officeDocument/2006/relationships/slide" Target="/ppt/slides/slide1.xml" Id="R68613bc8fbfb46dc" /><Relationship Type="http://schemas.openxmlformats.org/officeDocument/2006/relationships/slide" Target="/ppt/slides/slide2.xml" Id="Rf0a16717add54a68" /><Relationship Type="http://schemas.openxmlformats.org/officeDocument/2006/relationships/slide" Target="/ppt/slides/slide3.xml" Id="R11cd6a0c653d4bda" /><Relationship Type="http://schemas.openxmlformats.org/officeDocument/2006/relationships/slide" Target="/ppt/slides/slide4.xml" Id="Rd75b325dc5674179" /><Relationship Type="http://schemas.openxmlformats.org/officeDocument/2006/relationships/slide" Target="/ppt/slides/slide5.xml" Id="Rd16b1951ef344c93" /><Relationship Type="http://schemas.openxmlformats.org/officeDocument/2006/relationships/slide" Target="/ppt/slides/slide6.xml" Id="R5ca1b66f72df4e8c" /><Relationship Type="http://schemas.openxmlformats.org/officeDocument/2006/relationships/slide" Target="/ppt/slides/slide7.xml" Id="R6a26cdcd6ed24e6d" /><Relationship Type="http://schemas.openxmlformats.org/officeDocument/2006/relationships/slide" Target="/ppt/slides/slide8.xml" Id="R24158a02c8564391" /><Relationship Type="http://schemas.openxmlformats.org/officeDocument/2006/relationships/slide" Target="/ppt/slides/slide9.xml" Id="R4edc96e3418f45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f236530f3e49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68bea78a994176" /><Relationship Type="http://schemas.openxmlformats.org/officeDocument/2006/relationships/notesMaster" Target="/ppt/notesMasters/notesMaster1.xml" Id="R285ca24c617449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26fd641a1940b5" /><Relationship Type="http://schemas.openxmlformats.org/officeDocument/2006/relationships/notesMaster" Target="/ppt/notesMasters/notesMaster1.xml" Id="Rcc7a8385ba954a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fb4ce2874e4dfc" /><Relationship Type="http://schemas.openxmlformats.org/officeDocument/2006/relationships/notesMaster" Target="/ppt/notesMasters/notesMaster1.xml" Id="R3289357a26f244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40061d67be4049" /><Relationship Type="http://schemas.openxmlformats.org/officeDocument/2006/relationships/notesMaster" Target="/ppt/notesMasters/notesMaster1.xml" Id="R7a07eda9be1949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368cc439534be9" /><Relationship Type="http://schemas.openxmlformats.org/officeDocument/2006/relationships/notesMaster" Target="/ppt/notesMasters/notesMaster1.xml" Id="Rc9a4fadf2d904a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1aa39c52ec49df" /><Relationship Type="http://schemas.openxmlformats.org/officeDocument/2006/relationships/notesMaster" Target="/ppt/notesMasters/notesMaster1.xml" Id="R63a2cc3aa02944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3cf5c31d6446b2" /><Relationship Type="http://schemas.openxmlformats.org/officeDocument/2006/relationships/notesMaster" Target="/ppt/notesMasters/notesMaster1.xml" Id="R0cdb99497e9f41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c85c7837da4c12" /><Relationship Type="http://schemas.openxmlformats.org/officeDocument/2006/relationships/notesMaster" Target="/ppt/notesMasters/notesMaster1.xml" Id="Rdbb6cc91617344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c4cc8edeea4f1c" /><Relationship Type="http://schemas.openxmlformats.org/officeDocument/2006/relationships/notesMaster" Target="/ppt/notesMasters/notesMaster1.xml" Id="R8b10f27d4d8444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cb5da187d141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e4fed549344bb0" /><Relationship Type="http://schemas.openxmlformats.org/officeDocument/2006/relationships/slideLayout" Target="/ppt/slideLayouts/slideLayout1.xml" Id="R6f3262991e9846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3262991e9846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6188223d6443e" /><Relationship Type="http://schemas.openxmlformats.org/officeDocument/2006/relationships/notesSlide" Target="/ppt/notesSlides/notesSlide1.xml" Id="R51ff26cdf6d147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ea3775b0840a3" /><Relationship Type="http://schemas.openxmlformats.org/officeDocument/2006/relationships/notesSlide" Target="/ppt/notesSlides/notesSlide2.xml" Id="R7dddf15eb0524f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4c9adb6cb4165" /><Relationship Type="http://schemas.openxmlformats.org/officeDocument/2006/relationships/notesSlide" Target="/ppt/notesSlides/notesSlide3.xml" Id="R091c19c083c94b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15a4d5cb44d03" /><Relationship Type="http://schemas.openxmlformats.org/officeDocument/2006/relationships/notesSlide" Target="/ppt/notesSlides/notesSlide4.xml" Id="Rb57f1c4fb66749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51b2b75db4e3e" /><Relationship Type="http://schemas.openxmlformats.org/officeDocument/2006/relationships/notesSlide" Target="/ppt/notesSlides/notesSlide5.xml" Id="R354fae5d4fbd4e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986c2e1264203" /><Relationship Type="http://schemas.openxmlformats.org/officeDocument/2006/relationships/notesSlide" Target="/ppt/notesSlides/notesSlide6.xml" Id="R1f166c8394e44d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a69ceb8d846f9" /><Relationship Type="http://schemas.openxmlformats.org/officeDocument/2006/relationships/notesSlide" Target="/ppt/notesSlides/notesSlide7.xml" Id="Re66b420483844f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377c30afb4414" /><Relationship Type="http://schemas.openxmlformats.org/officeDocument/2006/relationships/notesSlide" Target="/ppt/notesSlides/notesSlide8.xml" Id="Racd36f52144e40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0ca11a3934ea1" /><Relationship Type="http://schemas.openxmlformats.org/officeDocument/2006/relationships/notesSlide" Target="/ppt/notesSlides/notesSlide9.xml" Id="R2efbb0d465544c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589810-62EC-4C4A-B0E3-5A40614A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58B51A-3B89-42DE-B8FD-6E445DF8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Structures, Unions, Enumerations, and typedef: Structures, Arrays of Structures, Passing Structure to Functions, Structu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34BC9B-8913-4E11-828A-6743A45B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Programming in C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1BEIT105/205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programming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65DE5-B11E-4C63-8B17-8F326ED2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A5B76D-1BA1-4961-80C2-DBFFD98C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049927-EF95-4191-8177-29205699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FF22E3-19C3-4542-BC48-6433DE6C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469267-89D3-4592-A4E6-80C3CB45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11B63A-7954-4140-9204-C81D684D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92AE53-1BAD-445F-A63A-587248E3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638E8D-8CCA-4837-B832-F22CC272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3393F2-D4DE-4A83-A135-ABDFC14F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159630-043E-49CA-981F-8E6D8051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E6A3A6-66B4-4F54-B747-6B7BECC7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E37C5B-4E54-485C-B595-9089ABAE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1/9</a:t>
            </a:r>
          </a:p>
        </p:txBody>
      </p:sp>
    </p:spTree>
    <p:extLst>
      <p:ext uri="{BB962C8B-B14F-4D97-AF65-F5344CB8AC3E}">
        <p14:creationId xmlns:p14="http://schemas.microsoft.com/office/powerpoint/2010/main" val="19376185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63CC3E-35B0-44A2-B756-3C1B8611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1313B-C2BF-46CB-8ADD-43332262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20522-F9EB-44CC-B921-435D1418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8310C-861E-4EC8-925E-5D6CDB94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A6EF2-790E-4464-A3F1-F15D5D79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8F532-1D62-4E80-B4F6-8B151DA3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C1FD05-1C2C-4637-84E8-1F61A7B9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9EA5E6-B2FF-4D47-B72B-88AB1F8B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Pseudocode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497797-49D8-406D-B734-7C9DD2CF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DF4839-9072-4AF8-88B1-FC8FE50E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896C2F-4AC5-44DF-9700-F45F9CB1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324573-BAA6-4C4B-8D23-DE94F38C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Common errors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437921-A7D2-41FB-9B2B-8BF2AA9D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Enumerations, and typedef: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Arrays of Structures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Passing Structure to Functions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Structure Pointers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Arrays and Structures within Structures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FD82BE-760F-4CCE-8DF6-AF0A69D7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11FBEE-ED99-47EA-B667-ED9A5D58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2/9</a:t>
            </a:r>
          </a:p>
        </p:txBody>
      </p:sp>
    </p:spTree>
    <p:extLst>
      <p:ext uri="{BB962C8B-B14F-4D97-AF65-F5344CB8AC3E}">
        <p14:creationId xmlns:p14="http://schemas.microsoft.com/office/powerpoint/2010/main" val="7476493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33F150-B03B-45B0-9BEB-CB339320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DC6E3-5450-4191-9A4C-2CF9D2B0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2C28D9-0A2B-4E37-9CD9-9604EBCF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3532D8-C58B-47DC-A2B9-9462DFC3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Structures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2D4C9-7D58-44D3-9FD4-20E3733C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Unions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0074C2-7DE3-4BE5-82FA-792AAB2A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Enumerations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4BCF0A-1F57-4E28-A7F3-C8E93721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typedef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90506F-E1C6-47FE-83AE-8E64DA43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Arrays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B25654-0F36-4D64-8BE3-BC242AB5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Passing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3A3249-E54B-44E5-9EFB-1151F389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Bit -Fields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Enumerations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Using sizeof to Ensure Portability, typedef.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Textbook 1: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01D98C-9557-4104-9AED-7B842CEA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D9C295-D3C1-4480-AED5-DED1A0D8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3/9</a:t>
            </a:r>
          </a:p>
        </p:txBody>
      </p:sp>
    </p:spTree>
    <p:extLst>
      <p:ext uri="{BB962C8B-B14F-4D97-AF65-F5344CB8AC3E}">
        <p14:creationId xmlns:p14="http://schemas.microsoft.com/office/powerpoint/2010/main" val="825169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70BB89-B17B-45E4-A3B2-13CECFC6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D56A0-EA9A-4555-9DF8-0455B9E0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61ADF6-12F6-44FE-BC89-D0D89479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073687-5A2F-4C8B-AF02-8583C1D0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Enumerations, and typedef: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Arrays of Structures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Passing Structure to Functions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Structure Pointers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Arrays and Structures within Structures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Bit -Fields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75F58-0169-4B49-B3F3-0254B304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EA8B3-A756-44EB-B667-E67EC0E5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5B5D2-DC8A-4CC5-B54E-119F93B9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7FC30E-2DB4-4863-8B0F-0CF67726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9D7D5-7BBF-4901-A5F3-781F2022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681BD6-693C-41E6-A1E5-ACFBC387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83F942-465F-4479-88A3-EFA10515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30DF18-92CB-4446-A404-9D3A8987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743DC4-172F-4154-AA41-5C335D3C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D75F3A-CD57-499D-8CBD-FFBAF51D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472B06-C107-4822-AB96-5CEA4D64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F12C0C-D690-4B9E-81DA-79FE5DE5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16B3CF-9244-4D1A-95E1-48CE9D0A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E46933-4020-4A6A-A8BB-0F6431B6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4/9</a:t>
            </a:r>
          </a:p>
        </p:txBody>
      </p:sp>
    </p:spTree>
    <p:extLst>
      <p:ext uri="{BB962C8B-B14F-4D97-AF65-F5344CB8AC3E}">
        <p14:creationId xmlns:p14="http://schemas.microsoft.com/office/powerpoint/2010/main" val="7350750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1E51A3-9256-42E3-81D1-0FC05AEC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8DAF5-2F9F-4E94-875A-E2081215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Algorithm and dry-run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362E72-E067-4836-87BF-393AD437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8433D1-B48C-445D-A894-7CFB16D9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38108-CC42-44B7-AEDD-BE4EB4BF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99CBA-2932-49F7-9728-0062D445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28F45-6F31-4407-A122-B7461052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7D720-4640-44BF-BFE7-3B5F2912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Loop/decision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319A62-AB69-4069-8007-0228D08C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96FDB8-4E28-439C-A43F-34C4A090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State 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68084-97CD-4DBE-9B05-F281EEDA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534C26-3C0D-4C2A-9324-6CF3B3D1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39F6A3-58EF-443C-B4B7-37566038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0CFB0E-666A-4777-936C-A94B3345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4424C3-359F-4349-8E0C-11ACFA67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5/9</a:t>
            </a:r>
          </a:p>
        </p:txBody>
      </p:sp>
    </p:spTree>
    <p:extLst>
      <p:ext uri="{BB962C8B-B14F-4D97-AF65-F5344CB8AC3E}">
        <p14:creationId xmlns:p14="http://schemas.microsoft.com/office/powerpoint/2010/main" val="16365003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201679-64FE-485F-AC31-B0A261C1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CFA89-6A0A-4600-A85B-F30A994D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B5D4D7-A6EC-4DEA-B81B-28B15147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4BE70-3FE7-4D06-AB7A-F9C2097B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7045FC-1535-4C6D-A0CC-2DCF4E1E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Enumerations, and typedef: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03F18-2FB3-4A22-9760-4C37548E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Structures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517067-B024-4522-A9A6-8F3F0B03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E686FE-034A-409B-AD1B-7C092463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6CD591-9CE2-450C-A2BC-D8C6EF13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6/9</a:t>
            </a:r>
          </a:p>
        </p:txBody>
      </p:sp>
    </p:spTree>
    <p:extLst>
      <p:ext uri="{BB962C8B-B14F-4D97-AF65-F5344CB8AC3E}">
        <p14:creationId xmlns:p14="http://schemas.microsoft.com/office/powerpoint/2010/main" val="14072092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711F7F-E596-4963-B4EC-C0B5A1C1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DCA058-FF67-4AE8-961B-E0142C0E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916A4-CC3A-4BC5-BCD2-BA54028D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12A8BF-ECCB-4131-81A1-2AADD17B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9707F-C10A-43DA-BCED-07AE8BD0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Enumerations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Using sizeof to Ensure Portability, typedef.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 1: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Chapter 7 Number of Hours:08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03324-D74C-43CC-8DE3-E1D8414F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41906-F2ED-4542-BEE2-AA5FB740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54689-AEC5-47C5-AF02-11F88B30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3F8E31-4054-40D1-8005-D8100391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7/9</a:t>
            </a:r>
          </a:p>
        </p:txBody>
      </p:sp>
    </p:spTree>
    <p:extLst>
      <p:ext uri="{BB962C8B-B14F-4D97-AF65-F5344CB8AC3E}">
        <p14:creationId xmlns:p14="http://schemas.microsoft.com/office/powerpoint/2010/main" val="21056372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26A9AC-BF6E-41AC-A338-11A6314B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D785E-BC61-4226-A0E4-F5D08A71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8707C-3E90-48CE-BDE6-E7E6207B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49D236-3814-4FAE-B7E8-CA466DDC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626532-C532-4B86-BD91-37DD1D1C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DC0AC2-3ACA-4363-A6B9-D9E99DD3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ED98B-DF5F-4607-B5D3-67D9D89D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Enumerations, and typedef: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D22EEB-07CC-40AF-BE5B-61BAEEBA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1BCCB-D007-4D75-948C-D148CE32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3CB7DC-A765-4D59-A4CC-70657561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Arrays of Structures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89CFE-F3C9-4409-8F71-1DBB7D99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1DD057-A992-44A7-ADF0-4353AF2E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63BD30-3C99-42E0-B232-2723EB70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Passing Structure to Functions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A45356-22CB-41BA-86BB-14ADA1A9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86C0B7-219B-4ED1-B233-CC336E07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E44684-64AE-4B90-8572-13B55E19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Structure Pointers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6B1B02-4869-4BF3-BB78-D2BB85E9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5261C1-B5BA-4ACE-8E9E-D7889DB8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0D98CB-0183-48CB-BB19-C27EDA8C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Arrays and Structures within Structures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A06A96-FFCE-482E-8606-70787647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62F79D-0B40-42A6-B35A-034A0746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6A639B-1297-41C5-907D-71300265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Bit -Fields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731211-46C4-4ADF-90E3-5CFD123E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F2F50E-0E17-4208-A284-55B4E1A9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CD5793-077A-4DD8-A4C1-8BD36026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Enumerations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31A697-617E-4ADA-A010-5653509F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E96D34-A9D6-41D8-98AE-0E0F18AE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680FDB-8978-40D5-9F42-41FBA154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880989-D4C0-4B6B-8289-1251C067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8/9</a:t>
            </a:r>
          </a:p>
        </p:txBody>
      </p:sp>
    </p:spTree>
    <p:extLst>
      <p:ext uri="{BB962C8B-B14F-4D97-AF65-F5344CB8AC3E}">
        <p14:creationId xmlns:p14="http://schemas.microsoft.com/office/powerpoint/2010/main" val="15167203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D8DDD-CB65-4DCD-843C-8EFBBE9B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42BDCA-71DA-4E3D-B552-50B516F9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86BC55-D055-48D1-91B2-C09D8D01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BE478E-B94D-4AC8-97CE-F921D708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Structures, Unions, Enumerations, typedef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algorithms: show pseudocode and dry-run table before code.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6B84BB-9282-4117-8FBE-4B32E46C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15689-9E80-4644-82B9-54B5FC98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1A5E5A-7E20-4258-98FA-306556F1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CAA4F3-52DC-4D0E-A7A1-EDB96895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9/9</a:t>
            </a:r>
          </a:p>
        </p:txBody>
      </p:sp>
    </p:spTree>
    <p:extLst>
      <p:ext uri="{BB962C8B-B14F-4D97-AF65-F5344CB8AC3E}">
        <p14:creationId xmlns:p14="http://schemas.microsoft.com/office/powerpoint/2010/main" val="3719192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2026-08-24T06:38:46.2800000Z</dcterms:created>
  <dcterms:modified xsi:type="dcterms:W3CDTF">2026-08-24T06:38:46.2800000Z</dcterms:modified>
</coreProperties>
</file>