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1b3f95ca045cd" /><Relationship Type="http://schemas.openxmlformats.org/officeDocument/2006/relationships/extended-properties" Target="/docProps/app.xml" Id="R9b58fb1cd8844f1d" /><Relationship Type="http://schemas.openxmlformats.org/officeDocument/2006/relationships/officeDocument" Target="/ppt/presentation.xml" Id="R6edd7e28bad7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4e6b18c58426b"/>
  </p:sldMasterIdLst>
  <p:notesMasterIdLst>
    <p:notesMasterId xmlns:r="http://schemas.openxmlformats.org/officeDocument/2006/relationships" r:id="R0d1081497d704155"/>
  </p:notesMasterIdLst>
  <p:sldIdLst>
    <p:sldId xmlns:r="http://schemas.openxmlformats.org/officeDocument/2006/relationships" id="256" r:id="Red2447c60f744e13"/>
    <p:sldId xmlns:r="http://schemas.openxmlformats.org/officeDocument/2006/relationships" id="257" r:id="R16f522936d6040c2"/>
    <p:sldId xmlns:r="http://schemas.openxmlformats.org/officeDocument/2006/relationships" id="258" r:id="R039f4ac0ffa54cce"/>
    <p:sldId xmlns:r="http://schemas.openxmlformats.org/officeDocument/2006/relationships" id="259" r:id="R2508ec2c4395478b"/>
    <p:sldId xmlns:r="http://schemas.openxmlformats.org/officeDocument/2006/relationships" id="260" r:id="Reb1d616341c24d8a"/>
    <p:sldId xmlns:r="http://schemas.openxmlformats.org/officeDocument/2006/relationships" id="261" r:id="R8d0c6a8c01f74549"/>
    <p:sldId xmlns:r="http://schemas.openxmlformats.org/officeDocument/2006/relationships" id="262" r:id="R668f08f387e346ec"/>
    <p:sldId xmlns:r="http://schemas.openxmlformats.org/officeDocument/2006/relationships" id="263" r:id="R7a79237408cc4b47"/>
    <p:sldId xmlns:r="http://schemas.openxmlformats.org/officeDocument/2006/relationships" id="264" r:id="Reb7d917c31764f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4cda2e0974773" /><Relationship Type="http://schemas.openxmlformats.org/officeDocument/2006/relationships/slideMaster" Target="/ppt/slideMasters/slideMaster1.xml" Id="R16a4e6b18c58426b" /><Relationship Type="http://schemas.openxmlformats.org/officeDocument/2006/relationships/notesMaster" Target="/ppt/notesMasters/notesMaster1.xml" Id="R0d1081497d704155" /><Relationship Type="http://schemas.openxmlformats.org/officeDocument/2006/relationships/presProps" Target="/ppt/presProps.xml" Id="Rc7b7774eb98043e2" /><Relationship Type="http://schemas.openxmlformats.org/officeDocument/2006/relationships/tableStyles" Target="/ppt/tableStyles.xml" Id="R0cb63d24fbc24e62" /><Relationship Type="http://schemas.openxmlformats.org/officeDocument/2006/relationships/slide" Target="/ppt/slides/slide1.xml" Id="Red2447c60f744e13" /><Relationship Type="http://schemas.openxmlformats.org/officeDocument/2006/relationships/slide" Target="/ppt/slides/slide2.xml" Id="R16f522936d6040c2" /><Relationship Type="http://schemas.openxmlformats.org/officeDocument/2006/relationships/slide" Target="/ppt/slides/slide3.xml" Id="R039f4ac0ffa54cce" /><Relationship Type="http://schemas.openxmlformats.org/officeDocument/2006/relationships/slide" Target="/ppt/slides/slide4.xml" Id="R2508ec2c4395478b" /><Relationship Type="http://schemas.openxmlformats.org/officeDocument/2006/relationships/slide" Target="/ppt/slides/slide5.xml" Id="Reb1d616341c24d8a" /><Relationship Type="http://schemas.openxmlformats.org/officeDocument/2006/relationships/slide" Target="/ppt/slides/slide6.xml" Id="R8d0c6a8c01f74549" /><Relationship Type="http://schemas.openxmlformats.org/officeDocument/2006/relationships/slide" Target="/ppt/slides/slide7.xml" Id="R668f08f387e346ec" /><Relationship Type="http://schemas.openxmlformats.org/officeDocument/2006/relationships/slide" Target="/ppt/slides/slide8.xml" Id="R7a79237408cc4b47" /><Relationship Type="http://schemas.openxmlformats.org/officeDocument/2006/relationships/slide" Target="/ppt/slides/slide9.xml" Id="Reb7d917c3176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06b8ec47d42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4d8b461664db6" /><Relationship Type="http://schemas.openxmlformats.org/officeDocument/2006/relationships/notesMaster" Target="/ppt/notesMasters/notesMaster1.xml" Id="R29f3c95f704e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257eb4e83847e5" /><Relationship Type="http://schemas.openxmlformats.org/officeDocument/2006/relationships/notesMaster" Target="/ppt/notesMasters/notesMaster1.xml" Id="Rf9b999172ae541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a32cdfe56a4472" /><Relationship Type="http://schemas.openxmlformats.org/officeDocument/2006/relationships/notesMaster" Target="/ppt/notesMasters/notesMaster1.xml" Id="R7f2f1756f3ad48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bc49aa82af4aa9" /><Relationship Type="http://schemas.openxmlformats.org/officeDocument/2006/relationships/notesMaster" Target="/ppt/notesMasters/notesMaster1.xml" Id="R52896ba400a8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f8fd2a31bb4d6f" /><Relationship Type="http://schemas.openxmlformats.org/officeDocument/2006/relationships/notesMaster" Target="/ppt/notesMasters/notesMaster1.xml" Id="Reb22971b5379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23f41813140c4" /><Relationship Type="http://schemas.openxmlformats.org/officeDocument/2006/relationships/notesMaster" Target="/ppt/notesMasters/notesMaster1.xml" Id="R8678290deb2845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defc1ab5b4f05" /><Relationship Type="http://schemas.openxmlformats.org/officeDocument/2006/relationships/notesMaster" Target="/ppt/notesMasters/notesMaster1.xml" Id="R232904742ea7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6be18e57984790" /><Relationship Type="http://schemas.openxmlformats.org/officeDocument/2006/relationships/notesMaster" Target="/ppt/notesMasters/notesMaster1.xml" Id="Red0963e931b845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002edeb784427f" /><Relationship Type="http://schemas.openxmlformats.org/officeDocument/2006/relationships/notesMaster" Target="/ppt/notesMasters/notesMaster1.xml" Id="R785848623137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4b7456357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e1df53d9d427e" /><Relationship Type="http://schemas.openxmlformats.org/officeDocument/2006/relationships/slideLayout" Target="/ppt/slideLayouts/slideLayout1.xml" Id="Rf2495c9fc942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95c9fc942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4778f52ea4460" /><Relationship Type="http://schemas.openxmlformats.org/officeDocument/2006/relationships/notesSlide" Target="/ppt/notesSlides/notesSlide1.xml" Id="R8e2b9c924589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67946da304b7f" /><Relationship Type="http://schemas.openxmlformats.org/officeDocument/2006/relationships/notesSlide" Target="/ppt/notesSlides/notesSlide2.xml" Id="R589ffbbaca1f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9a09273704a19" /><Relationship Type="http://schemas.openxmlformats.org/officeDocument/2006/relationships/notesSlide" Target="/ppt/notesSlides/notesSlide3.xml" Id="R702863485c2b4e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4a39d752d4143" /><Relationship Type="http://schemas.openxmlformats.org/officeDocument/2006/relationships/notesSlide" Target="/ppt/notesSlides/notesSlide4.xml" Id="R85154af05a4948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22481251843f1" /><Relationship Type="http://schemas.openxmlformats.org/officeDocument/2006/relationships/notesSlide" Target="/ppt/notesSlides/notesSlide5.xml" Id="R2942c7846ae841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c416e15ff49f1" /><Relationship Type="http://schemas.openxmlformats.org/officeDocument/2006/relationships/notesSlide" Target="/ppt/notesSlides/notesSlide6.xml" Id="R1223fe826d6841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c9af8fb0a413f" /><Relationship Type="http://schemas.openxmlformats.org/officeDocument/2006/relationships/notesSlide" Target="/ppt/notesSlides/notesSlide7.xml" Id="R803568dc645343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d80f707f84eab" /><Relationship Type="http://schemas.openxmlformats.org/officeDocument/2006/relationships/notesSlide" Target="/ppt/notesSlides/notesSlide8.xml" Id="R3f59bb6fd4114b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45f2ca5b44d2c" /><Relationship Type="http://schemas.openxmlformats.org/officeDocument/2006/relationships/notesSlide" Target="/ppt/notesSlides/notesSlide9.xml" Id="Rb31a32b66a364f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51E54-CD61-4958-98FE-24D8C738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6C77C-9B9D-477A-AFF9-9B0D64A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Arrays and Strings: Single-Dimension Arrays, Generating a Pointer to an Array, Passing Single -Dimension Arrays to Funct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BF015-DD44-4F1C-BBCA-58DBA4CB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D43F0-DB37-4055-9CA7-163D2C7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2332B-D660-47B8-9335-F346837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2CD23-3321-401D-8956-F422EE7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2E725-53EE-44F3-B8B2-CE87BB21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2E8A0-BFFB-4DC3-8E60-50C85CF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5EEAF-2A46-4649-A183-BECE014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34825-B124-4DBC-B7EB-77A3385B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BB289-32C8-45D1-AA44-DA85CCF6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81C21-4357-49FA-A803-4055E03E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A50DF-D42F-4012-B6DB-AFDEFA6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139D4-169F-469A-8696-57B9A7F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C8FC7-FDB4-4EE6-80AE-69DE5567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582894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DAE58-776D-4CDA-99E0-AE1992FF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71878-9F0D-4D70-B611-17F5FFF9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12A3C-AA7A-4990-BB08-F923758D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BE6AB-74DD-424E-AEC7-BFF44C30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61777-B602-4B5D-A70E-B45F1BC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F0461-88D0-4C35-8056-D21DE4CC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8808F-1B5C-47C2-A0CE-8FA9340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C3563-D86B-4D41-8189-69D7609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61661-BDAC-4ECE-A8B5-420F8E7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7471E-ED64-4556-B7D9-466B029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AD71F-916E-47C5-B0EC-4E4EDBAC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3C590-6C0B-4F5E-BFF7-866E8C65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B0231-6FFB-44C8-8DDC-5F54CDC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Arrays and Strings: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Single-Dimension Arrays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Generating a Pointer to an Array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Passing Single -Dimension Arrays to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Two-Dimensional Arrays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3E43C-F765-4CF9-A7C1-F15289C2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08EA6-14B5-439B-B71E-D41ED97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2066962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1B326-099E-4793-BA3C-458CAFE7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5B078-7FE9-4990-910A-60A9733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9131A-0BF5-4C83-A964-E8F7C297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C46B3-54B1-46EC-97BE-EFC982E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Arrays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3FABF-DEB4-407C-BDD5-678650F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D2BA4-1048-444D-934C-CEC2D0D6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Single-Dimension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371EA-A1EE-4E34-8CCA-A8CB0436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FAF17-7450-43B1-A93E-9B6C9F23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Pointer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1CF92-93A3-453B-AEA9-EB586727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82405-6E09-4961-8F84-01E518F9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Multidimensional Arrays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 Initialization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Variable - Length Arrays.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What Are Pointers?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2D068-2D02-43ED-A45C-CFA61872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03632-B44F-4EB5-A395-35A3466D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269004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F127B-A343-4626-8F8B-43EBF649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F12D-6FC7-4CEE-914D-CD6C82DF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57290-BBAE-4A41-87D5-2546ED54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34497-914C-4344-BC7A-D7612534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Arrays and Strings: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Single-Dimension Arrays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Generating a Pointer to an Array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Passing Single -Dimension Arrays to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Two-Dimensional Arrays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Multidimensional Arrays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89528-D3A8-4D67-A6F2-15DE38D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47E2D-FB62-45D6-BCC0-F386C6D8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151C7-7509-4DA9-A457-3B83F6F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46FEC-60B2-49BF-9F3A-89444CE8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A3818-1324-43A8-AEC9-150F0C21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50886-80DF-40A6-999A-874394F1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51C7E-BE6D-4161-A495-7D4B4A9A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C4F65-A423-44CF-906F-2FB94A74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9E2E1-36A2-4A98-A963-23397DA3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DD1C6-1319-4DA8-AF5D-BE4A073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2F4FC-E895-4221-BB7E-283F33A3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98321-A862-4B49-B989-0C01DA80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58844-5FA6-4EC6-9A29-8AC5965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C6EC1-C0F7-4B91-970A-3186079C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874763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13D5E-9B5E-42EE-8197-09F1C8F9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29131-9DD9-48E4-9D8E-314D61BE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A0D74-CB93-4F01-9F64-175842B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CF67C-21C3-4AD5-BEC1-26D3956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586F5-A13E-4A3D-AF80-175751E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7099F-4DE9-41EF-9301-6765204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31EE3-88AF-42FC-B1D1-FF26CC7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EA230-667C-4094-B109-EA71F88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F55D4-61D0-4BBE-A650-4C581860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BBD2C-9826-4A6F-922D-3008BF6A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96B5B-9EFE-412C-8ABA-D5E8D302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E9340-482F-4439-A7EE-24AE8075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2FF1E-1C83-4931-9027-FC4B5F0F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EB79C-1F12-42D6-9A9A-BF07D11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DCA66-90D0-4C6A-9D8A-2EBA5991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431339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E4039-D0AE-4070-9EE3-D35311A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C5740-21D9-40E1-833C-601AF7A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DC7B3-3CB5-42FB-B49F-1E560AC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E0835-F9A7-4215-B62A-522D7868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7C5B6-7804-469D-8F0A-EFB9E56C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Arrays and Strings: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40849-4B54-4B4B-B328-A86AD4C0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Arrays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6FA36-A2EF-43F2-A8DA-7AAEDD9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596F1-7D8F-4EDD-A89B-453EAAB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22A3B-CDCF-4CE8-BEC7-096000FA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633231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18D2B-BADC-455A-B31F-DF4AF94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626B3-0BE4-4856-87DA-1A4D4E17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CCDA7-EEE7-4D82-9A7D-A94BEF8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DD414-926C-4D73-9479-C3422D3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8A4D9-4A14-42D1-B706-2AC25B1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 Initialization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Variable - Length Arrays.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What Are Pointers?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Pointer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CC137-FC57-4076-A4D2-D1156EBF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DD55C-8118-4C24-8D79-71CC5536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DB149-5AD4-4C39-9AA9-8E989A0F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32918-73A9-4B29-8983-3E24089B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718731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5206A-3C02-473D-B241-3648FFF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E16AA-6E28-4B0E-A678-698FE46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EBF56-FB8B-4F9B-AD0B-CEC0807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5C554-BCA7-4B22-B60D-9456912C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E0D50-2524-413D-8B82-259C5ADC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0A234-9FD4-498D-871E-F912730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2FA64-8D10-4326-9D87-E6DDECE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Arrays and Strings: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1FC8B-BFCD-480C-87D9-CF803C1D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D649E-F8EC-4803-AC77-DFDDD643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79910-DDF7-4DB1-9CCF-3DB18F1A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Single-Dimension Arrays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24C79-6741-4C3C-AA49-BC376BA1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173B-50B0-4599-8BA1-78E970CA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9EDC7-BBE4-4AA8-B7D7-EA3CFBEF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Generating a Pointer to an Array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6495-19F6-4FF4-8E66-09C4997D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AC441-B8E8-4137-A1E2-7323BB1E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4B499-F04A-4E61-9581-3D0572FB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Passing Single -Dimension Arrays to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DE9C6-64F2-4A31-B728-0F5E85FB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D8081-5A35-42F2-84E1-35BE2271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F9DE5-6995-4932-8587-0E0B761F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Two-Dimensional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4D1C4-AAFE-4AE3-A603-ACC5CA7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C256B-59C0-4F93-92D4-5967C1D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2D22D-B116-4636-8EB1-AD93382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Multidimensional Arrays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6C412-9C7D-483A-B6B0-3EFCFC2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B49D9-F2F3-4382-9116-4779480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510A1-DF78-4057-9EE4-E31FC03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Array Initialization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C44BA-C90A-43E7-B7E1-0C7AF057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68E44-785E-4710-AD58-2A4EA3C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DFF2E-5A33-43BB-897F-AF8056EA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8FF37-1986-4591-8A72-7A93157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987883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18DFB-AE9B-40AD-8E8E-D646B8F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217A7-58A1-47BE-A4E3-4DF4ED21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086A-09FB-4455-8BB9-D349388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B8F20-26F6-4156-8F05-A191AD4A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Arrays, Strings, Single-Dimension, Generating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4E228-79D4-42D3-9722-57ACF73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84D0C-3075-4607-9F66-4C566B92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8BF34-83D6-4579-9F90-76C0639B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6CF49-AFC3-46C0-AD3E-1A690CC1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09494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2026-08-24T06:38:46.1560000Z</dcterms:created>
  <dcterms:modified xsi:type="dcterms:W3CDTF">2026-08-24T06:38:46.1560000Z</dcterms:modified>
</coreProperties>
</file>