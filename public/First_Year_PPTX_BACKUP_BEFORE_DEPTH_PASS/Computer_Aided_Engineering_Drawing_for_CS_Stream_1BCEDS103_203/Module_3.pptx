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76d9401c84954" /><Relationship Type="http://schemas.openxmlformats.org/officeDocument/2006/relationships/extended-properties" Target="/docProps/app.xml" Id="R31442e37c8184d1c" /><Relationship Type="http://schemas.openxmlformats.org/officeDocument/2006/relationships/officeDocument" Target="/ppt/presentation.xml" Id="R326499039166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bd795de1d44e27"/>
  </p:sldMasterIdLst>
  <p:notesMasterIdLst>
    <p:notesMasterId xmlns:r="http://schemas.openxmlformats.org/officeDocument/2006/relationships" r:id="Rc24fb8fd40364ba2"/>
  </p:notesMasterIdLst>
  <p:sldIdLst>
    <p:sldId xmlns:r="http://schemas.openxmlformats.org/officeDocument/2006/relationships" id="256" r:id="Rf5ca9acaf9644780"/>
    <p:sldId xmlns:r="http://schemas.openxmlformats.org/officeDocument/2006/relationships" id="257" r:id="R0cb6002262ca4eef"/>
    <p:sldId xmlns:r="http://schemas.openxmlformats.org/officeDocument/2006/relationships" id="258" r:id="Re2aafe05ee124ed6"/>
    <p:sldId xmlns:r="http://schemas.openxmlformats.org/officeDocument/2006/relationships" id="259" r:id="R4939c5d0ded548e6"/>
    <p:sldId xmlns:r="http://schemas.openxmlformats.org/officeDocument/2006/relationships" id="260" r:id="R5cdf2ae8cf1d42ae"/>
    <p:sldId xmlns:r="http://schemas.openxmlformats.org/officeDocument/2006/relationships" id="261" r:id="R90246d1120cc4cca"/>
    <p:sldId xmlns:r="http://schemas.openxmlformats.org/officeDocument/2006/relationships" id="262" r:id="R5821ef5c027844a3"/>
    <p:sldId xmlns:r="http://schemas.openxmlformats.org/officeDocument/2006/relationships" id="263" r:id="Rd87d348080714b04"/>
    <p:sldId xmlns:r="http://schemas.openxmlformats.org/officeDocument/2006/relationships" id="264" r:id="Rfcce778a408242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9e90f0a2b14d1e" /><Relationship Type="http://schemas.openxmlformats.org/officeDocument/2006/relationships/slideMaster" Target="/ppt/slideMasters/slideMaster1.xml" Id="R16bd795de1d44e27" /><Relationship Type="http://schemas.openxmlformats.org/officeDocument/2006/relationships/notesMaster" Target="/ppt/notesMasters/notesMaster1.xml" Id="Rc24fb8fd40364ba2" /><Relationship Type="http://schemas.openxmlformats.org/officeDocument/2006/relationships/presProps" Target="/ppt/presProps.xml" Id="R44e201e0e9ea432a" /><Relationship Type="http://schemas.openxmlformats.org/officeDocument/2006/relationships/tableStyles" Target="/ppt/tableStyles.xml" Id="Rfbafeda619a641d3" /><Relationship Type="http://schemas.openxmlformats.org/officeDocument/2006/relationships/slide" Target="/ppt/slides/slide1.xml" Id="Rf5ca9acaf9644780" /><Relationship Type="http://schemas.openxmlformats.org/officeDocument/2006/relationships/slide" Target="/ppt/slides/slide2.xml" Id="R0cb6002262ca4eef" /><Relationship Type="http://schemas.openxmlformats.org/officeDocument/2006/relationships/slide" Target="/ppt/slides/slide3.xml" Id="Re2aafe05ee124ed6" /><Relationship Type="http://schemas.openxmlformats.org/officeDocument/2006/relationships/slide" Target="/ppt/slides/slide4.xml" Id="R4939c5d0ded548e6" /><Relationship Type="http://schemas.openxmlformats.org/officeDocument/2006/relationships/slide" Target="/ppt/slides/slide5.xml" Id="R5cdf2ae8cf1d42ae" /><Relationship Type="http://schemas.openxmlformats.org/officeDocument/2006/relationships/slide" Target="/ppt/slides/slide6.xml" Id="R90246d1120cc4cca" /><Relationship Type="http://schemas.openxmlformats.org/officeDocument/2006/relationships/slide" Target="/ppt/slides/slide7.xml" Id="R5821ef5c027844a3" /><Relationship Type="http://schemas.openxmlformats.org/officeDocument/2006/relationships/slide" Target="/ppt/slides/slide8.xml" Id="Rd87d348080714b04" /><Relationship Type="http://schemas.openxmlformats.org/officeDocument/2006/relationships/slide" Target="/ppt/slides/slide9.xml" Id="Rfcce778a408242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a8172dcddd4a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f502235ea47a9" /><Relationship Type="http://schemas.openxmlformats.org/officeDocument/2006/relationships/notesMaster" Target="/ppt/notesMasters/notesMaster1.xml" Id="R4c4484f420424a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8eadf64ae4f2e" /><Relationship Type="http://schemas.openxmlformats.org/officeDocument/2006/relationships/notesMaster" Target="/ppt/notesMasters/notesMaster1.xml" Id="R9c024bfff9ba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b1e571a60a45b4" /><Relationship Type="http://schemas.openxmlformats.org/officeDocument/2006/relationships/notesMaster" Target="/ppt/notesMasters/notesMaster1.xml" Id="R9056e0cebdd64c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1d6378132c4c01" /><Relationship Type="http://schemas.openxmlformats.org/officeDocument/2006/relationships/notesMaster" Target="/ppt/notesMasters/notesMaster1.xml" Id="R2bdaa7d3f2c441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453d1e09e44694" /><Relationship Type="http://schemas.openxmlformats.org/officeDocument/2006/relationships/notesMaster" Target="/ppt/notesMasters/notesMaster1.xml" Id="R8b6a6ece47f343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f38c28248642aa" /><Relationship Type="http://schemas.openxmlformats.org/officeDocument/2006/relationships/notesMaster" Target="/ppt/notesMasters/notesMaster1.xml" Id="R98094dce24db4b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bf040db2894754" /><Relationship Type="http://schemas.openxmlformats.org/officeDocument/2006/relationships/notesMaster" Target="/ppt/notesMasters/notesMaster1.xml" Id="R321fff27caca49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695d29793346ad" /><Relationship Type="http://schemas.openxmlformats.org/officeDocument/2006/relationships/notesMaster" Target="/ppt/notesMasters/notesMaster1.xml" Id="R13836a7227be44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1cb3c5e8b242ce" /><Relationship Type="http://schemas.openxmlformats.org/officeDocument/2006/relationships/notesMaster" Target="/ppt/notesMasters/notesMaster1.xml" Id="Rf0dddbf1442444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243c46d0440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e402f087be444d" /><Relationship Type="http://schemas.openxmlformats.org/officeDocument/2006/relationships/slideLayout" Target="/ppt/slideLayouts/slideLayout1.xml" Id="R95f97535a21b4f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97535a21b4f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b874c3cdc48e5" /><Relationship Type="http://schemas.openxmlformats.org/officeDocument/2006/relationships/notesSlide" Target="/ppt/notesSlides/notesSlide1.xml" Id="Re5b8e6bd032a41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24652fe0a461e" /><Relationship Type="http://schemas.openxmlformats.org/officeDocument/2006/relationships/notesSlide" Target="/ppt/notesSlides/notesSlide2.xml" Id="Rebdc938015494e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ed775742b4fe6" /><Relationship Type="http://schemas.openxmlformats.org/officeDocument/2006/relationships/notesSlide" Target="/ppt/notesSlides/notesSlide3.xml" Id="R5ac0e26e063b4f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5038f8314c5b" /><Relationship Type="http://schemas.openxmlformats.org/officeDocument/2006/relationships/notesSlide" Target="/ppt/notesSlides/notesSlide4.xml" Id="R6933ce642a09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304ec7fce414d" /><Relationship Type="http://schemas.openxmlformats.org/officeDocument/2006/relationships/notesSlide" Target="/ppt/notesSlides/notesSlide5.xml" Id="R59a76bcf95fb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ffe089b5946a2" /><Relationship Type="http://schemas.openxmlformats.org/officeDocument/2006/relationships/notesSlide" Target="/ppt/notesSlides/notesSlide6.xml" Id="R43831e86a37c46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33ee58038437d" /><Relationship Type="http://schemas.openxmlformats.org/officeDocument/2006/relationships/notesSlide" Target="/ppt/notesSlides/notesSlide7.xml" Id="Rdebae4711e64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21f83d6be4b17" /><Relationship Type="http://schemas.openxmlformats.org/officeDocument/2006/relationships/notesSlide" Target="/ppt/notesSlides/notesSlide8.xml" Id="R324fea05fb4547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97fda1715448a" /><Relationship Type="http://schemas.openxmlformats.org/officeDocument/2006/relationships/notesSlide" Target="/ppt/notesSlides/notesSlide9.xml" Id="R86538ab7cc4b43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41372-14FA-40EF-8C09-210128AF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55F80-E6F8-4043-8457-C4992182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A1D59-C8EE-4CB5-B788-0AD9BDA2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D2D44-AC46-4696-BB3D-36F01A4A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460CD-5AA6-4E03-A369-F601B692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ABCE6-051C-4C9B-A3A6-40D95E4E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EF6D3-C27E-4AE8-96F5-40C94FE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54118-F54B-4071-AAD0-014D0B80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654ED-E9FA-4DE6-9AA2-699DE358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948C5-A85D-46CF-9817-E4156A4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6586D-7B6D-44E4-9028-F6A89370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8BE6B-D1CA-44EE-B292-759BF32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D2FFD-6841-4206-A0D3-43C61A2C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F599B-0D4B-4374-A4AF-8CFD9CED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46A96-F743-4BE0-803D-30ED7568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508675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9E038-B1CD-491A-8ECF-EADE56E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99CDC-E0E6-4B36-959A-C1DBB8AC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3962B-1F5D-4532-A39F-DA96CA2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2121D-C346-4722-B2A4-63E03510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6428B-B9FA-48FE-A973-2AFD0369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95AAA-40F1-4EFE-BD38-EE9184D4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E6126-B6DB-47EF-ADFD-4B6B75D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F8B07-8E83-4F7D-AD85-6C25FC72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CCE29-3D77-4E08-9E12-3C401A8F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14DC5-944E-4398-BB20-B89862F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0465A-BE92-46B4-8366-A8EDCA4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5C938-41B0-4A4A-98C7-EF38283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DF981-BA39-4D3A-882F-11688120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apparent shapes and true shapes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0DA05-580B-4E99-B4CE-77BD2C5D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A2C15-1001-46D4-A808-F7C4E95C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355068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0C105-9250-4D76-AB45-C2D165C8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C9BE9-1B75-46E6-B421-111B2E3B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B77A6-3477-48DB-A3BE-6C7DC2D1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B41DC-6A44-4FE9-8C29-A130969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9A4B1-5FAD-4E09-87B8-7A65FAA9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4A47E-55FC-42A7-A7C5-D73ECA7A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B74A3-EA7E-42E7-BE34-9121593C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87DC2-B48C-475A-B41F-0265C261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98D89-9EAA-47E8-8A97-644F9A1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apparent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59784-E6BA-4C4F-8136-8C0E7C04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 and their frustums and truncations.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CBE30-C1A5-4C6F-A54E-68347BF2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5C6CB-6401-4BE7-9EFF-30C6ECD5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568971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55896-6441-4824-8BE2-D020FBE2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FBC3E-085C-4F3D-A18E-36D50F22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414D0-D776-4434-B8EC-2DB288F3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6EEDF-2A97-49EA-A51B-5B97A72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apparent shapes and true shapes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ED5EF-EC52-4B4F-86B8-8C6311F3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6749F-18D8-4993-90DF-5190FBE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535EC-B9F7-4481-B983-B756685C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3A22E-7198-4A4E-81A3-656F0E02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FA182-4A1D-40D0-A4F3-B5E43BA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61AAA-6D97-4B4D-A4E8-AB3290C5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E8D68-4243-4566-832D-E6CFD107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42684-421C-4962-A2CF-08B30CF2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A9245-A64F-4AFE-AB1D-A16BB4CA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B7FF9-B92B-489D-806B-AD7FD21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233A1-FA54-4CF3-8753-8DF66A6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96702-A70B-4472-BC6F-E86C7F5E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69DBA-A323-4982-B05B-25A90FB8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A68FC-4A57-4218-A5D1-AD3B281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72520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473F0-AA80-4CEB-98C6-5539100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29B05-4CDF-4119-8709-E3ECF07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FD72E-6600-41E9-A79E-FE4FB15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D057A-FE6A-405F-AA9D-9FE6889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6FB0D-05B8-412A-A40F-99046BA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3F7CE-C046-445C-96FD-690C85C2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BC745-4E15-406A-9250-BD793F3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94D83-0EFB-45AC-AF03-04E917E7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E77F-86C2-4DAD-803C-61199943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76DEF-9F0C-4E52-B92A-0D75CC19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EC885-D6F4-419A-8118-665D70E4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1CDC9-BB41-422D-8281-626D4853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9821C-B512-46FE-95D7-9537A56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3B41C-2B49-4398-BBB1-F2AA85D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AC320-CB62-4EBD-840A-2B529457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297718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3ECD3-882D-4022-91C9-88BD3E2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0811D-5D85-45A6-8669-5C0A977F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23E95-2BD7-4106-BEE5-4764611C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B809B-F40E-457F-A886-175B654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DE468-14C2-4A91-8222-761872EF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1B8A2-84DF-4D9C-8FF4-0D22FAFF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94B5E-F56A-4CA6-8A59-7A3C273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E2581-38B7-46C0-828A-8893D414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5145E-F82C-41A8-B308-AD7345A1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277272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CF89E-F54E-4EFB-B0AF-CB2DA828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29034-A46D-4C88-BB61-9A34165F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95AA2-494E-45B1-80E7-55AA1EB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6F77-C413-42B2-B93E-6AE013E4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EF2F-ACB1-4FA4-BE04-669B3957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 and their frustums and truncations.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applications of development of lateral surfaces like funnels and trays.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25EB-88E7-46FA-990D-E0E6F7C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6F496-43C5-4FDC-8F26-5527A2FF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3E499-6747-42BA-A196-68C4147A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D2294-A4C1-469E-8449-9A487586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455425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F6DB7-4748-49C0-A082-48FB337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AFA7A-2444-44C4-B453-271D3063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542E8-E2FE-4135-947A-31383972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026FE-977B-453F-9F24-E9DD802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E9B2D-7D22-4BDB-9251-6BB564D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5BA0C-0B0D-4F9B-B484-CFD17B3F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913B7-AF35-44B7-8CC1-40B1E9A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8A720-6AA1-4E59-8E64-E7845A29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ED7A7-CD87-4631-9219-6151086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B40A2-5EE6-4C3A-8245-89211D2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ACAFA-0823-4AAC-BEE3-62B9A525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5DD2D-5B2F-424F-AC34-D2B8DE2F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A9577-4BCA-46F2-986E-A8741AD1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86E06-ED0A-475A-AC62-A3ADE806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00CC6-7537-4257-BC7C-72E8C9E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68389-326D-4355-9509-853E32AA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Sectional views: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49710-AEDB-493D-9278-ED3241A6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01B90-6246-47E7-9DDA-F3218F64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2D4C1-969D-40C0-951B-8203A1CB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apparent shapes and true shapes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0DE55-AFA6-4EDD-99AF-E035C33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70227-CA60-41BF-BCD1-FCF3D32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22BB2-4D4F-456D-810F-179D71B3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of right regular prisms, pyramids, cylinders and cones resting with their base on HP.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0C2E4-90AD-498F-AD7D-D7CBA3D0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2C285-3863-432A-9EE9-7F5BEA4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2DB67-1638-4746-9FEB-F5F75014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(Concepts only and No Problems for practice) Development of Lateral Surfaces of Solids: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20F98-9575-41FB-98A3-831951AD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AFE80E-5F53-435D-B113-8A46A1C8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FC827-ED22-492A-9433-AFF72168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E679C0-3D5B-49DD-8492-BB83FF4A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961404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AD9EC-444C-4C8B-8627-0167BA38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B353-2312-4D3D-B08C-FE35B686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B26B0-BBF8-43AA-9EFF-06ED0C1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DB865-8D82-40A0-B7B1-ED9834A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Section, Solids, planes, Sectional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A1051-CDF5-4FA4-8A95-78979A7D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F0A33-8ED2-49BE-95C6-5238CF1C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F8AFF-FADA-4208-9E26-683FD95E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01F50-2972-4D86-86A2-A01349BA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688674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2026-08-24T06:38:42.8210000Z</dcterms:created>
  <dcterms:modified xsi:type="dcterms:W3CDTF">2026-08-24T06:38:42.8210000Z</dcterms:modified>
</coreProperties>
</file>