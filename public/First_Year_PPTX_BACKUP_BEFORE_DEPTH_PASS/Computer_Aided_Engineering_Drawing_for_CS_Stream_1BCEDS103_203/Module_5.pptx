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5ac8ce4361484b" /><Relationship Type="http://schemas.openxmlformats.org/officeDocument/2006/relationships/extended-properties" Target="/docProps/app.xml" Id="R26dfd82136734a9d" /><Relationship Type="http://schemas.openxmlformats.org/officeDocument/2006/relationships/officeDocument" Target="/ppt/presentation.xml" Id="R297b56084dc741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effc1b880d4783"/>
  </p:sldMasterIdLst>
  <p:notesMasterIdLst>
    <p:notesMasterId xmlns:r="http://schemas.openxmlformats.org/officeDocument/2006/relationships" r:id="R93ca169ae8b4471b"/>
  </p:notesMasterIdLst>
  <p:sldIdLst>
    <p:sldId xmlns:r="http://schemas.openxmlformats.org/officeDocument/2006/relationships" id="256" r:id="R0dda6fff80184651"/>
    <p:sldId xmlns:r="http://schemas.openxmlformats.org/officeDocument/2006/relationships" id="257" r:id="Rb183b71ffc5f4bd9"/>
    <p:sldId xmlns:r="http://schemas.openxmlformats.org/officeDocument/2006/relationships" id="258" r:id="R9228b7c12c2d4c30"/>
    <p:sldId xmlns:r="http://schemas.openxmlformats.org/officeDocument/2006/relationships" id="259" r:id="R78b852f2085748b8"/>
    <p:sldId xmlns:r="http://schemas.openxmlformats.org/officeDocument/2006/relationships" id="260" r:id="Raac3cf2505dc4017"/>
    <p:sldId xmlns:r="http://schemas.openxmlformats.org/officeDocument/2006/relationships" id="261" r:id="Rf67594b01d4c4f1f"/>
    <p:sldId xmlns:r="http://schemas.openxmlformats.org/officeDocument/2006/relationships" id="262" r:id="R1bce793e38664190"/>
    <p:sldId xmlns:r="http://schemas.openxmlformats.org/officeDocument/2006/relationships" id="263" r:id="Ra3fe064466c44a3b"/>
    <p:sldId xmlns:r="http://schemas.openxmlformats.org/officeDocument/2006/relationships" id="264" r:id="R5962062dbb0c40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008a443eba4ef2" /><Relationship Type="http://schemas.openxmlformats.org/officeDocument/2006/relationships/slideMaster" Target="/ppt/slideMasters/slideMaster1.xml" Id="R8ceffc1b880d4783" /><Relationship Type="http://schemas.openxmlformats.org/officeDocument/2006/relationships/notesMaster" Target="/ppt/notesMasters/notesMaster1.xml" Id="R93ca169ae8b4471b" /><Relationship Type="http://schemas.openxmlformats.org/officeDocument/2006/relationships/presProps" Target="/ppt/presProps.xml" Id="R13a6ca62de25434f" /><Relationship Type="http://schemas.openxmlformats.org/officeDocument/2006/relationships/tableStyles" Target="/ppt/tableStyles.xml" Id="R66a8667dc2694290" /><Relationship Type="http://schemas.openxmlformats.org/officeDocument/2006/relationships/slide" Target="/ppt/slides/slide1.xml" Id="R0dda6fff80184651" /><Relationship Type="http://schemas.openxmlformats.org/officeDocument/2006/relationships/slide" Target="/ppt/slides/slide2.xml" Id="Rb183b71ffc5f4bd9" /><Relationship Type="http://schemas.openxmlformats.org/officeDocument/2006/relationships/slide" Target="/ppt/slides/slide3.xml" Id="R9228b7c12c2d4c30" /><Relationship Type="http://schemas.openxmlformats.org/officeDocument/2006/relationships/slide" Target="/ppt/slides/slide4.xml" Id="R78b852f2085748b8" /><Relationship Type="http://schemas.openxmlformats.org/officeDocument/2006/relationships/slide" Target="/ppt/slides/slide5.xml" Id="Raac3cf2505dc4017" /><Relationship Type="http://schemas.openxmlformats.org/officeDocument/2006/relationships/slide" Target="/ppt/slides/slide6.xml" Id="Rf67594b01d4c4f1f" /><Relationship Type="http://schemas.openxmlformats.org/officeDocument/2006/relationships/slide" Target="/ppt/slides/slide7.xml" Id="R1bce793e38664190" /><Relationship Type="http://schemas.openxmlformats.org/officeDocument/2006/relationships/slide" Target="/ppt/slides/slide8.xml" Id="Ra3fe064466c44a3b" /><Relationship Type="http://schemas.openxmlformats.org/officeDocument/2006/relationships/slide" Target="/ppt/slides/slide9.xml" Id="R5962062dbb0c40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dcea0fbb0344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df812bc0f94337" /><Relationship Type="http://schemas.openxmlformats.org/officeDocument/2006/relationships/notesMaster" Target="/ppt/notesMasters/notesMaster1.xml" Id="R48ecd027e5a64a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5c0e8ce03449ab" /><Relationship Type="http://schemas.openxmlformats.org/officeDocument/2006/relationships/notesMaster" Target="/ppt/notesMasters/notesMaster1.xml" Id="Re245e91bccf24a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145207be20436c" /><Relationship Type="http://schemas.openxmlformats.org/officeDocument/2006/relationships/notesMaster" Target="/ppt/notesMasters/notesMaster1.xml" Id="R42d3c1fb576340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2851d45dd24e65" /><Relationship Type="http://schemas.openxmlformats.org/officeDocument/2006/relationships/notesMaster" Target="/ppt/notesMasters/notesMaster1.xml" Id="R0ab83bcee7a74e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eb0f2f438048ed" /><Relationship Type="http://schemas.openxmlformats.org/officeDocument/2006/relationships/notesMaster" Target="/ppt/notesMasters/notesMaster1.xml" Id="R580b2e814f0246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4717cb26d54f66" /><Relationship Type="http://schemas.openxmlformats.org/officeDocument/2006/relationships/notesMaster" Target="/ppt/notesMasters/notesMaster1.xml" Id="R30747a0dd8b64c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bf867edbe2441a" /><Relationship Type="http://schemas.openxmlformats.org/officeDocument/2006/relationships/notesMaster" Target="/ppt/notesMasters/notesMaster1.xml" Id="R9c7cb481d99f45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3fa673e00046e8" /><Relationship Type="http://schemas.openxmlformats.org/officeDocument/2006/relationships/notesMaster" Target="/ppt/notesMasters/notesMaster1.xml" Id="Rc8f4020c332b49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a34b87feb44e4c" /><Relationship Type="http://schemas.openxmlformats.org/officeDocument/2006/relationships/notesMaster" Target="/ppt/notesMasters/notesMaster1.xml" Id="Rf8ca0bcf0a0949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d0e4546b9447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26d49bc432409c" /><Relationship Type="http://schemas.openxmlformats.org/officeDocument/2006/relationships/slideLayout" Target="/ppt/slideLayouts/slideLayout1.xml" Id="Rf7cd6029407c4c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cd6029407c4c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9c3b7d38846b9" /><Relationship Type="http://schemas.openxmlformats.org/officeDocument/2006/relationships/notesSlide" Target="/ppt/notesSlides/notesSlide1.xml" Id="R6668b09a5c3446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0768db74c4c87" /><Relationship Type="http://schemas.openxmlformats.org/officeDocument/2006/relationships/notesSlide" Target="/ppt/notesSlides/notesSlide2.xml" Id="Rc9e8f8a45ea24e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cc4076bfa4c5f" /><Relationship Type="http://schemas.openxmlformats.org/officeDocument/2006/relationships/notesSlide" Target="/ppt/notesSlides/notesSlide3.xml" Id="Rdb0223de92f040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952a23c384994" /><Relationship Type="http://schemas.openxmlformats.org/officeDocument/2006/relationships/notesSlide" Target="/ppt/notesSlides/notesSlide4.xml" Id="Ra45ecac779a645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d2705e5e948de" /><Relationship Type="http://schemas.openxmlformats.org/officeDocument/2006/relationships/notesSlide" Target="/ppt/notesSlides/notesSlide5.xml" Id="Rcdb2a1e7844048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5c9c3671f4a35" /><Relationship Type="http://schemas.openxmlformats.org/officeDocument/2006/relationships/notesSlide" Target="/ppt/notesSlides/notesSlide6.xml" Id="R8bc03cf4ea484f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fbed996084097" /><Relationship Type="http://schemas.openxmlformats.org/officeDocument/2006/relationships/notesSlide" Target="/ppt/notesSlides/notesSlide7.xml" Id="R89add640914946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48c9764f84b69" /><Relationship Type="http://schemas.openxmlformats.org/officeDocument/2006/relationships/notesSlide" Target="/ppt/notesSlides/notesSlide8.xml" Id="Rcd5ef834eef74d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ab8e544324010" /><Relationship Type="http://schemas.openxmlformats.org/officeDocument/2006/relationships/notesSlide" Target="/ppt/notesSlides/notesSlide9.xml" Id="R86cf85ffb8af4b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7E3405-9361-4052-8743-110D8843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AC813-9DF0-475F-8C22-215AC3F2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Computer Network Drawing (For CIE Only): 2D Network drawing with wired and wireless, Network topology - wired and wirele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64891-FC4B-4385-9EBE-3B9F79E8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Computer Aided Engineering Drawing for CS Stream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1BCEDS103/203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7518C-C138-4B27-8277-A1AAC608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Computer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F5A40-FB60-48E8-8131-46F2A9D5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AD4C5-A101-448D-A855-A54801DA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Network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4F483-5049-4A9C-BE20-93229732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91B10-2CF2-4D1B-B3F0-F29B2FB9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Drawing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95F23-5152-4695-9FED-9418107F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F1ED1-E674-4107-928C-F2DCF557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FCCDE-211A-4340-A7CB-F0825D1F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AAC2A6-0D5C-48E8-8F42-C306BBB3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49E59-5558-4CA2-A823-E7366245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3DEA1-B1AF-4F87-823E-1A07FA73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80229-20C6-4EA3-9A9A-7CD57803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5302923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F1BD07-C6D3-4AB0-B4BC-C8211EBC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799CC-49E9-4A0A-A110-63604AF4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18E4D-1C3A-4B18-B234-CB06A8E4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06434-2134-4CEF-AD9E-AEF37477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A3B34-9496-43B7-9C59-CB4B09E9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E5691-187D-4068-BB76-972EB0AB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3FD79-CCC9-440A-8B13-FF314A20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7F613-3609-4BA0-B4E2-D384EA14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D05AF-77F6-431B-A81A-DF3A066B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64EC7-D889-4466-BE0A-1EE1DB86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17CF4A-C09E-404E-8098-1BDAB228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B2F47-846E-47C2-9DAE-71EEE6CB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949A2A-37AC-4C87-A6CC-C9CA3C35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Computer Network Drawing (For CIE Only):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2D Network drawing with wired and wireless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Network topology - wired and wireless.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3D Modeling: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Raspberry Pi / Arduino boards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1AE4F-154C-4758-8FC9-D7908075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B35B36-7338-4679-974D-AC08B2C3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4159103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C4151-8170-45CB-8F55-BC70A2BC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F99B1-FDFF-48C7-AB29-ADF099B9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C88BA-05D6-4CFE-9515-C0232D95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4DEFB-C2A3-4305-BD2D-3DD6FBCA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Computer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89828-AFEF-4155-95E8-DCC74DE9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Network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E47D5-ED0F-4928-9944-AD29074F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Drawing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BD6B7-C138-4A54-98D9-8E374453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0BF1F-5D77-484D-93FC-013D7CA6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wired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4517D-4D99-4782-9464-2DFF3F2E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wireless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5ED263-F781-42F1-B6B1-2E972617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Router &amp; switches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IoT devices - Concept of converting to 3D printing format (stl) Concept of Industrial drawing Number of Hours: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05AC4-FE36-4F98-98A9-8659B1FE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8B5D8-D2BF-4E67-995B-5A3C7E0F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18794590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6E88F2-FEAE-4CF2-A5A9-897DF409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5B269-73D8-4746-BEEE-12E02AA4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6DD01-F420-401D-B295-47A980EF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53894-003A-4779-B862-F87F6D00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Computer Network Drawing (For CIE Only):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2D Network drawing with wired and wireless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Network topology - wired and wireless.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3D Modeling: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Raspberry Pi / Arduino boards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Router &amp; switches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2E528-7D10-4F02-89B8-8E7473E7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68F04-1329-4A15-9F7E-DBBDBDA1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B9EA0-D701-4C7A-9656-7AB80C18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Computer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CD34C-0A65-4154-B3CD-420C73A7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63B18-719D-4D51-BAED-AE27AC17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Network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329851-0CF9-49E3-9C88-47764498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6BBB60-87E7-48C1-B23A-57589FCD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Drawing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70E177-050D-4778-96F1-40F8DB05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9FAAE-CF48-4A96-B5CA-19029158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98CDB1-F999-45F0-A454-24753DB4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240CE2-53A2-4910-BCC5-179B6ADD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wired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FBB72-4D7F-4F7C-802A-00414B8C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5B550-1B42-4CE8-9E71-4D0808AF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E4B825-01C2-4070-A518-0510E39D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7673972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9F932C-C413-4183-9EE6-E7777356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69144-1F70-425F-959E-93EAD156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733AA-4CD8-4307-852B-10A572D9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2FFCF-A5F9-40DD-8FC3-CA715C11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73FE2-0265-43AD-A79F-5DB2008D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B5E44-FFC9-4360-A249-15672181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E0FE2-C9CD-4713-9D4C-A46D26DE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1C579-F651-427C-B534-FB6611BF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90214-AF2E-401C-A092-A76BAD4F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A6F856-9ABE-4031-A383-272B1E7B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C06B0-A48F-43EF-8B4B-F3CD77BD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066E6-14FB-4869-8609-BA38E28C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BE747-60DE-41E8-8323-5F1AE224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58CEAA-7250-4A9E-9C5C-F0B9FB94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82453-39F2-41A1-BE30-4958FB45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4067324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A16D3-F811-4220-9517-104726C2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4BCE5-2D81-4553-9267-39A280F6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AAF04-65E3-4ECA-B7BD-DACE7924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94277-2844-495C-81C3-1B4AD560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EA9F9-2DE9-4919-A07F-37C46E81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Computer Network Drawing (For CIE Only):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2FAE1-AAF3-40AE-92E9-C34A9EA0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Computer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EE8D4-2EDB-4A3D-99B2-288675FD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CBAA1-6BB4-49D0-919E-78F0D3C2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83938B-B340-4EEB-B8C6-A21215D1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4672436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5611D-9BE6-45D3-B052-DB49C838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BA497-465A-45DF-8D35-A1241B3B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11E3C-79FE-4F6D-95C2-410E4EEB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2B2A9-037B-4F79-88A0-2459B3AA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446AE-36EB-42A1-BBCC-D1A74E02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IoT devices - Concept of converting to 3D printing format (stl) Concept of Industrial drawing Number of Hours: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8F429-3AE6-4F61-81F6-B6C7B2D4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2C1BB-C02F-4A78-ACFB-0DFC11AF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F44A4-68F8-4A7C-AA1F-EB65BEBC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BE553-D4DC-4FFB-BCE6-496BA52C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8920241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8A4353-7F8B-4942-8B1B-A61C9899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1B52D-4417-43E5-A9CD-6C36451D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7CA63-B304-4084-9FB2-44D40991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23550-CF2D-4204-8427-E39237C3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F648A-A29C-42F5-AD94-1CB37652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9AAE2-CB88-42CF-B85E-73C47113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5281E7-A5C4-48DE-B7DF-DDA75841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Computer Network Drawing (For CIE Only):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B3A56-E71B-4D45-9E42-C018CB11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3E8A2-6D1C-4136-9694-D6944612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919A2-ED36-4A76-B3B4-1C3A1AD7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2D Network drawing with wired and wireless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B14BA-4633-47BF-9216-E330D811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24F2DD-9D3F-4207-943D-688CBE94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409A06-1AD1-4FCA-80B4-5A83D949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Network topology - wired and wireless.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A6864-7E0B-43CC-9FB6-F8ADE275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F122FD-0D38-4EB9-8442-25465C40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914556-FD24-4BB8-B929-D09BE440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3D Modeling: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91731D-61CB-43FB-A87D-FA09601A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9855CA-79C9-4FC8-95AB-841C4873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DC8266-A54E-445A-939C-A4AAC48C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Raspberry Pi / Arduino boards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24E9FE-B6C6-4787-8CE9-99A0C2BC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C49F15-6A99-4C61-A2F0-80763E01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21E292-F6AA-49B9-9BB8-F6810B1A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Router &amp; switches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F96FDE-DCE0-4209-8702-339F8647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962667-8A42-4105-A763-829C54AE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CAEECA-4361-4192-9A08-5F0F5B3B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IoT devices - Concept of converting to 3D printing format (stl) Concept of Industrial drawing 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8474C9-2A52-4F2E-85DD-039B6C7B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BD8902-1222-465C-8B83-AFECF55A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FA90BD-DED0-45CB-9E90-938F3768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013B86-BFE4-4B6C-8154-5B0933FE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3943312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303BC-95F3-4703-ADD7-F8EF43AE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20DB9-279A-4B55-887C-5A2A8E57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8594E-8B13-4F51-A176-31501F0F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9747F-9CF8-4731-82DE-50866253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Computer, Network, Drawing, Only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DDC37-0AF0-4790-9DAC-F610E847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2C556-F567-4A2B-B764-376A015A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A6A4B-22D9-4EA2-99FA-8622D159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38FCF-475B-46B2-8103-4CD522A5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2671245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2026-08-24T06:38:42.9530000Z</dcterms:created>
  <dcterms:modified xsi:type="dcterms:W3CDTF">2026-08-24T06:38:42.9530000Z</dcterms:modified>
</coreProperties>
</file>