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0cfd27eb14d7e" /><Relationship Type="http://schemas.openxmlformats.org/officeDocument/2006/relationships/extended-properties" Target="/docProps/app.xml" Id="Rb7bf5454ebd54cce" /><Relationship Type="http://schemas.openxmlformats.org/officeDocument/2006/relationships/officeDocument" Target="/ppt/presentation.xml" Id="R102d550b4cd8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fddf445e5e4894"/>
  </p:sldMasterIdLst>
  <p:notesMasterIdLst>
    <p:notesMasterId xmlns:r="http://schemas.openxmlformats.org/officeDocument/2006/relationships" r:id="R2c73934dc7884ceb"/>
  </p:notesMasterIdLst>
  <p:sldIdLst>
    <p:sldId xmlns:r="http://schemas.openxmlformats.org/officeDocument/2006/relationships" id="256" r:id="R88e9ee4ba30f405f"/>
    <p:sldId xmlns:r="http://schemas.openxmlformats.org/officeDocument/2006/relationships" id="257" r:id="R030ac4f2203e4e82"/>
    <p:sldId xmlns:r="http://schemas.openxmlformats.org/officeDocument/2006/relationships" id="258" r:id="Rfc00386a444f4d4e"/>
    <p:sldId xmlns:r="http://schemas.openxmlformats.org/officeDocument/2006/relationships" id="259" r:id="R83e95093451e40c2"/>
    <p:sldId xmlns:r="http://schemas.openxmlformats.org/officeDocument/2006/relationships" id="260" r:id="R6a361c42210343d1"/>
    <p:sldId xmlns:r="http://schemas.openxmlformats.org/officeDocument/2006/relationships" id="261" r:id="Rb6ef05fefd95471d"/>
    <p:sldId xmlns:r="http://schemas.openxmlformats.org/officeDocument/2006/relationships" id="262" r:id="R6ca3946ba3bf41cf"/>
    <p:sldId xmlns:r="http://schemas.openxmlformats.org/officeDocument/2006/relationships" id="263" r:id="Rfd5c1d244c334dd9"/>
    <p:sldId xmlns:r="http://schemas.openxmlformats.org/officeDocument/2006/relationships" id="264" r:id="R328c4bda142140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8ee2c758e4e0c" /><Relationship Type="http://schemas.openxmlformats.org/officeDocument/2006/relationships/slideMaster" Target="/ppt/slideMasters/slideMaster1.xml" Id="R92fddf445e5e4894" /><Relationship Type="http://schemas.openxmlformats.org/officeDocument/2006/relationships/notesMaster" Target="/ppt/notesMasters/notesMaster1.xml" Id="R2c73934dc7884ceb" /><Relationship Type="http://schemas.openxmlformats.org/officeDocument/2006/relationships/presProps" Target="/ppt/presProps.xml" Id="R02de8066116a4c8c" /><Relationship Type="http://schemas.openxmlformats.org/officeDocument/2006/relationships/tableStyles" Target="/ppt/tableStyles.xml" Id="R05c1c9deb1634779" /><Relationship Type="http://schemas.openxmlformats.org/officeDocument/2006/relationships/slide" Target="/ppt/slides/slide1.xml" Id="R88e9ee4ba30f405f" /><Relationship Type="http://schemas.openxmlformats.org/officeDocument/2006/relationships/slide" Target="/ppt/slides/slide2.xml" Id="R030ac4f2203e4e82" /><Relationship Type="http://schemas.openxmlformats.org/officeDocument/2006/relationships/slide" Target="/ppt/slides/slide3.xml" Id="Rfc00386a444f4d4e" /><Relationship Type="http://schemas.openxmlformats.org/officeDocument/2006/relationships/slide" Target="/ppt/slides/slide4.xml" Id="R83e95093451e40c2" /><Relationship Type="http://schemas.openxmlformats.org/officeDocument/2006/relationships/slide" Target="/ppt/slides/slide5.xml" Id="R6a361c42210343d1" /><Relationship Type="http://schemas.openxmlformats.org/officeDocument/2006/relationships/slide" Target="/ppt/slides/slide6.xml" Id="Rb6ef05fefd95471d" /><Relationship Type="http://schemas.openxmlformats.org/officeDocument/2006/relationships/slide" Target="/ppt/slides/slide7.xml" Id="R6ca3946ba3bf41cf" /><Relationship Type="http://schemas.openxmlformats.org/officeDocument/2006/relationships/slide" Target="/ppt/slides/slide8.xml" Id="Rfd5c1d244c334dd9" /><Relationship Type="http://schemas.openxmlformats.org/officeDocument/2006/relationships/slide" Target="/ppt/slides/slide9.xml" Id="R328c4bda1421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15200a0f8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211b824554de1" /><Relationship Type="http://schemas.openxmlformats.org/officeDocument/2006/relationships/notesMaster" Target="/ppt/notesMasters/notesMaster1.xml" Id="R2ffc8e9e98ca4e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f1f24e162f4350" /><Relationship Type="http://schemas.openxmlformats.org/officeDocument/2006/relationships/notesMaster" Target="/ppt/notesMasters/notesMaster1.xml" Id="R96e3dc4ba696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c54186a1c04c0d" /><Relationship Type="http://schemas.openxmlformats.org/officeDocument/2006/relationships/notesMaster" Target="/ppt/notesMasters/notesMaster1.xml" Id="R3f9fe062cd6c4a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a0160a1414bd8" /><Relationship Type="http://schemas.openxmlformats.org/officeDocument/2006/relationships/notesMaster" Target="/ppt/notesMasters/notesMaster1.xml" Id="R4ec2536af32847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72fbb8380448a" /><Relationship Type="http://schemas.openxmlformats.org/officeDocument/2006/relationships/notesMaster" Target="/ppt/notesMasters/notesMaster1.xml" Id="R74e65ccb3244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d41ecd39374cca" /><Relationship Type="http://schemas.openxmlformats.org/officeDocument/2006/relationships/notesMaster" Target="/ppt/notesMasters/notesMaster1.xml" Id="R36752cb54d0245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ec4f52c5d24325" /><Relationship Type="http://schemas.openxmlformats.org/officeDocument/2006/relationships/notesMaster" Target="/ppt/notesMasters/notesMaster1.xml" Id="R41b538f994304c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73ee9e7bcf424e" /><Relationship Type="http://schemas.openxmlformats.org/officeDocument/2006/relationships/notesMaster" Target="/ppt/notesMasters/notesMaster1.xml" Id="Rf1a0f827f4eb43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e121d1bba4bd7" /><Relationship Type="http://schemas.openxmlformats.org/officeDocument/2006/relationships/notesMaster" Target="/ppt/notesMasters/notesMaster1.xml" Id="R9dac4ca46f99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bce3cd390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c51ee1bb64984" /><Relationship Type="http://schemas.openxmlformats.org/officeDocument/2006/relationships/slideLayout" Target="/ppt/slideLayouts/slideLayout1.xml" Id="R0988087a7575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88087a7575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1e83f30dc48ab" /><Relationship Type="http://schemas.openxmlformats.org/officeDocument/2006/relationships/notesSlide" Target="/ppt/notesSlides/notesSlide1.xml" Id="R99847c5c41c2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cfda86a3645bf" /><Relationship Type="http://schemas.openxmlformats.org/officeDocument/2006/relationships/notesSlide" Target="/ppt/notesSlides/notesSlide2.xml" Id="R63f6309f75c448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259bd191b41e8" /><Relationship Type="http://schemas.openxmlformats.org/officeDocument/2006/relationships/notesSlide" Target="/ppt/notesSlides/notesSlide3.xml" Id="R6e0ac7466d8a47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f4aecf6f42ef" /><Relationship Type="http://schemas.openxmlformats.org/officeDocument/2006/relationships/notesSlide" Target="/ppt/notesSlides/notesSlide4.xml" Id="Re92e2190130e44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d3d2e38c34340" /><Relationship Type="http://schemas.openxmlformats.org/officeDocument/2006/relationships/notesSlide" Target="/ppt/notesSlides/notesSlide5.xml" Id="R3081f9f622e8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0959bdc3a445b" /><Relationship Type="http://schemas.openxmlformats.org/officeDocument/2006/relationships/notesSlide" Target="/ppt/notesSlides/notesSlide6.xml" Id="R55df0beb869b44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221a54da14a75" /><Relationship Type="http://schemas.openxmlformats.org/officeDocument/2006/relationships/notesSlide" Target="/ppt/notesSlides/notesSlide7.xml" Id="R8db6ee48606848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1b3072d64490e" /><Relationship Type="http://schemas.openxmlformats.org/officeDocument/2006/relationships/notesSlide" Target="/ppt/notesSlides/notesSlide8.xml" Id="Rb9b410c504e5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4c8c1abe6403c" /><Relationship Type="http://schemas.openxmlformats.org/officeDocument/2006/relationships/notesSlide" Target="/ppt/notesSlides/notesSlide9.xml" Id="R42833b84ef80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A537F-02EF-4CBF-9E95-73E71F2C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C4C9-8AC6-44AF-814D-C0DEA8C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52350-6D8D-4F41-8AB8-C84CA7FD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A3CD0-973D-4FF3-A77F-B61B87C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DF55A-7515-4752-9C61-39D98EB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0BB5A-289C-4192-A1CD-8F14F8F8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800A4-D853-48A3-A4ED-6E448D53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DD7CA-D10C-43E4-BD3F-25278C5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147F1-6636-4497-8C13-3A700CE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4AD75-A8B5-4B27-AAB8-56F2B90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5B1DE-C52F-4AA7-8210-C18378F4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5BA58-90FD-4D46-ABD9-5A7CFF53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EF99A-E243-4C42-8FFF-8D1CC85E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2AAAC-D50C-4F33-896D-46ED4AEA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732F3-DA22-4D14-A6F7-9359FC2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076660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A891E-A894-455E-A4AF-9F32AEB4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953F9-A063-401C-891B-31EBCF8F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26377-71BB-4487-9551-F32FDA2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E40B4-A0CF-4B47-AC8E-9ED838E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B6658-2355-49E8-8E2C-015F07C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13F8D-6E66-4507-B172-B5B3F14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5A56F-AC5E-4CD1-B4EC-F9F29D6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7C706-0AFD-4BFD-B0D7-91F371A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F6931-6109-47A9-8C2C-3C6C4DBA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1FD1-EE9F-46C6-BBA8-8680C786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E58B-E212-4A8A-B954-C2E9C681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D91C4-84EB-416F-8728-90AD8F4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DB3B1-7221-4FDB-B888-7463EE6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Computer Aided Drafting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3CF5F-AD5B-4852-99E5-67F6835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3B41C-F363-460C-A363-5DEC6FA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717930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D1002-894B-4973-B167-B736A45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0C440-744E-4578-AE7F-7A5AEF74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E3C9A-678C-4E70-892A-15A4BDC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2BEC3-B82D-4495-9911-4A677CD4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ECA65-C321-4063-A545-BFA8659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1BE05-5B82-4092-ADF0-4EFA817B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42B82-165C-45A0-BC33-B1B310D6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8F636-EF18-47A6-9D27-FF877313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2B55C-3040-474B-982B-C9CBC15D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99122-5FCA-4085-90FD-94A880E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 -ordinate system and reference planes HP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9A781-D0A3-41C5-9FD1-E4A0D28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2CAB1-16F7-4883-833B-AC1A2DB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851407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0BDF4-3A30-449E-9204-C2D15553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EA4BF-C735-44EB-A437-EC747946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83F7-8672-46A5-BC6F-C0C2C015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D6C68-3412-4EB0-ACF3-3FA6571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Computer Aided Drafting software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 -ordinate system and reference planes 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B31E0-A799-445E-90A1-C968113E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5B3C-B982-4D21-9708-25CD8FA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7C270-26EA-4B87-A15C-3AA18696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E7633-1E44-4981-B663-33E65E8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2F166-9FBF-4F69-92E4-7BBF33F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74FAC-9270-446E-B8B0-E264639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68133-841F-49FA-AF79-D8178F88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D824B-B8B3-41EC-82A9-6D07D0B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C3E7E-566C-4E17-BDEB-BCF9EB9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3D58A-4F72-4923-93F1-C053817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E6666-96F8-4FFE-A1F9-469DC609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B16AD-7FF5-4CED-9B2C-3CB27C07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68116-AFB1-44B2-A34A-2A09A23B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B4B42-941D-4686-AA3A-6A65188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269280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77AE9-BD4D-4BA2-8035-BED232E2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ECFC9-06C9-4F5C-B3A9-267472A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3DC1B-0F00-4F46-83CF-88F1CF15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B465-522F-4DF3-AF90-6DAC2A47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022F2-F27A-446D-A1D5-9226254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CCA16-09C1-4689-A30B-07C306A3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3171B-48A6-4635-B7BB-FB1AE8F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040F8-5ACD-4A17-9181-4E67B3D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7A019-69F1-40BE-B48E-60489423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C216D-963F-48B0-890C-959771B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21F24-C947-42E6-B71D-D9FA25A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EF89D-95D3-46FA-81D5-63F9C0C8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BDCC7-6DD7-4EA5-A896-58BBC16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9AACF-33C5-46DB-A61D-0FBC334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75BA5-2986-4292-96FF-668EE78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634325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D6A4F-BDAD-49D1-9A05-8AAE484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4DEAD-0E22-4D4B-B680-33388C2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50022-B5A3-4AFF-B99F-18DB034E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8C81-33A9-40EB-8340-C0ABA808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CD9EA-92BD-493E-AD0D-21676D0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0AE5C-726E-420A-A0AF-C8B4CF1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Significance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CBA5B-E770-4E2E-8BDB-BE388EAC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74EF3-B213-4C47-8615-D701E8B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56638-979A-4970-9CC4-7049B12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98419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766B2-FDBB-406E-BF8D-DABC095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E0B07-1FF9-4BF6-B83F-0CAC8F9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5A7FA-BD95-4EEF-931E-6BF293C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C4012-5C39-4683-9C18-3BF24A57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DE8C3-C925-4AA5-B4BF-F35E13EC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EB847-A76D-48E6-9E7E-4679D4F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20840-2D00-4C4C-B3F2-F35D472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5D90D-C119-4D18-B2AA-94A3BA4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F81A8-1146-4173-AD26-D2C8F9C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887882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19F04-DA25-4B37-B8CC-5E0E8AA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1B501-B5B8-4272-9169-B4166C5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FE91E-D1F5-4137-A7A0-D4F1BDDC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E4A4E-9FFC-4041-8D90-E7FE779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47FD1-BAE4-4723-95FA-3D46661D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D181A-DC6F-4394-963B-2C2E4A5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F216B-5947-4CA8-BBE5-CE1AEE75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62381-DCAE-4971-BF56-A5A0C46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0C988-C1D6-4F87-8DAD-1C1479ED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F154F-E94E-4E64-BB47-20C45108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Engineering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A6FB8-7843-454B-A61F-60D5FE8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9B6CF-A66F-4C77-B8B3-9F47D52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F1094-B29A-4909-9406-52200873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BIS Conventions of Engineering Drawing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C9CC6-2A16-40AC-8E80-3C89249F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09059-5FB4-4062-9D55-5EEA5FCE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D6212-90EA-4806-B4CC-8C760E9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hand sketching of engineering drawing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3EC70-8D15-4EDE-9A39-9BCC953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C5255-14AB-4395-9C04-8EF59CDB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1A928-425C-4C48-B3DE-4697708C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Computer Aided Drafting software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F0722-DEA1-4D4B-8384-65987F9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3C36B-FAB7-4B94-91D9-FA3BB5D1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43BF4-E2ED-4103-85D9-4920A9E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 -ordinate system and reference planes HP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3C042-AFEA-4CA4-AFAF-47217CEF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98CEB-900E-472D-B0A0-5161F9FE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AA91D-1441-4E00-BB70-FFA687E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RPP &amp; LPP of 2D/3D environment.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8522D-B1F2-4AD0-A9F8-F42DA274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04192-9A0C-408A-B2BD-F5545185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836FA-9B04-4B80-939D-282F06F2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18749-DDFC-4196-8B86-7E519CC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147812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BE938-2F04-41E5-B63D-0CD18D5C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69548-EA6A-40A7-89D6-86B27DFC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72050-F116-4549-9DB3-E76BFF0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5D780-2967-4880-96C9-AFD2D393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Significance, Engineering, drawing, Conventions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449B7-36A7-46E2-A4B4-E614CD6D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0F8DC-59BA-4F22-BB3A-DB0F389B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92357-D706-4D3A-B1A1-FA8AA38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FF3B0-4DF5-439A-AF51-2C96EA7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688050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2026-08-24T06:38:42.6990000Z</dcterms:created>
  <dcterms:modified xsi:type="dcterms:W3CDTF">2026-08-24T06:38:42.6990000Z</dcterms:modified>
</coreProperties>
</file>