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c2e5ff88ea475c" /><Relationship Type="http://schemas.openxmlformats.org/officeDocument/2006/relationships/extended-properties" Target="/docProps/app.xml" Id="Rc08b6b2d9ddc40c5" /><Relationship Type="http://schemas.openxmlformats.org/officeDocument/2006/relationships/officeDocument" Target="/ppt/presentation.xml" Id="R1af221a22ae34f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8eeb09968343c5"/>
  </p:sldMasterIdLst>
  <p:notesMasterIdLst>
    <p:notesMasterId xmlns:r="http://schemas.openxmlformats.org/officeDocument/2006/relationships" r:id="Ra6dce22f742f4565"/>
  </p:notesMasterIdLst>
  <p:sldIdLst>
    <p:sldId xmlns:r="http://schemas.openxmlformats.org/officeDocument/2006/relationships" id="256" r:id="Rbe0ba51ec9d04020"/>
    <p:sldId xmlns:r="http://schemas.openxmlformats.org/officeDocument/2006/relationships" id="257" r:id="R13d3faf36ffd4a73"/>
    <p:sldId xmlns:r="http://schemas.openxmlformats.org/officeDocument/2006/relationships" id="258" r:id="R735c1125821143af"/>
    <p:sldId xmlns:r="http://schemas.openxmlformats.org/officeDocument/2006/relationships" id="259" r:id="R7134a65bbfe5435d"/>
    <p:sldId xmlns:r="http://schemas.openxmlformats.org/officeDocument/2006/relationships" id="260" r:id="R676c1a2136984c52"/>
    <p:sldId xmlns:r="http://schemas.openxmlformats.org/officeDocument/2006/relationships" id="261" r:id="R1a028c91bc934a80"/>
    <p:sldId xmlns:r="http://schemas.openxmlformats.org/officeDocument/2006/relationships" id="262" r:id="R8fd361667ad14360"/>
    <p:sldId xmlns:r="http://schemas.openxmlformats.org/officeDocument/2006/relationships" id="263" r:id="R48313804e13a4b59"/>
    <p:sldId xmlns:r="http://schemas.openxmlformats.org/officeDocument/2006/relationships" id="264" r:id="R38be618f0e2644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f2533019de49c3" /><Relationship Type="http://schemas.openxmlformats.org/officeDocument/2006/relationships/slideMaster" Target="/ppt/slideMasters/slideMaster1.xml" Id="Rb28eeb09968343c5" /><Relationship Type="http://schemas.openxmlformats.org/officeDocument/2006/relationships/notesMaster" Target="/ppt/notesMasters/notesMaster1.xml" Id="Ra6dce22f742f4565" /><Relationship Type="http://schemas.openxmlformats.org/officeDocument/2006/relationships/presProps" Target="/ppt/presProps.xml" Id="R15af8ebb0c20412b" /><Relationship Type="http://schemas.openxmlformats.org/officeDocument/2006/relationships/tableStyles" Target="/ppt/tableStyles.xml" Id="R05174367ca984245" /><Relationship Type="http://schemas.openxmlformats.org/officeDocument/2006/relationships/slide" Target="/ppt/slides/slide1.xml" Id="Rbe0ba51ec9d04020" /><Relationship Type="http://schemas.openxmlformats.org/officeDocument/2006/relationships/slide" Target="/ppt/slides/slide2.xml" Id="R13d3faf36ffd4a73" /><Relationship Type="http://schemas.openxmlformats.org/officeDocument/2006/relationships/slide" Target="/ppt/slides/slide3.xml" Id="R735c1125821143af" /><Relationship Type="http://schemas.openxmlformats.org/officeDocument/2006/relationships/slide" Target="/ppt/slides/slide4.xml" Id="R7134a65bbfe5435d" /><Relationship Type="http://schemas.openxmlformats.org/officeDocument/2006/relationships/slide" Target="/ppt/slides/slide5.xml" Id="R676c1a2136984c52" /><Relationship Type="http://schemas.openxmlformats.org/officeDocument/2006/relationships/slide" Target="/ppt/slides/slide6.xml" Id="R1a028c91bc934a80" /><Relationship Type="http://schemas.openxmlformats.org/officeDocument/2006/relationships/slide" Target="/ppt/slides/slide7.xml" Id="R8fd361667ad14360" /><Relationship Type="http://schemas.openxmlformats.org/officeDocument/2006/relationships/slide" Target="/ppt/slides/slide8.xml" Id="R48313804e13a4b59" /><Relationship Type="http://schemas.openxmlformats.org/officeDocument/2006/relationships/slide" Target="/ppt/slides/slide9.xml" Id="R38be618f0e2644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95072d2f8249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dff903ea9e4573" /><Relationship Type="http://schemas.openxmlformats.org/officeDocument/2006/relationships/notesMaster" Target="/ppt/notesMasters/notesMaster1.xml" Id="Rfff75341c97c45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c049d423b84c4b" /><Relationship Type="http://schemas.openxmlformats.org/officeDocument/2006/relationships/notesMaster" Target="/ppt/notesMasters/notesMaster1.xml" Id="R7ac24402ca0842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1c13f90d194e5a" /><Relationship Type="http://schemas.openxmlformats.org/officeDocument/2006/relationships/notesMaster" Target="/ppt/notesMasters/notesMaster1.xml" Id="R27e0670110ac4d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8292c8e06142c0" /><Relationship Type="http://schemas.openxmlformats.org/officeDocument/2006/relationships/notesMaster" Target="/ppt/notesMasters/notesMaster1.xml" Id="R5ecaadbe3b5f47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01fdadf8454a47" /><Relationship Type="http://schemas.openxmlformats.org/officeDocument/2006/relationships/notesMaster" Target="/ppt/notesMasters/notesMaster1.xml" Id="Rf49760f8515f46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ebcdfa9c3c4c14" /><Relationship Type="http://schemas.openxmlformats.org/officeDocument/2006/relationships/notesMaster" Target="/ppt/notesMasters/notesMaster1.xml" Id="R1e6fcdf7a2744d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a6932ed9304489" /><Relationship Type="http://schemas.openxmlformats.org/officeDocument/2006/relationships/notesMaster" Target="/ppt/notesMasters/notesMaster1.xml" Id="R3c3d58bf329c4e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beb08a3f694a40" /><Relationship Type="http://schemas.openxmlformats.org/officeDocument/2006/relationships/notesMaster" Target="/ppt/notesMasters/notesMaster1.xml" Id="R3ce931df7f3a4d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690e2ab7504e96" /><Relationship Type="http://schemas.openxmlformats.org/officeDocument/2006/relationships/notesMaster" Target="/ppt/notesMasters/notesMaster1.xml" Id="R2ef2a2b6edf34c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c9493df9574e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f26eaec0a54ae6" /><Relationship Type="http://schemas.openxmlformats.org/officeDocument/2006/relationships/slideLayout" Target="/ppt/slideLayouts/slideLayout1.xml" Id="Rb96aec66336946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6aec66336946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c45030dd94438" /><Relationship Type="http://schemas.openxmlformats.org/officeDocument/2006/relationships/notesSlide" Target="/ppt/notesSlides/notesSlide1.xml" Id="R40fed4d1784f42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7ce49c7af4be0" /><Relationship Type="http://schemas.openxmlformats.org/officeDocument/2006/relationships/notesSlide" Target="/ppt/notesSlides/notesSlide2.xml" Id="R02c065e5bf4048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1990be6d3461f" /><Relationship Type="http://schemas.openxmlformats.org/officeDocument/2006/relationships/notesSlide" Target="/ppt/notesSlides/notesSlide3.xml" Id="R4c3b9c014b3140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0ed60bca8436c" /><Relationship Type="http://schemas.openxmlformats.org/officeDocument/2006/relationships/notesSlide" Target="/ppt/notesSlides/notesSlide4.xml" Id="R6bc96b6457354f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2987136a5b4d91" /><Relationship Type="http://schemas.openxmlformats.org/officeDocument/2006/relationships/notesSlide" Target="/ppt/notesSlides/notesSlide5.xml" Id="R20ad6ac4d52d4c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e99f8dd2c4fbc" /><Relationship Type="http://schemas.openxmlformats.org/officeDocument/2006/relationships/notesSlide" Target="/ppt/notesSlides/notesSlide6.xml" Id="Rf8ef234e60a843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598e276674043" /><Relationship Type="http://schemas.openxmlformats.org/officeDocument/2006/relationships/notesSlide" Target="/ppt/notesSlides/notesSlide7.xml" Id="R0ab1ad1d01b44a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44ee5bc694730" /><Relationship Type="http://schemas.openxmlformats.org/officeDocument/2006/relationships/notesSlide" Target="/ppt/notesSlides/notesSlide8.xml" Id="R5369a5f43ddb4c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dc403f2a44883" /><Relationship Type="http://schemas.openxmlformats.org/officeDocument/2006/relationships/notesSlide" Target="/ppt/notesSlides/notesSlide9.xml" Id="Rb544ac7f9eac42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3F7597-787B-4225-94FF-5846611D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D9D02-24FD-4F24-93BB-CA0F4A4B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Orthographic Projection of Solids: Orthographic projection of right regular solids (Resting on HP only and inclined to 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E959C-AC01-46FE-962E-6A345811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Computer Aided Engineering Drawing for CS Stream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1BCEDS103/203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58759-E2DB-4F70-8A4B-14ED8B5B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Orthographic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F9AE5-DDE1-4958-BDC7-335DD20E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87ECC-7E67-4273-82A3-D9763774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Projection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BD082-8A96-4D4F-B03F-7CF095C9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509B4C-A1FE-4BD9-A715-1080D0F1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Solids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9154E-3EB5-4417-94B1-E823EB46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C3BCC1-CB08-4706-B166-BDA3801A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right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4E2DC-940B-4405-9D3B-F044C9AA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4AEE49-A59F-4F92-AE8D-A89B0472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regular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5D0A05-D14C-4278-9750-A21C8F6E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16B507-A7E7-45F6-94FF-64148293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620B26-E2F6-4493-B856-20C498E1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1/9</a:t>
            </a:r>
          </a:p>
        </p:txBody>
      </p:sp>
    </p:spTree>
    <p:extLst>
      <p:ext uri="{BB962C8B-B14F-4D97-AF65-F5344CB8AC3E}">
        <p14:creationId xmlns:p14="http://schemas.microsoft.com/office/powerpoint/2010/main" val="11070465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13CB16-76E2-47D4-8627-890AA097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896CB-097C-4113-A315-55E52338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49D6A-40C1-4167-9077-56935C22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F9CF5-BAAB-435A-AFCC-1D73D6A6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942122-C0A8-4983-9FBC-6C9C0124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0BA06-19A1-42D8-81C8-05300833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649C0-D4F4-4F26-A986-8E790C32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023247-FAF4-4CC6-8D55-0B64506C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3F0455-C7DA-4233-AC47-06202DE4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DCF227-0C37-4D01-B0FD-81E06F14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47DB1D-808F-495C-9EA0-45DBCCBE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705F30-E9BE-44AD-884B-EFF5EDD0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0A73AA-E4F1-469C-9DA9-C230BA9F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Orthographic Projection of Solids: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Orthographic projection of right regular solids (Resting on HP only and inclined to both the planes);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Cylinders &amp; Cones.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06301E-E3A8-47DB-BE28-1662B24F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F62843-CA34-4778-8E12-45162B56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2/9</a:t>
            </a:r>
          </a:p>
        </p:txBody>
      </p:sp>
    </p:spTree>
    <p:extLst>
      <p:ext uri="{BB962C8B-B14F-4D97-AF65-F5344CB8AC3E}">
        <p14:creationId xmlns:p14="http://schemas.microsoft.com/office/powerpoint/2010/main" val="2443897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A19EBD-B11A-4602-8B9C-2D9286D4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AE8973-F293-4EED-B5DB-54E148B6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57AE35-5678-4584-8DC1-DDC487C3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EF72C5-1755-4BC7-8052-166D46D3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Orthographic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EB676-83B6-42FD-BB99-CF5391EE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Projection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0168E-B7A0-42EB-9675-BA5C4910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Solids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2CA16-E07E-4728-B71D-1450A171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976FFB-B5EC-4210-AEE1-BCC1985E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regular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F9AE1-C4B8-43EA-B615-F599E291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Resting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60897-E7D2-4EFC-BA08-3423ABBE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A2A3D1-5976-4752-9BFB-E2E19535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6CC343-19DF-43BC-8E31-D9C885AA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3/9</a:t>
            </a:r>
          </a:p>
        </p:txBody>
      </p:sp>
    </p:spTree>
    <p:extLst>
      <p:ext uri="{BB962C8B-B14F-4D97-AF65-F5344CB8AC3E}">
        <p14:creationId xmlns:p14="http://schemas.microsoft.com/office/powerpoint/2010/main" val="8185625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65AA2A-9FC1-4D77-AB5D-E638AE5E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173D3-69F2-417E-BC8D-314A538D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C9E55-9361-4672-A515-694B0A0F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72914-657C-4ED7-B572-33A227EF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Orthographic Projection of Solids: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Orthographic projection of right regular solids (Resting on HP only and inclined to both the planes);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Cylinders &amp; Cones.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086B3-B257-414E-90D0-AE3F8CC3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90B040-F9FE-421C-A8FC-67106DD3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FFED5-74B9-49EB-A82F-B71C1784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Orthographic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6F61F-7189-46E9-9C5A-1DA29BB4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8FCDA6-8248-4FBB-B877-277457B2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Projection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E7F04A-6658-4CBE-AD92-0C6521D2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9EF5B-E24E-45A5-8CED-0C1874D2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Solids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6DBAF5-AFF4-41F9-9F2E-BB9F665F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5D8C9-1ADB-415F-8231-F93EDBFB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right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BB281C-F2C1-483A-98A5-98AA5336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408C3E-B452-46F3-A451-4E276337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regular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26D370-F698-4E53-979E-B4E7B620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3DB505-E2A5-4188-B497-EE56A167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C3367D-2C5B-44BA-B038-63E10BB4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4/9</a:t>
            </a:r>
          </a:p>
        </p:txBody>
      </p:sp>
    </p:spTree>
    <p:extLst>
      <p:ext uri="{BB962C8B-B14F-4D97-AF65-F5344CB8AC3E}">
        <p14:creationId xmlns:p14="http://schemas.microsoft.com/office/powerpoint/2010/main" val="16649455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699A4B-01E6-4F4F-B32F-D995AF17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3E314-6D4A-4B85-955B-DC99BC4B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7A002D-9F5D-4AAA-B7D2-E5236292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863E9-4E28-4A18-834D-A8D76C5B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185C4B-8906-4B46-BCC8-3AD865E7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945A5-E3D5-4F44-84F9-33A518A7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F407F-AB17-4BDC-B855-E8CC53D7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2147AB-C537-4D96-9D38-3F3CDA36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B3B262-7E50-4161-B860-4CE58504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E28D2B-DD6A-47C7-AB20-718DE0AD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BB3E55-8996-41A7-A810-738ED70B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B74E0-E5BF-4263-8E9E-46059741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6285F2-72ED-4C02-926B-248410F9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E90339-8EDD-408C-AA65-65A85501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E21C48-0EFB-4E9D-ABA1-F88A8D57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5/9</a:t>
            </a:r>
          </a:p>
        </p:txBody>
      </p:sp>
    </p:spTree>
    <p:extLst>
      <p:ext uri="{BB962C8B-B14F-4D97-AF65-F5344CB8AC3E}">
        <p14:creationId xmlns:p14="http://schemas.microsoft.com/office/powerpoint/2010/main" val="19233372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08FBF3-1D1A-4708-AA86-B8B48EF2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14E5B3-504D-44F4-93FD-3D5A334E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AE7E09-03CC-45FE-97B7-0F2EFCB0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4F1457-FA15-4DF3-BED9-734FDC17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52F57-3ADA-4D12-9416-0FDC06EE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Orthographic Projection of Solids: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293D7-9D35-4B83-ACBD-ED2DEEB7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Orthographic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886059-6352-447E-A628-EEEDF32F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0E86C-B39D-4908-870E-F9FA26FC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607360-C83B-44D5-84E6-79137660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6/9</a:t>
            </a:r>
          </a:p>
        </p:txBody>
      </p:sp>
    </p:spTree>
    <p:extLst>
      <p:ext uri="{BB962C8B-B14F-4D97-AF65-F5344CB8AC3E}">
        <p14:creationId xmlns:p14="http://schemas.microsoft.com/office/powerpoint/2010/main" val="15858953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FF187B-1A2D-449D-862F-AB84670C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93959-2E7F-483F-9AFC-C53DAA99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8A222C-ECD5-460F-898C-174F1FFD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1DE282-61E0-4573-8420-42AE8F7F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0B02E-E842-4846-AF09-6F011684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Use the concept in engineering analysis.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Relate the method to design, measurement, communication, or decision-making.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B0C1A-9351-42E2-883C-5922CB86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02476-941F-4094-B389-8FF31BB3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0A936-2D89-4913-8E03-AE9EB017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9C5FC5-985E-49C7-B3D1-CB181B16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7/9</a:t>
            </a:r>
          </a:p>
        </p:txBody>
      </p:sp>
    </p:spTree>
    <p:extLst>
      <p:ext uri="{BB962C8B-B14F-4D97-AF65-F5344CB8AC3E}">
        <p14:creationId xmlns:p14="http://schemas.microsoft.com/office/powerpoint/2010/main" val="6412252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BAF423-CE21-47ED-AA4C-CF71F1C2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3A4C6-C9A7-470C-A82D-25966056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68DC2C-0A75-4DDD-84F3-6553A6AE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598AA-EA50-4752-9F50-5FEC6133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56A0B-8BC9-40C3-9814-CA8646B2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A737F-FE0A-4A48-82B0-CB80A53B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8CD1A-0367-4403-86DB-D57CA4A9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Orthographic Projection of Solids: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916C2-2476-432A-BD44-1CD062B6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7B708-747F-49AA-9EBA-23679CC3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3F959F-456A-4C52-9CFF-1992E346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Orthographic projection of right regular solids (Resting on HP only and inclined to both the pl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91F582-3233-45BD-B5EB-83B768A3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B372D4-6612-441C-A10C-20A41717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36FC2F-6BD4-42A5-A00C-70C172C9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Cylinders &amp; Cones.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B37347-2E99-46EA-B7C8-7E85483A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0F6DFA-2A60-4201-A063-1EE85DE2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44FA4A-EB10-4B83-8966-4E886A0A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Number of Hours: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D7193-BA81-4E3E-86AD-C3F31057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ACDD56-75A7-4385-9F22-6DE317EE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75C572-8112-4C73-B9BB-F5EC273A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C5C126-6DA5-4E1E-9562-5A708064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8/9</a:t>
            </a:r>
          </a:p>
        </p:txBody>
      </p:sp>
    </p:spTree>
    <p:extLst>
      <p:ext uri="{BB962C8B-B14F-4D97-AF65-F5344CB8AC3E}">
        <p14:creationId xmlns:p14="http://schemas.microsoft.com/office/powerpoint/2010/main" val="2779150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806CA-6AE8-4FD4-B1EE-670C618A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363A2-F2B6-4E35-BC1A-92AF8B9E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7B573-6BA6-411E-9E72-E2535125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53A85-165D-4F84-AFD9-02E1F920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Orthographic, Projection, Solids, right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971D6-46AF-4C57-8D1F-21CD188B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ACA2F-1D06-4E63-AE8D-7B40442A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40934-1C77-435B-833D-D91A3F83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36C174-23C8-4D67-A9FB-E919CD81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9/9</a:t>
            </a:r>
          </a:p>
        </p:txBody>
      </p:sp>
    </p:spTree>
    <p:extLst>
      <p:ext uri="{BB962C8B-B14F-4D97-AF65-F5344CB8AC3E}">
        <p14:creationId xmlns:p14="http://schemas.microsoft.com/office/powerpoint/2010/main" val="12024378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2026-08-24T06:38:42.7620000Z</dcterms:created>
  <dcterms:modified xsi:type="dcterms:W3CDTF">2026-08-24T06:38:42.7620000Z</dcterms:modified>
</coreProperties>
</file>