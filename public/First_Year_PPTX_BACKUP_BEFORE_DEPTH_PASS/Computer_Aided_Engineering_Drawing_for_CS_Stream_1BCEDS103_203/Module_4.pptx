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91a8089d524f82" /><Relationship Type="http://schemas.openxmlformats.org/officeDocument/2006/relationships/extended-properties" Target="/docProps/app.xml" Id="R29d428d228cb4d0e" /><Relationship Type="http://schemas.openxmlformats.org/officeDocument/2006/relationships/officeDocument" Target="/ppt/presentation.xml" Id="Rf4cbfcad0ae746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6c3f3aee074f73"/>
  </p:sldMasterIdLst>
  <p:notesMasterIdLst>
    <p:notesMasterId xmlns:r="http://schemas.openxmlformats.org/officeDocument/2006/relationships" r:id="Recc649ad95d14265"/>
  </p:notesMasterIdLst>
  <p:sldIdLst>
    <p:sldId xmlns:r="http://schemas.openxmlformats.org/officeDocument/2006/relationships" id="256" r:id="R0c43279d30d2402e"/>
    <p:sldId xmlns:r="http://schemas.openxmlformats.org/officeDocument/2006/relationships" id="257" r:id="R69bc82e737464542"/>
    <p:sldId xmlns:r="http://schemas.openxmlformats.org/officeDocument/2006/relationships" id="258" r:id="R6b2b7edbaf534323"/>
    <p:sldId xmlns:r="http://schemas.openxmlformats.org/officeDocument/2006/relationships" id="259" r:id="Rea0b0522e439468c"/>
    <p:sldId xmlns:r="http://schemas.openxmlformats.org/officeDocument/2006/relationships" id="260" r:id="Re59705aad5b144ae"/>
    <p:sldId xmlns:r="http://schemas.openxmlformats.org/officeDocument/2006/relationships" id="261" r:id="Raa4a04d7de18420c"/>
    <p:sldId xmlns:r="http://schemas.openxmlformats.org/officeDocument/2006/relationships" id="262" r:id="R89e8ed7ee5f9456a"/>
    <p:sldId xmlns:r="http://schemas.openxmlformats.org/officeDocument/2006/relationships" id="263" r:id="Rf93558196fb84a42"/>
    <p:sldId xmlns:r="http://schemas.openxmlformats.org/officeDocument/2006/relationships" id="264" r:id="Rbac9d4de76754b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4a28c2bf2946e6" /><Relationship Type="http://schemas.openxmlformats.org/officeDocument/2006/relationships/slideMaster" Target="/ppt/slideMasters/slideMaster1.xml" Id="R566c3f3aee074f73" /><Relationship Type="http://schemas.openxmlformats.org/officeDocument/2006/relationships/notesMaster" Target="/ppt/notesMasters/notesMaster1.xml" Id="Recc649ad95d14265" /><Relationship Type="http://schemas.openxmlformats.org/officeDocument/2006/relationships/presProps" Target="/ppt/presProps.xml" Id="Rebb14ca3c75e4ec9" /><Relationship Type="http://schemas.openxmlformats.org/officeDocument/2006/relationships/tableStyles" Target="/ppt/tableStyles.xml" Id="R763800bd27a44f9e" /><Relationship Type="http://schemas.openxmlformats.org/officeDocument/2006/relationships/slide" Target="/ppt/slides/slide1.xml" Id="R0c43279d30d2402e" /><Relationship Type="http://schemas.openxmlformats.org/officeDocument/2006/relationships/slide" Target="/ppt/slides/slide2.xml" Id="R69bc82e737464542" /><Relationship Type="http://schemas.openxmlformats.org/officeDocument/2006/relationships/slide" Target="/ppt/slides/slide3.xml" Id="R6b2b7edbaf534323" /><Relationship Type="http://schemas.openxmlformats.org/officeDocument/2006/relationships/slide" Target="/ppt/slides/slide4.xml" Id="Rea0b0522e439468c" /><Relationship Type="http://schemas.openxmlformats.org/officeDocument/2006/relationships/slide" Target="/ppt/slides/slide5.xml" Id="Re59705aad5b144ae" /><Relationship Type="http://schemas.openxmlformats.org/officeDocument/2006/relationships/slide" Target="/ppt/slides/slide6.xml" Id="Raa4a04d7de18420c" /><Relationship Type="http://schemas.openxmlformats.org/officeDocument/2006/relationships/slide" Target="/ppt/slides/slide7.xml" Id="R89e8ed7ee5f9456a" /><Relationship Type="http://schemas.openxmlformats.org/officeDocument/2006/relationships/slide" Target="/ppt/slides/slide8.xml" Id="Rf93558196fb84a42" /><Relationship Type="http://schemas.openxmlformats.org/officeDocument/2006/relationships/slide" Target="/ppt/slides/slide9.xml" Id="Rbac9d4de76754b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d9dbfcf0924b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c716008372455d" /><Relationship Type="http://schemas.openxmlformats.org/officeDocument/2006/relationships/notesMaster" Target="/ppt/notesMasters/notesMaster1.xml" Id="R1bfcd8a60cf148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39bd16346d49ce" /><Relationship Type="http://schemas.openxmlformats.org/officeDocument/2006/relationships/notesMaster" Target="/ppt/notesMasters/notesMaster1.xml" Id="R8123e086b4e943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002400707341b8" /><Relationship Type="http://schemas.openxmlformats.org/officeDocument/2006/relationships/notesMaster" Target="/ppt/notesMasters/notesMaster1.xml" Id="R6bd67749466440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cca2b70dc54637" /><Relationship Type="http://schemas.openxmlformats.org/officeDocument/2006/relationships/notesMaster" Target="/ppt/notesMasters/notesMaster1.xml" Id="R2f835b2f6d8d41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cde7f762614851" /><Relationship Type="http://schemas.openxmlformats.org/officeDocument/2006/relationships/notesMaster" Target="/ppt/notesMasters/notesMaster1.xml" Id="Rf469f2ee505440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6b8b9d2fc74981" /><Relationship Type="http://schemas.openxmlformats.org/officeDocument/2006/relationships/notesMaster" Target="/ppt/notesMasters/notesMaster1.xml" Id="Rc1dd5c39fe3249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5999ecd50b45b8" /><Relationship Type="http://schemas.openxmlformats.org/officeDocument/2006/relationships/notesMaster" Target="/ppt/notesMasters/notesMaster1.xml" Id="R5598542c842d42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bef7a7b8274900" /><Relationship Type="http://schemas.openxmlformats.org/officeDocument/2006/relationships/notesMaster" Target="/ppt/notesMasters/notesMaster1.xml" Id="Rf0cb3bdb468745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8465ae6aa24028" /><Relationship Type="http://schemas.openxmlformats.org/officeDocument/2006/relationships/notesMaster" Target="/ppt/notesMasters/notesMaster1.xml" Id="R94e89090dd7047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b58a2633c4b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844c42cf054dbb" /><Relationship Type="http://schemas.openxmlformats.org/officeDocument/2006/relationships/slideLayout" Target="/ppt/slideLayouts/slideLayout1.xml" Id="R221cb7b9d9054c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1cb7b9d9054c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e31498f214124" /><Relationship Type="http://schemas.openxmlformats.org/officeDocument/2006/relationships/notesSlide" Target="/ppt/notesSlides/notesSlide1.xml" Id="R6ac49e7a84214e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e31b524a44c09" /><Relationship Type="http://schemas.openxmlformats.org/officeDocument/2006/relationships/notesSlide" Target="/ppt/notesSlides/notesSlide2.xml" Id="R55c8bec3b59341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337bda7b74e57" /><Relationship Type="http://schemas.openxmlformats.org/officeDocument/2006/relationships/notesSlide" Target="/ppt/notesSlides/notesSlide3.xml" Id="Rdc198596682243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7592cdbd1495f" /><Relationship Type="http://schemas.openxmlformats.org/officeDocument/2006/relationships/notesSlide" Target="/ppt/notesSlides/notesSlide4.xml" Id="Re0e7efc19b4d4e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8ed55972a495c" /><Relationship Type="http://schemas.openxmlformats.org/officeDocument/2006/relationships/notesSlide" Target="/ppt/notesSlides/notesSlide5.xml" Id="Rd02647879bf243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2e751dc394399" /><Relationship Type="http://schemas.openxmlformats.org/officeDocument/2006/relationships/notesSlide" Target="/ppt/notesSlides/notesSlide6.xml" Id="Rae6d24cd028440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4af31f0754eff" /><Relationship Type="http://schemas.openxmlformats.org/officeDocument/2006/relationships/notesSlide" Target="/ppt/notesSlides/notesSlide7.xml" Id="Rb8bcd933689c47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747eb08dd4415" /><Relationship Type="http://schemas.openxmlformats.org/officeDocument/2006/relationships/notesSlide" Target="/ppt/notesSlides/notesSlide8.xml" Id="R6478426b70ba4a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a94173f474b4a" /><Relationship Type="http://schemas.openxmlformats.org/officeDocument/2006/relationships/notesSlide" Target="/ppt/notesSlides/notesSlide9.xml" Id="R2ec663a215f344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12AE1-ED10-4F14-9231-D40D5773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1F053-4992-49CA-94AB-F2E57FE6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Isometric Views: Introduction to Isometric views, Isometric projections, Isometric scale. Isometric view of hexahedron (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C3F7B-A647-4ABD-AA61-8BE4BC6F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CS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1BCEDS103/203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65118-808A-4BDC-BF43-77D31339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387B8-45A3-42D3-AADA-523FFB74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2405B-4BCF-4D35-B49E-747E84FB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6A5F6-8F0B-42D6-ADC5-537C2619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B09A8-CF1E-4086-B634-B5E3EFC7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2BFF1-A02E-4F2D-A951-47B03A5A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5A878-6FEC-434C-86E6-46312A03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72F3E-E33D-47D4-9403-BD4FFDEE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E1845-FDC6-4D0D-83BB-517A2826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2234A-5FCA-4EF5-9CFD-546A6549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627ED-E789-4B73-8758-02F76D31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A688CA-3A7F-4A13-8043-44129AE7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2000709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875F0-D2AC-495E-9700-7B6D45C4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0AB15-874F-455D-AD26-4139B437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B4FAD-9673-4558-BD85-D9F1CB02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19E75-2A95-496F-B034-D3B93D1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75A97-3979-4C33-952E-38352F1C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E94FA-A87F-4FA9-94D1-752DD709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64DFF-6550-4914-9809-A6A61D57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260DA-9FE6-421E-8B9C-301F3CF1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DCDBC-2F26-49BC-A7F5-CBF363D9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9674D-EB25-4A21-A68B-D6DF1C2B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D0ECB-AE4D-412A-9F7B-4366D6A3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36CFF-F47D-40B1-96CF-76F9C599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9614F-59B9-45CD-AAF4-77BFCDC9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Isometric views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projections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scale.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 of hexahedron (cube), right regular prisms, pyramids, cylinders, cones and spheres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BFBBD-2418-4637-9EF9-6BA598F9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2614A-598B-4D7E-AA9F-AA9CC9DC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144210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20E4A-55C8-46C7-80A1-7A8AAF5F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66AE0-56C2-43D5-9CF1-AEB318E8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5A803-12EC-4C10-90ED-B388FFE7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42230-3658-4B40-8003-5931C30A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758A7-A9EE-4459-8750-A2204D59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592F2-9D37-4AC9-B816-77C366D8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2FBA1-FF5B-492E-A81C-93F4D7DD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8234A-2BE6-4B34-97B7-4367FBED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D231D-D42D-4899-A2CB-2AECDF07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hexahedron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DE563-46B5-4733-9E77-F031A046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 of combination of two simple solids, step block.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Conversion of simple isometric drawings into orthographic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Problems on conversion of Isometric view of simple objects / engineering components into orthographic views.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67202-232E-4E09-B9A9-2586AAF0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3E30F-F5C2-4C3E-8689-4424B986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883268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E37C1-D7EB-4A1C-953C-61E1A438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6BE8B-ACE6-4C9E-BC3C-6E9942E2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AB57C-BB32-4167-B749-93ABDC31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C0B99-17E3-4DDB-9794-CE8235D9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Isometric views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projections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scale.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 of hexahedron (cube), right regular prisms, pyramids, cylinders, cones and spheres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 of combination of two simple solids, step block.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60027-B572-422D-8B5D-A9651D84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5E081-8DA4-4D5B-937E-27027200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A1890-9EF8-477B-855B-469E6C71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19906-76B8-4F80-8288-1C42E7C3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78BE8-BC9C-4FAA-95EF-269D9D0C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131D5-3E0E-4474-BB2C-440141E2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251FC-02B7-496B-AA4C-8547BB8E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8A26B-32F9-4F04-87FC-17861265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6D921-736C-4100-AE27-43CBD112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DF8750-2B82-4EF6-BF9D-56563B8E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1B81A-E8B2-4787-A33E-F0792163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3E863-3054-448D-B835-910166E5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DD800-305C-4DFD-9888-7D7C062C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2B0B8-C155-4308-8E7E-9A1482EE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4503712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AB833-AF32-473C-B59E-5C2B0254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54FFE-9BF6-4F60-A6D9-B2393C9F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DB4AA-107E-4C21-B994-6E7064C0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7E4FD-03DB-442E-8197-4DE3F922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750AB-5360-4F28-819C-F545BCC0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C2F16-7CE7-4AE6-B5F7-0B5F262B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24C13-8586-4184-ACBD-5FA3CCC2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B1B92-64D5-44E2-9DF6-E4B9BA6F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19FC3-7C5C-45F1-9EF2-4BC93512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A96FE-4D19-40AF-BDE1-44F116EC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E1A5B-8AAA-4608-8EAF-6A10557D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7982E-E738-4879-8C65-170D56E1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DFECD-1548-45E8-B689-09644FFC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82B2A-EBAF-4C41-BDD5-1D46E026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AE1FB-82C9-4CD8-98F1-1C041379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5579615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55911-A08F-47EB-AA8A-387EC1AB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50547-07DE-448A-9FFB-FED69521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E7CD6-D452-47D0-92C1-4EC56223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5DE41-A988-4478-9E8B-BEA65A69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0770D-3750-42C2-9489-EB159D65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Isometric Views: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B8FB7-5153-4894-81EA-53B1625B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Isometric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956F8-5B3C-4AD6-ACF7-A58313C9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96617-6868-4AF6-9D5A-707D649B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BD426-8A6F-42EB-B652-22CCB597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283551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D5DEC-D41D-4D72-9319-06751D9B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A516C-5575-48FD-814A-493A3646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F41E6-5147-4C2E-A9E2-FE93902C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2E1C6-17A3-439A-9996-23A77677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0F6F5-8336-4BA4-AAA1-89CF06CE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Conversion of simple isometric drawings into orthographic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Problems on conversion of Isometric view of simple objects / engineering components into orthographic views.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91104-15E7-44FB-AEFD-89971896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B8342-59DF-4473-99B9-06E07AE8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58A66-74A2-4642-BB92-41A50DD4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0C965-D118-432E-9B3D-4286A953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407664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7E10E-0E78-45BB-A5F2-E7D0CD03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8CDCE-27C6-4475-86B6-E2E5DC30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8AE13-48E2-4B30-AD85-73EAE17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04B7B-7A0B-484D-B349-8B8B6E65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FE8FD-44A9-494E-AE6D-D39B167D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547E3-0798-4224-9B82-39B401E4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B74C6-9D6E-491F-9B07-52EFD541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9C3E3-7A0B-4422-8D73-14BEF232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54796-6805-4524-BB4B-844CB835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37B0D-4AB3-42B6-BC87-D41300BF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Isometric 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7C169-35F8-4F65-A827-419909E5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988B7-30E0-48D7-B7B5-64BBFF54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FDC06-9E86-4AD3-AB99-08B9936C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projections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E44C3-AF32-497C-B3B5-06B6574D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4D3A9-E7E8-4EA7-B9AC-23AFB29B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4267A-2E5E-4ED1-98AA-5DDC9590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scale.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C08A5-B88A-4AE5-B61C-21101976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B8940-3FEC-4CDB-9E78-1D4A67D6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CDA49-0953-45E1-97FE-302F5D4F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 of hexahedron (cube), right regular prisms, pyramids, cylinders, cones and spher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41CFC-2323-4349-B9C6-BA7EA40A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0774A-C172-4352-AC9F-424565E0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5EBF3-D8F8-4FAC-A044-99C10DE5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 of combination of two simple solids, step block.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629BD1-6E3B-45C7-B0C3-959B2166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B02172-4736-4390-92DD-E7839CA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33DE84-DACE-4170-8496-A13A2A07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Conversion of simple isometric drawings into orthographic views: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C0DB31-1369-43D0-8788-DF8F81D5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F9214E-2F02-4F03-BB4E-E7E79773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0E027E-4E2C-4058-AB52-5B5B8D6D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879CD1-9825-44C2-B5E5-65C12CD6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5060480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38CAE-E59C-41B0-8EBB-F3D98688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B2993-F3DF-4E10-874E-638F8957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BCC5C-79B7-45B6-8A43-5A3697DE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7FBBA-AC26-4F84-8CDF-33077D26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Isometric, Views, projections, scale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CA47A-56A4-4849-8189-17C6F9A2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FE49B-278D-4292-AB83-79CE39CC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5FABC-EACE-4529-8208-EF050A9F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CS Stream | 1BCEDS103/203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82CF3-E54F-4F11-8F46-5D8B81B3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997623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2026-08-24T06:38:42.8900000Z</dcterms:created>
  <dcterms:modified xsi:type="dcterms:W3CDTF">2026-08-24T06:38:42.8900000Z</dcterms:modified>
</coreProperties>
</file>