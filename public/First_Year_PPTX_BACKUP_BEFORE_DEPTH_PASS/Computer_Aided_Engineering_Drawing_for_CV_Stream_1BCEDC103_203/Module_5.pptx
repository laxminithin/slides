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e900bbe788483f" /><Relationship Type="http://schemas.openxmlformats.org/officeDocument/2006/relationships/extended-properties" Target="/docProps/app.xml" Id="Rd6ce4a50e2a14adf" /><Relationship Type="http://schemas.openxmlformats.org/officeDocument/2006/relationships/officeDocument" Target="/ppt/presentation.xml" Id="Rffc17af4905a4c7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c3480c256a4b73"/>
  </p:sldMasterIdLst>
  <p:notesMasterIdLst>
    <p:notesMasterId xmlns:r="http://schemas.openxmlformats.org/officeDocument/2006/relationships" r:id="R7707ecac25a24bee"/>
  </p:notesMasterIdLst>
  <p:sldIdLst>
    <p:sldId xmlns:r="http://schemas.openxmlformats.org/officeDocument/2006/relationships" id="256" r:id="R18f712665a224e3a"/>
    <p:sldId xmlns:r="http://schemas.openxmlformats.org/officeDocument/2006/relationships" id="257" r:id="R30e9265ae8fe4805"/>
    <p:sldId xmlns:r="http://schemas.openxmlformats.org/officeDocument/2006/relationships" id="258" r:id="R9daaa98fa9c84dfa"/>
    <p:sldId xmlns:r="http://schemas.openxmlformats.org/officeDocument/2006/relationships" id="259" r:id="R9df0fe39006440cb"/>
    <p:sldId xmlns:r="http://schemas.openxmlformats.org/officeDocument/2006/relationships" id="260" r:id="R3eebe6b5959040a4"/>
    <p:sldId xmlns:r="http://schemas.openxmlformats.org/officeDocument/2006/relationships" id="261" r:id="Ra64b4d200cd64419"/>
    <p:sldId xmlns:r="http://schemas.openxmlformats.org/officeDocument/2006/relationships" id="262" r:id="R094469b3427f4f2b"/>
    <p:sldId xmlns:r="http://schemas.openxmlformats.org/officeDocument/2006/relationships" id="263" r:id="R3662db1733c64c52"/>
    <p:sldId xmlns:r="http://schemas.openxmlformats.org/officeDocument/2006/relationships" id="264" r:id="R3dcc00999b4d467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2432942fc5423d" /><Relationship Type="http://schemas.openxmlformats.org/officeDocument/2006/relationships/slideMaster" Target="/ppt/slideMasters/slideMaster1.xml" Id="R58c3480c256a4b73" /><Relationship Type="http://schemas.openxmlformats.org/officeDocument/2006/relationships/notesMaster" Target="/ppt/notesMasters/notesMaster1.xml" Id="R7707ecac25a24bee" /><Relationship Type="http://schemas.openxmlformats.org/officeDocument/2006/relationships/presProps" Target="/ppt/presProps.xml" Id="R36dcc445bd06451e" /><Relationship Type="http://schemas.openxmlformats.org/officeDocument/2006/relationships/tableStyles" Target="/ppt/tableStyles.xml" Id="Rc416d03327334b50" /><Relationship Type="http://schemas.openxmlformats.org/officeDocument/2006/relationships/slide" Target="/ppt/slides/slide1.xml" Id="R18f712665a224e3a" /><Relationship Type="http://schemas.openxmlformats.org/officeDocument/2006/relationships/slide" Target="/ppt/slides/slide2.xml" Id="R30e9265ae8fe4805" /><Relationship Type="http://schemas.openxmlformats.org/officeDocument/2006/relationships/slide" Target="/ppt/slides/slide3.xml" Id="R9daaa98fa9c84dfa" /><Relationship Type="http://schemas.openxmlformats.org/officeDocument/2006/relationships/slide" Target="/ppt/slides/slide4.xml" Id="R9df0fe39006440cb" /><Relationship Type="http://schemas.openxmlformats.org/officeDocument/2006/relationships/slide" Target="/ppt/slides/slide5.xml" Id="R3eebe6b5959040a4" /><Relationship Type="http://schemas.openxmlformats.org/officeDocument/2006/relationships/slide" Target="/ppt/slides/slide6.xml" Id="Ra64b4d200cd64419" /><Relationship Type="http://schemas.openxmlformats.org/officeDocument/2006/relationships/slide" Target="/ppt/slides/slide7.xml" Id="R094469b3427f4f2b" /><Relationship Type="http://schemas.openxmlformats.org/officeDocument/2006/relationships/slide" Target="/ppt/slides/slide8.xml" Id="R3662db1733c64c52" /><Relationship Type="http://schemas.openxmlformats.org/officeDocument/2006/relationships/slide" Target="/ppt/slides/slide9.xml" Id="R3dcc00999b4d467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f62e6f142244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9a5f57f5584804" /><Relationship Type="http://schemas.openxmlformats.org/officeDocument/2006/relationships/notesMaster" Target="/ppt/notesMasters/notesMaster1.xml" Id="R470a84d1f249457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3eed5491cca46a5" /><Relationship Type="http://schemas.openxmlformats.org/officeDocument/2006/relationships/notesMaster" Target="/ppt/notesMasters/notesMaster1.xml" Id="R49da3244ccb5441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ef473de1f548a1" /><Relationship Type="http://schemas.openxmlformats.org/officeDocument/2006/relationships/notesMaster" Target="/ppt/notesMasters/notesMaster1.xml" Id="R916fd935ee3a48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db2e6dc917a4db3" /><Relationship Type="http://schemas.openxmlformats.org/officeDocument/2006/relationships/notesMaster" Target="/ppt/notesMasters/notesMaster1.xml" Id="R672c22b6b7d849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3218e6e9af44487" /><Relationship Type="http://schemas.openxmlformats.org/officeDocument/2006/relationships/notesMaster" Target="/ppt/notesMasters/notesMaster1.xml" Id="R5b4c741b1f3440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cda2a33dc040bb" /><Relationship Type="http://schemas.openxmlformats.org/officeDocument/2006/relationships/notesMaster" Target="/ppt/notesMasters/notesMaster1.xml" Id="Rcff72fdec05049f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f841c6147c4c49" /><Relationship Type="http://schemas.openxmlformats.org/officeDocument/2006/relationships/notesMaster" Target="/ppt/notesMasters/notesMaster1.xml" Id="R7e483870d64740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0394986c614761" /><Relationship Type="http://schemas.openxmlformats.org/officeDocument/2006/relationships/notesMaster" Target="/ppt/notesMasters/notesMaster1.xml" Id="R2d1140177e414a6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ef9c9336414f4f" /><Relationship Type="http://schemas.openxmlformats.org/officeDocument/2006/relationships/notesMaster" Target="/ppt/notesMasters/notesMaster1.xml" Id="R439b782e8221451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9515f035c4f9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f3f367f6bd4533" /><Relationship Type="http://schemas.openxmlformats.org/officeDocument/2006/relationships/slideLayout" Target="/ppt/slideLayouts/slideLayout1.xml" Id="R65ddfce24cae48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ddfce24cae48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3e42744184db3" /><Relationship Type="http://schemas.openxmlformats.org/officeDocument/2006/relationships/notesSlide" Target="/ppt/notesSlides/notesSlide1.xml" Id="R3548ac85e91b4e5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65afffda6847fc" /><Relationship Type="http://schemas.openxmlformats.org/officeDocument/2006/relationships/notesSlide" Target="/ppt/notesSlides/notesSlide2.xml" Id="R4059fff008174e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0521c33c54168" /><Relationship Type="http://schemas.openxmlformats.org/officeDocument/2006/relationships/notesSlide" Target="/ppt/notesSlides/notesSlide3.xml" Id="R97de846f6e0944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8bd80962054c4f" /><Relationship Type="http://schemas.openxmlformats.org/officeDocument/2006/relationships/notesSlide" Target="/ppt/notesSlides/notesSlide4.xml" Id="R16978548482e468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57e509649545fe" /><Relationship Type="http://schemas.openxmlformats.org/officeDocument/2006/relationships/notesSlide" Target="/ppt/notesSlides/notesSlide5.xml" Id="R1fdb38521af64b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72bbec2f6403c" /><Relationship Type="http://schemas.openxmlformats.org/officeDocument/2006/relationships/notesSlide" Target="/ppt/notesSlides/notesSlide6.xml" Id="Re0b55223075f4db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c0fb6f6e04b65" /><Relationship Type="http://schemas.openxmlformats.org/officeDocument/2006/relationships/notesSlide" Target="/ppt/notesSlides/notesSlide7.xml" Id="Rfd1acef67af14a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93e378221949d7" /><Relationship Type="http://schemas.openxmlformats.org/officeDocument/2006/relationships/notesSlide" Target="/ppt/notesSlides/notesSlide8.xml" Id="R2dcf69674f4a450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5cddbec4a409d" /><Relationship Type="http://schemas.openxmlformats.org/officeDocument/2006/relationships/notesSlide" Target="/ppt/notesSlides/notesSlide9.xml" Id="Rf2307541d9cb4f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9B3087-A9C8-4842-B964-3F6AAD5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D9CA2B-0C3B-4D8A-9F91-68486311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Building Components Drafting (For CIE Only): Modeling Basic Building Components: foundations, columns, beams, slabs, wal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82B578-A67E-4056-8235-B166D5B1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Computer Aided Engineering Drawing for CV Stream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1BCEDC103/203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engineering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9DC417-7883-4377-B0E8-FE99459A3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Building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EFF6D-DD9D-402E-972E-1637E8A6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7A4CF8-2347-4EDD-A5E8-BAB3153D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Components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74716C-5D3F-4A0D-AFC8-3B231962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69DAD7-3538-4003-94FD-3A205FBFB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Drafting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797BE4-237F-4E22-A573-F3E6B729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9DD74-5AA2-4DA5-BFA6-8F40DF60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DE0E11-8CBD-4C09-B8B8-BA488346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7D40E-40AB-411C-8747-5871AC5C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Modeling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B94EF6-0ED4-4CC2-86C2-9BB02703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D32F6E-FA23-4213-8725-E48B699C6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F39FF-FBDA-4F3C-A9A8-94B98E6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0740560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207F95-589E-4A99-AC34-3D249C95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E987AB-D6D6-4933-BAD3-C0C3429FD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D1E73-471E-4A9C-BC74-40933CC7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6D740E-1B76-4C44-86AA-0FC2B2DAE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F49073-88BB-4133-B4D4-45C61F60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262C17-A129-4DFF-9614-6EE87724C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29F2BF-0F4E-4593-854F-789A9891F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287A2-9957-488B-8F21-B9E57E17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51AF0E-CDE1-40A1-90C1-EC63B3B43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02742-E9B1-40DB-88B6-2E5B4737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19A98A-CF20-47C8-AC73-5A581B2E7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4F37F-E10A-4443-BCE0-B41BC321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13CE6-A4D1-4E65-B6D9-A63DC62D9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Building Components Drafting (For CIE Only):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Modeling Basic Building Components: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foundations, columns, beams, slabs, walls, doors windows, staircase, assigning materials and rendering building components.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Drafting a 2D floor plan for a simple single-storey residential/commercial building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Converting the floor plan into 3D model with walls, openings, and roof structure.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864177-1226-4775-99E9-C6648CD79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19E5F2-E8CC-45D0-8E73-639AFE72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896722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33A96A-3598-4BC1-AA82-016E3ABA9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92953-D874-43A8-A8CB-7E1B7BC4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CFA48-D827-4CBE-A5AA-9DA237D9E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FEE9DB-91F2-4A2A-9F58-19770FE60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Building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EBF147-9F09-46BD-9136-EA131933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Components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8DB24-A373-462C-A157-D4FFD492D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Drafting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17403-9116-4C42-98E3-7FBBC1542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C966E9-16CE-4175-8E30-773FA110B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09A304-6D9F-4B79-AEB4-294488FC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Basic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90CD44-EAE1-4B0E-BFE5-496E6BCF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Concept of building drawing Number of Hours: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004BF-7A62-440A-9C04-720ADF0A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B342A6-7CF4-4AA2-B025-785CD9EB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2429351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89B040-DB05-4364-A347-D9D760AE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31454D-0FCE-4A94-8E47-726848075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B66D70-5D44-4C17-8855-7F213E79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A3511C-1F8E-4A28-BF9F-9759FF08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Building Components Drafting (For CIE Only):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Modeling Basic Building Components: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foundations, columns, beams, slabs, walls, doors windows, staircase, assigning materials and rendering buil...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Drafting a 2D floor plan for a simple single-storey residential/commercial building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Converting the floor plan into 3D model with walls, openings, and roof structure.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Concept of building drawing Number of Hours: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48FF3-825B-4B93-BDD0-C85384C6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A64A32-B246-4B32-8F1D-3DAE136A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7754EB-14BA-4EB8-81A4-32964A89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Building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F74E9F-25D9-4EA5-93D3-AF7EBEAB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936CBB-D3BE-4296-9B41-3A6B15E97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Components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1FA98C-EC5F-43F3-9D67-AAEEF8BF1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1A02C7-9B20-47C5-B589-717E968E3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Drafting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396B59-743C-46FF-B67C-0D2691164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3C4382-5FE5-4556-BD0F-4405AE5B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Only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1EA3C-224D-44CB-A893-20AE003E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FC6B9-72D8-42CD-A820-7A25CCAA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Modeling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850A19-D8A8-43AB-A2BA-C60246DC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9052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Use the model to explain the engineering decision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BA3CBB-20F1-4029-8AE8-1B0F1F200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9DB427-ABF5-4BD9-94C5-F61A252F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4502653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DCD2A4-F077-4078-AFF2-C84F7E1C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5A453-1571-4707-81A5-74977561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90C5C-B07F-4A6B-9BB5-C2F980DA1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22FC0F-32AF-47A1-9035-4D10BBF1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94908F-DF5B-4027-B7A1-6CDD60D9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477B00-D357-46B4-9DD7-B657E0C35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A732C0-9CA0-42D2-B980-209F39AE8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E8BF8-2794-4025-8DCB-566052D2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D38809-470C-4712-85BE-90C5910C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547538-A103-4943-BEB3-676D1071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6C19A-84AF-44E9-8048-F085C7333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69BCEE-F281-4A62-A169-020A42D2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CC69D7-A383-41E5-8ED6-A9418C296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F4A514-AB00-4B7B-AE3C-1CEDDCB5B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7064BE-38EA-4011-AE9B-0997BFFE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969867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C00568-84E1-4908-B937-237DBB2A2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4AB6C-C1AF-42F6-B100-46C56DD82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205E6-654C-44FD-89DB-FD0A6D96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D81D47-3B57-4F72-9ABB-B440F63E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77AB73-BDF0-42C8-91A4-37CDD60E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Building Components Drafting (For CIE Only):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65782-0698-4D85-B24D-7DDF99D6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Building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1260A8-A10A-44AA-B86E-4290E1243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50793-A4D5-4315-AF97-B4A48FBB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4AF55-B235-430D-87E8-97A0DEB9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7475042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C41655-B4C6-4097-A852-C005488E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94C31-2CB4-4325-9E1D-8EBE4A44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8D9A0-FC1A-4EAA-A532-EA4EA831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6267AB-5745-461D-B661-FF715FA8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B5E169-0E44-40A3-A626-B3ABF3829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Use the concept in engineering analysis.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Relate the method to design, measurement, communication, or decision-making.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D935B9-AD4B-4CA1-BC23-C4E5A9CD4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C586C-3DD2-4DD9-A860-3BEC03BD3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45ED05-6E93-4723-9901-80E0C3E81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25892-96A2-400B-AF5F-E8122A702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122820636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ECFB59-54C7-4233-BCF3-3BCE735F8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8DBB52-4399-4F98-AD92-1ED400D22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7D0D74-3B62-4356-A8E7-2C0A990D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5FE2E9-951F-42C2-8088-B9D42C67D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651B52-03AD-43E7-B439-873C1B48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7895B6-8A7E-46B4-AF1E-C14D93A59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2036B0-901E-471E-A8CE-2694FA4E4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Building Components Drafting (For CIE Only):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64746E-8EE3-4376-8E1B-33681081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51ADDD-FE92-4906-81FA-D3B1AB52D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C90A87-3464-43DA-8705-41A6D4D94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Modeling Basic Building Components: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2FAC7E-1E97-414B-B9A2-5158ED909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5475A-F9C2-4615-B99C-CD7B3E3B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1DC744-0657-4BA4-B6A0-E7EBED056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foundations, columns, beams, slabs, walls, doors windows, staircase, assigning materials and 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D509D5-B0AB-46FD-9BCD-104DC488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03C98-E786-418A-9895-39745873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3DA7E-C5DA-4F17-A9B3-DE71FDCBE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Drafting a 2D floor plan for a simple single-storey residential/commercial building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1FF34B-CFA1-45A0-9D8B-E63C6062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36F687-B6CA-4138-B0F3-BCF466932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62F847-FD25-4555-AF9C-7712C39BE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Converting the floor plan into 3D model with walls, openings, and roof structure.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E6570-80A5-4545-A287-D0805694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19F00-EC95-4F28-BF37-97FBD4CF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8B9BE0-CE98-4A12-A990-2888CACC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Concept of building drawing Number of Hours: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220147-C11B-4C19-B950-50EBBF8A2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354094-7B15-4ABC-B330-2BA4D829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CF2967-9419-482C-A3B0-AC8E8881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F9D0E-BE2C-4AD2-9EA4-D37713113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1200220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44E18C-362E-4723-B28E-7DAAB3616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058C4F-8150-49FE-B9EA-1A59100EC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38F0A-E9F1-4CC2-82F4-0190A5AE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7EC3D-05CA-4A59-95AD-AB5A9F72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Building, Components, Drafting, Only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DE241F-2D9F-40DE-8CD8-769AF683F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26E7AB-A08C-4598-B3B0-4BD8976B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2DCB28-A0D8-40DB-825A-680EB1A2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Computer Aided Engineering Drawing for CV Stream | 1BCEDC103/203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89C76-A462-4D87-8CD7-879649189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1633166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2026-08-24T06:38:41.6790000Z</dcterms:created>
  <dcterms:modified xsi:type="dcterms:W3CDTF">2026-08-24T06:38:41.6790000Z</dcterms:modified>
</coreProperties>
</file>