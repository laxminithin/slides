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d87d14e5604c65" /><Relationship Type="http://schemas.openxmlformats.org/officeDocument/2006/relationships/extended-properties" Target="/docProps/app.xml" Id="Rc87449d3ceb34e91" /><Relationship Type="http://schemas.openxmlformats.org/officeDocument/2006/relationships/officeDocument" Target="/ppt/presentation.xml" Id="R16f6002d267e45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601dc33fef4898"/>
  </p:sldMasterIdLst>
  <p:notesMasterIdLst>
    <p:notesMasterId xmlns:r="http://schemas.openxmlformats.org/officeDocument/2006/relationships" r:id="R653c877866af4140"/>
  </p:notesMasterIdLst>
  <p:sldIdLst>
    <p:sldId xmlns:r="http://schemas.openxmlformats.org/officeDocument/2006/relationships" id="256" r:id="R6a60ff5573ee4092"/>
    <p:sldId xmlns:r="http://schemas.openxmlformats.org/officeDocument/2006/relationships" id="257" r:id="Rfbf06f73a9ed4545"/>
    <p:sldId xmlns:r="http://schemas.openxmlformats.org/officeDocument/2006/relationships" id="258" r:id="R03e6421db28b4b5b"/>
    <p:sldId xmlns:r="http://schemas.openxmlformats.org/officeDocument/2006/relationships" id="259" r:id="Re0f72a0bae8648a7"/>
    <p:sldId xmlns:r="http://schemas.openxmlformats.org/officeDocument/2006/relationships" id="260" r:id="Ra38554c1d09e4f54"/>
    <p:sldId xmlns:r="http://schemas.openxmlformats.org/officeDocument/2006/relationships" id="261" r:id="R22827d8a14624f00"/>
    <p:sldId xmlns:r="http://schemas.openxmlformats.org/officeDocument/2006/relationships" id="262" r:id="R4c30a111f0d14175"/>
    <p:sldId xmlns:r="http://schemas.openxmlformats.org/officeDocument/2006/relationships" id="263" r:id="R7a6ed969896742a0"/>
    <p:sldId xmlns:r="http://schemas.openxmlformats.org/officeDocument/2006/relationships" id="264" r:id="Rbeb850c5b85a45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c76fc0e2e742fe" /><Relationship Type="http://schemas.openxmlformats.org/officeDocument/2006/relationships/slideMaster" Target="/ppt/slideMasters/slideMaster1.xml" Id="Rc8601dc33fef4898" /><Relationship Type="http://schemas.openxmlformats.org/officeDocument/2006/relationships/notesMaster" Target="/ppt/notesMasters/notesMaster1.xml" Id="R653c877866af4140" /><Relationship Type="http://schemas.openxmlformats.org/officeDocument/2006/relationships/presProps" Target="/ppt/presProps.xml" Id="Rd9a8a6f442c746ef" /><Relationship Type="http://schemas.openxmlformats.org/officeDocument/2006/relationships/tableStyles" Target="/ppt/tableStyles.xml" Id="R8efeca4f6c1548a8" /><Relationship Type="http://schemas.openxmlformats.org/officeDocument/2006/relationships/slide" Target="/ppt/slides/slide1.xml" Id="R6a60ff5573ee4092" /><Relationship Type="http://schemas.openxmlformats.org/officeDocument/2006/relationships/slide" Target="/ppt/slides/slide2.xml" Id="Rfbf06f73a9ed4545" /><Relationship Type="http://schemas.openxmlformats.org/officeDocument/2006/relationships/slide" Target="/ppt/slides/slide3.xml" Id="R03e6421db28b4b5b" /><Relationship Type="http://schemas.openxmlformats.org/officeDocument/2006/relationships/slide" Target="/ppt/slides/slide4.xml" Id="Re0f72a0bae8648a7" /><Relationship Type="http://schemas.openxmlformats.org/officeDocument/2006/relationships/slide" Target="/ppt/slides/slide5.xml" Id="Ra38554c1d09e4f54" /><Relationship Type="http://schemas.openxmlformats.org/officeDocument/2006/relationships/slide" Target="/ppt/slides/slide6.xml" Id="R22827d8a14624f00" /><Relationship Type="http://schemas.openxmlformats.org/officeDocument/2006/relationships/slide" Target="/ppt/slides/slide7.xml" Id="R4c30a111f0d14175" /><Relationship Type="http://schemas.openxmlformats.org/officeDocument/2006/relationships/slide" Target="/ppt/slides/slide8.xml" Id="R7a6ed969896742a0" /><Relationship Type="http://schemas.openxmlformats.org/officeDocument/2006/relationships/slide" Target="/ppt/slides/slide9.xml" Id="Rbeb850c5b85a45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c1b2fb4f449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84a931bf3147c7" /><Relationship Type="http://schemas.openxmlformats.org/officeDocument/2006/relationships/notesMaster" Target="/ppt/notesMasters/notesMaster1.xml" Id="Rcdae0f2a4b5443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ff27313aab4ec9" /><Relationship Type="http://schemas.openxmlformats.org/officeDocument/2006/relationships/notesMaster" Target="/ppt/notesMasters/notesMaster1.xml" Id="R50c379168a17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7d5ca6ac14725" /><Relationship Type="http://schemas.openxmlformats.org/officeDocument/2006/relationships/notesMaster" Target="/ppt/notesMasters/notesMaster1.xml" Id="R16cfacb18a3e48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18a3e1ee244a50" /><Relationship Type="http://schemas.openxmlformats.org/officeDocument/2006/relationships/notesMaster" Target="/ppt/notesMasters/notesMaster1.xml" Id="R0a50a3ffd0b146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d904d5d7f84cb4" /><Relationship Type="http://schemas.openxmlformats.org/officeDocument/2006/relationships/notesMaster" Target="/ppt/notesMasters/notesMaster1.xml" Id="Rca457f0ada8a41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4097b62d1c4e43" /><Relationship Type="http://schemas.openxmlformats.org/officeDocument/2006/relationships/notesMaster" Target="/ppt/notesMasters/notesMaster1.xml" Id="R0320ae709c8940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bc4a3d3dc44cdf" /><Relationship Type="http://schemas.openxmlformats.org/officeDocument/2006/relationships/notesMaster" Target="/ppt/notesMasters/notesMaster1.xml" Id="R3452f7396ce744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0e0e18c2be42f6" /><Relationship Type="http://schemas.openxmlformats.org/officeDocument/2006/relationships/notesMaster" Target="/ppt/notesMasters/notesMaster1.xml" Id="R885fdd45921646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c8c2dea8cc4434" /><Relationship Type="http://schemas.openxmlformats.org/officeDocument/2006/relationships/notesMaster" Target="/ppt/notesMasters/notesMaster1.xml" Id="Rbf3faa43678f4e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d27b1cffb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6acad498254de3" /><Relationship Type="http://schemas.openxmlformats.org/officeDocument/2006/relationships/slideLayout" Target="/ppt/slideLayouts/slideLayout1.xml" Id="R1610bd6d115642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0bd6d115642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ef3b2746c43ec" /><Relationship Type="http://schemas.openxmlformats.org/officeDocument/2006/relationships/notesSlide" Target="/ppt/notesSlides/notesSlide1.xml" Id="R37fc9e4960bb4c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3deae039c4616" /><Relationship Type="http://schemas.openxmlformats.org/officeDocument/2006/relationships/notesSlide" Target="/ppt/notesSlides/notesSlide2.xml" Id="R7a81d90a15184b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931ac078b41c5" /><Relationship Type="http://schemas.openxmlformats.org/officeDocument/2006/relationships/notesSlide" Target="/ppt/notesSlides/notesSlide3.xml" Id="R5560f199442449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005a472da4a2a" /><Relationship Type="http://schemas.openxmlformats.org/officeDocument/2006/relationships/notesSlide" Target="/ppt/notesSlides/notesSlide4.xml" Id="R14da5475471944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8c122caa245a3" /><Relationship Type="http://schemas.openxmlformats.org/officeDocument/2006/relationships/notesSlide" Target="/ppt/notesSlides/notesSlide5.xml" Id="R29fcc45e7c1f4c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e4c1ffb704608" /><Relationship Type="http://schemas.openxmlformats.org/officeDocument/2006/relationships/notesSlide" Target="/ppt/notesSlides/notesSlide6.xml" Id="R23bdcc57140140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05b769884470a" /><Relationship Type="http://schemas.openxmlformats.org/officeDocument/2006/relationships/notesSlide" Target="/ppt/notesSlides/notesSlide7.xml" Id="R7f9ed880dfa641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09f50af454e2e" /><Relationship Type="http://schemas.openxmlformats.org/officeDocument/2006/relationships/notesSlide" Target="/ppt/notesSlides/notesSlide8.xml" Id="R1273d5abc11c4d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57263b96d4f50" /><Relationship Type="http://schemas.openxmlformats.org/officeDocument/2006/relationships/notesSlide" Target="/ppt/notesSlides/notesSlide9.xml" Id="R0c1c88b42f6b4d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1C0E5-8D5F-49DA-9A92-68D8320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781BB-C5F2-41CC-B8F2-6DF89C7A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Introduction: Significance of Engineering drawing, BIS Conventions of Engineering Drawing, Free hand sketching of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97C48-E99A-40C4-8584-23815514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97124-52DF-4769-B1B6-45D7ACFB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D19C6-9C85-4833-9D47-90B1F5F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D4039-6AFD-49E3-BF6B-47BBC974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084CD-D16C-4B20-B168-F7B7AC2E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DBB46-1B00-4BAC-A9AC-012A984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E8374-2FCB-4851-A9D8-DD6DD1AA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C2D3D-2662-44A2-8171-42409E97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0D114-5F43-41E7-A633-069111D7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F37F5-288C-4313-9033-6D2B1EEF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8D573-D65B-4AF2-8A0E-27694C81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FB3E-8605-462A-97BB-19EAAFB9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4F4ED-8B0C-43E0-B1C3-532CB911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727181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F134E-0D5B-4520-83B5-4505ED4F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5EEBB-0A53-4687-8A2E-DD2CAF6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0635B-4EC5-4E83-88C9-CF41AA31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86BAD-78E3-4A6F-80C1-0511AB6E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A8635-5BB0-405A-9641-DEF274E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884B0-5284-47AD-92BF-9EE00EC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0B96C-2203-409F-9399-63D7C1E4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B2CC1-64B2-445F-9B95-C5BF852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C52FD-1B45-465E-8568-44F06E91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CC63C-DD70-4428-8C2E-AC062CE5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CB4F5-54E4-49BF-BA20-72BCC6A3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020AE-B365-4FBE-80E6-1B825836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A4294-A341-4806-91DF-7249A6D5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Computer Aided Drafting software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925A9-F7F2-40EB-8AA4-7C5FE0FE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F496B-345F-4F03-92EA-3D1D3625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975193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3F76C-DA6C-4A23-B21E-D43B8B63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BEB6B-5300-4F4A-9709-5F6F86B6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AFC10-D169-4525-BEB0-4FAB3DB1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AB9E2-D29B-4D09-AFB2-0311713B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B531C-3C6A-4082-94BA-7E1DF3B5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2FF09-1E51-40BD-95FA-19ECCF7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0E02F-1351-40D6-BECD-42C403EE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0E3E2-FA14-40B2-B256-08E47E96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F529D-9F40-48FF-85B2-4CB822BF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FC678-11E6-477D-BE3B-AB4E422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 -ordinate system and reference planes HP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35142-CD16-44A7-A7FD-3C47B18F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86104-F575-4159-9A51-910E6793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045148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3D272-C93C-42E5-ACA5-4505E6A5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A3B02-9EB4-4C14-B6DA-66E2C911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1C8F5-31BF-4AE7-A365-C60B6EB6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D5658-A716-4BB4-B58A-E330E0F2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Significance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BIS Conventions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Free hand sketching of engineering drawing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Computer Aided Drafting software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 -ordinate system and reference planes HP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76E87-1128-4C2E-A9D6-D83487E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1AA6A-E148-49C6-881C-58D578D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843C1-68E0-46D5-AB2C-A68F8260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Significance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CDEEA-837D-4409-B7A6-17F0ED3E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DEA22-EAF0-402C-9CD4-271A8DE6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4590C-BC3A-4E20-8BFB-8BF06A0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28316-8B82-42EC-9A2C-D7C2D2B4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1DCDD-D6FC-4E1D-B668-81A58D9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34895-3622-406E-AB60-3254E01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Conventions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A11CD-0E30-4290-AFA6-6914DEA2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338CD-6E6E-49B9-BDF8-8E4C19C1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9BF26-A813-4C2B-A4AE-45196C1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30989-81AA-48F7-8E67-6179E001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9A743-63C9-469E-ACCE-5AF4BC13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474105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6E6C8-7E3A-4280-BB54-9B1CB88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D1089-456D-4EE7-9C3C-C411CAC0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D5424-1316-44AE-9DFF-1B662E91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4F9EC-10FE-4651-AF06-EF9FF8C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1C7B9-D598-400B-BC99-972D6120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B1E7E-F511-488D-9EF3-EC7257E3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084FE-6F75-423E-BFEF-C48D8D37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B83D0-4202-4E17-BE0C-31043B15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2E104-8D7A-4424-A34E-F70692D9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60AB8-8547-4FD2-8C45-5EC4D4B2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DEFB3-B6BE-4D55-9CFF-C4398780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798D4-46BE-482C-B801-676B1428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8A310-4EAA-4FC2-8D27-FFB7A7F1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55399-0D3C-4FD6-AAFF-0B6EED18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2F3FC-FA6F-4700-B111-03B0EB94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492301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F4571-3139-416B-8631-3A059774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65E7C-7E87-42E2-A801-0F651EF0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C1F37-5985-4F6A-86DC-27787FEC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0DE00-4F72-4F43-8D98-208E051B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E6394-5289-4F11-9DD8-8252B94E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8046A-F3E6-4D43-A8CC-CC984181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Significance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7C86C-FDCC-48B2-910A-5C937873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46411-F3FA-4BDF-9097-BCD78743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5E69E-4C39-4F49-BF6C-EFF35340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546874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68921-7C45-4415-9041-2BF3F8CA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223BF-4D40-45F3-9A6B-DEB4F6D0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BA433-2C05-406D-9CAC-F1EE394F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B49E8-BF10-4FC9-8BAE-7B95699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C8FE6-71EA-47B0-A038-EC727D6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RPP &amp; LPP of 2D/3D environment.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Selection of drawing sheet size and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Commands and creation of Lines, coordinate points, axes, polylines, square, rectang le, polygons, splines, circles, ellipse, text, move, copy, off-set, mirror, rotate, trim, extend, break, chamfer, fillet and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Projections of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EE5CB-E5C6-42CE-9650-5A63B46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0D7E8-D6D9-4AC9-9D7A-6298687E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C374C-B2C7-4CAB-825E-B218B62A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220E9-099A-46A5-B145-3B17F254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885393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66561-25D0-4ECA-A544-7AFAE54E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C09D1-A6BF-47F6-A2D6-7C308B9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38BBB-4B6F-46DE-900E-485B209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3EA63-2F82-4544-A3FD-DD17FEB5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A61E3-CF99-4577-BDE1-F1A86A43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B01F4-B9E5-4FB1-81E9-CD8B739A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4DEA4-8BD3-4F41-99E6-2D019AD4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7BF73-1858-4550-B86C-EF11CEBC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7EC66-F48D-4885-9D75-51DE3E56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FDE1E-073D-4076-8FA5-5F377152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Significance of Engineering drawing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92C57-F5A2-4927-8FA4-F474FA98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0C278-DA0E-4127-ADFE-7829C9F2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1219A-8D7F-49BD-ADC1-4D506EF2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BIS Conventions of Engineering Drawing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A8E0F-5BA1-41F4-ADFF-C566A6D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03328-E15F-4223-9F89-1E02AD53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6CB73-A16E-46EA-B3BC-07A1E7E2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Free hand sketching of engineering drawing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7D0D1-BB22-4613-9CAB-4470D2D8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52070-0CBD-4752-8EF0-5144795D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0478E-72ED-48D4-BDF3-06BDF1DF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Computer Aided Drafting software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BF3A2-89D6-4AB1-9459-B93B3144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0715E-22BB-46EE-9A72-C43D1089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C3701-9FCA-4A0F-86CB-71E7B56A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 -ordinate system and reference planes HP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05366F-CD39-49D9-A1E5-140F2F83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D730C-EDD8-4FB2-97C4-0921A182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F75B0-169E-43C6-ABD6-82CB38EE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RPP &amp; LPP of 2D/3D environment.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CC06B3-690F-426B-B024-AA5D4443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55F809-34C6-47FC-B49B-B3C6C624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DD37C3-B610-4731-B36A-1B095538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84F81-6509-4E8F-8BCC-6774A84A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574580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77540-AF94-48CD-B5B4-7CFDC7E4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55F2F-A428-4D20-A2F3-DC24E019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1896B-2A85-41DB-8127-3725DD00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A607D-2ACB-45AD-80BE-5890F158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Significance, Engineering, drawing, Conventions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01244-E64C-4706-B9B4-110244B3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788F5-9783-4F0F-A632-5B5C6CB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E36EA-BCDD-4957-8D54-92711556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7DA60-1C17-4515-93AE-BD3F5D37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317845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2026-08-24T06:38:41.4220000Z</dcterms:created>
  <dcterms:modified xsi:type="dcterms:W3CDTF">2026-08-24T06:38:41.4220000Z</dcterms:modified>
</coreProperties>
</file>