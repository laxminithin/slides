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f1119547ae48bc" /><Relationship Type="http://schemas.openxmlformats.org/officeDocument/2006/relationships/extended-properties" Target="/docProps/app.xml" Id="R447b1f9f490c436b" /><Relationship Type="http://schemas.openxmlformats.org/officeDocument/2006/relationships/officeDocument" Target="/ppt/presentation.xml" Id="R1d2887f33cbf49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fab692f1d04caa"/>
  </p:sldMasterIdLst>
  <p:notesMasterIdLst>
    <p:notesMasterId xmlns:r="http://schemas.openxmlformats.org/officeDocument/2006/relationships" r:id="R6f394635b8c54b8f"/>
  </p:notesMasterIdLst>
  <p:sldIdLst>
    <p:sldId xmlns:r="http://schemas.openxmlformats.org/officeDocument/2006/relationships" id="256" r:id="R56ec4574428a45d0"/>
    <p:sldId xmlns:r="http://schemas.openxmlformats.org/officeDocument/2006/relationships" id="257" r:id="R1d57ea7fcf0e4755"/>
    <p:sldId xmlns:r="http://schemas.openxmlformats.org/officeDocument/2006/relationships" id="258" r:id="Re1fdd50abae04da7"/>
    <p:sldId xmlns:r="http://schemas.openxmlformats.org/officeDocument/2006/relationships" id="259" r:id="R9b65c8168cb44afd"/>
    <p:sldId xmlns:r="http://schemas.openxmlformats.org/officeDocument/2006/relationships" id="260" r:id="Rc37013fbf9ca49c3"/>
    <p:sldId xmlns:r="http://schemas.openxmlformats.org/officeDocument/2006/relationships" id="261" r:id="Rd75fed91231b4b7d"/>
    <p:sldId xmlns:r="http://schemas.openxmlformats.org/officeDocument/2006/relationships" id="262" r:id="Raaf63213b39341bc"/>
    <p:sldId xmlns:r="http://schemas.openxmlformats.org/officeDocument/2006/relationships" id="263" r:id="R766c41fd803f4dd4"/>
    <p:sldId xmlns:r="http://schemas.openxmlformats.org/officeDocument/2006/relationships" id="264" r:id="Rc03b2a726cad4f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bfc8fae7544d5d" /><Relationship Type="http://schemas.openxmlformats.org/officeDocument/2006/relationships/slideMaster" Target="/ppt/slideMasters/slideMaster1.xml" Id="Rc6fab692f1d04caa" /><Relationship Type="http://schemas.openxmlformats.org/officeDocument/2006/relationships/notesMaster" Target="/ppt/notesMasters/notesMaster1.xml" Id="R6f394635b8c54b8f" /><Relationship Type="http://schemas.openxmlformats.org/officeDocument/2006/relationships/presProps" Target="/ppt/presProps.xml" Id="Ra10042cd1b1d40db" /><Relationship Type="http://schemas.openxmlformats.org/officeDocument/2006/relationships/tableStyles" Target="/ppt/tableStyles.xml" Id="R2a7d3a6dab704299" /><Relationship Type="http://schemas.openxmlformats.org/officeDocument/2006/relationships/slide" Target="/ppt/slides/slide1.xml" Id="R56ec4574428a45d0" /><Relationship Type="http://schemas.openxmlformats.org/officeDocument/2006/relationships/slide" Target="/ppt/slides/slide2.xml" Id="R1d57ea7fcf0e4755" /><Relationship Type="http://schemas.openxmlformats.org/officeDocument/2006/relationships/slide" Target="/ppt/slides/slide3.xml" Id="Re1fdd50abae04da7" /><Relationship Type="http://schemas.openxmlformats.org/officeDocument/2006/relationships/slide" Target="/ppt/slides/slide4.xml" Id="R9b65c8168cb44afd" /><Relationship Type="http://schemas.openxmlformats.org/officeDocument/2006/relationships/slide" Target="/ppt/slides/slide5.xml" Id="Rc37013fbf9ca49c3" /><Relationship Type="http://schemas.openxmlformats.org/officeDocument/2006/relationships/slide" Target="/ppt/slides/slide6.xml" Id="Rd75fed91231b4b7d" /><Relationship Type="http://schemas.openxmlformats.org/officeDocument/2006/relationships/slide" Target="/ppt/slides/slide7.xml" Id="Raaf63213b39341bc" /><Relationship Type="http://schemas.openxmlformats.org/officeDocument/2006/relationships/slide" Target="/ppt/slides/slide8.xml" Id="R766c41fd803f4dd4" /><Relationship Type="http://schemas.openxmlformats.org/officeDocument/2006/relationships/slide" Target="/ppt/slides/slide9.xml" Id="Rc03b2a726cad4f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f4d4552e6841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653bdb8af440bd" /><Relationship Type="http://schemas.openxmlformats.org/officeDocument/2006/relationships/notesMaster" Target="/ppt/notesMasters/notesMaster1.xml" Id="R68d77182dc5344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8df32b905e4a6c" /><Relationship Type="http://schemas.openxmlformats.org/officeDocument/2006/relationships/notesMaster" Target="/ppt/notesMasters/notesMaster1.xml" Id="Ra6cbb26bc6d24b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23e480e7024774" /><Relationship Type="http://schemas.openxmlformats.org/officeDocument/2006/relationships/notesMaster" Target="/ppt/notesMasters/notesMaster1.xml" Id="Rd57269c252244e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3286e91bef411f" /><Relationship Type="http://schemas.openxmlformats.org/officeDocument/2006/relationships/notesMaster" Target="/ppt/notesMasters/notesMaster1.xml" Id="R030964c50dc543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ead06f74484b4b" /><Relationship Type="http://schemas.openxmlformats.org/officeDocument/2006/relationships/notesMaster" Target="/ppt/notesMasters/notesMaster1.xml" Id="R35b956cf3b0641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1f19246def489e" /><Relationship Type="http://schemas.openxmlformats.org/officeDocument/2006/relationships/notesMaster" Target="/ppt/notesMasters/notesMaster1.xml" Id="R2d422509ae0f44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da82b5d2364af4" /><Relationship Type="http://schemas.openxmlformats.org/officeDocument/2006/relationships/notesMaster" Target="/ppt/notesMasters/notesMaster1.xml" Id="R63397b54356747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b078a1b20944ef" /><Relationship Type="http://schemas.openxmlformats.org/officeDocument/2006/relationships/notesMaster" Target="/ppt/notesMasters/notesMaster1.xml" Id="Rb730ce2151fd43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f35c2b155a4b4f" /><Relationship Type="http://schemas.openxmlformats.org/officeDocument/2006/relationships/notesMaster" Target="/ppt/notesMasters/notesMaster1.xml" Id="R47606daf912140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fbcec1bf6a45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a89954b339424a" /><Relationship Type="http://schemas.openxmlformats.org/officeDocument/2006/relationships/slideLayout" Target="/ppt/slideLayouts/slideLayout1.xml" Id="Reb59135597f040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59135597f040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c837db9f24b76" /><Relationship Type="http://schemas.openxmlformats.org/officeDocument/2006/relationships/notesSlide" Target="/ppt/notesSlides/notesSlide1.xml" Id="R2436485238d14d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55a7a28864342" /><Relationship Type="http://schemas.openxmlformats.org/officeDocument/2006/relationships/notesSlide" Target="/ppt/notesSlides/notesSlide2.xml" Id="Re904f28e6ffc46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4684ec3294d1f" /><Relationship Type="http://schemas.openxmlformats.org/officeDocument/2006/relationships/notesSlide" Target="/ppt/notesSlides/notesSlide3.xml" Id="R569af9b03b214f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d33827c584bc3" /><Relationship Type="http://schemas.openxmlformats.org/officeDocument/2006/relationships/notesSlide" Target="/ppt/notesSlides/notesSlide4.xml" Id="R2691183848e64d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ce4e038654d93" /><Relationship Type="http://schemas.openxmlformats.org/officeDocument/2006/relationships/notesSlide" Target="/ppt/notesSlides/notesSlide5.xml" Id="R4b73d1620db94f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0bbfdc608466b" /><Relationship Type="http://schemas.openxmlformats.org/officeDocument/2006/relationships/notesSlide" Target="/ppt/notesSlides/notesSlide6.xml" Id="Rb4a1d8de92d544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836e7cb474d98" /><Relationship Type="http://schemas.openxmlformats.org/officeDocument/2006/relationships/notesSlide" Target="/ppt/notesSlides/notesSlide7.xml" Id="Rd4133f4f9c2142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6e194c0ec4540" /><Relationship Type="http://schemas.openxmlformats.org/officeDocument/2006/relationships/notesSlide" Target="/ppt/notesSlides/notesSlide8.xml" Id="Racee17bd3f134e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985abff0f4659" /><Relationship Type="http://schemas.openxmlformats.org/officeDocument/2006/relationships/notesSlide" Target="/ppt/notesSlides/notesSlide9.xml" Id="R03dc027c85af48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A4EDB-4603-45AA-97C6-CAEF0A6D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74300-31A6-46DF-84A1-0FFEFE59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Isometric Views: Introduction to Isometric views, Isometric projections, Isometric scale. Isometric view of hexahedron (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6C873-6322-4978-9994-7D19621F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CV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1BCEDC103/203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4044C-8150-4D96-8AF2-D12A2FC3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Isometric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8E867-23DF-4E15-9F18-E964924A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B56D0-18F4-493C-9BEE-6C1A502A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5F55A-A98E-4D3B-B7C3-E245801E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913BA-8F41-4C79-BE49-63113A7A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projections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C5E0D-FE64-41FB-AFD7-75E31840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D2DF1-D92B-4E14-85D3-97E59FF1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5476C-6564-43B5-AE7F-AF3068D6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49126-8D2F-4070-A9AE-0E6C15A9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B299EF-556F-4AB3-B3E4-3CD387C3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67D2E-712B-4604-BA98-76BB1292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A7C24-9EF1-4D23-9A26-3B80878B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3288997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54EE97-9E98-4E8E-AFE7-96C47C00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7E332-0B19-436C-856A-D26CF4E0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09DAF-5D9C-446B-B7C4-A9CA51B6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9F053-2524-4BE3-BF00-1522EFAD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641EE-3D48-45A3-AC91-041B6738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5D465-F595-4CA5-A23E-491DE33E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5F28A-E4C1-49F4-B171-EEE217AD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31819-D7E5-4D0B-B595-43C50F61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69BAD-8FE3-4444-988E-9419E643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2F402-0F5A-49F4-BB1A-4E369E17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32EBE-729D-4174-9D3D-57695725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B7EF5-AA48-4374-B99A-5ADA06F6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24E36-CE70-4BBA-9770-E54AE870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Views: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Isometric views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projections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scale.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view of hexahedron (cube), right regular prisms, pyramids, cylinders, cones and spheres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B89B95-AAE7-4038-897F-B07CFADB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0DFD7-AC98-4997-92B9-0A36250D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19279627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77DD6-E132-40D8-939B-BE58476D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3CBCC-1A11-466B-BA30-B40C8DCB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43B31-A400-4268-AAED-7AF3BC16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81B82-5164-4BAF-8C13-EB75F7DE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Isometric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39E5B-5DF7-4C77-A62B-405144F8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00263-5955-4276-B7A0-F9536C05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projections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6BE77-DBB2-403D-8A57-0C168356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727BA-86BA-42E3-A297-89018171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0F958-3655-4139-8E83-2E634329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hexahedron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2BEFD-ED05-4ADB-95D8-7BEFF127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view of combination of two simple solids, step block.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Conversion of simple isometric drawings into orthographic views: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Problems on conversion of Isometric view of simple objects / engineering components into orthographic views.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F88C5-EEA4-480F-BB39-2A4AAF00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BECD2-08C8-4714-BA8F-861F5AFB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6007855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58D35A-12FC-4AA4-8008-AB579235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A46B8-C09E-4A49-8200-D589D861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BCE1C-E9BF-40B3-A5D5-CD5D3FD9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D5D02-493A-4139-BD54-2F8922F3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Views: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Isometric views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projections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scale.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view of hexahedron (cube), right regular prisms, pyramids, cylinders, cones and spheres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view of combination of two simple solids, step block.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4B4D8-E9A6-4B11-A41C-C37FE8A5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17772-0978-4D3C-9141-83C49529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EA1C3-774F-4F38-A518-60BFAD7B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Isometric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427E6-6F43-4B88-BEE1-E76977FD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0338E-3529-4A33-8674-9A03F043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3111B-02C2-4573-B80C-04B1B42D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78AC5-54BD-441B-B5AC-CC26C4FD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projections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1A2E5-EAFF-41E8-82C8-C9CE0AAC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4F738-780A-4BBD-81CD-C838A08E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3FAEF3-0B9B-4DDB-AC05-AB9F28B5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914CCD-127B-4C09-A941-A32AE263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DF06AF-68ED-4B78-A978-7BC6F499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54938-DB41-4C7B-8837-6A316A2A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AA7135-5B82-458C-A551-96792E8F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7306193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E30558-1264-4B5C-8690-42ED0074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49DB6-E591-4A82-99DB-F42BA8D5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9825A-6CF2-49F8-AFB4-C6DB6C27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4B3AF-9C50-4F12-9A19-6B407943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CE693-E08D-484D-8630-053EAB75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427FF-6A42-4452-9F8F-4DA905CE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75EDE-A9CA-4D8D-A345-FA7ABDC3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C0F83-C896-4661-896D-342ABA4E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E143C-94AE-41B9-A97C-1224D623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1CD08-1E08-4428-B521-988E58AE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825B9-7175-41DF-93F0-51CE4327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87B22-7663-43B4-9237-20A8FB6C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0D291A-5AFB-46C6-8158-29313BC2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2EEFA-14E4-4C09-A88E-3FEDAD7C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6DA05-1CC7-46CE-B206-77DACA51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9853581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D0D83-093B-4A1D-8F46-57AEE9C9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BF2A6-768D-454B-9C22-E79C1F73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07D1F-23F3-44B3-8383-4C5068E9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76714-56AA-4278-A65B-BD23413D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EAF46-4F17-4C7B-A353-AF98BA0D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Isometric Views: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F4B63-C163-44FF-81E5-E31D1BD5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Isometric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62D28-357B-4296-966C-8F66139F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4F150-AE90-4168-98FC-6A5BC276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1A710-83E6-48DF-9AB0-93158D9A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229914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343D8-E47A-4445-9902-A4420BF8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4A5AD-1183-4416-A4A2-23FDD441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EB355-053C-4A36-8D3F-06F8D1C9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F7D52-24FE-4550-8511-35895A72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97E7D-397B-4A7E-BF59-EC26C71E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Conversion of simple isometric drawings into orthographic views: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Problems on conversion of Isometric view of simple objects / engineering components into orthographic views.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A7D6A-3022-4CBA-8B79-0BC853DA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B730B-C97A-4EBA-B08B-64AA27F4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40F5C-2BEE-46DA-BFEF-6198FEA1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1E618-29D7-4841-9703-C9D479BA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5516814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79B707-7ACB-4459-ABE7-EBB11F92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05F2B-B149-483D-9CF1-43612488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F28CE-22F8-4581-8765-447BE21E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D7CD1-5B05-487A-A606-930922ED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ACF13-75E1-4EC5-A8BA-61576B3F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E6CD4-9577-4953-807F-5D6B4A5A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02179-F2BE-40C5-A150-195757BF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Views: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98B81-3557-4288-9982-9A2CA68C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81FB2-C4DF-4FA4-BAA6-B6D7B84B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953AE-2FE1-431F-BAE1-7251F063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Isometric 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A8887-3ADE-4A69-BB21-54511645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29EB6-E277-4B24-AF21-A163626C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B2334-88DE-48DA-AFF3-466BCA26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projections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5DBAF-DE0B-4FD8-BF29-FB00ED7B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57451-89D3-4E11-A80E-B38066CF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F378FF-5AE5-45B4-AEE4-BEF8B56A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scale.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775B16-DA62-4FF5-A53F-89CDAA08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0425DE-7389-4C28-B9C7-5C1EFA41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49F51B-8298-4556-A326-5AAD31D6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view of hexahedron (cube), right regular prisms, pyramids, cylinders, cones and spher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3597D7-09AA-49A9-9E60-AA060183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319FEB-37DD-4890-BCC5-9DA0C581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62A8F8-D786-4D94-82E7-875EB9B4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view of combination of two simple solids, step block.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DFFAAE-A8AB-4A2B-9617-F283EE35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941980-E0C4-490E-B8BC-99A4D0F2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5FB463-F819-44AB-BFBD-D6B2550F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Conversion of simple isometric drawings into orthographic views: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0BBE65-EAAA-43CB-9E3C-566BB57B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5998A2-A643-4759-8741-970913B9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399B7B-A689-4BDF-B7D3-EF163B6F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3EB70C-2D7E-4977-859D-883DC0AD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277576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07900-4018-4091-92BE-44B69891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B76E9-2F71-43D4-803E-015CA552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F1F9C-454B-435B-A65A-A9601364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48D04-1A6C-4A71-BB7C-484B5D4C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Isometric, Views, projections, scale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F8FE4-9DEA-49FB-8201-FD319472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C4D9D-47CC-4271-AE09-4614DFDA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144DE-7935-4E9A-ADE4-A4197B77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5C92D-F495-4915-A06D-5DB8CD4A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17967563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2026-08-24T06:38:41.6110000Z</dcterms:created>
  <dcterms:modified xsi:type="dcterms:W3CDTF">2026-08-24T06:38:41.6110000Z</dcterms:modified>
</coreProperties>
</file>