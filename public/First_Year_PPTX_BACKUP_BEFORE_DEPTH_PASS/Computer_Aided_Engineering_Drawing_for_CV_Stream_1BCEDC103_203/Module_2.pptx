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2bbb2235494087" /><Relationship Type="http://schemas.openxmlformats.org/officeDocument/2006/relationships/extended-properties" Target="/docProps/app.xml" Id="R10698fc73ced4a4c" /><Relationship Type="http://schemas.openxmlformats.org/officeDocument/2006/relationships/officeDocument" Target="/ppt/presentation.xml" Id="R58a5433d9185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be69b86eae41c5"/>
  </p:sldMasterIdLst>
  <p:notesMasterIdLst>
    <p:notesMasterId xmlns:r="http://schemas.openxmlformats.org/officeDocument/2006/relationships" r:id="Race33ea3ab7e447c"/>
  </p:notesMasterIdLst>
  <p:sldIdLst>
    <p:sldId xmlns:r="http://schemas.openxmlformats.org/officeDocument/2006/relationships" id="256" r:id="R79c22693816e4440"/>
    <p:sldId xmlns:r="http://schemas.openxmlformats.org/officeDocument/2006/relationships" id="257" r:id="R0d9e7097f75248a4"/>
    <p:sldId xmlns:r="http://schemas.openxmlformats.org/officeDocument/2006/relationships" id="258" r:id="R1881963ff80e4d52"/>
    <p:sldId xmlns:r="http://schemas.openxmlformats.org/officeDocument/2006/relationships" id="259" r:id="Rd1944782dd894e27"/>
    <p:sldId xmlns:r="http://schemas.openxmlformats.org/officeDocument/2006/relationships" id="260" r:id="R95b6579358fa4f1f"/>
    <p:sldId xmlns:r="http://schemas.openxmlformats.org/officeDocument/2006/relationships" id="261" r:id="R79d7f1b5614f49b4"/>
    <p:sldId xmlns:r="http://schemas.openxmlformats.org/officeDocument/2006/relationships" id="262" r:id="R47ba7074009a48ad"/>
    <p:sldId xmlns:r="http://schemas.openxmlformats.org/officeDocument/2006/relationships" id="263" r:id="R3c2b5b6194f646fc"/>
    <p:sldId xmlns:r="http://schemas.openxmlformats.org/officeDocument/2006/relationships" id="264" r:id="Rf0d8af17712240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2f3eb24701443f" /><Relationship Type="http://schemas.openxmlformats.org/officeDocument/2006/relationships/slideMaster" Target="/ppt/slideMasters/slideMaster1.xml" Id="R91be69b86eae41c5" /><Relationship Type="http://schemas.openxmlformats.org/officeDocument/2006/relationships/notesMaster" Target="/ppt/notesMasters/notesMaster1.xml" Id="Race33ea3ab7e447c" /><Relationship Type="http://schemas.openxmlformats.org/officeDocument/2006/relationships/presProps" Target="/ppt/presProps.xml" Id="R8b0ecf4bf33748c3" /><Relationship Type="http://schemas.openxmlformats.org/officeDocument/2006/relationships/tableStyles" Target="/ppt/tableStyles.xml" Id="Rafaf183b57c04188" /><Relationship Type="http://schemas.openxmlformats.org/officeDocument/2006/relationships/slide" Target="/ppt/slides/slide1.xml" Id="R79c22693816e4440" /><Relationship Type="http://schemas.openxmlformats.org/officeDocument/2006/relationships/slide" Target="/ppt/slides/slide2.xml" Id="R0d9e7097f75248a4" /><Relationship Type="http://schemas.openxmlformats.org/officeDocument/2006/relationships/slide" Target="/ppt/slides/slide3.xml" Id="R1881963ff80e4d52" /><Relationship Type="http://schemas.openxmlformats.org/officeDocument/2006/relationships/slide" Target="/ppt/slides/slide4.xml" Id="Rd1944782dd894e27" /><Relationship Type="http://schemas.openxmlformats.org/officeDocument/2006/relationships/slide" Target="/ppt/slides/slide5.xml" Id="R95b6579358fa4f1f" /><Relationship Type="http://schemas.openxmlformats.org/officeDocument/2006/relationships/slide" Target="/ppt/slides/slide6.xml" Id="R79d7f1b5614f49b4" /><Relationship Type="http://schemas.openxmlformats.org/officeDocument/2006/relationships/slide" Target="/ppt/slides/slide7.xml" Id="R47ba7074009a48ad" /><Relationship Type="http://schemas.openxmlformats.org/officeDocument/2006/relationships/slide" Target="/ppt/slides/slide8.xml" Id="R3c2b5b6194f646fc" /><Relationship Type="http://schemas.openxmlformats.org/officeDocument/2006/relationships/slide" Target="/ppt/slides/slide9.xml" Id="Rf0d8af17712240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de3a457b25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be0de1003147e0" /><Relationship Type="http://schemas.openxmlformats.org/officeDocument/2006/relationships/notesMaster" Target="/ppt/notesMasters/notesMaster1.xml" Id="R91efc0e693f249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7c0b803c4144d2" /><Relationship Type="http://schemas.openxmlformats.org/officeDocument/2006/relationships/notesMaster" Target="/ppt/notesMasters/notesMaster1.xml" Id="R9d1779ff5f98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3f6b8054c442f7" /><Relationship Type="http://schemas.openxmlformats.org/officeDocument/2006/relationships/notesMaster" Target="/ppt/notesMasters/notesMaster1.xml" Id="R36bcdfdf8b5d4e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ffcbddc6df475a" /><Relationship Type="http://schemas.openxmlformats.org/officeDocument/2006/relationships/notesMaster" Target="/ppt/notesMasters/notesMaster1.xml" Id="R123ced3f5ea242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7146ae02194d09" /><Relationship Type="http://schemas.openxmlformats.org/officeDocument/2006/relationships/notesMaster" Target="/ppt/notesMasters/notesMaster1.xml" Id="R5fc3f3ed61b0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86cb9c306e4cd8" /><Relationship Type="http://schemas.openxmlformats.org/officeDocument/2006/relationships/notesMaster" Target="/ppt/notesMasters/notesMaster1.xml" Id="R78d33d71bdf74c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8919a7705f4541" /><Relationship Type="http://schemas.openxmlformats.org/officeDocument/2006/relationships/notesMaster" Target="/ppt/notesMasters/notesMaster1.xml" Id="R0e2153bcce5b42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54dd28042c4b0e" /><Relationship Type="http://schemas.openxmlformats.org/officeDocument/2006/relationships/notesMaster" Target="/ppt/notesMasters/notesMaster1.xml" Id="R46f0cec0c76b41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d7cc095b224332" /><Relationship Type="http://schemas.openxmlformats.org/officeDocument/2006/relationships/notesMaster" Target="/ppt/notesMasters/notesMaster1.xml" Id="R16f2fb17c46540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b28dcd46946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4a6f6d84714115" /><Relationship Type="http://schemas.openxmlformats.org/officeDocument/2006/relationships/slideLayout" Target="/ppt/slideLayouts/slideLayout1.xml" Id="Re326b090835d4a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6b090835d4a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244375977478f" /><Relationship Type="http://schemas.openxmlformats.org/officeDocument/2006/relationships/notesSlide" Target="/ppt/notesSlides/notesSlide1.xml" Id="Reec86d4fdedc4e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75741793542dc" /><Relationship Type="http://schemas.openxmlformats.org/officeDocument/2006/relationships/notesSlide" Target="/ppt/notesSlides/notesSlide2.xml" Id="Rfc7028b1e03040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cb3fb9ad7418c" /><Relationship Type="http://schemas.openxmlformats.org/officeDocument/2006/relationships/notesSlide" Target="/ppt/notesSlides/notesSlide3.xml" Id="R0cf7fb57c8394a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fae44da504d2f" /><Relationship Type="http://schemas.openxmlformats.org/officeDocument/2006/relationships/notesSlide" Target="/ppt/notesSlides/notesSlide4.xml" Id="Rf66b5f4fb9a54f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902c2d6804138" /><Relationship Type="http://schemas.openxmlformats.org/officeDocument/2006/relationships/notesSlide" Target="/ppt/notesSlides/notesSlide5.xml" Id="R55c920735c344b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196741f454e12" /><Relationship Type="http://schemas.openxmlformats.org/officeDocument/2006/relationships/notesSlide" Target="/ppt/notesSlides/notesSlide6.xml" Id="R1356f44971624d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864a1b1884d03" /><Relationship Type="http://schemas.openxmlformats.org/officeDocument/2006/relationships/notesSlide" Target="/ppt/notesSlides/notesSlide7.xml" Id="R223117b92a3f42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f0f59ea234249" /><Relationship Type="http://schemas.openxmlformats.org/officeDocument/2006/relationships/notesSlide" Target="/ppt/notesSlides/notesSlide8.xml" Id="R2d51a0101d244b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82b20153044ff" /><Relationship Type="http://schemas.openxmlformats.org/officeDocument/2006/relationships/notesSlide" Target="/ppt/notesSlides/notesSlide9.xml" Id="R70b6309918c442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49DC1-FB5D-461C-93FB-EA7A439F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A3772-1FE4-40B0-A320-8DF49D7D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C667E-88AA-4870-8001-C4F5AF9D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17066-9BCF-4E8C-96D2-4009784F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EDB17-1ED2-4608-907D-9F047EAF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91EC0-E445-4DC8-B0A8-3213767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1527F-67F8-4DC7-B73C-D84B04C8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A869A-BC44-45C9-83DA-C36A435A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4C050-F346-438D-801D-E3AA1D4F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EDA82-2654-4F69-93E8-B7FDD7C9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95CD3-0957-45B0-8C4B-E71F568C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CC552-AE82-42B2-AFF8-219AC1E5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5032E-BA61-4DDB-B9D4-DF088D14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6BE79-D331-4902-A2DE-7B063551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52E14-2755-4E86-8EF4-91A3DFFE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415031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47739-F5AA-480E-B1E5-1962A0F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48966-31E7-4AC4-90E2-5D83927E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87482-C8AB-4154-B467-E6991CC6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D2A71-9307-42C5-8115-A148D368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EFEEB-406B-4216-910D-EA591633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482F1-6842-4A40-804A-B2AE0A03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47EFD-8522-4459-9129-7EBD6336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FFDA8-837C-49F1-98DC-0A706E85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96D07-4BA2-471D-BFF8-B87EA110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BBC46-4C47-4936-A86D-48FF67F2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9A8DA-FAD6-4535-93AE-DA2AA12D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A7322-280C-4C68-928F-37868BE1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45B14-885C-4277-A098-0CA7E79C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92184-7F37-4AF5-B0B4-758B402C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E6297-AD1A-4090-8F00-1FFF488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618849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9902B-C50A-46A9-90B5-3463533D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4A9C2-0135-48A9-8C56-AAC72A6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F6677-8AE7-47A9-B129-506DD5B1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28BB5-1CA9-4056-B5FD-CACAC50F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9572D-50E1-424C-A417-A752B71F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2CE32-B92D-4787-9840-AEE9C8F1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41593-02ED-4096-AF7F-FE3D5493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54FBD-1649-4397-807A-FAF26919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718B7-4826-437E-BD15-4A63DE5F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8EB65-3C68-46AB-B7C9-FDB3922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B7C5D-13D7-4492-AFEF-F5163AAC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D7168-B5DB-4C58-A57D-899A360F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988653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01AB7-6F3D-4930-9B86-8E65DAE5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B671F-EED8-468C-B655-C28CF03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649BA-DD4A-4600-8945-1AEA008E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20A6D-ED68-4594-BE57-35D8FEA0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81749-DFB3-4CFE-B0A6-055A05E1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A6A53-461D-4C0D-BF0F-2CADEB12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68974-4ABA-469F-AE2E-F16906BF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6AFB1-47C8-4B47-864B-DF67D1EF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F007F-82CF-470A-8A96-29E568E7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13B09-E115-4CF6-9B71-01C25261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01AED-522E-4321-94CD-5AE31BC3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8E64-AC7D-4B20-99F2-CF2D1466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D61F9-B3CA-4D3B-A52C-0A797E1C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220D9-E3E0-4B8C-AE6C-43600EF9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B0B57-CD76-41B4-BBC3-E33CA31C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8E880-F569-413B-8AE7-0E5AA2ED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D6EC6-7FB3-4826-BE07-C7A067B0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0A8E6-BE2F-419F-9CF3-5E6762CA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2776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45B56-49DC-437D-8AB3-2FA3E82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269E3-C06D-4A98-9D0A-2ABB7E7C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24B85-029B-4EB9-8FCF-802549C2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3FE52-FD65-49CF-A863-2971B046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FFA58-7D8B-4E98-8266-FC2E4321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2C320-9E68-4479-AEF9-9C95AA6A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81C7D-5368-4B71-8852-B22DFA3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E86C2-D87D-409C-9DE2-9FD20A95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592AE-61CA-44A2-B150-1E8AE6A6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7C061-1B6F-47FB-BD97-1EE11037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70F6E-10DB-45CE-9D61-6AE65AF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497CC-0008-4107-B68F-66061CFD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89034-EB2B-401B-B228-B9726352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BA852-CE13-483A-89E9-642BDA4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4B4A0-688A-4B11-B683-D2451265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988783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E4E5E-D024-4D2B-B033-882183E0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1ACBE-9484-4F92-A3AC-FECA2AAF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FB33C-622A-4D4D-923C-6AFEDE27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54B64-089E-4BA0-95FE-0D0B83A9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796A0-830F-4B9F-AAD3-1430263B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FFA54-046E-4448-8A69-0E1E2253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Orthographic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54C3F-0B25-4FDD-9A0C-C7B99F4A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6D7D2-E7C0-475E-B043-4DDDE6C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0265-FE4D-44E0-B64C-A9C604D5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42612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26294-0CA7-4A74-9A01-BAC4DCA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7A26A-AB37-4B89-8974-29745149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CAECF-75A1-42EC-BB74-C63B5EA7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6A0C6-F3CB-4749-B635-95E15A06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4D150-284A-4305-BD02-C45DDCF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C0AE7-4A5D-4D92-A699-E0BC0E91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9EA8C-8A27-41DC-8CE6-9C6099EE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33F23-9B9B-4B7C-BA63-1D70D80B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474B6-042E-4AA0-A6CB-725511E4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2023185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8CF50-E1DE-486A-AEE7-BC0CE513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AC320-A8AF-4DF7-BDEF-35C4ED20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41817-F163-4D12-B96B-9C1F7240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50821-87FC-44AB-A6B8-92923BFB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5C232-D704-4AD0-91F3-C9A9AF8A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F8B52-08AE-4F1A-9F9B-4799673A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B4DE0-AC1D-4FB1-BC19-8E9867AC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E3881-F461-4546-BD54-82AE54C5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808CA-B8CF-4E97-A8CF-039B5A8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54C06-F54D-48DE-AF2E-2B551C11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right regular solids (Resting on HP only and inclined to both the 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040BE-FC83-4071-97F3-8D4A0458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3A677-0452-4A26-A31F-7DB55910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FFCD4-03B0-47F4-9991-0EDB8D82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Cylinders &amp; Cones.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CB17D-6A60-4110-B685-218DB8AD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89E95-5D23-42C1-9DEF-86BEF43E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71F34-AC14-4F3D-8FCE-0923A9D3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of Hours: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1714-8F01-4531-A1F2-9D1941B5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01DF9-3F64-4D60-9394-51F417D9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82F9E-A8B6-479D-908E-DE93974B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16123-D54A-4E33-BD01-A00A5CE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073556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34CA1-46BE-4D19-A1F9-EF83B677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0AB81-9C57-4789-8EE8-77512351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3B97C-3F81-4BE3-A3D7-1C6CA7F4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511D0-A632-40BA-B874-90C490C1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Orthographic, Projection, Solids, right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05C59-0546-40DB-A4F6-EEFEB296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8196F-AA19-4204-B397-27D6EC06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B2532-2843-43ED-9B92-7B736A8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1284B-3ED9-4E86-9B9D-CD5FBBB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730118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2026-08-24T06:38:41.4840000Z</dcterms:created>
  <dcterms:modified xsi:type="dcterms:W3CDTF">2026-08-24T06:38:41.4840000Z</dcterms:modified>
</coreProperties>
</file>