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75bc68db434ef3" /><Relationship Type="http://schemas.openxmlformats.org/officeDocument/2006/relationships/extended-properties" Target="/docProps/app.xml" Id="R4fd32eeadb3c49eb" /><Relationship Type="http://schemas.openxmlformats.org/officeDocument/2006/relationships/officeDocument" Target="/ppt/presentation.xml" Id="R0920a09f3f7941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7afc53491b4475"/>
  </p:sldMasterIdLst>
  <p:notesMasterIdLst>
    <p:notesMasterId xmlns:r="http://schemas.openxmlformats.org/officeDocument/2006/relationships" r:id="R689d28d4aa0a4b32"/>
  </p:notesMasterIdLst>
  <p:sldIdLst>
    <p:sldId xmlns:r="http://schemas.openxmlformats.org/officeDocument/2006/relationships" id="256" r:id="R8ee9a752a4144245"/>
    <p:sldId xmlns:r="http://schemas.openxmlformats.org/officeDocument/2006/relationships" id="257" r:id="Raf641533e1514243"/>
    <p:sldId xmlns:r="http://schemas.openxmlformats.org/officeDocument/2006/relationships" id="258" r:id="R50fb601d2eb4436f"/>
    <p:sldId xmlns:r="http://schemas.openxmlformats.org/officeDocument/2006/relationships" id="259" r:id="Rce4f53d2a9d54c5e"/>
    <p:sldId xmlns:r="http://schemas.openxmlformats.org/officeDocument/2006/relationships" id="260" r:id="Rcd4f8c79656a4950"/>
    <p:sldId xmlns:r="http://schemas.openxmlformats.org/officeDocument/2006/relationships" id="261" r:id="Ref2a8ec5f99c484e"/>
    <p:sldId xmlns:r="http://schemas.openxmlformats.org/officeDocument/2006/relationships" id="262" r:id="R4ab4813f2e5d4663"/>
    <p:sldId xmlns:r="http://schemas.openxmlformats.org/officeDocument/2006/relationships" id="263" r:id="Rf7e64a7fd059460b"/>
    <p:sldId xmlns:r="http://schemas.openxmlformats.org/officeDocument/2006/relationships" id="264" r:id="R81be7a5f938e47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ce195e48484751" /><Relationship Type="http://schemas.openxmlformats.org/officeDocument/2006/relationships/slideMaster" Target="/ppt/slideMasters/slideMaster1.xml" Id="R627afc53491b4475" /><Relationship Type="http://schemas.openxmlformats.org/officeDocument/2006/relationships/notesMaster" Target="/ppt/notesMasters/notesMaster1.xml" Id="R689d28d4aa0a4b32" /><Relationship Type="http://schemas.openxmlformats.org/officeDocument/2006/relationships/presProps" Target="/ppt/presProps.xml" Id="Rd15962e181cf4fd1" /><Relationship Type="http://schemas.openxmlformats.org/officeDocument/2006/relationships/tableStyles" Target="/ppt/tableStyles.xml" Id="Rae137e4e5da74722" /><Relationship Type="http://schemas.openxmlformats.org/officeDocument/2006/relationships/slide" Target="/ppt/slides/slide1.xml" Id="R8ee9a752a4144245" /><Relationship Type="http://schemas.openxmlformats.org/officeDocument/2006/relationships/slide" Target="/ppt/slides/slide2.xml" Id="Raf641533e1514243" /><Relationship Type="http://schemas.openxmlformats.org/officeDocument/2006/relationships/slide" Target="/ppt/slides/slide3.xml" Id="R50fb601d2eb4436f" /><Relationship Type="http://schemas.openxmlformats.org/officeDocument/2006/relationships/slide" Target="/ppt/slides/slide4.xml" Id="Rce4f53d2a9d54c5e" /><Relationship Type="http://schemas.openxmlformats.org/officeDocument/2006/relationships/slide" Target="/ppt/slides/slide5.xml" Id="Rcd4f8c79656a4950" /><Relationship Type="http://schemas.openxmlformats.org/officeDocument/2006/relationships/slide" Target="/ppt/slides/slide6.xml" Id="Ref2a8ec5f99c484e" /><Relationship Type="http://schemas.openxmlformats.org/officeDocument/2006/relationships/slide" Target="/ppt/slides/slide7.xml" Id="R4ab4813f2e5d4663" /><Relationship Type="http://schemas.openxmlformats.org/officeDocument/2006/relationships/slide" Target="/ppt/slides/slide8.xml" Id="Rf7e64a7fd059460b" /><Relationship Type="http://schemas.openxmlformats.org/officeDocument/2006/relationships/slide" Target="/ppt/slides/slide9.xml" Id="R81be7a5f938e47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378c01900443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50b0cbdc1f4eb9" /><Relationship Type="http://schemas.openxmlformats.org/officeDocument/2006/relationships/notesMaster" Target="/ppt/notesMasters/notesMaster1.xml" Id="R141f57f333f045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78b0c8bbc540be" /><Relationship Type="http://schemas.openxmlformats.org/officeDocument/2006/relationships/notesMaster" Target="/ppt/notesMasters/notesMaster1.xml" Id="R68f5c4ede995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895c4e369a4a32" /><Relationship Type="http://schemas.openxmlformats.org/officeDocument/2006/relationships/notesMaster" Target="/ppt/notesMasters/notesMaster1.xml" Id="Rbf17cbbff07b42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b0286f06b34faa" /><Relationship Type="http://schemas.openxmlformats.org/officeDocument/2006/relationships/notesMaster" Target="/ppt/notesMasters/notesMaster1.xml" Id="Ra9fca5fe03f741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5393b02fb94356" /><Relationship Type="http://schemas.openxmlformats.org/officeDocument/2006/relationships/notesMaster" Target="/ppt/notesMasters/notesMaster1.xml" Id="R08d6d201fee74b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a2996660044827" /><Relationship Type="http://schemas.openxmlformats.org/officeDocument/2006/relationships/notesMaster" Target="/ppt/notesMasters/notesMaster1.xml" Id="R4aa51b4119704e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b9f24aebfb46a6" /><Relationship Type="http://schemas.openxmlformats.org/officeDocument/2006/relationships/notesMaster" Target="/ppt/notesMasters/notesMaster1.xml" Id="Rc373b6ca804740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8e83ef2e6c4fa4" /><Relationship Type="http://schemas.openxmlformats.org/officeDocument/2006/relationships/notesMaster" Target="/ppt/notesMasters/notesMaster1.xml" Id="R6548484b9f4843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76798454074e57" /><Relationship Type="http://schemas.openxmlformats.org/officeDocument/2006/relationships/notesMaster" Target="/ppt/notesMasters/notesMaster1.xml" Id="Rb0ed2e695d7f41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16b5d88a94b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96910c3132448b" /><Relationship Type="http://schemas.openxmlformats.org/officeDocument/2006/relationships/slideLayout" Target="/ppt/slideLayouts/slideLayout1.xml" Id="R86474ee0cd6048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474ee0cd6048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739bb073f495c" /><Relationship Type="http://schemas.openxmlformats.org/officeDocument/2006/relationships/notesSlide" Target="/ppt/notesSlides/notesSlide1.xml" Id="R55ce725333ec40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e3af4a9de4139" /><Relationship Type="http://schemas.openxmlformats.org/officeDocument/2006/relationships/notesSlide" Target="/ppt/notesSlides/notesSlide2.xml" Id="Rf51496473d8842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2c0c35af24737" /><Relationship Type="http://schemas.openxmlformats.org/officeDocument/2006/relationships/notesSlide" Target="/ppt/notesSlides/notesSlide3.xml" Id="R117d9f6a8a954a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df07d4b394a46" /><Relationship Type="http://schemas.openxmlformats.org/officeDocument/2006/relationships/notesSlide" Target="/ppt/notesSlides/notesSlide4.xml" Id="R55817fb78ada46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cbe5128594d86" /><Relationship Type="http://schemas.openxmlformats.org/officeDocument/2006/relationships/notesSlide" Target="/ppt/notesSlides/notesSlide5.xml" Id="R440ea0c4f6a546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0d3d332b7444c" /><Relationship Type="http://schemas.openxmlformats.org/officeDocument/2006/relationships/notesSlide" Target="/ppt/notesSlides/notesSlide6.xml" Id="R8e1d5963af384a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1164edad94e04" /><Relationship Type="http://schemas.openxmlformats.org/officeDocument/2006/relationships/notesSlide" Target="/ppt/notesSlides/notesSlide7.xml" Id="R616db6db2aba46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0b6625b7c4821" /><Relationship Type="http://schemas.openxmlformats.org/officeDocument/2006/relationships/notesSlide" Target="/ppt/notesSlides/notesSlide8.xml" Id="R3444f374c71b40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4ddc970bb454f" /><Relationship Type="http://schemas.openxmlformats.org/officeDocument/2006/relationships/notesSlide" Target="/ppt/notesSlides/notesSlide9.xml" Id="Raceec993b1fb47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6DC5A-EEFA-404C-8117-55656D87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3A5D5-7923-4317-A2FF-8E95C751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Section of Solids: Introduction, Section planes, Sectional views: apparent shapes and true shapes, Sections of right reg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83E1D-03AF-45D1-A021-E4470B9D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CV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1BCEDC103/203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A56BD-DB1C-4D19-A20B-ADDD945F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8E231-B691-4453-81DC-EFF0955D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8B6C4-7154-47D0-8937-E6FECFC9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1ECA7-A915-472A-840E-17B51615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40DBA-F7D3-4D9F-A0A8-6E94FC55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21F19-77FA-4C69-A2AA-F3FAF140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731F7-C4FB-4788-8DB9-01E71604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43C52-876D-41EC-AD25-D2293A1D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2D703-67C9-48F4-A5E8-306331BF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4FFB1-F53F-48E8-BA70-E63E4F44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3A297-5241-45D5-88A0-7B4C9CE2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AD3AD-13CA-4835-8222-55B51EF6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895507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4F2DC-B7C1-44ED-BA8D-0F32241E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F8B0E-394A-48E9-B74B-9B5CBAFA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0591D-8284-4ACB-837D-77573459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78307-C5BE-4B79-8CD6-41107CDB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C7402-C6BB-4516-9E74-F51348DB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7978B-AA93-44A4-AF97-3BF939A7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2FA4F-4A52-41A7-B2C4-41C77EF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13D66-090F-45ED-8175-C1569F3E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240DC-5E98-4463-9EE3-FD07E5B1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EE313-2F19-42D8-A8DD-50E28989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D7D4F-6AEA-4EB4-AA92-B3FDC286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9D78C-D70E-4A62-A406-E782821F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ECFE7-9567-41B4-A8BE-03361AD7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 planes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Sectional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apparent shapes and true shapes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35F41-7951-4FB0-930F-A882C012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6206B-A790-47F9-AC3C-072B26C6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038428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FDA35-FEE4-424E-A02F-4167E81C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C794D-9601-4D78-8F7A-79E95E5A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A41E7-F989-4461-87F1-4ED00871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CAD4E-D66E-4AED-93DF-B8F21F41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BC3DA-180E-4048-BE9F-33380E18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EA470-9F1D-486B-B017-D36FC84C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0684B-2A4D-4FEE-8377-16CF7334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89938-DE59-4D70-BE6A-F6A88677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14EE6-D852-4784-9436-0AA29556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apparent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A2D24-0CFE-4DA1-B736-439557F2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Sections of right regular prisms, pyramids, cylinders and cones resting with their base on HP.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(Concepts only and No Problems for practice) Development of Lateral Surfaces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Development of lateral surfaces of right regular Prisms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Cylinders &amp; Cones and their frustums and truncations.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C6502-A382-4C4C-A791-2D199DE6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EDD5D-01B3-4297-B0E6-AC12C6F9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808689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2B38D-02B9-4525-B40D-2FE2D69D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29C7D-AFDB-43AE-BF1F-3DC661E8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D116A-E584-4D5E-BF08-7F3B7007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F4E4D-0AC8-4B34-917C-31A55D3D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 planes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Sectional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apparent shapes and true shapes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Sections of right regular prisms, pyramids, cylinders and cones resting with their base on HP.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1F858-6A5A-4BC0-96BB-951E6ACD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EAB51-DD49-4BDA-9B23-7DE50A00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5C54E-91C2-4D51-909E-91E8EC41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31E82-CD07-4D26-984B-97E60913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9B550-67E9-4095-A708-B6A233CA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D6865-81AE-4787-B711-B415FF5A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E0464-4230-4082-9EB5-DD866ED7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planes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4DDA8-DCAF-4112-9738-17E9B650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AC976-50D5-49E3-BAE5-BE158342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Sectional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E60A0-8AE4-476D-9D88-D8C22D10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88054-9978-4D0C-8D85-EDC3C042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919DC-3083-4B6E-A14A-C08D7EB6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E5587-D33A-4EDB-98E0-92DFB6EF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B79BA-D410-4A07-9C4A-7361EFCD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613318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D9D20-FD24-444F-9B08-A4D7318C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78568-D3C8-49AD-A844-83373C9D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04243-0F9B-4B4F-813E-7B18BB66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A809A-B7E8-4861-95F7-E107895A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AFADB-9F28-40E2-BAB7-C676F02A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F9232-3C4D-4BBE-A969-66DA4D89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80D7F-0F89-46AC-8012-C95F8CB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FF56E-9844-4AAE-A2F9-F92E2820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45507-6C74-45F0-9B52-BA3504F4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06F25-5488-401B-A061-7306A2F1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3EEA2-772F-4ECC-8561-62DF9622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6B03A-235D-4826-B730-2BEA14E4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8FEF4-4D88-4868-AAE7-B807974D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98C90-6479-4702-B47C-7608C84D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B6561-576A-4874-A17D-85DDFBA2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517865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0195B-2EFE-4FE7-8292-4DD5662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7ACA0-751A-4A60-9B87-43686B15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84E72-BD61-4C52-B975-76557EBC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1B037-9EA4-4B6D-871D-98863A82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DE0CD-03F3-43AE-BB77-B8B7BE79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Section of Solids: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3B389-8B28-4780-BB0F-1ADC5C16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Section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12931-41B4-452C-A1D9-C46CC75A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48A76-C002-4310-B109-4A8D5BD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41209-B19D-45EF-AFAC-2CFCF4E2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639626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991D3-8156-464B-A5A3-060C8A5F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5D4AF-2891-4AC7-B00C-3BBCF3E2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52678-0F41-4FDB-8A5F-4DC0AC33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90580-3A90-47C8-95B6-C00A4506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E0B25-9C1F-4D97-A634-8AC9EC38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(Concepts only and No Problems for practice) Development of Lateral Surfaces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Development of lateral surfaces of right regular Prisms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Cylinders &amp; Cones and their frustums and truncations.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Problems on applications of development of lateral surfaces like funnels and trays.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8AB42-4C68-4875-A1EF-FCBBC04E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5D926-FA75-4203-946A-0AC1B9CE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DC83E-4F91-46CE-A369-E54234C0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66473-80D4-4D82-9381-3B827083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942407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ECECCF-B8A4-4FF0-8F31-FD81F2A5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D6854-C839-4B54-89E6-1AF1D6FF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CFE1D-3B2F-4EC1-9803-50993857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70135-B875-40DD-99C8-414E0102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9D97E-19D9-4DB6-9A2A-DA52F5F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670F4-AA01-4AF5-AF58-26311A24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6A64D-818A-48AB-8763-11A1C346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 of Solids: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BF3FC-D203-4B7B-922D-34D2C5BD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15687-5FDC-4304-9713-2B33201D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4CBD3-5F26-4D62-8566-30DE1C99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4C424-EF56-46B6-B0BE-B212961A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C07EE-01E3-4859-BEEC-937A04E6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7CC86-2142-4FC1-8E26-BDA2EE02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 planes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77CFF-0ACE-42DB-AF7B-2F90F35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680B6-103A-4B1C-9720-2D172097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F14D0-8B32-4B58-AA2F-6BA49DAC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Sectional views: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23CE7-0B2E-4E90-AF38-687F1A11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EE723-A803-4880-BAC1-43AE7B2B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C1378-C221-48C4-A07E-452FEA50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apparent shapes and true shapes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775B6-AC08-42CB-A39D-926B0B69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2E192-55E6-4082-8688-C753B52E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703012-CE21-40CE-8474-281C38E6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Sections of right regular prisms, pyramids, cylinders and cones resting with their base on HP.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A63FF0-1561-4A85-8C7D-1141B614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33CD5-0852-46A2-97DA-9FB21DB3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B581C-98BA-459E-B43E-B1F4E1F1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(Concepts only and No Problems for practice) Development of Lateral Surfaces of Solids: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8D43DD-39E9-4584-B356-6B8DB096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F8FF68-388D-4F26-9F52-AF0178F6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570A7-C222-4041-BBF5-9AB5EED2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2D7CE4-D1A4-4297-A0A5-E42985A0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13875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F9BCF-07DD-4D9D-BF2E-AFBABBD0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95796-FB1C-4440-9C5A-4998BF47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92BEF-2BAE-4297-BA0F-8820F062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7F5D6-1BAB-4B39-8623-D7A31A29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Section, Solids, planes, Sectional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3E8B3-9082-449B-A2DD-D7E70F9F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69DFA-86C0-4651-9788-969CB8E8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D9366-6C5F-49BD-AEDE-8F2E5315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555D8-A2B2-4C35-9224-70BA9DC3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489154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2026-08-24T06:38:41.5460000Z</dcterms:created>
  <dcterms:modified xsi:type="dcterms:W3CDTF">2026-08-24T06:38:41.5460000Z</dcterms:modified>
</coreProperties>
</file>