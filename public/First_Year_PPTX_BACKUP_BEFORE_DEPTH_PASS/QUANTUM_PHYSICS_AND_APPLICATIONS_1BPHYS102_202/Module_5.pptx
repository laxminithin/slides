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05c8d43a24b8f" /><Relationship Type="http://schemas.openxmlformats.org/officeDocument/2006/relationships/extended-properties" Target="/docProps/app.xml" Id="R8df74f13ddf54247" /><Relationship Type="http://schemas.openxmlformats.org/officeDocument/2006/relationships/officeDocument" Target="/ppt/presentation.xml" Id="R0563f4178ee742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8fee8dfba480a"/>
  </p:sldMasterIdLst>
  <p:notesMasterIdLst>
    <p:notesMasterId xmlns:r="http://schemas.openxmlformats.org/officeDocument/2006/relationships" r:id="R45d3ed7c6f5b4873"/>
  </p:notesMasterIdLst>
  <p:sldIdLst>
    <p:sldId xmlns:r="http://schemas.openxmlformats.org/officeDocument/2006/relationships" id="256" r:id="Rb8376bdfcb8743fb"/>
    <p:sldId xmlns:r="http://schemas.openxmlformats.org/officeDocument/2006/relationships" id="257" r:id="Rc15649df6e5a4e75"/>
    <p:sldId xmlns:r="http://schemas.openxmlformats.org/officeDocument/2006/relationships" id="258" r:id="R35fb879f6da5429a"/>
    <p:sldId xmlns:r="http://schemas.openxmlformats.org/officeDocument/2006/relationships" id="259" r:id="R3c0bff52f2a24585"/>
    <p:sldId xmlns:r="http://schemas.openxmlformats.org/officeDocument/2006/relationships" id="260" r:id="Re0934b4005934d99"/>
    <p:sldId xmlns:r="http://schemas.openxmlformats.org/officeDocument/2006/relationships" id="261" r:id="R6b4fc9181b5e4062"/>
    <p:sldId xmlns:r="http://schemas.openxmlformats.org/officeDocument/2006/relationships" id="262" r:id="R256672b7f9ba4f34"/>
    <p:sldId xmlns:r="http://schemas.openxmlformats.org/officeDocument/2006/relationships" id="263" r:id="Rf17c596cbc7a4fb3"/>
    <p:sldId xmlns:r="http://schemas.openxmlformats.org/officeDocument/2006/relationships" id="264" r:id="R7c5b1bc4f69e41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4a93ba53634ab3" /><Relationship Type="http://schemas.openxmlformats.org/officeDocument/2006/relationships/slideMaster" Target="/ppt/slideMasters/slideMaster1.xml" Id="R4fa8fee8dfba480a" /><Relationship Type="http://schemas.openxmlformats.org/officeDocument/2006/relationships/notesMaster" Target="/ppt/notesMasters/notesMaster1.xml" Id="R45d3ed7c6f5b4873" /><Relationship Type="http://schemas.openxmlformats.org/officeDocument/2006/relationships/presProps" Target="/ppt/presProps.xml" Id="R4539ffbdd2ce4784" /><Relationship Type="http://schemas.openxmlformats.org/officeDocument/2006/relationships/tableStyles" Target="/ppt/tableStyles.xml" Id="R4acecc656cd94734" /><Relationship Type="http://schemas.openxmlformats.org/officeDocument/2006/relationships/slide" Target="/ppt/slides/slide1.xml" Id="Rb8376bdfcb8743fb" /><Relationship Type="http://schemas.openxmlformats.org/officeDocument/2006/relationships/slide" Target="/ppt/slides/slide2.xml" Id="Rc15649df6e5a4e75" /><Relationship Type="http://schemas.openxmlformats.org/officeDocument/2006/relationships/slide" Target="/ppt/slides/slide3.xml" Id="R35fb879f6da5429a" /><Relationship Type="http://schemas.openxmlformats.org/officeDocument/2006/relationships/slide" Target="/ppt/slides/slide4.xml" Id="R3c0bff52f2a24585" /><Relationship Type="http://schemas.openxmlformats.org/officeDocument/2006/relationships/slide" Target="/ppt/slides/slide5.xml" Id="Re0934b4005934d99" /><Relationship Type="http://schemas.openxmlformats.org/officeDocument/2006/relationships/slide" Target="/ppt/slides/slide6.xml" Id="R6b4fc9181b5e4062" /><Relationship Type="http://schemas.openxmlformats.org/officeDocument/2006/relationships/slide" Target="/ppt/slides/slide7.xml" Id="R256672b7f9ba4f34" /><Relationship Type="http://schemas.openxmlformats.org/officeDocument/2006/relationships/slide" Target="/ppt/slides/slide8.xml" Id="Rf17c596cbc7a4fb3" /><Relationship Type="http://schemas.openxmlformats.org/officeDocument/2006/relationships/slide" Target="/ppt/slides/slide9.xml" Id="R7c5b1bc4f69e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260e0dca71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61659cf3a4f22" /><Relationship Type="http://schemas.openxmlformats.org/officeDocument/2006/relationships/notesMaster" Target="/ppt/notesMasters/notesMaster1.xml" Id="R8f890b643dfe49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5c942cf6f64c76" /><Relationship Type="http://schemas.openxmlformats.org/officeDocument/2006/relationships/notesMaster" Target="/ppt/notesMasters/notesMaster1.xml" Id="R7b8ec4d03d9d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b31ee73d84573" /><Relationship Type="http://schemas.openxmlformats.org/officeDocument/2006/relationships/notesMaster" Target="/ppt/notesMasters/notesMaster1.xml" Id="R2195a038c93445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22a19fbe2b4ce9" /><Relationship Type="http://schemas.openxmlformats.org/officeDocument/2006/relationships/notesMaster" Target="/ppt/notesMasters/notesMaster1.xml" Id="R24cf27370861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83e764af7b4286" /><Relationship Type="http://schemas.openxmlformats.org/officeDocument/2006/relationships/notesMaster" Target="/ppt/notesMasters/notesMaster1.xml" Id="R7b559e9b65c54d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58e1e1b271418a" /><Relationship Type="http://schemas.openxmlformats.org/officeDocument/2006/relationships/notesMaster" Target="/ppt/notesMasters/notesMaster1.xml" Id="Ra946db3bd80c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2c185d41c4c89" /><Relationship Type="http://schemas.openxmlformats.org/officeDocument/2006/relationships/notesMaster" Target="/ppt/notesMasters/notesMaster1.xml" Id="R2e8ba7b3dbe94f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d4030c3444a5b" /><Relationship Type="http://schemas.openxmlformats.org/officeDocument/2006/relationships/notesMaster" Target="/ppt/notesMasters/notesMaster1.xml" Id="Rb3e5caba405548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4208dc5c4d4d32" /><Relationship Type="http://schemas.openxmlformats.org/officeDocument/2006/relationships/notesMaster" Target="/ppt/notesMasters/notesMaster1.xml" Id="Ref32a0a962f24d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b8facdb6742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3a0bab35f64ae8" /><Relationship Type="http://schemas.openxmlformats.org/officeDocument/2006/relationships/slideLayout" Target="/ppt/slideLayouts/slideLayout1.xml" Id="R7d599a644be1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599a644be1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f97c27f984e4c" /><Relationship Type="http://schemas.openxmlformats.org/officeDocument/2006/relationships/notesSlide" Target="/ppt/notesSlides/notesSlide1.xml" Id="R099135ed71f84f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60fa762c4480a" /><Relationship Type="http://schemas.openxmlformats.org/officeDocument/2006/relationships/notesSlide" Target="/ppt/notesSlides/notesSlide2.xml" Id="Rf4bd08b63ed9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97cf4144a4386" /><Relationship Type="http://schemas.openxmlformats.org/officeDocument/2006/relationships/notesSlide" Target="/ppt/notesSlides/notesSlide3.xml" Id="Re2577bf086124a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d44ffc1324fd7" /><Relationship Type="http://schemas.openxmlformats.org/officeDocument/2006/relationships/notesSlide" Target="/ppt/notesSlides/notesSlide4.xml" Id="R9db04605060e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a76008b394e1c" /><Relationship Type="http://schemas.openxmlformats.org/officeDocument/2006/relationships/notesSlide" Target="/ppt/notesSlides/notesSlide5.xml" Id="Rca21f8f10d784c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47977f1424f22" /><Relationship Type="http://schemas.openxmlformats.org/officeDocument/2006/relationships/notesSlide" Target="/ppt/notesSlides/notesSlide6.xml" Id="Ra5dbe23a6bd045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a939165c4c24" /><Relationship Type="http://schemas.openxmlformats.org/officeDocument/2006/relationships/notesSlide" Target="/ppt/notesSlides/notesSlide7.xml" Id="R7c947a59319740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973013de84b53" /><Relationship Type="http://schemas.openxmlformats.org/officeDocument/2006/relationships/notesSlide" Target="/ppt/notesSlides/notesSlide8.xml" Id="R04a3242d7fd54b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10842a7fd4899" /><Relationship Type="http://schemas.openxmlformats.org/officeDocument/2006/relationships/notesSlide" Target="/ppt/notesSlides/notesSlide9.xml" Id="R0565489055ca40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29255-8416-4D8F-A770-5AB2D48B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021CA-4A89-4936-A2C3-F90A6A0B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Quantum Computing: Moore's law - limitation of VLSI, Classical vs Quantum Computation, bit, Qubit and its properties, Bl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9AD31-2F3E-42EC-AFC2-6E47B786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E5762-005E-438C-8870-2588CFAA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3D1E1-767C-4251-8EB6-4B818378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411B2-96B2-4DD2-B483-41AD23EA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DA832-E13E-4CA7-ABF6-3B2EAEC1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C8372-5F28-44B2-A35E-5A0B54B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4DE8A-900D-4639-BB27-08577C4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0D249-CFFF-40FC-923C-3A0AC32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D7709-A4A2-424D-8CAF-6EA788F0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D2A57-D09C-4EE7-9B78-C2098671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8D95D-8E8B-4A27-BB90-18D93D5D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1C29F-D109-47FE-9092-030289E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E2C67-2B60-402B-AA18-9C8287F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470247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9CDE2-3EAA-4037-A42A-A645BB0B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93428-C27E-49AA-9FC8-6623760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93AB0-7F4A-4A45-AE02-0DFD7F86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E7CEB-5B46-4BAC-B3BC-D4B5F1CC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8D64D-4670-4ABC-89EC-173CDAE6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270C0-7792-4E62-A5E6-BBA7B446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E990E-FCA4-4268-BC7D-6D6D7AE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2FCC3-62E2-40BF-9C43-B3836A9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0730F-BE5F-4C21-A029-32833B9A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1783F-544A-4A42-9E65-E8EEDB1F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9FB45-5A01-4CAE-A909-E17A204E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8425F-A699-484D-A993-2601B6F8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70ABE-046D-4206-8852-742313CF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Quantum Computing: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Moore's law - limitation of VLSI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Classical vs Quantum Computation, bit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Qubit and its properties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Bloch Sphere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9B37F-0940-44EC-A4E9-4482CC72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EFE18-0B4E-4630-9684-AC4F70C2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688288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FB187-FF9F-4EDB-9D8C-E3F0C8CC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4C287-565E-42F4-AC6D-B1428A05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51C32-CAE5-4A15-AF76-4B76BB29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17469-69D4-4104-A007-1859557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Quantum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B7F19-247C-40FC-BE52-B432F48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49086-EA3F-4E71-8665-2010B3AD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E12A1-77CE-41E5-ACD6-92517060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limitation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C66AF-55FF-424E-A2D8-EF5C570F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VLSI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74EEA-B5C0-4103-A7C0-607ECADB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A669A-EF6D-4AC7-BC05-3FD767D5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Dirac notation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Brief discussion on types of qubit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Superconducting qubits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Harmonic oscillator (qualitative) - Need for anharmonicity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94911-72A7-4689-9B3E-03DA48E7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7438A-4969-4D34-8A6A-E5EA44D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485199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C30C4-3EA6-41E2-B49C-661EEF4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2C84B-07FE-4AAD-9D6E-D1AF420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5B1A3-81B0-4C6D-AC61-783B1D54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EF707-1CBA-4C45-8476-AB72E05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Quantum Computing: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Moore's law - limitation of VLSI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Classical vs Quantum Computation, bit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Qubit and its properties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Bloch Sphere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Dirac notation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D0574-EBEC-4289-91E0-529C6C9C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1F852-D7E7-4E95-9DC1-A315545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7A4BB-7BD1-4CF4-87A6-BC2F3F99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7F55F-3C67-4583-97AE-27C3C7D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97909-CD67-45CA-99A4-B5D63988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F945A-646E-43FC-8989-94F858EE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0D445-89CB-4DDE-883D-0FF951B0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7C734-4D5E-4249-B554-5FE7AF17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F203C-E89C-4783-AE6A-3656AED4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49692-8F21-456C-A225-F6FABDBA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4573C-6262-4271-B6B2-27C48E97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78573-1602-4CF1-A67B-3FCA198C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2EF53-C85B-4717-AE40-C5A03FBE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94F02-2FE2-4596-B937-48818D08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420050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44C5A-18A6-4E95-9757-CF19996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F7F0D-A7E4-49B9-A9D0-401D82A1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E2A1E-33A6-4B1B-95CF-9B91C50D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C1B67-E3D0-4EF5-B21F-F78E60B2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00599-479A-41B0-BC99-C84DB358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57B37-9D92-4A01-BE80-A7917E79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F190A-37D7-442B-BF87-C0369FA0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34C9E-EC50-408D-814B-EA89CA24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ACDDF-2B72-44A5-BEEE-B8290605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A1604-B822-435D-B6F7-1E3AFFD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A1155-3C9B-4381-AEFA-683408D2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E3320-53AB-483D-8195-598E6A39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900CE-12B1-4BF2-A524-5AC025DC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7866E-3AC9-4337-978B-6706E0FF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D90CD-7A56-4539-83A5-6921BE93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637650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4FF37-589D-4158-9B62-85DC7C3B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8CC69-B922-4DF1-8FC6-A2EB252E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ED002-258C-4D6A-AADE-7A22994F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74FB6-E9EC-4389-8EBE-8E1364A7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562CF-75A0-49F5-AC32-8B7CF50B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Quantum Computing: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7080B-8268-472B-9EE7-BA096F9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Quantum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0CC68-5C8C-453D-9932-F4AF96C0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D7D64-85AF-4B82-8027-8B96C3CE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03F59-EA7A-4C82-817C-27BEF4C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980308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F046C-4FB6-46D4-994C-DCCB1550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F0292-3E0E-42CF-BAE8-26327411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1B2F5-F5D2-4408-9A60-D0D3D0F6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DBD68-325C-4565-A59C-14EFD4C4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469B9-FB8F-4012-BAB9-B772EFB4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Brief discussion on types of qubit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Superconducting qubits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Harmonic oscillator (qualitative) - Need for anharmonicity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Charge qubit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A2CA6-99A7-4F6B-9D39-3EB03E9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A769-E8FB-4A71-91A7-D204B8A5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FFF30-22FF-475A-A795-92507A15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D2CDC-9AF0-4FE6-8E46-658C70D2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779498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3806CC-A040-410E-B71E-331BFFA1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BC3E-26DC-425B-9152-0DA4CD83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449DE-05BA-4440-811E-81B19291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ABB5A-A560-44FF-BAA5-4844EF7D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CF303-922A-4913-B17F-8933A70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11417-CCF4-4D96-B57D-221B4579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E52DE-C4B0-47B5-BB1B-1B05C63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Quantum Computing: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44E1F-0275-4288-97CB-829BFB3F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92DB9-FB4C-4D6C-8419-2A1D0289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91558-53FA-4113-BD52-D845656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Moore's law - limitation of VLSI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AD284-9EBC-426B-9DA2-D23B06B8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B0823-9B8C-4E7C-8129-54F2716F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9655D-A4F8-499A-97EE-9C672E4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Classical vs Quantum Computation, bit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B74A4-E202-4C77-9498-3DA2F7CF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4FCE5-96E4-456E-8282-4A48C5CC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B641D-C7B7-41B3-B66E-C1330197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Qubit and its 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609BD-9BAB-4080-B253-FFA92D6D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DF291-CE3E-47DB-BC04-9B7060F2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B4EA2-A1DE-4511-9BAD-D0E180F3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Bloch Sphere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2B8CC-A8CD-425B-9B09-F781A5EA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F9E60-F900-4524-9887-B4048363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7B3DD-DD94-4661-BE91-C5E55C6D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Dirac notation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20611-B1E5-496D-9EC4-DA52814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1E1CB-C603-486D-880B-F550075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56B8E-FCBC-4FBB-AF1F-0BA3DDAF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Brief discussion on types of qubit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74EA7-0927-44D0-9074-90FB4008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4DEE1-25FA-45C2-9EAC-1282CFDA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9776E-EA8E-4720-BB3E-53A05713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67619-BCE4-42BF-B0A8-0CF244E4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971098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2D7A8-1BF0-417A-9EF0-B508C06A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E6D50-C41F-4C6F-88A4-C2EA6034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FCB1-E877-4300-808F-2D5A48C1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00943-A68F-4F9A-B405-43E69A9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Quantum, Computing, Moore, limitation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7224E-4C9E-4C95-958F-EE3C08D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EE3C-8326-4616-95BB-0B0DB15B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987F9-A46E-4031-A307-6E69DA2C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A6918-6166-42FC-BECA-2E5BE30A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937210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2026-08-24T06:38:54.4140000Z</dcterms:created>
  <dcterms:modified xsi:type="dcterms:W3CDTF">2026-08-24T06:38:54.4140000Z</dcterms:modified>
</coreProperties>
</file>