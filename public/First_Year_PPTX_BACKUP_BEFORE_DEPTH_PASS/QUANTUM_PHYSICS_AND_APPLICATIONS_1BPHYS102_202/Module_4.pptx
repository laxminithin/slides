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3da34ee179498b" /><Relationship Type="http://schemas.openxmlformats.org/officeDocument/2006/relationships/extended-properties" Target="/docProps/app.xml" Id="R194da6de420c4410" /><Relationship Type="http://schemas.openxmlformats.org/officeDocument/2006/relationships/officeDocument" Target="/ppt/presentation.xml" Id="Rffaf9c002d14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c20b01d57490c"/>
  </p:sldMasterIdLst>
  <p:notesMasterIdLst>
    <p:notesMasterId xmlns:r="http://schemas.openxmlformats.org/officeDocument/2006/relationships" r:id="Rbfef467c037946cb"/>
  </p:notesMasterIdLst>
  <p:sldIdLst>
    <p:sldId xmlns:r="http://schemas.openxmlformats.org/officeDocument/2006/relationships" id="256" r:id="R10ea4feab4a344f7"/>
    <p:sldId xmlns:r="http://schemas.openxmlformats.org/officeDocument/2006/relationships" id="257" r:id="R6871cb18d478413d"/>
    <p:sldId xmlns:r="http://schemas.openxmlformats.org/officeDocument/2006/relationships" id="258" r:id="R8a33ac1ab08c4b39"/>
    <p:sldId xmlns:r="http://schemas.openxmlformats.org/officeDocument/2006/relationships" id="259" r:id="R5a8330c6f8e44f08"/>
    <p:sldId xmlns:r="http://schemas.openxmlformats.org/officeDocument/2006/relationships" id="260" r:id="R634c9d59b4e04def"/>
    <p:sldId xmlns:r="http://schemas.openxmlformats.org/officeDocument/2006/relationships" id="261" r:id="Rf4ee1931946b4144"/>
    <p:sldId xmlns:r="http://schemas.openxmlformats.org/officeDocument/2006/relationships" id="262" r:id="Racbb02e18cfc4973"/>
    <p:sldId xmlns:r="http://schemas.openxmlformats.org/officeDocument/2006/relationships" id="263" r:id="Rb9de428e844a40c9"/>
    <p:sldId xmlns:r="http://schemas.openxmlformats.org/officeDocument/2006/relationships" id="264" r:id="R708d91ff9d08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f08f47abea48a1" /><Relationship Type="http://schemas.openxmlformats.org/officeDocument/2006/relationships/slideMaster" Target="/ppt/slideMasters/slideMaster1.xml" Id="Rd15c20b01d57490c" /><Relationship Type="http://schemas.openxmlformats.org/officeDocument/2006/relationships/notesMaster" Target="/ppt/notesMasters/notesMaster1.xml" Id="Rbfef467c037946cb" /><Relationship Type="http://schemas.openxmlformats.org/officeDocument/2006/relationships/presProps" Target="/ppt/presProps.xml" Id="Rbe47403e74f24103" /><Relationship Type="http://schemas.openxmlformats.org/officeDocument/2006/relationships/tableStyles" Target="/ppt/tableStyles.xml" Id="Rd01b473a5d634617" /><Relationship Type="http://schemas.openxmlformats.org/officeDocument/2006/relationships/slide" Target="/ppt/slides/slide1.xml" Id="R10ea4feab4a344f7" /><Relationship Type="http://schemas.openxmlformats.org/officeDocument/2006/relationships/slide" Target="/ppt/slides/slide2.xml" Id="R6871cb18d478413d" /><Relationship Type="http://schemas.openxmlformats.org/officeDocument/2006/relationships/slide" Target="/ppt/slides/slide3.xml" Id="R8a33ac1ab08c4b39" /><Relationship Type="http://schemas.openxmlformats.org/officeDocument/2006/relationships/slide" Target="/ppt/slides/slide4.xml" Id="R5a8330c6f8e44f08" /><Relationship Type="http://schemas.openxmlformats.org/officeDocument/2006/relationships/slide" Target="/ppt/slides/slide5.xml" Id="R634c9d59b4e04def" /><Relationship Type="http://schemas.openxmlformats.org/officeDocument/2006/relationships/slide" Target="/ppt/slides/slide6.xml" Id="Rf4ee1931946b4144" /><Relationship Type="http://schemas.openxmlformats.org/officeDocument/2006/relationships/slide" Target="/ppt/slides/slide7.xml" Id="Racbb02e18cfc4973" /><Relationship Type="http://schemas.openxmlformats.org/officeDocument/2006/relationships/slide" Target="/ppt/slides/slide8.xml" Id="Rb9de428e844a40c9" /><Relationship Type="http://schemas.openxmlformats.org/officeDocument/2006/relationships/slide" Target="/ppt/slides/slide9.xml" Id="R708d91ff9d08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cf66369756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7ac710acf4d9a" /><Relationship Type="http://schemas.openxmlformats.org/officeDocument/2006/relationships/notesMaster" Target="/ppt/notesMasters/notesMaster1.xml" Id="Rde7341f2cde344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6791cd03845cb" /><Relationship Type="http://schemas.openxmlformats.org/officeDocument/2006/relationships/notesMaster" Target="/ppt/notesMasters/notesMaster1.xml" Id="Raae4e3bcbfd5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30bc78b9634427" /><Relationship Type="http://schemas.openxmlformats.org/officeDocument/2006/relationships/notesMaster" Target="/ppt/notesMasters/notesMaster1.xml" Id="R2fbfc4374ab74c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c8c178c30d47b3" /><Relationship Type="http://schemas.openxmlformats.org/officeDocument/2006/relationships/notesMaster" Target="/ppt/notesMasters/notesMaster1.xml" Id="Rc7af9917ee67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a1b7c16533439e" /><Relationship Type="http://schemas.openxmlformats.org/officeDocument/2006/relationships/notesMaster" Target="/ppt/notesMasters/notesMaster1.xml" Id="R7aefe4d10b3847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55272a85ae49cb" /><Relationship Type="http://schemas.openxmlformats.org/officeDocument/2006/relationships/notesMaster" Target="/ppt/notesMasters/notesMaster1.xml" Id="Rb75b68c5f50944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1004eaa9804a4c" /><Relationship Type="http://schemas.openxmlformats.org/officeDocument/2006/relationships/notesMaster" Target="/ppt/notesMasters/notesMaster1.xml" Id="Rb7292411bb7c41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77dea03de4e7e" /><Relationship Type="http://schemas.openxmlformats.org/officeDocument/2006/relationships/notesMaster" Target="/ppt/notesMasters/notesMaster1.xml" Id="R4a28ebab1e4049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afc165caf84f1b" /><Relationship Type="http://schemas.openxmlformats.org/officeDocument/2006/relationships/notesMaster" Target="/ppt/notesMasters/notesMaster1.xml" Id="R1c97005f9445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75f53422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e71d8f2554ec2" /><Relationship Type="http://schemas.openxmlformats.org/officeDocument/2006/relationships/slideLayout" Target="/ppt/slideLayouts/slideLayout1.xml" Id="R57022ded9c19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22ded9c19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155fe610467a" /><Relationship Type="http://schemas.openxmlformats.org/officeDocument/2006/relationships/notesSlide" Target="/ppt/notesSlides/notesSlide1.xml" Id="R652708c58024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3f906efbf40ad" /><Relationship Type="http://schemas.openxmlformats.org/officeDocument/2006/relationships/notesSlide" Target="/ppt/notesSlides/notesSlide2.xml" Id="R8fd6c24aa7a5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2bd515c048f6" /><Relationship Type="http://schemas.openxmlformats.org/officeDocument/2006/relationships/notesSlide" Target="/ppt/notesSlides/notesSlide3.xml" Id="R7c77ec11f034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846f1af904e15" /><Relationship Type="http://schemas.openxmlformats.org/officeDocument/2006/relationships/notesSlide" Target="/ppt/notesSlides/notesSlide4.xml" Id="Rb4b07a5cd1eb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f045081d543ee" /><Relationship Type="http://schemas.openxmlformats.org/officeDocument/2006/relationships/notesSlide" Target="/ppt/notesSlides/notesSlide5.xml" Id="Rf200b7089d5d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a197b73d7437a" /><Relationship Type="http://schemas.openxmlformats.org/officeDocument/2006/relationships/notesSlide" Target="/ppt/notesSlides/notesSlide6.xml" Id="R4a95fcd63344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59cc3cddc4eae" /><Relationship Type="http://schemas.openxmlformats.org/officeDocument/2006/relationships/notesSlide" Target="/ppt/notesSlides/notesSlide7.xml" Id="R28234b3bc78f41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f5ef4138140fa" /><Relationship Type="http://schemas.openxmlformats.org/officeDocument/2006/relationships/notesSlide" Target="/ppt/notesSlides/notesSlide8.xml" Id="R12ce8bea8133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3042a52b94166" /><Relationship Type="http://schemas.openxmlformats.org/officeDocument/2006/relationships/notesSlide" Target="/ppt/notesSlides/notesSlide9.xml" Id="Rb34d310fbf664f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9F841-658F-4C92-B18A-00EA0B3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1C5E5-1CC2-453A-930F-32D84A1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Photonics : Interaction of radiation with matter - Einstein's A and B coefficients and derivation of expression for 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8385E-A9F7-4AA3-B3D3-C7A3F38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10399-1D35-4D1A-A9DF-6AC9C9E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0DB46-2FBF-4C95-A197-3C3DF1D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A8627-EA14-4C71-BA29-695A3A6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73BFD-DC77-4CA4-A61E-A9DBF9F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73FA3-0EFE-4111-A7A0-0F44F260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A02D6-33AA-41B7-9D70-C7D29B2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44B3E-D754-4479-9526-832BF4F6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4BC15-4629-43EA-A756-13C68B0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68BFA-3431-495B-AA56-794B294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5ACE5-CBD0-497A-92D8-44D6704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08EE-D3A8-44A1-BDE5-A49DD48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04224-B08F-4E0F-988A-AE8D2FF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56610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5C17D-C15B-408D-BAF6-40E5920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3A3A4-3A7B-4E41-B41E-0B5191D9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EABC0-6C03-4100-9B51-90DFC84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D24EA-E2BB-4E74-9691-8B21A4D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4A0BB-0FFF-4757-8316-6BC9B92F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BBAA6-04CE-4660-BA08-B070F456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35B6-F752-4D6A-A4A8-D640624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D263E-2674-4A84-8097-B20BF6F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0996-5887-45E1-BC92-58510D3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6A86B-CA63-4BB7-8E8E-046A21C6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3377D-7F96-4AC0-BBE5-FFCB885B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F75B0-6237-434C-B8A8-BEA5A25B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2DEC6-C71E-473C-809F-82D7C13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Photonics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Interaction of radiation with matter - Einstein's A and B coefficients and derivation of expression for ener- gy density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Prerequisites for lasing actions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LASER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Semiconductor diode LASER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A69ED-7850-4472-BE7B-B6B923E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79F7C-874F-45C0-9441-1BB4242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52173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033E0-C1EF-4FD5-A6B4-C9DE15A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A4490-125C-4F8C-8247-9A7E1BD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1F369-871A-4B37-9EA9-D3279AB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6FC26-B330-4A7C-B3ED-9A08E217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Photonics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010E8-5835-4E84-9C00-6891803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CD101-D9C5-4E88-B5F9-5B2F171A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radiation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371B0-AED9-443C-81D6-072EADA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FA0B0-0D3B-457E-BEAD-A5520522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Einstein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99455-D38C-4EEF-85C9-402824D5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coefficients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17DEE-097D-4C1A-9088-E27905D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Use of attenua- 2 tors for single photon sources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Optical modulators - Pockel's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Kerr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Photodetectors - Single Photon Avalanche Diode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50B12-9C00-4CD9-BDB7-5FE71BC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17A20-314C-4585-A8B7-2AE5BD84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343403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23ED5-5EDD-467A-88E6-475EA60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6D338-72F7-4AED-B924-B972FC14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57417-5CFE-4F56-8E4D-96C6CAC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DCF63-8523-47C3-88FF-ABA413F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Photonics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Interaction of radiation with matter - Einstein's A and B coefficients and derivation of expression for ene...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Prerequisites for lasing actions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LASER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Semiconductor diode LASER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of attenua- 2 tors for single photon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3DD88-1118-4805-8512-7F0AD35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9C7A-A1A2-45A3-BBAC-D51FA2B0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42FEF-5D64-4E1A-A3C9-BAC8F6E1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0020D-D2D7-40E5-B36D-DF28464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85A7C-218E-4A09-A218-9FAB96F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A0B4C-5DE5-4C0C-A991-ECFACD5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BF251-CA46-4A78-8AA5-BC5A21B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ACED6-B697-4318-A908-6008C34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1B0F8-60BD-4DFC-BDED-9CC6EE34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887D3-892F-40D9-A1CE-5B2B34CE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0119F-D405-4AAA-8611-C375382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96A82-B5E5-4D4C-8319-521172A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D8A84-0FB6-4BD6-A8DF-C023DE68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3ACA3-78AE-46FC-A378-A77F85ED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443425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F1716-023B-460D-A907-96798DB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733D4-174E-4514-B363-25958ABA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8E6B-F332-4C43-AAA5-040257F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EBF22-07D2-415C-9FD7-15B2FDF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E602B-D061-4CA0-B04E-C517157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DFA18-CC87-4580-8210-2C4BEE2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C6346-2624-4922-B5DD-4563FCB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06A6A-7AEC-4754-9E49-624C970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0C5B-4ACF-402D-A515-4A2B191C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024CE-2F86-4A9C-A0CC-13C313B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8E954-1F39-4F3B-945B-351B56D3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D32EE-9B73-46AC-8B41-26C2D28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89CB9-D7A4-42E4-84CA-9BB5C5E0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EA51D-8B27-451C-8345-11DA2B4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4CF95-2470-44EC-85C3-9537DF98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501598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DDC45-9CF1-4992-ADA6-5F9E67E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DED7B-5687-4E79-AD6F-119C38C4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69483-C0D2-462D-9168-07E0412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D8986-158E-45AC-98A2-35EB02D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FEA73-586B-41D4-A8EA-B8DA88F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Photonics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2E9EE-AE35-4D75-9EBA-D3EE1BF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Photonics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0ED61-5E75-484E-B8CC-1B8E5D14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7F4D-F600-4401-9F7B-C6F65B2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3E00B-8DAD-4BED-AB68-1318C4B2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088672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21749-792B-4F7B-90D0-DC101D2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E997-F35C-4721-BF55-886E08E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DB99-B525-4120-881B-EFF20A6E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2EDD9-A95D-406B-A27C-49EF290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71879-9DF9-4413-BDB1-AE9315B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Optical modulators - Pockel's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Kerr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Photodetectors - Single Photon Avalanche Diode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Superconducting Nanowire Single Photon Detector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CD02E-A539-4913-954C-315E15D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D860-0602-44B2-8A11-7EC2E25C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65CB7-F7F2-40A9-A48D-7E92474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67A76-B0E8-4594-81E4-E96D6052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2081716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13B73-A650-4EFE-A020-4A8A1499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FA169-75E7-4625-8E8B-2AD470CB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0B78D-99B4-4E10-8044-9DED1CE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1BF8C-70D1-4BCF-8415-A74E777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3D8A8-B3D5-4DC3-88BE-FD42AF3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1B742-F61D-40AC-854C-317EBC4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513EE-462C-413C-A715-13E1AEA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Photonics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A228F-5E7B-4AD6-9713-1A6A84EF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68DA6-C8EB-4367-A0E0-1860A02D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9A350-5264-4DC8-89F6-3C7575D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Interaction of radiation with matter - Einstein's A and B coefficients and derivation of expres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09B7E-7431-4122-B1FB-367299D7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EB391-E678-4144-BC92-1DA95D84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13E6B-3616-4EEA-8355-AC116F5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Prerequisites for lasing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8F87F-EF34-4573-A36C-D9E16E73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2B4CD-AA1C-42A9-866E-169C52FC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E307F-6580-4EC5-ACA5-902F8F3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LASER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81044-8BBC-4A18-B4FD-831B9A23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7B77D-CCAE-4411-93A5-956279B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B2B12-1E3A-4DEA-834F-125F4E3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Semiconductor diode LASER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96A64-347B-48A7-8092-62083E9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230EF-E7DF-40A3-B17D-B0E8D1B0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5936C-45BE-4831-A7A5-CB1A199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Use of attenua- 2 tors for single photon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3ADAF-83AB-47E0-A432-E81304C8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11EA8-5898-4BD6-9552-B7535FC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68EB6-7A47-4B49-9D90-60B04A7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Optical modulators - Pockel's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D24DB-EB7E-40DE-973F-F009A2F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E160D-F926-455C-952C-043EDE64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4C0086-FC7B-49BE-B72B-A16F8CA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F540E-3289-4F10-99E3-E719862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095166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41350-DEB1-4EA1-9E9C-043A49E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987CE-E6D3-46FC-8DCF-90CEC83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84E48-80EF-4F86-947F-396FA89E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741F6-D2F8-4B0F-B319-62BFC72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Photonics, Interaction, radiation, matter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37EF0-47BB-4202-A3F7-502FEF2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EBD17-3A07-4734-AE6C-BB8810B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9D22F-9D5F-4C5D-89DC-59315ECA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500B-9A02-4A81-866B-D7CC07E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630191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2026-08-24T06:38:54.3570000Z</dcterms:created>
  <dcterms:modified xsi:type="dcterms:W3CDTF">2026-08-24T06:38:54.3570000Z</dcterms:modified>
</coreProperties>
</file>