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a863cfe2e54ca5" /><Relationship Type="http://schemas.openxmlformats.org/officeDocument/2006/relationships/extended-properties" Target="/docProps/app.xml" Id="R0f77414c796b4fed" /><Relationship Type="http://schemas.openxmlformats.org/officeDocument/2006/relationships/officeDocument" Target="/ppt/presentation.xml" Id="Ra5a9931b104e4d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c5060acb134f12"/>
  </p:sldMasterIdLst>
  <p:notesMasterIdLst>
    <p:notesMasterId xmlns:r="http://schemas.openxmlformats.org/officeDocument/2006/relationships" r:id="Rb2c52681a6e4436f"/>
  </p:notesMasterIdLst>
  <p:sldIdLst>
    <p:sldId xmlns:r="http://schemas.openxmlformats.org/officeDocument/2006/relationships" id="256" r:id="Radd3d4059597494f"/>
    <p:sldId xmlns:r="http://schemas.openxmlformats.org/officeDocument/2006/relationships" id="257" r:id="Rb321129f535f4cde"/>
    <p:sldId xmlns:r="http://schemas.openxmlformats.org/officeDocument/2006/relationships" id="258" r:id="R9caf82fb18a342f2"/>
    <p:sldId xmlns:r="http://schemas.openxmlformats.org/officeDocument/2006/relationships" id="259" r:id="R3cef35afccc84929"/>
    <p:sldId xmlns:r="http://schemas.openxmlformats.org/officeDocument/2006/relationships" id="260" r:id="R40786cdb23dc498e"/>
    <p:sldId xmlns:r="http://schemas.openxmlformats.org/officeDocument/2006/relationships" id="261" r:id="R66a923acfa9d46bf"/>
    <p:sldId xmlns:r="http://schemas.openxmlformats.org/officeDocument/2006/relationships" id="262" r:id="Ra9ff40c68fcd4839"/>
    <p:sldId xmlns:r="http://schemas.openxmlformats.org/officeDocument/2006/relationships" id="263" r:id="Rac7c73b5721c4719"/>
    <p:sldId xmlns:r="http://schemas.openxmlformats.org/officeDocument/2006/relationships" id="264" r:id="R6525658c672349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ed318dba364805" /><Relationship Type="http://schemas.openxmlformats.org/officeDocument/2006/relationships/slideMaster" Target="/ppt/slideMasters/slideMaster1.xml" Id="R70c5060acb134f12" /><Relationship Type="http://schemas.openxmlformats.org/officeDocument/2006/relationships/notesMaster" Target="/ppt/notesMasters/notesMaster1.xml" Id="Rb2c52681a6e4436f" /><Relationship Type="http://schemas.openxmlformats.org/officeDocument/2006/relationships/presProps" Target="/ppt/presProps.xml" Id="R818223c73e904403" /><Relationship Type="http://schemas.openxmlformats.org/officeDocument/2006/relationships/tableStyles" Target="/ppt/tableStyles.xml" Id="R511df8d17eb54539" /><Relationship Type="http://schemas.openxmlformats.org/officeDocument/2006/relationships/slide" Target="/ppt/slides/slide1.xml" Id="Radd3d4059597494f" /><Relationship Type="http://schemas.openxmlformats.org/officeDocument/2006/relationships/slide" Target="/ppt/slides/slide2.xml" Id="Rb321129f535f4cde" /><Relationship Type="http://schemas.openxmlformats.org/officeDocument/2006/relationships/slide" Target="/ppt/slides/slide3.xml" Id="R9caf82fb18a342f2" /><Relationship Type="http://schemas.openxmlformats.org/officeDocument/2006/relationships/slide" Target="/ppt/slides/slide4.xml" Id="R3cef35afccc84929" /><Relationship Type="http://schemas.openxmlformats.org/officeDocument/2006/relationships/slide" Target="/ppt/slides/slide5.xml" Id="R40786cdb23dc498e" /><Relationship Type="http://schemas.openxmlformats.org/officeDocument/2006/relationships/slide" Target="/ppt/slides/slide6.xml" Id="R66a923acfa9d46bf" /><Relationship Type="http://schemas.openxmlformats.org/officeDocument/2006/relationships/slide" Target="/ppt/slides/slide7.xml" Id="Ra9ff40c68fcd4839" /><Relationship Type="http://schemas.openxmlformats.org/officeDocument/2006/relationships/slide" Target="/ppt/slides/slide8.xml" Id="Rac7c73b5721c4719" /><Relationship Type="http://schemas.openxmlformats.org/officeDocument/2006/relationships/slide" Target="/ppt/slides/slide9.xml" Id="R6525658c672349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4ba27f6ea14d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b00f7709bf4f5d" /><Relationship Type="http://schemas.openxmlformats.org/officeDocument/2006/relationships/notesMaster" Target="/ppt/notesMasters/notesMaster1.xml" Id="R70e6f4f6d58f43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3293cfeae447b3" /><Relationship Type="http://schemas.openxmlformats.org/officeDocument/2006/relationships/notesMaster" Target="/ppt/notesMasters/notesMaster1.xml" Id="R3e2f23b3ecb845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af1fcf583f4204" /><Relationship Type="http://schemas.openxmlformats.org/officeDocument/2006/relationships/notesMaster" Target="/ppt/notesMasters/notesMaster1.xml" Id="R01b02c988dc84b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a0943c60ee420b" /><Relationship Type="http://schemas.openxmlformats.org/officeDocument/2006/relationships/notesMaster" Target="/ppt/notesMasters/notesMaster1.xml" Id="Rf8e7a6e3558b4f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5daac32292484e" /><Relationship Type="http://schemas.openxmlformats.org/officeDocument/2006/relationships/notesMaster" Target="/ppt/notesMasters/notesMaster1.xml" Id="R00983b58d5c041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1d984865e04636" /><Relationship Type="http://schemas.openxmlformats.org/officeDocument/2006/relationships/notesMaster" Target="/ppt/notesMasters/notesMaster1.xml" Id="Rf6f139d6a3564f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1cf8fed40845c1" /><Relationship Type="http://schemas.openxmlformats.org/officeDocument/2006/relationships/notesMaster" Target="/ppt/notesMasters/notesMaster1.xml" Id="R26f095df1bea47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d04de1e7414ef0" /><Relationship Type="http://schemas.openxmlformats.org/officeDocument/2006/relationships/notesMaster" Target="/ppt/notesMasters/notesMaster1.xml" Id="Re07ab07beb2a42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d33e85819e4991" /><Relationship Type="http://schemas.openxmlformats.org/officeDocument/2006/relationships/notesMaster" Target="/ppt/notesMasters/notesMaster1.xml" Id="Rdeb9a73b2e1242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efdb871f64a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11790a22514bfc" /><Relationship Type="http://schemas.openxmlformats.org/officeDocument/2006/relationships/slideLayout" Target="/ppt/slideLayouts/slideLayout1.xml" Id="R38abf066558840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abf066558840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f60c07cf343f6" /><Relationship Type="http://schemas.openxmlformats.org/officeDocument/2006/relationships/notesSlide" Target="/ppt/notesSlides/notesSlide1.xml" Id="R9934424f5d3145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be27eec7343db" /><Relationship Type="http://schemas.openxmlformats.org/officeDocument/2006/relationships/notesSlide" Target="/ppt/notesSlides/notesSlide2.xml" Id="R1a3faccc38b247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3e55909034eb3" /><Relationship Type="http://schemas.openxmlformats.org/officeDocument/2006/relationships/notesSlide" Target="/ppt/notesSlides/notesSlide3.xml" Id="Re86ea63a6d7f48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e4bc5899a4fed" /><Relationship Type="http://schemas.openxmlformats.org/officeDocument/2006/relationships/notesSlide" Target="/ppt/notesSlides/notesSlide4.xml" Id="Rf4cbcd5c883248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2d3bffc0648f4" /><Relationship Type="http://schemas.openxmlformats.org/officeDocument/2006/relationships/notesSlide" Target="/ppt/notesSlides/notesSlide5.xml" Id="Rb41df2756b314b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7bd9a970c4b1b" /><Relationship Type="http://schemas.openxmlformats.org/officeDocument/2006/relationships/notesSlide" Target="/ppt/notesSlides/notesSlide6.xml" Id="R5d70734c819f49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b49b6cda94ded" /><Relationship Type="http://schemas.openxmlformats.org/officeDocument/2006/relationships/notesSlide" Target="/ppt/notesSlides/notesSlide7.xml" Id="Rba2e9cacdec34c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3e669dd974e5a" /><Relationship Type="http://schemas.openxmlformats.org/officeDocument/2006/relationships/notesSlide" Target="/ppt/notesSlides/notesSlide8.xml" Id="R37fffabd4f444a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cb395a65f434d" /><Relationship Type="http://schemas.openxmlformats.org/officeDocument/2006/relationships/notesSlide" Target="/ppt/notesSlides/notesSlide9.xml" Id="R185583366ef44e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8E8B0-577D-439C-8BFA-2A605656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C707E-27E7-4CA9-B185-D9C6BDB7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Electrical Properties of Metals and Semiconductors: Failures of c lassical free electron theory, Mechanisms of electron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56D32-4138-4F30-8114-B6BFFDF4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QUANTUM PHYSICS AND APPLICATIONS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1BPHYS102/202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A1B6B-4FF7-40F5-BBB1-78F75AD0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0D368-5DA4-4F23-9A34-D23BB855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748CE-8034-4EC7-BE6C-AB748AF6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2290B-EA2A-4464-96D2-84055E36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6D72F-35C5-494C-B91F-7FB23A84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0096E-34A3-47BC-9019-AAF9AD4D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5AB3E-896A-4AFB-AF87-24152F2E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A33C3-AFBD-4AF8-AB0B-7CAC7627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7474F-1ABC-4311-A0DF-69AB7DFC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1B85C-98F3-4EC2-96AA-22907E3E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97EAD-3094-4210-98A2-A23AAA7E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300F8-8469-4494-8A5A-36E8DE0B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2022877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04F1E-5F4B-4837-A07E-0C1DBEC4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A90BD-2A91-4866-B036-8FE5B8CD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2A751-6FDD-488F-8D97-CECE8A51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9AFF7-22B3-4BBD-B158-F85EBD3B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0AD60-BE45-4F72-A436-CD3D106C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D610E-1240-4BFC-A0B6-7211C753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B3EE8-A50E-4C33-B493-5B8F2732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4FCA3-157A-43C4-8AB8-8FC67B09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C317E-22CC-4D49-9DD4-8AC74F71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8CF96-73CE-4A27-99B4-E80F7D02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CD077-BD3F-4DB1-BCA7-83750B73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0461C-510B-4258-819C-AF2E201E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4D15A-107E-4390-A595-8AA9EC09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Electrical Properties of Metals and Semiconductors: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Failures of c lassical free electron theory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Mechanisms of electron scattering in solids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Matheissen's rule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Assumptions of Quantum Free Electron Theory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69EE9-EE65-410D-BBCC-A98916D6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AAEFD-B170-4575-8A8A-62AA87D8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7337269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8F16A-98AB-40FB-B4B7-D59A242D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7948D-9759-4E14-89E6-D1066BB1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1F9A0-C671-4684-9EDB-93D22E51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38C0D-BA46-43AB-BED3-00F99A39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03C76-045D-4F91-9BEF-990E1A66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B9FBC-7C20-4B31-8068-F4B4A783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8638E-2BCB-4140-8FE0-40B895FA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Semiconductors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43998-69B1-4B55-AFF9-D1D0D683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Failures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B971C-2C6E-431F-92BE-249B1301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lassical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50E51-2EE7-4D48-BDF4-52C6F85E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Density of States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Fermi Dirac statistics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Fermi Energy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Variation of Fermi Factor With Temperature and Energy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80EFC-22C2-41B7-ACBB-6CC44294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E98C3-2903-4E5A-9240-E9B584E6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405002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F3DE9-71A2-4413-A620-8C553405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68E0C-513F-4E6D-BD24-46DC872A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99EA7-24DA-4DCC-B8FC-6F0C71C1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EEFFC-8CC9-4F86-B0E0-E0E06F06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Electrical Properties of Metals and Semiconductors: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Failures of c lassical free electron theory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Mechanisms of electron scattering in solids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Matheissen's rule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Assumptions of Quantum Free Electron Theory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Density of States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8AEAC-E543-4994-9801-583512EE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7F954-5605-4CD8-B4A2-8A4DB4E4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6E752-1942-47BA-A052-26EBDEDA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2E1C1-64E8-4E9F-8D44-70B10FCB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47DF2-C9CF-4FEB-B52C-F4F0C4A7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D637D-7C4F-4241-A649-B8DF540D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75432-5652-4F96-A167-E10CC5A7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51EBD-BC62-48EC-80FE-1A2A929F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4901F-65BE-4DDF-8C60-345001E6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BC98A-8D36-4A22-AC9E-CB82AEAB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D494F-F32D-4B0C-B072-2E1BB267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61DE7-7E22-4BB5-9CAC-B60F026C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1A7D2-5B39-44BB-B81D-9E40F904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D7A81-0385-45D0-8A80-8A3D404B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5448037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73B1E-F4F9-4A86-B7B2-7AC30A06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CE1E6-FA6A-4AE9-8D96-BE7378F4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A54F8-3FFB-4BF1-8D70-55512B84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6D1DB-DAB1-4183-ABD9-EF729598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8F6F1-C047-44A4-951C-6E72B04B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EC243-AD9D-49F0-827E-330E726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A7F1D-B303-47E1-8F3C-791CB7FB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83FEB-CE90-4047-9166-9DD0DEBC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BA158-BE21-4105-A3F9-FA9F04B5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124EF-A69A-481A-B82C-7CAD72CD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84667-25D0-48D0-BDC8-BC83F796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EA405-E94D-4259-AE43-2E65FD28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2A182-E4BD-4833-9C6A-FCB270BC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D9C17-D5DA-4DA4-932D-DBDFA879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B935E-5432-4A3B-92E3-B1614828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467266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7C172-325D-4C11-8009-0BBCD61D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ACCBB-EAD2-4E41-836C-54DC9681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1AB07-3193-41C8-8536-99C73C62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DED88-122A-4E3D-87EE-4EF5EE6D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8C873-E907-45EA-9BCE-0958A7AA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Electrical Properties of Metals and Semiconductors: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567C4-1CA5-4651-9DDE-4B190551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Electrical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FBCE7-6E86-4578-B14A-D38711D0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1AB8C-D1A5-4A2A-8FA5-A7674C5B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FA8C0-241F-4A86-97C6-8DD8F139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7973112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88501-81D5-48BE-8A1B-53127ADA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0D47F-8DA0-483C-94A4-1265AACB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F16DA-1761-4A37-8132-A6497577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EF540-F8E7-443A-952A-4063EDE0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9C8E5-A701-4CC5-B91B-711523D7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Fermi Dirac statistics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Fermi Energy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Variation of Fermi Factor With Temperature and Energy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Expression for carrier concentration in a con- ductor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73657-D224-4A99-9E9A-6C1E60F0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B2670-DEFB-4B8B-9D76-9E5F93BD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589FA-0C79-416C-B8AC-D138487F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A4B36-8474-4FAB-B5EC-94CAB7AB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009023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47682-88FF-4A6C-9874-2E1C43EC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3A190-459F-4E4A-81DA-BDA09C00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C6BE3-87F3-431F-89A1-1D7AE1F2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CC3CD-AB88-45C0-B60D-A16D06CF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53F99-0AD8-4EB0-8841-FE6B1138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62A19-1F99-4097-8A66-645B35A5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34E57-0EED-4259-A619-AA157940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Electrical Properties of Metals and Semiconductors: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4B767-B2D6-410A-A963-A251A72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80B4F-FFBF-4F2B-A51A-7623CAD2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3CC88-ECA4-459A-93A1-F9600853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Failures of c lassical free electron theory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79ED3-0466-438B-8FDC-BE530AA3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16F41-84F8-48BD-994E-B1F73925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194A1-1B23-48B2-B031-C4D753CC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Mechanisms of electron scattering in solids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BA16D-8ACB-4C89-B9FD-B4AEBD50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D8C99-E7BB-4AD9-A195-FD3FA00E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8EC33-C89D-42D3-94C8-FA63BA92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Matheissen's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31134-34A7-4AA0-9AD9-6084A981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D6E30-28D5-452C-93B2-090230DD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06690-BC1B-4D89-97F2-EE3B32F6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Assumptions of Quantum Free Electron Theory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726F1-9228-4CE4-ACE7-DFA46C87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4C3CF1-6388-42F6-8FAF-421E6A75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CB76D-3921-4D2F-8483-A3374D5B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Density of States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8BBE21-E710-4ED2-B642-14597FDF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2E7DEF-C24A-48E2-B8FF-7B773DCA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E9A2DC-765E-4A14-8780-426CCA12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Fermi Dirac statistics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BDBE5E-307F-4991-A24B-2E405E36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21B0BE-0BE0-4CF1-B2D2-BCC7D1B8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275487-D34F-4906-8FE8-223F7A53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F1C006-FCC7-45D6-95CF-C754202B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446706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24BC7-E486-43F0-8180-B6BD2B77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0390C-B8A7-49F9-84A1-68AD1F7F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1EFD3-DD0F-4040-8BEC-C6843903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74038-2137-4989-9D31-DEFF27E9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Electrical, Properties, Metals, Semiconductors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D65E1-6ADC-4890-910F-0A2C3264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1334A-B557-4AFD-938D-09588FC3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B31F5-3024-418C-A0F6-4EE37174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APPLICATIONS | 1BPHYS102/202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5308C-D9D1-4FE2-AB51-3D85B807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986195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2026-08-24T06:38:54.2400000Z</dcterms:created>
  <dcterms:modified xsi:type="dcterms:W3CDTF">2026-08-24T06:38:54.2400000Z</dcterms:modified>
</coreProperties>
</file>