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ab5231008d47b1" /><Relationship Type="http://schemas.openxmlformats.org/officeDocument/2006/relationships/extended-properties" Target="/docProps/app.xml" Id="Re764b35c1d1a4e4b" /><Relationship Type="http://schemas.openxmlformats.org/officeDocument/2006/relationships/officeDocument" Target="/ppt/presentation.xml" Id="R12362bbcf7ce46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04f9f5beea4790"/>
  </p:sldMasterIdLst>
  <p:notesMasterIdLst>
    <p:notesMasterId xmlns:r="http://schemas.openxmlformats.org/officeDocument/2006/relationships" r:id="Rb4b1c063cd94411f"/>
  </p:notesMasterIdLst>
  <p:sldIdLst>
    <p:sldId xmlns:r="http://schemas.openxmlformats.org/officeDocument/2006/relationships" id="256" r:id="R4a7cb629e84048a2"/>
    <p:sldId xmlns:r="http://schemas.openxmlformats.org/officeDocument/2006/relationships" id="257" r:id="R0e2424c07f0442e9"/>
    <p:sldId xmlns:r="http://schemas.openxmlformats.org/officeDocument/2006/relationships" id="258" r:id="R54235b3724744e3f"/>
    <p:sldId xmlns:r="http://schemas.openxmlformats.org/officeDocument/2006/relationships" id="259" r:id="R021d42125c534132"/>
    <p:sldId xmlns:r="http://schemas.openxmlformats.org/officeDocument/2006/relationships" id="260" r:id="R0ecf334a0bd140c5"/>
    <p:sldId xmlns:r="http://schemas.openxmlformats.org/officeDocument/2006/relationships" id="261" r:id="R3738be8f6c8c403e"/>
    <p:sldId xmlns:r="http://schemas.openxmlformats.org/officeDocument/2006/relationships" id="262" r:id="Ra101167e34cf4b58"/>
    <p:sldId xmlns:r="http://schemas.openxmlformats.org/officeDocument/2006/relationships" id="263" r:id="R5988a077d7064d71"/>
    <p:sldId xmlns:r="http://schemas.openxmlformats.org/officeDocument/2006/relationships" id="264" r:id="Rce985e5467614d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adbd0d20c44140" /><Relationship Type="http://schemas.openxmlformats.org/officeDocument/2006/relationships/slideMaster" Target="/ppt/slideMasters/slideMaster1.xml" Id="Reb04f9f5beea4790" /><Relationship Type="http://schemas.openxmlformats.org/officeDocument/2006/relationships/notesMaster" Target="/ppt/notesMasters/notesMaster1.xml" Id="Rb4b1c063cd94411f" /><Relationship Type="http://schemas.openxmlformats.org/officeDocument/2006/relationships/presProps" Target="/ppt/presProps.xml" Id="R2a550e03103a4938" /><Relationship Type="http://schemas.openxmlformats.org/officeDocument/2006/relationships/tableStyles" Target="/ppt/tableStyles.xml" Id="R8fcb227da8344d2d" /><Relationship Type="http://schemas.openxmlformats.org/officeDocument/2006/relationships/slide" Target="/ppt/slides/slide1.xml" Id="R4a7cb629e84048a2" /><Relationship Type="http://schemas.openxmlformats.org/officeDocument/2006/relationships/slide" Target="/ppt/slides/slide2.xml" Id="R0e2424c07f0442e9" /><Relationship Type="http://schemas.openxmlformats.org/officeDocument/2006/relationships/slide" Target="/ppt/slides/slide3.xml" Id="R54235b3724744e3f" /><Relationship Type="http://schemas.openxmlformats.org/officeDocument/2006/relationships/slide" Target="/ppt/slides/slide4.xml" Id="R021d42125c534132" /><Relationship Type="http://schemas.openxmlformats.org/officeDocument/2006/relationships/slide" Target="/ppt/slides/slide5.xml" Id="R0ecf334a0bd140c5" /><Relationship Type="http://schemas.openxmlformats.org/officeDocument/2006/relationships/slide" Target="/ppt/slides/slide6.xml" Id="R3738be8f6c8c403e" /><Relationship Type="http://schemas.openxmlformats.org/officeDocument/2006/relationships/slide" Target="/ppt/slides/slide7.xml" Id="Ra101167e34cf4b58" /><Relationship Type="http://schemas.openxmlformats.org/officeDocument/2006/relationships/slide" Target="/ppt/slides/slide8.xml" Id="R5988a077d7064d71" /><Relationship Type="http://schemas.openxmlformats.org/officeDocument/2006/relationships/slide" Target="/ppt/slides/slide9.xml" Id="Rce985e5467614d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db230085e442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88b67deb7c4dce" /><Relationship Type="http://schemas.openxmlformats.org/officeDocument/2006/relationships/notesMaster" Target="/ppt/notesMasters/notesMaster1.xml" Id="R471ec54585a24e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f957ce2e49435a" /><Relationship Type="http://schemas.openxmlformats.org/officeDocument/2006/relationships/notesMaster" Target="/ppt/notesMasters/notesMaster1.xml" Id="R8ef732d0214e4c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502f1ceb14442a" /><Relationship Type="http://schemas.openxmlformats.org/officeDocument/2006/relationships/notesMaster" Target="/ppt/notesMasters/notesMaster1.xml" Id="R3f2248d0cbad45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c08833d9de4871" /><Relationship Type="http://schemas.openxmlformats.org/officeDocument/2006/relationships/notesMaster" Target="/ppt/notesMasters/notesMaster1.xml" Id="Re4cf4538f47f43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e391b4a4714deb" /><Relationship Type="http://schemas.openxmlformats.org/officeDocument/2006/relationships/notesMaster" Target="/ppt/notesMasters/notesMaster1.xml" Id="R6a62a78da30744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8c5fe7e89f4bfd" /><Relationship Type="http://schemas.openxmlformats.org/officeDocument/2006/relationships/notesMaster" Target="/ppt/notesMasters/notesMaster1.xml" Id="R9df974ad02344b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91d07c2bbb4988" /><Relationship Type="http://schemas.openxmlformats.org/officeDocument/2006/relationships/notesMaster" Target="/ppt/notesMasters/notesMaster1.xml" Id="R7cacbbdb0f8f45c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625237c40d4b72" /><Relationship Type="http://schemas.openxmlformats.org/officeDocument/2006/relationships/notesMaster" Target="/ppt/notesMasters/notesMaster1.xml" Id="R05c67534279648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1e109cf7c34fa5" /><Relationship Type="http://schemas.openxmlformats.org/officeDocument/2006/relationships/notesMaster" Target="/ppt/notesMasters/notesMaster1.xml" Id="Raea3579090f34c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a744e7ac0040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571f9c98e74e07" /><Relationship Type="http://schemas.openxmlformats.org/officeDocument/2006/relationships/slideLayout" Target="/ppt/slideLayouts/slideLayout1.xml" Id="R8f68c19c7ad647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68c19c7ad647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bc0b8fd723478a" /><Relationship Type="http://schemas.openxmlformats.org/officeDocument/2006/relationships/notesSlide" Target="/ppt/notesSlides/notesSlide1.xml" Id="Ra9450e97882e40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aa351e71a41f1" /><Relationship Type="http://schemas.openxmlformats.org/officeDocument/2006/relationships/notesSlide" Target="/ppt/notesSlides/notesSlide2.xml" Id="R11b5a3e8779349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f9ab0e7fe41d5" /><Relationship Type="http://schemas.openxmlformats.org/officeDocument/2006/relationships/notesSlide" Target="/ppt/notesSlides/notesSlide3.xml" Id="Rc91078376dde4d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dbef7387f4f0f" /><Relationship Type="http://schemas.openxmlformats.org/officeDocument/2006/relationships/notesSlide" Target="/ppt/notesSlides/notesSlide4.xml" Id="R48696116f3cc4e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1f6800fe7438f" /><Relationship Type="http://schemas.openxmlformats.org/officeDocument/2006/relationships/notesSlide" Target="/ppt/notesSlides/notesSlide5.xml" Id="R024855d516184e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3d79f41fc546b0" /><Relationship Type="http://schemas.openxmlformats.org/officeDocument/2006/relationships/notesSlide" Target="/ppt/notesSlides/notesSlide6.xml" Id="R651a724c554347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3b07e2bb44b82" /><Relationship Type="http://schemas.openxmlformats.org/officeDocument/2006/relationships/notesSlide" Target="/ppt/notesSlides/notesSlide7.xml" Id="Rdfdbf6e545e04f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91a7c85cad468c" /><Relationship Type="http://schemas.openxmlformats.org/officeDocument/2006/relationships/notesSlide" Target="/ppt/notesSlides/notesSlide8.xml" Id="R5defaf4bd19143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451a4d32b475b" /><Relationship Type="http://schemas.openxmlformats.org/officeDocument/2006/relationships/notesSlide" Target="/ppt/notesSlides/notesSlide9.xml" Id="R107a1521f26148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AEB6D9-EFAE-4B90-A1DE-56A0AB5E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C7DBA3-89F7-4378-822E-994F6AFD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Superconductivity: Zero resistance state, Persistent current, Meissner effect, Critical temperature, Critical current (S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46D95-58B2-4D37-8B28-D85814FF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QUANTUM PHYSICS AND APPLICATIONS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1BPHYS102/202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physics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592BBD-C39C-4FF5-AD55-EC3AAF5A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0DDB41-5FCD-4C71-8C99-8B4A1016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A02567-9315-44EE-B5E0-10614176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C7801F-003C-46B2-A14F-2D8182A2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B56976-2B06-4DEA-813C-240A2BE6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3718EF-E8E1-4F95-84B2-C9872A86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3F7292-303A-48CC-905C-82523021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B67A9A-59C6-4D94-8BFD-0B478389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DC3785-E3AC-40D8-BD5D-6AE306C2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4ADF6A-FAD2-431E-BC34-CA1760B5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54D21A-E93B-4D55-8C36-CE2723D9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APPLICATIONS | 1BPHYS102/202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EFC34D-8C3E-4D2D-BA42-5815347F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1/9</a:t>
            </a:r>
          </a:p>
        </p:txBody>
      </p:sp>
    </p:spTree>
    <p:extLst>
      <p:ext uri="{BB962C8B-B14F-4D97-AF65-F5344CB8AC3E}">
        <p14:creationId xmlns:p14="http://schemas.microsoft.com/office/powerpoint/2010/main" val="21280568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517AFB-34DB-4230-BE34-ED73EFAB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979426-9542-4683-B38D-C27854A6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6ECB1-D5EF-4FF9-A98C-D30BBBDD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407C0B-3E3D-4030-831A-57BFA96A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8D5B68-73A4-4EBC-B072-D3A500C9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E575F0-F7B1-421A-9F8E-CC894D98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8ACA4E-33B3-4BBA-A6CE-9E9684D3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9A3927-60BC-4FD8-B865-93B8B960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32BD34-91F7-4CF0-B62E-6B160177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E5B38C-00DC-4C33-8E29-261E54D2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2625ED-9667-400A-B98E-701F4A84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EC1114-71A9-417D-BAAD-5F4446F8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061214-B983-4059-8C79-E5A192E3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Superconductivity: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Zero resistance state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Persistent current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Meissner effect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Critical temperature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209EF5-0C08-4B8A-8B28-03EAC9E7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APPLICATIONS | 1BPHYS102/202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C07C95-EACF-4FE9-BDFB-D49EC560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2/9</a:t>
            </a:r>
          </a:p>
        </p:txBody>
      </p:sp>
    </p:spTree>
    <p:extLst>
      <p:ext uri="{BB962C8B-B14F-4D97-AF65-F5344CB8AC3E}">
        <p14:creationId xmlns:p14="http://schemas.microsoft.com/office/powerpoint/2010/main" val="11344882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70E8C7-924B-49CD-8E87-A71997A0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01807-17DF-4F21-9CB7-095289F2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0BF36-50F6-46D1-AAAD-3C7D6A16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4E9495-4B1D-4A29-A4DD-A1E5120C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Superconductivity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780EA6-8A72-4225-B52F-582DE5EE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Zero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5A0199-B6C3-4ECD-B7A6-182F0780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resistance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FA8400-CD96-4AC0-97EB-F420F499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D3C954-AD0C-4147-97F7-5757DDFF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Persistent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E669AD-0B13-45AE-AB4A-26DD1316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current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D1ED57-3AE1-44CC-AD22-077A5075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Critical current (Silsbee Effect) - Derivation of expression of critical current for a cylindrical wire using ampere's law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Critical field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Formation of Cooper pairs - Mediation of phonons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Two -fluid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108A67-F30C-4E8D-A6BF-FFA249AE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APPLICATIONS | 1BPHYS102/202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97356C-888B-46A8-9796-84C191BD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3/9</a:t>
            </a:r>
          </a:p>
        </p:txBody>
      </p:sp>
    </p:spTree>
    <p:extLst>
      <p:ext uri="{BB962C8B-B14F-4D97-AF65-F5344CB8AC3E}">
        <p14:creationId xmlns:p14="http://schemas.microsoft.com/office/powerpoint/2010/main" val="2148803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CC38EA-B469-4044-BF4F-0F74AF6F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C0CC36-5FDB-4EF1-B784-50081D54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C8B838-837D-47F5-AD3D-539EE77E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8CE22-0CE6-4526-B78A-A6ABB890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Superconductivity: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Zero resistance state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Persistent current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Meissner effect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Critical temperature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Critical current (Silsbee Effect) - Derivation of expression of critical current for a cylindrical wire usi...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54093F-FB03-4644-B3AC-2BA22002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7B016F-F4A8-47DD-AEE7-CB83C55E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52C1FE-25A7-4751-BFA7-1AE6A282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EECB6F-8841-47A8-94DC-4234AF60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2E27B5-197C-4301-9879-41BC2100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FD714D-E9B2-45AF-AFB4-8054EB3F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48D3BD-40A8-41CE-BD4F-0BF67018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C0F30F-3901-4338-87B6-1733CDDC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D69375-9F03-47D9-8F4F-6BB148F8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FD5E28-DD20-4397-9350-F4A9FE8D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9595F4-77F8-4E98-88D5-CBAE37EE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C31772-9535-42ED-A7F3-14ABC774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20E5AA-2AD6-4B3E-B252-85E05B43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APPLICATIONS | 1BPHYS102/202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BE6EF2-2072-454A-B536-792F120B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4/9</a:t>
            </a:r>
          </a:p>
        </p:txBody>
      </p:sp>
    </p:spTree>
    <p:extLst>
      <p:ext uri="{BB962C8B-B14F-4D97-AF65-F5344CB8AC3E}">
        <p14:creationId xmlns:p14="http://schemas.microsoft.com/office/powerpoint/2010/main" val="8592862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187F51-50C8-491B-AE6C-779B4B1A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1DF9F5-85B7-4E2C-BD67-28BD786B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713C21-69A0-415B-8F6F-2F4B2BE1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66BB5-0409-49BA-9871-FC5547AB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18F817-4E65-41DF-8089-6ADA9F14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186DD8-1074-4B36-B0E9-5690AA8A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D08FE9-24B7-48C5-B398-B414C1A8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F4269E-5860-44AA-B053-7CDE9CD6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3836CF-EBDD-4814-AA9F-B8D5CD1E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8DB6F7-8AFE-443F-A786-669F059D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1154AD-A816-422A-91CE-F4D955AA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695039-45C3-4A48-8710-C11577E0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368499-D156-432A-8CD9-8061EBB5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321978-B7B6-4CEA-A152-DA5B1C94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APPLICATIONS | 1BPHYS102/202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172254-B706-415E-859D-9900720B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5/9</a:t>
            </a:r>
          </a:p>
        </p:txBody>
      </p:sp>
    </p:spTree>
    <p:extLst>
      <p:ext uri="{BB962C8B-B14F-4D97-AF65-F5344CB8AC3E}">
        <p14:creationId xmlns:p14="http://schemas.microsoft.com/office/powerpoint/2010/main" val="8645291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BCD799-F232-4AF9-80E5-2E194A7B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A4DF5-8556-47D4-9D9B-8454A2BF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7EFDE9-C0D9-4F69-871C-80CAA8AD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F2B6C2-7F6E-4805-A8CC-78AE0863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E2B553-110E-427C-B4D5-D30200BE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Superconductivity: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C6D4A-70A0-4F1B-AFF8-CF373353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Superconductivity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E3A7C5-BA03-47D8-A0E6-9015983F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65D098-518D-4F96-B5E7-11C3D17D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APPLICATIONS | 1BPHYS102/202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3C0689-7150-4C34-951C-C564102A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6/9</a:t>
            </a:r>
          </a:p>
        </p:txBody>
      </p:sp>
    </p:spTree>
    <p:extLst>
      <p:ext uri="{BB962C8B-B14F-4D97-AF65-F5344CB8AC3E}">
        <p14:creationId xmlns:p14="http://schemas.microsoft.com/office/powerpoint/2010/main" val="4672799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2860A4-8183-4F4B-967C-0399940D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64C633-C853-472A-A5FB-5E4F702F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ECE5E8-FEAC-4F8D-8EC2-9A307547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45A177-CBD9-4607-B3A0-7000B652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06D0B3-61FF-4BA5-9337-CDBCBEB2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Critical field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Formation of Cooper pairs - Mediation of phonons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Two -fluid model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BCS Theory - Phase coherent state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F093C1-0486-49E1-9C41-4B07026B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FAE648-99BA-4D63-8CD5-2457E7FF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D897E9-646D-4969-B220-5A477451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APPLICATIONS | 1BPHYS102/202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AB7220-80EC-469E-8938-5FB8BCCA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7/9</a:t>
            </a:r>
          </a:p>
        </p:txBody>
      </p:sp>
    </p:spTree>
    <p:extLst>
      <p:ext uri="{BB962C8B-B14F-4D97-AF65-F5344CB8AC3E}">
        <p14:creationId xmlns:p14="http://schemas.microsoft.com/office/powerpoint/2010/main" val="3104167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8463EB-B606-40A1-912C-810A0B71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8EF8F9-A2DB-4DA9-97C2-9FD446E4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48A431-7503-46E2-AA81-2B7DEB4E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19F3BD-1A3F-4D09-9F94-F82D54B0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CECBFB-055A-4AD1-82DC-88884943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7DCB5E-82C3-41A3-8D75-A511FC07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0A9657-47BB-49C9-A202-8E887C38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Superconductivity: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01C98F-DDBB-4F17-A071-B0BC84FE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67FCC5-D3EA-4966-9130-7C8C0EAD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0180A1-69BA-48B4-A26A-57058C01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Zero resistance state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79B3AF-A00E-4CEF-9191-3DFC1D88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0C2607-26DD-4602-9D51-A4D207DE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C2389B-797A-45E9-90FF-ED687756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Persistent current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169A8A-8E29-415F-8E4C-5C92F401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C11113-C6C6-42C7-AF3D-7A27EC4C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A645BC-F522-4417-8E24-E0235FA1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Meissner effect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329A4A-0987-4985-88EF-49D757A0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12B9D3-12DD-4EDF-A2D3-F17828DA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B91A99-C060-46B4-AEA1-C6BAE0F0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Critical temperature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8F6677-3467-46D4-9495-71F462B6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6E31C6-4ADC-4320-9745-53E10FDD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0BC0AE-51B5-44EF-9AC0-15461667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Critical current (Silsbee Effect) - Derivation of expression of critical current for a cylindri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E88D38-2E9C-4ACC-B5FE-697FFF58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0BF2E6-17B5-4891-B80B-03C1AC36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A0DCE0-8EB8-4D60-B5AA-120C1B70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Critical field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ED12D1-05F7-4AA7-AB20-3A580A68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CCC55C-E5F7-4883-8372-69305ED8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45916B-C153-4C03-9371-B48FDFC1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APPLICATIONS | 1BPHYS102/202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62EF08-06C1-4573-9E2B-1AE947BE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8/9</a:t>
            </a:r>
          </a:p>
        </p:txBody>
      </p:sp>
    </p:spTree>
    <p:extLst>
      <p:ext uri="{BB962C8B-B14F-4D97-AF65-F5344CB8AC3E}">
        <p14:creationId xmlns:p14="http://schemas.microsoft.com/office/powerpoint/2010/main" val="217625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88F4E8-3702-4CD8-B10B-F066F694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8B83D6-0E76-4735-8ACA-75DD2BDA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57296E-99C0-4855-A55F-093D4116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620DD1-1A0F-47EA-9F61-1C7BC251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Superconductivity, Zero, resistance, state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A84460-AFE3-4E09-8E9E-5A331ECB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0E7F91-DF35-4C1C-8943-6910C530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71916E-C38D-41EB-958E-BB95CB74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APPLICATIONS | 1BPHYS102/202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B7EF1B-11C4-4432-8E5B-380A0962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9/9</a:t>
            </a:r>
          </a:p>
        </p:txBody>
      </p:sp>
    </p:spTree>
    <p:extLst>
      <p:ext uri="{BB962C8B-B14F-4D97-AF65-F5344CB8AC3E}">
        <p14:creationId xmlns:p14="http://schemas.microsoft.com/office/powerpoint/2010/main" val="12062242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2026-08-24T06:38:54.3010000Z</dcterms:created>
  <dcterms:modified xsi:type="dcterms:W3CDTF">2026-08-24T06:38:54.3010000Z</dcterms:modified>
</coreProperties>
</file>