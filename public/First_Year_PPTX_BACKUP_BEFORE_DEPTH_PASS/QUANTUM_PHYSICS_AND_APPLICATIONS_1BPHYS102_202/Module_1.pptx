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dc46974794a2a" /><Relationship Type="http://schemas.openxmlformats.org/officeDocument/2006/relationships/extended-properties" Target="/docProps/app.xml" Id="R6ab295481d6b41b2" /><Relationship Type="http://schemas.openxmlformats.org/officeDocument/2006/relationships/officeDocument" Target="/ppt/presentation.xml" Id="R903125cab51b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1b1e34ac5a489f"/>
  </p:sldMasterIdLst>
  <p:notesMasterIdLst>
    <p:notesMasterId xmlns:r="http://schemas.openxmlformats.org/officeDocument/2006/relationships" r:id="R1fa157bff05f46ab"/>
  </p:notesMasterIdLst>
  <p:sldIdLst>
    <p:sldId xmlns:r="http://schemas.openxmlformats.org/officeDocument/2006/relationships" id="256" r:id="Rab8c8c1bdd00419c"/>
    <p:sldId xmlns:r="http://schemas.openxmlformats.org/officeDocument/2006/relationships" id="257" r:id="R77e0cd54616446d4"/>
    <p:sldId xmlns:r="http://schemas.openxmlformats.org/officeDocument/2006/relationships" id="258" r:id="R359ef95f48f44124"/>
    <p:sldId xmlns:r="http://schemas.openxmlformats.org/officeDocument/2006/relationships" id="259" r:id="R66c4f702a67449ed"/>
    <p:sldId xmlns:r="http://schemas.openxmlformats.org/officeDocument/2006/relationships" id="260" r:id="Rebead317ba99444f"/>
    <p:sldId xmlns:r="http://schemas.openxmlformats.org/officeDocument/2006/relationships" id="261" r:id="R9dd3e56553464572"/>
    <p:sldId xmlns:r="http://schemas.openxmlformats.org/officeDocument/2006/relationships" id="262" r:id="Ra7a204ff185949f5"/>
    <p:sldId xmlns:r="http://schemas.openxmlformats.org/officeDocument/2006/relationships" id="263" r:id="Rbf9e6613028a4419"/>
    <p:sldId xmlns:r="http://schemas.openxmlformats.org/officeDocument/2006/relationships" id="264" r:id="Re9a848d2cd284f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53a5e0a1b84f8e" /><Relationship Type="http://schemas.openxmlformats.org/officeDocument/2006/relationships/slideMaster" Target="/ppt/slideMasters/slideMaster1.xml" Id="Ref1b1e34ac5a489f" /><Relationship Type="http://schemas.openxmlformats.org/officeDocument/2006/relationships/notesMaster" Target="/ppt/notesMasters/notesMaster1.xml" Id="R1fa157bff05f46ab" /><Relationship Type="http://schemas.openxmlformats.org/officeDocument/2006/relationships/presProps" Target="/ppt/presProps.xml" Id="R27fc900c27b34f54" /><Relationship Type="http://schemas.openxmlformats.org/officeDocument/2006/relationships/tableStyles" Target="/ppt/tableStyles.xml" Id="Rc787060d608f4694" /><Relationship Type="http://schemas.openxmlformats.org/officeDocument/2006/relationships/slide" Target="/ppt/slides/slide1.xml" Id="Rab8c8c1bdd00419c" /><Relationship Type="http://schemas.openxmlformats.org/officeDocument/2006/relationships/slide" Target="/ppt/slides/slide2.xml" Id="R77e0cd54616446d4" /><Relationship Type="http://schemas.openxmlformats.org/officeDocument/2006/relationships/slide" Target="/ppt/slides/slide3.xml" Id="R359ef95f48f44124" /><Relationship Type="http://schemas.openxmlformats.org/officeDocument/2006/relationships/slide" Target="/ppt/slides/slide4.xml" Id="R66c4f702a67449ed" /><Relationship Type="http://schemas.openxmlformats.org/officeDocument/2006/relationships/slide" Target="/ppt/slides/slide5.xml" Id="Rebead317ba99444f" /><Relationship Type="http://schemas.openxmlformats.org/officeDocument/2006/relationships/slide" Target="/ppt/slides/slide6.xml" Id="R9dd3e56553464572" /><Relationship Type="http://schemas.openxmlformats.org/officeDocument/2006/relationships/slide" Target="/ppt/slides/slide7.xml" Id="Ra7a204ff185949f5" /><Relationship Type="http://schemas.openxmlformats.org/officeDocument/2006/relationships/slide" Target="/ppt/slides/slide8.xml" Id="Rbf9e6613028a4419" /><Relationship Type="http://schemas.openxmlformats.org/officeDocument/2006/relationships/slide" Target="/ppt/slides/slide9.xml" Id="Re9a848d2cd28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f79c8bb374e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57677e7e34200" /><Relationship Type="http://schemas.openxmlformats.org/officeDocument/2006/relationships/notesMaster" Target="/ppt/notesMasters/notesMaster1.xml" Id="R55e604874a9843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3749cb2314202" /><Relationship Type="http://schemas.openxmlformats.org/officeDocument/2006/relationships/notesMaster" Target="/ppt/notesMasters/notesMaster1.xml" Id="R4fb127266f4942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2c548c88b4d6e" /><Relationship Type="http://schemas.openxmlformats.org/officeDocument/2006/relationships/notesMaster" Target="/ppt/notesMasters/notesMaster1.xml" Id="Rc63173067a4f4d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49ba002b954231" /><Relationship Type="http://schemas.openxmlformats.org/officeDocument/2006/relationships/notesMaster" Target="/ppt/notesMasters/notesMaster1.xml" Id="R945d3e9a18014a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c3089015224ad4" /><Relationship Type="http://schemas.openxmlformats.org/officeDocument/2006/relationships/notesMaster" Target="/ppt/notesMasters/notesMaster1.xml" Id="R435bdf1e70294d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74095ad794ff7" /><Relationship Type="http://schemas.openxmlformats.org/officeDocument/2006/relationships/notesMaster" Target="/ppt/notesMasters/notesMaster1.xml" Id="R834d500dca7b4b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673e5a7b524d5b" /><Relationship Type="http://schemas.openxmlformats.org/officeDocument/2006/relationships/notesMaster" Target="/ppt/notesMasters/notesMaster1.xml" Id="R252d80708dfd43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2526ad769c4063" /><Relationship Type="http://schemas.openxmlformats.org/officeDocument/2006/relationships/notesMaster" Target="/ppt/notesMasters/notesMaster1.xml" Id="Re6deed81e3ff44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ae02ed98fd47bf" /><Relationship Type="http://schemas.openxmlformats.org/officeDocument/2006/relationships/notesMaster" Target="/ppt/notesMasters/notesMaster1.xml" Id="R1a8d9bf641914d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c41c507fe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04019cd63746c5" /><Relationship Type="http://schemas.openxmlformats.org/officeDocument/2006/relationships/slideLayout" Target="/ppt/slideLayouts/slideLayout1.xml" Id="R59abdb9a8d1643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bdb9a8d1643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49a23c62e47cd" /><Relationship Type="http://schemas.openxmlformats.org/officeDocument/2006/relationships/notesSlide" Target="/ppt/notesSlides/notesSlide1.xml" Id="Rbd393e267b49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e0bfd88b442d4" /><Relationship Type="http://schemas.openxmlformats.org/officeDocument/2006/relationships/notesSlide" Target="/ppt/notesSlides/notesSlide2.xml" Id="Rc9ce3cb73ebb42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fa725817e48b0" /><Relationship Type="http://schemas.openxmlformats.org/officeDocument/2006/relationships/notesSlide" Target="/ppt/notesSlides/notesSlide3.xml" Id="R73b7df5948734c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ef69a4c71435f" /><Relationship Type="http://schemas.openxmlformats.org/officeDocument/2006/relationships/notesSlide" Target="/ppt/notesSlides/notesSlide4.xml" Id="R5c231547925345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32abed4ca4914" /><Relationship Type="http://schemas.openxmlformats.org/officeDocument/2006/relationships/notesSlide" Target="/ppt/notesSlides/notesSlide5.xml" Id="R829b655b994e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7ee9aca464eb4" /><Relationship Type="http://schemas.openxmlformats.org/officeDocument/2006/relationships/notesSlide" Target="/ppt/notesSlides/notesSlide6.xml" Id="Re2a92df4350545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451f4d1834775" /><Relationship Type="http://schemas.openxmlformats.org/officeDocument/2006/relationships/notesSlide" Target="/ppt/notesSlides/notesSlide7.xml" Id="R5a157cb267ad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6869003974636" /><Relationship Type="http://schemas.openxmlformats.org/officeDocument/2006/relationships/notesSlide" Target="/ppt/notesSlides/notesSlide8.xml" Id="R59cf64f2d952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0e0c69f194afc" /><Relationship Type="http://schemas.openxmlformats.org/officeDocument/2006/relationships/notesSlide" Target="/ppt/notesSlides/notesSlide9.xml" Id="R8dbab54fe09c48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69464-95E3-4087-8635-DF6E71B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7FF29-A827-4A95-A1C8-DB59BC6C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Quantum Mechanics: de Broglie Hypothesis, Heisenberg's Uncertainty Principle and its application (Broadneing of Spectral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C6508-C2AB-4397-8E56-71E8E68B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71CC7-D04B-4536-B9FA-B9E363B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F6C0F-227A-4BAE-AA52-D6256CBF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B5F65-5512-4400-889C-348D804F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D5076-D8E1-4CBD-9BE4-55BDD4D6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1198D-8CEF-43EA-9A1D-6B582683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1F568-FDA8-4C44-9DC6-549669B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143D5-19AE-44E6-804D-310CB86C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53BF5-F6FD-4CFC-BCF9-097F6DE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8121C-F9EC-4695-9348-948C59E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64F6D-98AC-4CA9-B62A-39AD94C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29E8C-E698-4C6E-A295-1D6D90A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8A5DF-95FB-4119-9597-730B7295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825175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D99D3-5744-4348-B2FD-98EA3B73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C4337-CB10-4F1B-AC6C-4AA581F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CC1BD-D9BA-4B9D-BB0B-58FE95D4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CE510-2B0D-4B9D-8996-B06C37D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32C38-792A-460F-AA0E-D4EBCB55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26F69-44CD-42C9-8F01-9C209D0F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5E863-72A9-46A4-9F91-04E986D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A6BB8-D81C-4967-945B-6F75582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64194-4969-4E83-91C9-1BA9184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A900D-7D5F-4A9C-A2F2-A568945E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13023-46A7-41D4-BC15-5C01A9BF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9EBE9-7B3A-4500-A2D6-1ADF63B4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F65D0-0BD8-4F3D-BB7D-C73CF6D4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Quantum Mechanics: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 Broglie Hypothesis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Heisenberg's Uncertainty Principle and its application (Broadneing of Spectral Lines)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 of Complementarity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Wave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13DCE-6353-4331-AAFF-308DDD5B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5BB9F-05D6-4D52-8764-50F598D0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835216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6402E-ABFF-4DA1-BC6B-63C7ED80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D0743-0EFF-4B76-9CD6-F7236C60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1A4AE-6369-4DBD-9818-832381D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6CAA0-9514-4362-AB01-5962B9DD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Quantum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61909-0325-4D35-8E97-0BE0F2A3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9795F-E253-4F14-A803-099EC897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Broglie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94F02-1D4C-4FEA-95A9-C45E7585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DDE69-B62D-4158-9389-73214AB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Heisenberg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18979-1477-4647-A2ED-2C867798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7F955-EF55-4EC1-B553-E54820C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Time independent Schrödinger wave equation (Derivation)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Physical significance of a wave function and Born Interpretation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Expectation value and its physical significance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Eigen functions and Eigen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6FA49-B611-415E-A30C-14729C5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716CF-66D8-4B85-B721-A5F6F14F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096205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CF1D3-CBFC-4BCC-9828-8805F61B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5BCD7-FF67-49C3-9C50-6CB87F3F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6B8EF-FCD0-48DF-9F67-19D7F1E2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433F7-560F-4408-8336-8CFE7E2F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Quantum Mechanics: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 Broglie Hypothesis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Heisenberg's Uncertainty Principle and its application (Broadneing of Spectral Lines)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of Complementarity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Wave Function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Time independent Schrödinger wave equation (Derivation)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2ED2B-F0AB-483E-B0A3-D4F26EDD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28C13-062C-4723-A079-572FB150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F51FA-8BEB-4A55-8320-815FE28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C9F2E-9A81-445E-9D00-4E8E7417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AEF5A-D65C-4E84-918E-96F0239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596C2-B821-471A-BB09-F2184AE9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FC4F4-A244-4B8C-BAD1-5B81728D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AA2C-8E81-4B17-9AF6-F7AE6593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1A949-AD2A-453D-B5E7-223E9E65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D6373-B111-4822-9DB4-8B7D2AAA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EE05F-994B-4E3B-BAA9-CDAF5493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4116E-47D9-4C38-B516-9FED2546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FF375-E9FB-4B97-B556-F977EF8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68FDB-1883-479D-B717-CBEA737B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964705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B3DEE-83FF-415E-8325-635B3AFB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5F560-4BA3-47F5-A53B-DC1F25BE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629CB-8C5B-4F5C-AE89-6424F83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2B80D-5A33-44F2-9854-AE517147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1DEF5-F583-43E3-A2AF-ADE1DF7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6DF17-3DE6-496C-A7B2-F60D9CB1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1AF42-8E3F-4CE8-AAFD-737C619D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1A90D-1F7D-4CD9-B396-79DCE773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9E7E0-CD5A-4588-9F19-808E5AE6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5765F-16BD-4762-B88A-70733634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07731-25F5-41F3-ADAC-2D6F5726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E503A-6AB0-494B-9E1B-1B9DC533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F8845-3DF6-4696-91A5-8F1EE13A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7EAC2-3779-4341-AD0A-241D9D3A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A38AF-18C9-4657-8109-D12BE8E1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202790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25DF9-881B-4652-8773-43B6627E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FDA94-C07F-40C3-8038-28587263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3088D-9925-44C3-8E28-06B3344A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CB06E-E22F-4F10-AB88-CD9AF75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8E082-3462-48F5-A0B3-7C072D09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Quantum Mechanics: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5D2E8-2369-4873-BE6A-CB63814C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Quantum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529E1-429D-4644-981E-75C38545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D540A-C4E5-402D-A523-032572A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E1F9C-35FA-4A46-B21A-674CB83D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98140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FA9AD-E7E0-4EF5-BF9C-A328958B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6B468-897A-450C-8504-09112BDA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45EA9-F446-47BC-BBBB-73B1A018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2F264-9B61-423A-8F8F-FE4C3B63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E97E6-0AE1-4D9B-A653-00D64C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Physical significance of a wave function and Born Interpretation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Expectation value and its physical significance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Eigen functions and Eigen values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Particle inside one dimensional infinite potential well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4FA52-3CC7-4C59-8BAB-BBBE25D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7888E-6255-45B4-BAB8-894B1ACD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A58AC-8E69-4082-9788-68D3684B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DF66A-3AB0-4322-BD54-26534A46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2140431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A9E248-4D2A-4451-8D8E-1554135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A81D-87A0-4585-BA31-42452A5C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A6A4A-FC9C-4B00-B458-4EA5FE0C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57FE2-1B61-4B64-A0E6-7A6FA1FC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854FD-5AA8-41AE-B971-5A8C0AE9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D58CF-7FB4-451A-8DF7-A9ABD2C3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5824F-44BB-4BB8-B9D7-AA36340A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Quantum Mechanics: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F06CE-ACBB-4F11-9CDF-95998C45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315EB-5090-491A-9D25-7DD6E48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E8787-5C20-406C-955A-F646BA5C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 Broglie 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9B14E-414B-4E21-B42B-88F2ABDF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4D002-5850-4BCC-B92C-879509A9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FE27E-2D0C-4FCE-B7AD-D848D5E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Heisenberg's Uncertainty Principle and its application (Broadneing of Spectral Lines)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3D92D-0DA0-447C-91E2-E9A3162F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802D4-3A3E-4D61-A037-9E1B18B0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8DC8E-17D0-47CA-91F9-BA2A15B4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 of Complementarity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E1938-9E2E-410E-9C1C-F00CFF3A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DA78B-D401-42EB-9AEC-04496B5A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49A0E-7585-4D5A-B55F-92F31527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Wave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CC6FD-0E12-4320-9A1E-095DA2F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555CA-F301-4464-BAD6-E186D1A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BAFC4-E0AD-41ED-BCEC-E38E53B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Time independent Schrödinger wave equation (Derivation)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27D2F-7668-4E37-8313-DD5E0E08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F1084-A3DB-4BF3-9A2E-1D988D8C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32E02-C9E4-442B-85B9-56AD3E74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Physical significance of a wave function and Born 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60094-C101-443B-9BAE-0DBC2ED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F926F-FA6F-42A5-B5D1-38AE3910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4415E-12CB-4107-9F95-86A13F51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4F3996-A5D9-4D15-AFCA-B037E44F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474667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2FEC1-C442-42F9-B3F9-A7AD2522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15FD1-76DB-45C5-AD14-239AC26C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D06E0-1E97-42EA-AD6B-CD951F16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85ABB-58BF-4369-9FB7-AB590750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Quantum, Mechanics, Broglie, Hypothesis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1188A-F4EC-49B0-A5A7-4AD916AF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4DD15-2DEB-4FB6-9379-FEB417F5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BA7C7-3DC3-4AE7-BC06-BBB22DC1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6D8E6-B16A-4B7C-B98C-BAA7668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442149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2026-08-24T06:38:54.1840000Z</dcterms:created>
  <dcterms:modified xsi:type="dcterms:W3CDTF">2026-08-24T06:38:54.1840000Z</dcterms:modified>
</coreProperties>
</file>