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3d467532164d85" /><Relationship Type="http://schemas.openxmlformats.org/officeDocument/2006/relationships/extended-properties" Target="/docProps/app.xml" Id="Rf9478d126e7a4062" /><Relationship Type="http://schemas.openxmlformats.org/officeDocument/2006/relationships/officeDocument" Target="/ppt/presentation.xml" Id="Ree9e503205b64e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25a81cb4c64cb8"/>
  </p:sldMasterIdLst>
  <p:notesMasterIdLst>
    <p:notesMasterId xmlns:r="http://schemas.openxmlformats.org/officeDocument/2006/relationships" r:id="R77db1cb9bc124b04"/>
  </p:notesMasterIdLst>
  <p:sldIdLst>
    <p:sldId xmlns:r="http://schemas.openxmlformats.org/officeDocument/2006/relationships" id="256" r:id="Rd668d332313d499e"/>
    <p:sldId xmlns:r="http://schemas.openxmlformats.org/officeDocument/2006/relationships" id="257" r:id="Rc9e7544316794fed"/>
    <p:sldId xmlns:r="http://schemas.openxmlformats.org/officeDocument/2006/relationships" id="258" r:id="Ra5c1c0ac5a1b4c4f"/>
    <p:sldId xmlns:r="http://schemas.openxmlformats.org/officeDocument/2006/relationships" id="259" r:id="Rd3172e95a636407b"/>
    <p:sldId xmlns:r="http://schemas.openxmlformats.org/officeDocument/2006/relationships" id="260" r:id="R72a8fed388cb40a5"/>
    <p:sldId xmlns:r="http://schemas.openxmlformats.org/officeDocument/2006/relationships" id="261" r:id="R4a5d384724c342fd"/>
    <p:sldId xmlns:r="http://schemas.openxmlformats.org/officeDocument/2006/relationships" id="262" r:id="R2c210a4a19fe4002"/>
    <p:sldId xmlns:r="http://schemas.openxmlformats.org/officeDocument/2006/relationships" id="263" r:id="R728c11ea42a246cf"/>
    <p:sldId xmlns:r="http://schemas.openxmlformats.org/officeDocument/2006/relationships" id="264" r:id="R78477c54a1f046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e111a2ecd9422a" /><Relationship Type="http://schemas.openxmlformats.org/officeDocument/2006/relationships/slideMaster" Target="/ppt/slideMasters/slideMaster1.xml" Id="Ra925a81cb4c64cb8" /><Relationship Type="http://schemas.openxmlformats.org/officeDocument/2006/relationships/notesMaster" Target="/ppt/notesMasters/notesMaster1.xml" Id="R77db1cb9bc124b04" /><Relationship Type="http://schemas.openxmlformats.org/officeDocument/2006/relationships/presProps" Target="/ppt/presProps.xml" Id="Rd088d27eb3044d42" /><Relationship Type="http://schemas.openxmlformats.org/officeDocument/2006/relationships/tableStyles" Target="/ppt/tableStyles.xml" Id="R8b93db29c5714b05" /><Relationship Type="http://schemas.openxmlformats.org/officeDocument/2006/relationships/slide" Target="/ppt/slides/slide1.xml" Id="Rd668d332313d499e" /><Relationship Type="http://schemas.openxmlformats.org/officeDocument/2006/relationships/slide" Target="/ppt/slides/slide2.xml" Id="Rc9e7544316794fed" /><Relationship Type="http://schemas.openxmlformats.org/officeDocument/2006/relationships/slide" Target="/ppt/slides/slide3.xml" Id="Ra5c1c0ac5a1b4c4f" /><Relationship Type="http://schemas.openxmlformats.org/officeDocument/2006/relationships/slide" Target="/ppt/slides/slide4.xml" Id="Rd3172e95a636407b" /><Relationship Type="http://schemas.openxmlformats.org/officeDocument/2006/relationships/slide" Target="/ppt/slides/slide5.xml" Id="R72a8fed388cb40a5" /><Relationship Type="http://schemas.openxmlformats.org/officeDocument/2006/relationships/slide" Target="/ppt/slides/slide6.xml" Id="R4a5d384724c342fd" /><Relationship Type="http://schemas.openxmlformats.org/officeDocument/2006/relationships/slide" Target="/ppt/slides/slide7.xml" Id="R2c210a4a19fe4002" /><Relationship Type="http://schemas.openxmlformats.org/officeDocument/2006/relationships/slide" Target="/ppt/slides/slide8.xml" Id="R728c11ea42a246cf" /><Relationship Type="http://schemas.openxmlformats.org/officeDocument/2006/relationships/slide" Target="/ppt/slides/slide9.xml" Id="R78477c54a1f046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821c37eb1242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7ecb1845b6469c" /><Relationship Type="http://schemas.openxmlformats.org/officeDocument/2006/relationships/notesMaster" Target="/ppt/notesMasters/notesMaster1.xml" Id="R967412aa35f644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3ad5913fc54506" /><Relationship Type="http://schemas.openxmlformats.org/officeDocument/2006/relationships/notesMaster" Target="/ppt/notesMasters/notesMaster1.xml" Id="R8f8a57f7a0664f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e220c5fdc2426b" /><Relationship Type="http://schemas.openxmlformats.org/officeDocument/2006/relationships/notesMaster" Target="/ppt/notesMasters/notesMaster1.xml" Id="Rf467cdf730a948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5d523cf8b24b82" /><Relationship Type="http://schemas.openxmlformats.org/officeDocument/2006/relationships/notesMaster" Target="/ppt/notesMasters/notesMaster1.xml" Id="R928a90680dbf42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a562eaca13484e" /><Relationship Type="http://schemas.openxmlformats.org/officeDocument/2006/relationships/notesMaster" Target="/ppt/notesMasters/notesMaster1.xml" Id="R5691794a29f646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2159a2b3db4188" /><Relationship Type="http://schemas.openxmlformats.org/officeDocument/2006/relationships/notesMaster" Target="/ppt/notesMasters/notesMaster1.xml" Id="R3b8cd21876d14a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91b30c202e4c6e" /><Relationship Type="http://schemas.openxmlformats.org/officeDocument/2006/relationships/notesMaster" Target="/ppt/notesMasters/notesMaster1.xml" Id="Rdb906487fb1441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e6b3d7160647b6" /><Relationship Type="http://schemas.openxmlformats.org/officeDocument/2006/relationships/notesMaster" Target="/ppt/notesMasters/notesMaster1.xml" Id="Rfac721be80a147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c28a9b4fff4cdb" /><Relationship Type="http://schemas.openxmlformats.org/officeDocument/2006/relationships/notesMaster" Target="/ppt/notesMasters/notesMaster1.xml" Id="Re0a229c0f97546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7a87809f6846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c18398c0454619" /><Relationship Type="http://schemas.openxmlformats.org/officeDocument/2006/relationships/slideLayout" Target="/ppt/slideLayouts/slideLayout1.xml" Id="R63717211806147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717211806147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1cd3131f14cfb" /><Relationship Type="http://schemas.openxmlformats.org/officeDocument/2006/relationships/notesSlide" Target="/ppt/notesSlides/notesSlide1.xml" Id="R00c53652a69d4b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472b23c5e441f" /><Relationship Type="http://schemas.openxmlformats.org/officeDocument/2006/relationships/notesSlide" Target="/ppt/notesSlides/notesSlide2.xml" Id="R4a391f98e8eb45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351ea8f614b45" /><Relationship Type="http://schemas.openxmlformats.org/officeDocument/2006/relationships/notesSlide" Target="/ppt/notesSlides/notesSlide3.xml" Id="R19910f6d00c442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769c9eb8949d5" /><Relationship Type="http://schemas.openxmlformats.org/officeDocument/2006/relationships/notesSlide" Target="/ppt/notesSlides/notesSlide4.xml" Id="R4e8297457c3644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0735de0b14c19" /><Relationship Type="http://schemas.openxmlformats.org/officeDocument/2006/relationships/notesSlide" Target="/ppt/notesSlides/notesSlide5.xml" Id="R6f14ecacba3f44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e741f5a1d4e13" /><Relationship Type="http://schemas.openxmlformats.org/officeDocument/2006/relationships/notesSlide" Target="/ppt/notesSlides/notesSlide6.xml" Id="Rae482e81864e42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0cb0fbbab49b3" /><Relationship Type="http://schemas.openxmlformats.org/officeDocument/2006/relationships/notesSlide" Target="/ppt/notesSlides/notesSlide7.xml" Id="R868b546bb45f49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3a295ac63430a" /><Relationship Type="http://schemas.openxmlformats.org/officeDocument/2006/relationships/notesSlide" Target="/ppt/notesSlides/notesSlide8.xml" Id="Racc819a0d4034f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7802b575546db" /><Relationship Type="http://schemas.openxmlformats.org/officeDocument/2006/relationships/notesSlide" Target="/ppt/notesSlides/notesSlide9.xml" Id="R339c31221b1e46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81534D-F620-4FBD-9CAF-A9FCF38A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F5AD7-3481-4248-9A25-F876247F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Module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D4D4E-4772-4584-9530-0A23948B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BUILDING SCIENCE AND MECHANICS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1BESC104A/204A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0E557-96CB-426A-9D42-BE805A44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Centroid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168AF-D670-4C23-9564-65D3C937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5D180-BE33-43BA-8A16-ED1FCCE8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Plane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7E58F-2C87-442E-9BD6-DA11ACB4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70F71-7597-4C3A-BF43-589EC08A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areas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834FD9-7199-41FC-B868-1FBBC7FA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9E425C-8AC7-4277-9951-3F5E16D7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Locating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E8A49-F0AA-46CE-828F-AF50D2A5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F0290-B627-4CDC-BAD0-BD297D12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rectangle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AAB31-6B90-4A10-AAAD-D1CA5CDE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D602A-2AD3-4532-89A5-356412B1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141AB9-D0E9-4464-B1F0-2DDC9BE0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17333100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AAA57D-9210-4109-A1BD-1228D1D6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A1876F-BA62-4406-8114-AD435F9B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042F4-CDE4-4FE7-8438-44CB5A8C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84C0D-B2F8-4FC5-96D4-A3815D12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A677C-8EDA-4ED9-9E5B-4E7E52BD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98B7C0-903D-43A1-9763-F6207012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9B506-1335-48B1-8C50-7D06DE31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EE173-6F38-45E8-9856-CBCD9855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D39171-E6BA-4F89-BE55-5F10661B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59A15-040F-4605-916F-E7A44912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00A1F-670E-4B30-8C84-B5243D4A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B60F5-ABC8-4531-BAFB-C8880249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A45235-DD1F-4F06-945B-DCF36520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(08 Hours) Centroid of Plane areas: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Locating the centroid of rectangle, triangle, circle, semicircle and quadrant of a circle using method of integration, centroid of composite areas and simple built up sections: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Numerical examples.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0A0ECD-4B53-46E4-B26F-9B061187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C3AD4-979E-4053-B3DA-5AF9BABB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8458813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654DC-8203-4248-A463-1A99424E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7F0A9-3F3B-4E13-A74F-425733C2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C5937-0EFC-4020-A645-DBF84799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69FB3-24A2-43AE-B926-DF09DA65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Centroid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08AC8-A29C-46E9-A3F3-7929C079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Plane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707F1-F56D-4065-9D01-013A417D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areas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B4DB2-6617-4BED-BD19-CC04E0AF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Locating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138FD-882B-4AB1-A57F-F4CF9090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rectangle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6316A-01E8-4057-820C-DEAC38EA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triangle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1D4EA-7FBE-453C-8F1F-95C20325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304B9-392E-400E-9633-38CF56A0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7C5B06-B90A-4D2B-B47E-3527A918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10887514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CDE7E6-A4B9-4ABD-9A9C-69B6B28E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5AE74-46E6-457A-A5C2-60BFCB60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63A6C-37F1-46C3-BF22-54906BE2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9DEEB-3F3F-4CB1-A1EB-B07D7888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(08 Hours) Centroid of Plane areas: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Locating the centroid of rectangle, triangle, circle, semicircle and quadrant of a circle using method of i...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Numerical examples.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A9AA9-FDB3-40E4-87B1-9E5935F7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2E63B-274A-401A-80B6-CD863D73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9867D-83BB-4406-83BB-97317F50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Centroid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04B1E-159E-478B-8E5A-68AE7022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74181-09E1-41B2-92BB-189A8B63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Plane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D71EA-7D20-4F60-A2A4-B2E1C4F8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A969FB-DC53-4DA9-B7EB-75096457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areas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93C922-C938-479A-8828-6BEFBB21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A24C8-EC5E-461A-93DE-A0E1D8B5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Locating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11A75D-CDAD-4D55-9B21-437CF8C7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5AA257-2D89-4682-AC2A-FDF2DAC5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rectangle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E53DD6-3833-4EB6-8C4A-7B5D444A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D6F7EF-3FB1-486E-B327-333B3D08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949486-8A27-406B-890E-0A893DF6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3350832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F69151-3C37-4AEF-BD4F-7F46EA6D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5FE3E-B0D0-4DF1-B39E-498E18C3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1F68F-B7F5-4017-96F7-169D1FC6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EF672-1F42-4530-B1EB-F27C7829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7338E-51E6-48DA-8486-A98B0026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73198-72D7-4E81-8621-89BADBF1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1A7203-AD1F-42FD-9358-D86DBC9F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1F557-5654-4376-8891-445F322D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E78ED-B04F-4CF1-96C4-6432993C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B6BFC5-9AD4-45E1-924B-F3064740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8FEC5-5D97-4A25-B77C-16AC0176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4BB8C-F893-459B-88E5-7406A12B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BAB661-2EC7-4FC7-B851-80B851D7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3B44CB-CDF4-4978-8DF2-C6740D7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8607E6-DE8F-4471-AD78-031C50DD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13203162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14E829-3DA6-401E-B6EA-EC87C3D8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F559D-A1CB-49D9-B09C-9FDFCAD8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C410B-CDC3-4612-9FE0-41049B25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1F116-4902-4F3B-90E1-7098D619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971895-906F-4304-B49C-69A4B337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(08 Hours) Centroid of Plane areas: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BFFB5-7951-4F31-A1AF-1D2BBA1B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Centroid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5B4C0-0CB1-4F5C-B62D-0C061C0C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E7157-0CAB-4BC6-A0F3-FE6C988E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D0A5D-BDA2-4397-9E50-62466EF8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15620903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232EA-117A-48DA-819A-D3B9F062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04A68-DE84-4D15-8B1C-410C84E3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43796-5BBC-43DE-ACB1-0BEF913E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EDE72-1C4B-4B6A-891E-F7051518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D7EE1-AB1F-4EE1-B0A3-10DEA124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Use the concept in engineering analysis.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Relate the method to design, measurement, communication, or decision-making.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13DAB-0936-49B0-829E-1101F42E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5B559-6B77-49B2-A553-A65A9BBD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7EED2-D400-4AE3-9EAF-C9829327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8FA5C-E1B6-41DA-9994-4B989C00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4719990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B751CB-9151-4120-8DAF-44F9124A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04EFA-B9B0-441C-9967-C337C1CF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E1A56-1562-44E0-B177-F0AAC776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8FF78-CF82-40A7-B4C7-14BAD502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073CE-5E83-4952-985D-C9D9D818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4DFA7E-BFA2-4CC4-9D4D-9CE72E2E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3F08D-EE8B-4BAE-9454-2485B0E4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(08 Hours) Centroid of Plane areas: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8AE559-8CDF-49CB-89FA-4346E1E0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73C7F-8294-4D03-9589-983D0398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ECEB9-A44E-4910-957B-FFC879D0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83CAD1-285A-4FCE-8EAE-E48DFD48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254246-A392-4E95-A09A-ACB1ABB8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897AC-B4E2-4286-9403-D617E671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Locating the centroid of rectangle, triangle, circle, semicircle and quadrant of a circle using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F665D9-4312-4577-B37D-77D72218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19423B-981C-4F94-A261-408AA6F1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B0A338-CDED-4597-A098-6CC66D13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Numerical examples.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2AC70D-D6BA-4FE4-9C55-B4E3F1BD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015647-0546-43C9-B026-2E0F869B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7ED6FB-0F1E-4EFE-9D77-015700E0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365EA4-B3ED-4505-A170-DF141641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18095327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C795C-0274-49D7-8C98-4EE7313D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7AF68-0B39-4019-8F7A-033BEBB0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9DA7F-2572-403A-B20F-7E7B34C5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69D79-CBCE-47B6-A108-39ECD0E5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Centroid, Plane, areas, Locating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8D794-0AB6-4D1F-9F67-BA18D6C8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DFD04-9C1A-44DF-A740-0F16F24F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0FBFA-552E-4013-8777-25B5AE06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58811-088E-471B-9E35-068307B5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15246784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2026-08-24T06:38:47.8020000Z</dcterms:created>
  <dcterms:modified xsi:type="dcterms:W3CDTF">2026-08-24T06:38:47.8020000Z</dcterms:modified>
</coreProperties>
</file>