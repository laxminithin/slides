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d9bc1978394db2" /><Relationship Type="http://schemas.openxmlformats.org/officeDocument/2006/relationships/extended-properties" Target="/docProps/app.xml" Id="R5f1ca697cfc549d0" /><Relationship Type="http://schemas.openxmlformats.org/officeDocument/2006/relationships/officeDocument" Target="/ppt/presentation.xml" Id="R54591f2a07be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ad183e12247d5"/>
  </p:sldMasterIdLst>
  <p:notesMasterIdLst>
    <p:notesMasterId xmlns:r="http://schemas.openxmlformats.org/officeDocument/2006/relationships" r:id="R1056eddd72534107"/>
  </p:notesMasterIdLst>
  <p:sldIdLst>
    <p:sldId xmlns:r="http://schemas.openxmlformats.org/officeDocument/2006/relationships" id="256" r:id="R2496545b74c64d46"/>
    <p:sldId xmlns:r="http://schemas.openxmlformats.org/officeDocument/2006/relationships" id="257" r:id="Raaa777cd12fb498b"/>
    <p:sldId xmlns:r="http://schemas.openxmlformats.org/officeDocument/2006/relationships" id="258" r:id="Rb6991d7dae1b4e1e"/>
    <p:sldId xmlns:r="http://schemas.openxmlformats.org/officeDocument/2006/relationships" id="259" r:id="R40cfd415fe0c4933"/>
    <p:sldId xmlns:r="http://schemas.openxmlformats.org/officeDocument/2006/relationships" id="260" r:id="R52c2bbe7ace8450a"/>
    <p:sldId xmlns:r="http://schemas.openxmlformats.org/officeDocument/2006/relationships" id="261" r:id="R3c7772d8f5c54712"/>
    <p:sldId xmlns:r="http://schemas.openxmlformats.org/officeDocument/2006/relationships" id="262" r:id="R91e0fa0f4d5d48e2"/>
    <p:sldId xmlns:r="http://schemas.openxmlformats.org/officeDocument/2006/relationships" id="263" r:id="Rc23f0eaf25fc4323"/>
    <p:sldId xmlns:r="http://schemas.openxmlformats.org/officeDocument/2006/relationships" id="264" r:id="Ra07c4683f91242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cb791aa104ddd" /><Relationship Type="http://schemas.openxmlformats.org/officeDocument/2006/relationships/slideMaster" Target="/ppt/slideMasters/slideMaster1.xml" Id="R6c0ad183e12247d5" /><Relationship Type="http://schemas.openxmlformats.org/officeDocument/2006/relationships/notesMaster" Target="/ppt/notesMasters/notesMaster1.xml" Id="R1056eddd72534107" /><Relationship Type="http://schemas.openxmlformats.org/officeDocument/2006/relationships/presProps" Target="/ppt/presProps.xml" Id="Re864de995aff47be" /><Relationship Type="http://schemas.openxmlformats.org/officeDocument/2006/relationships/tableStyles" Target="/ppt/tableStyles.xml" Id="Rf520bcec97b64ac2" /><Relationship Type="http://schemas.openxmlformats.org/officeDocument/2006/relationships/slide" Target="/ppt/slides/slide1.xml" Id="R2496545b74c64d46" /><Relationship Type="http://schemas.openxmlformats.org/officeDocument/2006/relationships/slide" Target="/ppt/slides/slide2.xml" Id="Raaa777cd12fb498b" /><Relationship Type="http://schemas.openxmlformats.org/officeDocument/2006/relationships/slide" Target="/ppt/slides/slide3.xml" Id="Rb6991d7dae1b4e1e" /><Relationship Type="http://schemas.openxmlformats.org/officeDocument/2006/relationships/slide" Target="/ppt/slides/slide4.xml" Id="R40cfd415fe0c4933" /><Relationship Type="http://schemas.openxmlformats.org/officeDocument/2006/relationships/slide" Target="/ppt/slides/slide5.xml" Id="R52c2bbe7ace8450a" /><Relationship Type="http://schemas.openxmlformats.org/officeDocument/2006/relationships/slide" Target="/ppt/slides/slide6.xml" Id="R3c7772d8f5c54712" /><Relationship Type="http://schemas.openxmlformats.org/officeDocument/2006/relationships/slide" Target="/ppt/slides/slide7.xml" Id="R91e0fa0f4d5d48e2" /><Relationship Type="http://schemas.openxmlformats.org/officeDocument/2006/relationships/slide" Target="/ppt/slides/slide8.xml" Id="Rc23f0eaf25fc4323" /><Relationship Type="http://schemas.openxmlformats.org/officeDocument/2006/relationships/slide" Target="/ppt/slides/slide9.xml" Id="Ra07c4683f912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1a2ef3226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0a02302faa498b" /><Relationship Type="http://schemas.openxmlformats.org/officeDocument/2006/relationships/notesMaster" Target="/ppt/notesMasters/notesMaster1.xml" Id="R5999c95f0ea6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3b198700043ad" /><Relationship Type="http://schemas.openxmlformats.org/officeDocument/2006/relationships/notesMaster" Target="/ppt/notesMasters/notesMaster1.xml" Id="R043646a8e06b49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1c0a8d7fb4802" /><Relationship Type="http://schemas.openxmlformats.org/officeDocument/2006/relationships/notesMaster" Target="/ppt/notesMasters/notesMaster1.xml" Id="R07e01c510c1f47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5240f025f4280" /><Relationship Type="http://schemas.openxmlformats.org/officeDocument/2006/relationships/notesMaster" Target="/ppt/notesMasters/notesMaster1.xml" Id="R463526713d1f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399f44ac4c7e" /><Relationship Type="http://schemas.openxmlformats.org/officeDocument/2006/relationships/notesMaster" Target="/ppt/notesMasters/notesMaster1.xml" Id="Rf1f1e242078f46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e4d7d4b1d14ba8" /><Relationship Type="http://schemas.openxmlformats.org/officeDocument/2006/relationships/notesMaster" Target="/ppt/notesMasters/notesMaster1.xml" Id="Re9b931afb74043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eed4b7d14d4eaf" /><Relationship Type="http://schemas.openxmlformats.org/officeDocument/2006/relationships/notesMaster" Target="/ppt/notesMasters/notesMaster1.xml" Id="Rd060124bc377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27ae4c2c43487c" /><Relationship Type="http://schemas.openxmlformats.org/officeDocument/2006/relationships/notesMaster" Target="/ppt/notesMasters/notesMaster1.xml" Id="R6ce15687f5e241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618cf74f904992" /><Relationship Type="http://schemas.openxmlformats.org/officeDocument/2006/relationships/notesMaster" Target="/ppt/notesMasters/notesMaster1.xml" Id="Rf7b901f8e44d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331d383b8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6d48aa451499d" /><Relationship Type="http://schemas.openxmlformats.org/officeDocument/2006/relationships/slideLayout" Target="/ppt/slideLayouts/slideLayout1.xml" Id="Rddf02e23675f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02e23675f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b8400688f444d" /><Relationship Type="http://schemas.openxmlformats.org/officeDocument/2006/relationships/notesSlide" Target="/ppt/notesSlides/notesSlide1.xml" Id="Rd4074c4f3e4c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6a8e193a64c31" /><Relationship Type="http://schemas.openxmlformats.org/officeDocument/2006/relationships/notesSlide" Target="/ppt/notesSlides/notesSlide2.xml" Id="Rec11b4b2c2154b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32eb307334c37" /><Relationship Type="http://schemas.openxmlformats.org/officeDocument/2006/relationships/notesSlide" Target="/ppt/notesSlides/notesSlide3.xml" Id="R458efcf6dc31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872325d14592" /><Relationship Type="http://schemas.openxmlformats.org/officeDocument/2006/relationships/notesSlide" Target="/ppt/notesSlides/notesSlide4.xml" Id="R7da588122ca643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80ffcb3944b5e" /><Relationship Type="http://schemas.openxmlformats.org/officeDocument/2006/relationships/notesSlide" Target="/ppt/notesSlides/notesSlide5.xml" Id="R76082fc359214f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f61c6954445e5" /><Relationship Type="http://schemas.openxmlformats.org/officeDocument/2006/relationships/notesSlide" Target="/ppt/notesSlides/notesSlide6.xml" Id="R7a7f86fd92d641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0f0a6b69640d2" /><Relationship Type="http://schemas.openxmlformats.org/officeDocument/2006/relationships/notesSlide" Target="/ppt/notesSlides/notesSlide7.xml" Id="R51aa3c96571445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3162184f049b1" /><Relationship Type="http://schemas.openxmlformats.org/officeDocument/2006/relationships/notesSlide" Target="/ppt/notesSlides/notesSlide8.xml" Id="R8a41ebd590b648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1e1230858440d" /><Relationship Type="http://schemas.openxmlformats.org/officeDocument/2006/relationships/notesSlide" Target="/ppt/notesSlides/notesSlide9.xml" Id="R936e0a229a65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FD7C2-21F7-4CF6-B316-5A6CE35A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EBB1-A955-4BF5-9190-0E021F0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building science: Importance and Scope of various fields of Civil Engineering : Surveying, Structural 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63490-F4EE-41DC-8E16-4B2074F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D725C-6033-4CCE-BF1D-B623BBA6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937C3-80AA-44F6-BC92-74F99D8B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A58DA-BCC7-47FE-A627-3263BE4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5D217-74C9-43BE-B9AE-74B1D52A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5C9A-5BF7-4F4F-890F-E749A2C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Importance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26F8B-1102-4018-80A0-155EA581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639F5-D77B-49F7-B420-91B0E36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6B32D-EB5C-4FDF-9C3A-18669EE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9FA9B-A7A9-47BB-BDBF-2A60293D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FD712-A716-4A2C-A36F-8F819F11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9484F-A7D9-40CC-8B4D-3DF7042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6CD80-5F57-4A56-9FFF-62800538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701213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B78B2-0292-4010-BA7F-F9506059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4964E-2D72-4A8D-B006-908D51B6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F20F4-5E87-4361-A92F-BC2786A6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18CCB-C07D-43FF-B320-14DF56D4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E44B4-1B30-43FA-A240-0B122E9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0B250-D8B6-45BF-BC54-88F87D43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8D4C5-8206-4DD5-8BF7-E79E911C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6C7E9-B5FC-450C-BA8F-FBCDC47A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17466-E555-4B6A-9C7A-6C29315B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6A087-4BAB-436D-8A08-F8452FC6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FF428-C6A2-470A-84EC-3B02859D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E9AA1-B2F6-4CB8-B8B8-DA1FD39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97330-7ECE-4C8D-8EEE-32DE3B45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building science: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Importance and Scope of various fields of Civil Engineering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Structural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Geotechnical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Water Resources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B15E4-AE58-4B32-B779-969F3F6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B26CA-32F7-4A32-87D1-EE76736F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941871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CE20D-C9BD-437D-9066-785F6A0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714E0-545C-4034-A022-F77B853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43C4E-F89F-4D77-9370-F81D6D90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D19F3-2999-4BE4-8EB1-EC44862E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73C31-4AAB-4425-ACEF-E065E27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5C424-018D-4877-B33B-A8746B0B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Importance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7492-88AF-4ED9-946A-AA46DF31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C1113-17E6-4206-A191-88B5DA0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various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B607B-B2DC-47C4-AFF6-B6CDED6F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8BD69-C600-4BAE-9E1E-DB64B43B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Transportation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Environmental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 Planning and Project Management.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Materials of Construction: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87D7B-5620-4DDF-87FE-8BDCD189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F986A-60B1-4CC0-BDB2-8805C29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887039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467EB-5176-4E8E-BC5C-7013BC83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20BBB-8D51-4A58-8529-657E2665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7B3A7-E657-4346-90C0-236F43F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1F6A2-2B51-461C-A37D-5E7756B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building science: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Importance and Scope of various fields of Civil Engineering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Structural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Geotechnical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Water Resources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Transportation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91115-C9CA-485B-A60C-BB81E421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2C707-2742-4B56-9E65-F6BA3CC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79EFB-8BB3-4FD9-B41A-7462BE5A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705E6-AD48-4AB1-85F2-00BF8E46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A9A84-6D6D-46C1-8D66-16F3FF4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8793E-FF2C-42CB-B3F1-D40DFFCD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76017-2F0D-454C-BF6F-59CDB2A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Importance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B37F6-B35C-45F8-83B6-344D73E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930ED-B273-4E8D-977F-896AEB1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C4FF0-DE88-4E0F-A45C-EE12FD77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19CDE-3C6C-48D4-BFCB-82548F7C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A8D6B-A4E7-4A23-93D1-3E0E1482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6F566-C23A-462F-B6B8-FA947D7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4BC2C-BD9A-45FA-8FF3-E879D95A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669280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42AA4-DE47-4ED3-A948-2764005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107D2-5163-4C95-B293-BBBF21AE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BE033-643B-42BE-AD44-DB078B3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0FF3E-39C0-4F88-A615-AE73E59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9C65-B959-4E24-B021-EEA046F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932FA-A59D-4812-91E3-E25BCEF8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A7B42-A7DD-4EA5-A9FD-BADD8C0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A5CD4-332A-4737-A722-C009E2C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5ADAA-055D-4B32-92F2-D76A064C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64C68-4431-418B-895D-989133C3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94739-C3D6-4E6B-BE95-1F12748A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A8E3E-16E8-4AF6-A88E-D70F798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59992-8B27-4CE2-B5E8-B93F989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8A448-C574-40DC-899B-0F1B899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BB99E-A553-4BB3-B6BE-5DF3352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560519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122BD-6E89-424E-8593-7466099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60B82-AFDA-4952-AC51-4B7956D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54AC9-05D8-4A50-99A1-2219E85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AD3B3-3A36-4BA6-B28D-963DBD3A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3C398-DC26-433C-AD42-7172CAD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building science: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845C8-1AF5-42C5-89CA-8ED4328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building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88FDC-AAE8-4304-A16F-FFCB4FCF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5AE7C-BFC5-4721-A6C8-BE096A02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89CA2-B536-485B-AD65-C713D30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845941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16279-F843-461E-A320-8BA39BB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E21C0-6EA6-4A0D-8DC7-9E74FEA9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0F8BE-F9C9-4CB1-AEF2-E7D16281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14A9F-B994-48BB-BDCA-F17565F1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DFC8C-1F33-4B3F-8892-3403460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Environmental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 Planning and Project Management.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Materials of Construction: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and Uses of Bricks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DCB0B-0B56-4FBD-A128-54F2D798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7B05F-B4F1-41F8-BE53-5C43C0FA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80CC6-39BC-42FB-997F-76109F12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6E3CA-724F-4633-8A63-1783662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051254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3498C-C335-485C-A49C-A6507E7D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39E90-3800-4876-B9B4-3E66AD6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98834-B4EF-4AB6-9E98-F82633CF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2F7E1-825F-41FF-B77D-B81D39A3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48502-8E60-45E6-81E0-202B3A7D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78A07-7111-4399-B5A7-637A1E17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FFAD0-F90D-4E76-B313-8EFF910C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building science: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49DA2-57C5-4152-B7AD-9D66E4E8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0D3B8-C98D-4A68-A8C0-AB2828F6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D09A6-BFE0-40B8-A10D-32333E18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Importance and Scope of various fields of Civil Engineering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C0D50-DAF7-4356-9730-4E4293FE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074B4-556A-4080-9FBE-6ACC315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45251-BBC4-45B9-B580-896B8A36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Structural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FADB0-E1FB-495C-818D-B39BFF47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65E50-689C-4DE3-BF8C-EDAA0B90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140A3-4338-4592-A909-6269EDC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Geotechnical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90B64-7487-40C9-BBB8-253AD103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50E93-CE51-41A9-AC7E-AE87DBA2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A5E7B-389F-4373-AD2E-016F165A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Water Resources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4F033-4E5F-4A7F-A5BB-BD50FD83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4CC1F-2937-481D-9EA5-856881F2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7F58E-B219-44A3-BDC3-A6D8AB6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Transportation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3087F-0CBB-42AC-9B04-22C9B56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C7A58-8854-435E-B45E-5BE5DED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F9038-BAAF-4420-AE5B-95906DE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Environmental Engineering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9181D-3315-40A5-ABCB-93414559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1606A-C94F-4768-A061-B5C8DCB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6321B-C4A7-44F5-90AA-64019783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39829-F18B-4B8B-BE42-97DB0F0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671994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FFBDD-1301-4788-A9C2-0E95DA3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6DAB4-E9BF-4D76-8E28-1257FDFD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63C0A-12EB-4B26-B3DF-960B33A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C157E-830C-4F24-90ED-733D35E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building, science, Importance, Scope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CD3B2-53FB-4401-AD93-6BD3460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0CE65-6360-42A0-9596-32F6F4B5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840FC-8211-49CB-B270-A2DA041A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4937F-B7CD-4A81-AE43-4817F0EB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161246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2026-08-24T06:38:47.5580000Z</dcterms:created>
  <dcterms:modified xsi:type="dcterms:W3CDTF">2026-08-24T06:38:47.5580000Z</dcterms:modified>
</coreProperties>
</file>