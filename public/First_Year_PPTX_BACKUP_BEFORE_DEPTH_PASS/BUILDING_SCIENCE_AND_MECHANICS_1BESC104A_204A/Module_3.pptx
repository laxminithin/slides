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4530375b014cef" /><Relationship Type="http://schemas.openxmlformats.org/officeDocument/2006/relationships/extended-properties" Target="/docProps/app.xml" Id="R863b1b968f9147cc" /><Relationship Type="http://schemas.openxmlformats.org/officeDocument/2006/relationships/officeDocument" Target="/ppt/presentation.xml" Id="R7901e851566a49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d43322333d4a0b"/>
  </p:sldMasterIdLst>
  <p:notesMasterIdLst>
    <p:notesMasterId xmlns:r="http://schemas.openxmlformats.org/officeDocument/2006/relationships" r:id="R4a1c12d367664c6c"/>
  </p:notesMasterIdLst>
  <p:sldIdLst>
    <p:sldId xmlns:r="http://schemas.openxmlformats.org/officeDocument/2006/relationships" id="256" r:id="R5614bde3d0e84f8e"/>
    <p:sldId xmlns:r="http://schemas.openxmlformats.org/officeDocument/2006/relationships" id="257" r:id="Rf7776e8db4d546bc"/>
    <p:sldId xmlns:r="http://schemas.openxmlformats.org/officeDocument/2006/relationships" id="258" r:id="Ra8003b0857e9431d"/>
    <p:sldId xmlns:r="http://schemas.openxmlformats.org/officeDocument/2006/relationships" id="259" r:id="Red45d0844f7c4b01"/>
    <p:sldId xmlns:r="http://schemas.openxmlformats.org/officeDocument/2006/relationships" id="260" r:id="Raacb4a4d3e054ee1"/>
    <p:sldId xmlns:r="http://schemas.openxmlformats.org/officeDocument/2006/relationships" id="261" r:id="Rbc74969d3dc04de6"/>
    <p:sldId xmlns:r="http://schemas.openxmlformats.org/officeDocument/2006/relationships" id="262" r:id="R9e5448355372473b"/>
    <p:sldId xmlns:r="http://schemas.openxmlformats.org/officeDocument/2006/relationships" id="263" r:id="R3542163a6d7a49ce"/>
    <p:sldId xmlns:r="http://schemas.openxmlformats.org/officeDocument/2006/relationships" id="264" r:id="Rb067f690e52543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e503991b244f33" /><Relationship Type="http://schemas.openxmlformats.org/officeDocument/2006/relationships/slideMaster" Target="/ppt/slideMasters/slideMaster1.xml" Id="R6bd43322333d4a0b" /><Relationship Type="http://schemas.openxmlformats.org/officeDocument/2006/relationships/notesMaster" Target="/ppt/notesMasters/notesMaster1.xml" Id="R4a1c12d367664c6c" /><Relationship Type="http://schemas.openxmlformats.org/officeDocument/2006/relationships/presProps" Target="/ppt/presProps.xml" Id="Rc8df84b8deb04c36" /><Relationship Type="http://schemas.openxmlformats.org/officeDocument/2006/relationships/tableStyles" Target="/ppt/tableStyles.xml" Id="R9bdcfe9719ea4b9d" /><Relationship Type="http://schemas.openxmlformats.org/officeDocument/2006/relationships/slide" Target="/ppt/slides/slide1.xml" Id="R5614bde3d0e84f8e" /><Relationship Type="http://schemas.openxmlformats.org/officeDocument/2006/relationships/slide" Target="/ppt/slides/slide2.xml" Id="Rf7776e8db4d546bc" /><Relationship Type="http://schemas.openxmlformats.org/officeDocument/2006/relationships/slide" Target="/ppt/slides/slide3.xml" Id="Ra8003b0857e9431d" /><Relationship Type="http://schemas.openxmlformats.org/officeDocument/2006/relationships/slide" Target="/ppt/slides/slide4.xml" Id="Red45d0844f7c4b01" /><Relationship Type="http://schemas.openxmlformats.org/officeDocument/2006/relationships/slide" Target="/ppt/slides/slide5.xml" Id="Raacb4a4d3e054ee1" /><Relationship Type="http://schemas.openxmlformats.org/officeDocument/2006/relationships/slide" Target="/ppt/slides/slide6.xml" Id="Rbc74969d3dc04de6" /><Relationship Type="http://schemas.openxmlformats.org/officeDocument/2006/relationships/slide" Target="/ppt/slides/slide7.xml" Id="R9e5448355372473b" /><Relationship Type="http://schemas.openxmlformats.org/officeDocument/2006/relationships/slide" Target="/ppt/slides/slide8.xml" Id="R3542163a6d7a49ce" /><Relationship Type="http://schemas.openxmlformats.org/officeDocument/2006/relationships/slide" Target="/ppt/slides/slide9.xml" Id="Rb067f690e52543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d50b8c61bb4c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c522b7b53c43ce" /><Relationship Type="http://schemas.openxmlformats.org/officeDocument/2006/relationships/notesMaster" Target="/ppt/notesMasters/notesMaster1.xml" Id="R62d08b3b307648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feeed5008a4da9" /><Relationship Type="http://schemas.openxmlformats.org/officeDocument/2006/relationships/notesMaster" Target="/ppt/notesMasters/notesMaster1.xml" Id="R1aa27ea3b39442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c53b81f4ae47bb" /><Relationship Type="http://schemas.openxmlformats.org/officeDocument/2006/relationships/notesMaster" Target="/ppt/notesMasters/notesMaster1.xml" Id="Re419f2f212ed43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3fa650730a43cc" /><Relationship Type="http://schemas.openxmlformats.org/officeDocument/2006/relationships/notesMaster" Target="/ppt/notesMasters/notesMaster1.xml" Id="R5605fdc5ce2341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0c079704014f32" /><Relationship Type="http://schemas.openxmlformats.org/officeDocument/2006/relationships/notesMaster" Target="/ppt/notesMasters/notesMaster1.xml" Id="R65fae5fd25b64f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f185cc52d840b1" /><Relationship Type="http://schemas.openxmlformats.org/officeDocument/2006/relationships/notesMaster" Target="/ppt/notesMasters/notesMaster1.xml" Id="R2a2bd8cca04e41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287dcb27e541fb" /><Relationship Type="http://schemas.openxmlformats.org/officeDocument/2006/relationships/notesMaster" Target="/ppt/notesMasters/notesMaster1.xml" Id="Rcaca8c4c8f1c4e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0839743c604f01" /><Relationship Type="http://schemas.openxmlformats.org/officeDocument/2006/relationships/notesMaster" Target="/ppt/notesMasters/notesMaster1.xml" Id="R766094747a3440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dab6138bf04e3c" /><Relationship Type="http://schemas.openxmlformats.org/officeDocument/2006/relationships/notesMaster" Target="/ppt/notesMasters/notesMaster1.xml" Id="R8d32a1aa92fd4d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f2b0b99aa46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af3712e64b4fcf" /><Relationship Type="http://schemas.openxmlformats.org/officeDocument/2006/relationships/slideLayout" Target="/ppt/slideLayouts/slideLayout1.xml" Id="R8ec4fea7a0be4d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c4fea7a0be4d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fc835d0814ff2" /><Relationship Type="http://schemas.openxmlformats.org/officeDocument/2006/relationships/notesSlide" Target="/ppt/notesSlides/notesSlide1.xml" Id="Ra0302d3df2a74c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436572ce44910" /><Relationship Type="http://schemas.openxmlformats.org/officeDocument/2006/relationships/notesSlide" Target="/ppt/notesSlides/notesSlide2.xml" Id="Rd111c97bc07443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c59de11104c84" /><Relationship Type="http://schemas.openxmlformats.org/officeDocument/2006/relationships/notesSlide" Target="/ppt/notesSlides/notesSlide3.xml" Id="Rca1f4042dbea41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834d52c904c4f" /><Relationship Type="http://schemas.openxmlformats.org/officeDocument/2006/relationships/notesSlide" Target="/ppt/notesSlides/notesSlide4.xml" Id="Red20bac28f4d4e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d9b38b90049bf" /><Relationship Type="http://schemas.openxmlformats.org/officeDocument/2006/relationships/notesSlide" Target="/ppt/notesSlides/notesSlide5.xml" Id="R1ec480d3dcbd42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7a96fcf3f407d" /><Relationship Type="http://schemas.openxmlformats.org/officeDocument/2006/relationships/notesSlide" Target="/ppt/notesSlides/notesSlide6.xml" Id="R8fcd588ccd3c41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f305c82774806" /><Relationship Type="http://schemas.openxmlformats.org/officeDocument/2006/relationships/notesSlide" Target="/ppt/notesSlides/notesSlide7.xml" Id="R2c9ce8f2b1e84f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dcbb899094a21" /><Relationship Type="http://schemas.openxmlformats.org/officeDocument/2006/relationships/notesSlide" Target="/ppt/notesSlides/notesSlide8.xml" Id="Rd7606fa5ac5f46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b95813e9445b7" /><Relationship Type="http://schemas.openxmlformats.org/officeDocument/2006/relationships/notesSlide" Target="/ppt/notesSlides/notesSlide9.xml" Id="R9d75477531734f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889E8-C3B8-4AFA-956C-410D996F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E4564-8F4E-47C7-9A1F-41C945C5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Force Systems: Concept of idealization, System of forces, Principles of transmissibility of a force, Resolution and comp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D89E7-D11B-42AF-A516-534682F0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BUILDING SCIENCE AND MECHANICS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1BESC104A/204A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BB0F1-DCBB-4BFC-BF6E-0593692F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C21D6-2EEB-4D67-90FC-3BE611D3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CFE42-28DE-4D46-BFB2-6C244E5B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859C3-7881-4917-9626-7220E246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4551F-BF1E-421F-ABA6-F4E13EF3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A6735-B21B-4593-A027-A3D73648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7CED5-69E4-413B-B772-4D495128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idealization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6FEAB-8F81-468E-9460-554B373F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D42D7-2296-4563-9412-9B3E5D52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9DEEB-0A1F-46AF-B6DC-3AA1BE12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8E9F0-5C10-4AD9-9539-566F8EB5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BF385-E0AB-48D3-B6D5-B7623DBC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535646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52802-AE36-4138-8619-64E0F486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00056-B4C6-4FD4-94A2-49EB89B4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ED4BF-E6CB-42DF-B0C5-8682DF28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8F475-3E27-41E3-9F37-AB10D4EE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D2533-3C90-4B0A-BCCD-434BCD61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ACDEB-DE9B-42DA-B655-9BDA3B37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E7699-7595-444D-B7C5-9D632303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D3468-FC1F-482C-9401-9DE5503D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54F8B-F609-4E07-912B-7A83A69A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BC68E-462F-4DA1-A470-88ED01EA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8AA0C-C47A-467A-B6D8-63CD017E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00777-00AF-4B5C-B7CE-B92FEAE1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6AD05-D8C6-4A6C-B7E9-94953B84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Force Systems: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Concept of idealization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System of forces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Principles of transmissibility of a force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Resolution and composition of forces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7DA5B-98CD-42F0-8200-2D0BA924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C839A-5F0C-4CEC-AF5A-D602113F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8447561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261CE-06D5-401F-98E2-560A60CB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E98BF-3B2F-4764-A433-7B591995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AEB96-4AC3-4619-AA39-3B055621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CF2C1-9B6C-402E-B9B9-5094E781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AC92B-882C-4417-8D2E-8784703F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E7C17-8C21-4939-B8CC-0BB87FF5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B0FEA-D99F-4C7E-9AC6-93873B58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idealization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C0BC0-337A-4F78-BC81-658B8BE1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B9032-18BE-4A8F-A143-FF1B7FEF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7F243-3EAB-4160-AE3E-2CA8C91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Law of Parallelogram of forces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Concurrent and non-concurrent coplanar force systems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Moment of forces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Varignon's theorem 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CE5F7-8582-433C-ABDF-4649D105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88A50-CD76-4C36-8F87-2946E0FA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381118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A08D0-B7DD-49FB-8D91-5AB026DB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60CA0-02F4-401F-A498-6ACD7BAC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5164D-BDBB-4128-B654-42446911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F42BE-7DAE-4E2B-91F4-191918A4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Force Systems: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Concept of idealization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System of forces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Principles of transmissibility of a force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Resolution and composition of forces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Law of Parallelogram of forces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A1F02-A981-4D5A-81A5-F6639B38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03D51-3BED-45A4-91F8-CCC8B5E5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18D62-3E6E-4302-9589-44D9C85F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83F08-8074-4354-ACE7-F5F80D4E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F9C60-8FED-400F-BE11-0FDF5F12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42366-316D-4054-ABBD-43A878CB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3AA73-C3EA-4645-AFE4-B7862699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B15CD-187E-45D9-9C02-EBA0AA1A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EC818-BD92-49B2-84E9-C0BA0E08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idealization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F4CB3-1B35-4BEA-83B8-9FAAE849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6DD41-8B19-4817-8885-E07515EC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19D63-E4C4-452F-8611-1B5B72E0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54860-9C5D-4D09-8023-2C80FB75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118F6C-80F3-4978-A822-A46855AC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3805484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304CD-65C9-4D5D-83C3-E2A01B85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3320F-BCB2-49BF-8028-3521362A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97D4E-5DA3-4868-A84D-96D2D739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190B8-39C9-4E5D-8E4E-A16DA77A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0DE88-D83D-46C8-9F0B-5C132E01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D891B-0810-42D6-9AAE-09F2D209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42B8A-9C09-482E-8249-B8214782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2A619-D825-4193-9FBE-9EAE9575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C9017-8048-4364-8B0A-2FC8BAEA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772F8-7C87-4334-8391-72AFD104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1A923-70C6-4CAB-B999-11A78262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B66B8-DABE-487C-94F9-A2954CB5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21345-8E9B-4754-B470-401EEC15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E70E9-4471-4844-8F04-60A55564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FACC2-AB32-42C0-82E8-9C0131D8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2135981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142CC-07CE-4F9E-B7B6-FF2AB82D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7FAC1-61E1-415C-A1C3-F34C09FE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B0043-53BB-44FC-9D13-9D9A9A44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1E0D0-6DA5-4BFB-8C21-3B8FD7AC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FFDD1-3D2D-4361-9C43-72DA10AE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Force Systems: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3D291-8066-4B50-9E9D-D220D6EE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Force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CA3F4-F446-434D-AEC6-A651A693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4B9F4-2708-4AB0-803F-9AB55895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338DA-FC0A-4255-9546-5C3E8C02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1026325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C4800-BF44-488D-8C46-454C1624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68DC1-F706-420A-AAD8-8519E3C4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A1DDB-762A-4BB8-B37F-1F6C52E1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ABA9A-2BB6-4052-A76B-E7DA45C9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2041A-F593-4CD6-A5C0-15E91F86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Concurrent and non-concurrent coplanar force systems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Moment of forces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Varignon's theorem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examples.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F0ECA-6AFB-44C9-8412-44ED921D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CD5F6-0400-4817-869D-070F20B9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F639E-062F-4181-BF12-B9706B6F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D9DC6-F862-41E4-AF73-187BDBC1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4738970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F55D5A-D8E0-4A5F-A2F7-6EFF088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7BFA9-5C8F-4821-96FE-3C026DEC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D2C50-E265-4F65-A5AB-621F1489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559A7-22BF-4ECB-BFEB-FFE91AD8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3C576-C1EB-47C5-82C7-2F61B3BB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D2C45-DA52-4D29-96F0-5EEF4273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2179E-05E3-4BBF-B8E8-B3F5C1F5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Force Systems: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7FD82-6A60-4147-A94C-A56582DB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CF00A-2623-4A02-B8D2-97E7ED4D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A94AC-35FC-4033-87A9-A3A2006F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Concept of idealization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2B160-9255-4C37-876B-FBC871D1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DEA5E-CF2B-467E-A5D5-A8B05355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589E6-7A8F-4002-84C3-E580BD71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System of forces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4E4FC-582E-44B0-B1EB-FBC3FC0A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863B4-0C40-4882-AB2C-37CB0259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E8321-1C36-4284-B4ED-2B970010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Principles of transmissibility of a force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E6D12-7E3B-41DB-A8E0-3191D135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58A5F-A6EF-4D40-960A-2695E857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8D5A09-2A5F-4E8B-907A-FF399561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Resolution and composition of forces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345D6-39D3-4F03-A3DD-03DB651E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57DE2-F859-491E-A12C-08D7B887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DF2C4-F79A-4E1A-8735-87EB351C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Law of Parallelogram of forces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7F657A-0C30-402A-9757-E14EDCEA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D665C1-42C9-4E28-8C34-0FD5023A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25450-F08B-4250-A02A-B45411D9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Concurrent and non-concurrent coplanar force systems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9245E1-F522-4BC3-89D9-DAF77D4C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D73B53-7B07-4908-A3CC-7761D619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CF0C1C-4BE3-4610-9DBE-2BA69BA9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59A8A5-DE7D-47BA-886C-C1B26F6E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4847552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4B65D-DE07-499A-85E3-2A9D1BBE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9BE45-860F-4CC3-A56B-2DC46DB6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5EEBE-4AAC-4ED2-8C12-2C528B47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DE178-159F-49CA-A589-568258BF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Force, Systems, Concept, idealization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FE17E-2A44-4B96-8C75-FB654692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74263-B863-4F2F-9EA0-18693E06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32677-5DFE-4FB8-97E3-8852013B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6BDFE-6D48-49B6-A8A8-2F04089A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084046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2026-08-24T06:38:47.6810000Z</dcterms:created>
  <dcterms:modified xsi:type="dcterms:W3CDTF">2026-08-24T06:38:47.6810000Z</dcterms:modified>
</coreProperties>
</file>