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29d25b7761448eb" /><Relationship Type="http://schemas.openxmlformats.org/officeDocument/2006/relationships/extended-properties" Target="/docProps/app.xml" Id="R417aead6ccbc4704" /><Relationship Type="http://schemas.openxmlformats.org/officeDocument/2006/relationships/officeDocument" Target="/ppt/presentation.xml" Id="Re7597bb836464f3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089fdf6a2144622"/>
  </p:sldMasterIdLst>
  <p:notesMasterIdLst>
    <p:notesMasterId xmlns:r="http://schemas.openxmlformats.org/officeDocument/2006/relationships" r:id="Rce260bcb40ef4a85"/>
  </p:notesMasterIdLst>
  <p:sldIdLst>
    <p:sldId xmlns:r="http://schemas.openxmlformats.org/officeDocument/2006/relationships" id="256" r:id="R94ebf2379fbe4934"/>
    <p:sldId xmlns:r="http://schemas.openxmlformats.org/officeDocument/2006/relationships" id="257" r:id="R4d44a69a1f30464d"/>
    <p:sldId xmlns:r="http://schemas.openxmlformats.org/officeDocument/2006/relationships" id="258" r:id="Rca12e5ef5f3742a1"/>
    <p:sldId xmlns:r="http://schemas.openxmlformats.org/officeDocument/2006/relationships" id="259" r:id="R33252cbd13814fd9"/>
    <p:sldId xmlns:r="http://schemas.openxmlformats.org/officeDocument/2006/relationships" id="260" r:id="Rf61bde3b75a641be"/>
    <p:sldId xmlns:r="http://schemas.openxmlformats.org/officeDocument/2006/relationships" id="261" r:id="Rde9a6ca64c0b4728"/>
    <p:sldId xmlns:r="http://schemas.openxmlformats.org/officeDocument/2006/relationships" id="262" r:id="R4bbc867c7bdf47bb"/>
    <p:sldId xmlns:r="http://schemas.openxmlformats.org/officeDocument/2006/relationships" id="263" r:id="Rc6eefb46a6d34a31"/>
    <p:sldId xmlns:r="http://schemas.openxmlformats.org/officeDocument/2006/relationships" id="264" r:id="R50d0b20eaad5484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b9448af8aa74bea" /><Relationship Type="http://schemas.openxmlformats.org/officeDocument/2006/relationships/slideMaster" Target="/ppt/slideMasters/slideMaster1.xml" Id="R0089fdf6a2144622" /><Relationship Type="http://schemas.openxmlformats.org/officeDocument/2006/relationships/notesMaster" Target="/ppt/notesMasters/notesMaster1.xml" Id="Rce260bcb40ef4a85" /><Relationship Type="http://schemas.openxmlformats.org/officeDocument/2006/relationships/presProps" Target="/ppt/presProps.xml" Id="R40ac3f5c4ba445ce" /><Relationship Type="http://schemas.openxmlformats.org/officeDocument/2006/relationships/tableStyles" Target="/ppt/tableStyles.xml" Id="R1c43015393ff4397" /><Relationship Type="http://schemas.openxmlformats.org/officeDocument/2006/relationships/slide" Target="/ppt/slides/slide1.xml" Id="R94ebf2379fbe4934" /><Relationship Type="http://schemas.openxmlformats.org/officeDocument/2006/relationships/slide" Target="/ppt/slides/slide2.xml" Id="R4d44a69a1f30464d" /><Relationship Type="http://schemas.openxmlformats.org/officeDocument/2006/relationships/slide" Target="/ppt/slides/slide3.xml" Id="Rca12e5ef5f3742a1" /><Relationship Type="http://schemas.openxmlformats.org/officeDocument/2006/relationships/slide" Target="/ppt/slides/slide4.xml" Id="R33252cbd13814fd9" /><Relationship Type="http://schemas.openxmlformats.org/officeDocument/2006/relationships/slide" Target="/ppt/slides/slide5.xml" Id="Rf61bde3b75a641be" /><Relationship Type="http://schemas.openxmlformats.org/officeDocument/2006/relationships/slide" Target="/ppt/slides/slide6.xml" Id="Rde9a6ca64c0b4728" /><Relationship Type="http://schemas.openxmlformats.org/officeDocument/2006/relationships/slide" Target="/ppt/slides/slide7.xml" Id="R4bbc867c7bdf47bb" /><Relationship Type="http://schemas.openxmlformats.org/officeDocument/2006/relationships/slide" Target="/ppt/slides/slide8.xml" Id="Rc6eefb46a6d34a31" /><Relationship Type="http://schemas.openxmlformats.org/officeDocument/2006/relationships/slide" Target="/ppt/slides/slide9.xml" Id="R50d0b20eaad5484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ae03c0c0ffa48c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c48610533794b89" /><Relationship Type="http://schemas.openxmlformats.org/officeDocument/2006/relationships/notesMaster" Target="/ppt/notesMasters/notesMaster1.xml" Id="R46a5317381db4d3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28a9aed5fdd448c" /><Relationship Type="http://schemas.openxmlformats.org/officeDocument/2006/relationships/notesMaster" Target="/ppt/notesMasters/notesMaster1.xml" Id="R1dc073320b3a4a1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57f7cba953f4948" /><Relationship Type="http://schemas.openxmlformats.org/officeDocument/2006/relationships/notesMaster" Target="/ppt/notesMasters/notesMaster1.xml" Id="Rc11f7f66734c42c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e11eee8bede4e82" /><Relationship Type="http://schemas.openxmlformats.org/officeDocument/2006/relationships/notesMaster" Target="/ppt/notesMasters/notesMaster1.xml" Id="R1545c9c301064c4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78d7e2e6cd0417a" /><Relationship Type="http://schemas.openxmlformats.org/officeDocument/2006/relationships/notesMaster" Target="/ppt/notesMasters/notesMaster1.xml" Id="R3ba5fd9c6d1241e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1f28059ea834e91" /><Relationship Type="http://schemas.openxmlformats.org/officeDocument/2006/relationships/notesMaster" Target="/ppt/notesMasters/notesMaster1.xml" Id="Ra56f2b18013e40e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9744ea86815405a" /><Relationship Type="http://schemas.openxmlformats.org/officeDocument/2006/relationships/notesMaster" Target="/ppt/notesMasters/notesMaster1.xml" Id="R261631169c414a4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d4ee6dfa74c42ef" /><Relationship Type="http://schemas.openxmlformats.org/officeDocument/2006/relationships/notesMaster" Target="/ppt/notesMasters/notesMaster1.xml" Id="R6f847e4b71f941e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ad226a4d5f14b61" /><Relationship Type="http://schemas.openxmlformats.org/officeDocument/2006/relationships/notesMaster" Target="/ppt/notesMasters/notesMaster1.xml" Id="Re35c0e6ec13546b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e23fa1773f3413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bd1481586ee4a91" /><Relationship Type="http://schemas.openxmlformats.org/officeDocument/2006/relationships/slideLayout" Target="/ppt/slideLayouts/slideLayout1.xml" Id="R8229f6fdb3084ce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229f6fdb3084ce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1aff3b144f4d48" /><Relationship Type="http://schemas.openxmlformats.org/officeDocument/2006/relationships/notesSlide" Target="/ppt/notesSlides/notesSlide1.xml" Id="Rf39ebf7f80a4445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9dd8db9ce349ba" /><Relationship Type="http://schemas.openxmlformats.org/officeDocument/2006/relationships/notesSlide" Target="/ppt/notesSlides/notesSlide2.xml" Id="Rd72a94f1f2ae40b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3dc88010114ff4" /><Relationship Type="http://schemas.openxmlformats.org/officeDocument/2006/relationships/notesSlide" Target="/ppt/notesSlides/notesSlide3.xml" Id="R05abc8d6df6e44a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348e62655a4f1a" /><Relationship Type="http://schemas.openxmlformats.org/officeDocument/2006/relationships/notesSlide" Target="/ppt/notesSlides/notesSlide4.xml" Id="R212a6ab18028499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672df785834672" /><Relationship Type="http://schemas.openxmlformats.org/officeDocument/2006/relationships/notesSlide" Target="/ppt/notesSlides/notesSlide5.xml" Id="Rbf84903b3b1e455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77f6f28da24b80" /><Relationship Type="http://schemas.openxmlformats.org/officeDocument/2006/relationships/notesSlide" Target="/ppt/notesSlides/notesSlide6.xml" Id="R1a6f3e2863e04e8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ddc2df476e41c6" /><Relationship Type="http://schemas.openxmlformats.org/officeDocument/2006/relationships/notesSlide" Target="/ppt/notesSlides/notesSlide7.xml" Id="Rc6c88cfe6a80431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097a64573e457b" /><Relationship Type="http://schemas.openxmlformats.org/officeDocument/2006/relationships/notesSlide" Target="/ppt/notesSlides/notesSlide8.xml" Id="R79b2fe025bcb46a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abeae869884923" /><Relationship Type="http://schemas.openxmlformats.org/officeDocument/2006/relationships/notesSlide" Target="/ppt/notesSlides/notesSlide9.xml" Id="Rf232af57e58c4d1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C015DE-BACB-4371-A7A7-F602D9112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63444C-683C-46A0-9406-9577FB9AD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2033"/>
                </a:solidFill>
              </a:defRPr>
            </a:pPr>
            <a:r>
              <a:rPr sz="3000" b="1">
                <a:solidFill>
                  <a:srgbClr val="172033"/>
                </a:solidFill>
              </a:rPr>
              <a:t>Equilibrium and Support Reactions Free body diagram, equations of equilibrium, Lami's Theorem, Equilibrium of Coplanar 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5C8CFA-8B80-42BC-AD17-434CCD778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43250"/>
            <a:ext cx="4953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Subject: BUILDING SCIENCE AND MECHANICS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Code: 1BESC104A/204A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Semester: I/II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Teaching focus: engineering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E92D66-4608-4603-B88C-F3E18D52E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Equilibrium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ED2B4D-E6E8-4BB7-88AB-7421760DC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1A7995-A234-4EFF-A38D-08E847D6E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Support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027DAA-2207-4F0D-81B6-F41BC4A8A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D738A8-86A1-4CC3-BB92-5897F1351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Reactions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F3248D-08BA-452A-92FB-6BC65A660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15CE2D-4A2E-4F70-97D3-3EECC6195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Free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9F61A0-8120-444C-B4CB-8BDF23360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7C2677-3A85-4BAC-B643-DC670B99F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body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35A13E-BA53-4B66-BEDB-40AB2F2BC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9052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Use the model to explain the engineering decision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5BB55B-20F9-4139-ACB5-FE74E3554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BUILDING SCIENCE AND MECHANICS | 1BESC104A/204A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DFF170-1737-449D-8FE6-93C8FBC23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4 | 1/9</a:t>
            </a:r>
          </a:p>
        </p:txBody>
      </p:sp>
    </p:spTree>
    <p:extLst>
      <p:ext uri="{BB962C8B-B14F-4D97-AF65-F5344CB8AC3E}">
        <p14:creationId xmlns:p14="http://schemas.microsoft.com/office/powerpoint/2010/main" val="73505802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EA09A4-99EE-4BC8-96A8-23DB01EBB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1BESC104A/204A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F3E0CD-7994-48D5-9043-C15658B2F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Learning route for this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87C66F-30B0-4EC2-AA87-16823FFDF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F02EF5-3783-45F4-9F2D-5A9450590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Motivation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0C959C-D607-4675-96E0-BAD073D56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DDD52B-6F5A-445A-9C59-7544921E6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Concept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993F7E-F916-4076-8CC1-6DBDE89CE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038CBF-54CA-49FD-9EBB-3D30723CC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Working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7237FD-A88B-4784-B74C-F32BC148D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145798-5E21-485C-BEB8-5207F3975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Application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893540-880F-4B21-91CF-9D837FD7C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66C959-2096-4D83-A1D2-F04E65D43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Recap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F90917-C6BE-41BE-96F3-2CABF41F4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71950"/>
            <a:ext cx="9620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Equilibrium and Support Reactions Free body diagram, equations of equilibrium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Lami's Theorem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Equilibrium of Coplanar Concurrent and Non -concurrent force systems: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Numerical examples.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Types of loadings, beams and supports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CB4DE0-7DA0-4D95-A2FB-93A0776B4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BUILDING SCIENCE AND MECHANICS | 1BESC104A/204A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A31A6B-B600-4465-9E01-332F02F51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4 | 2/9</a:t>
            </a:r>
          </a:p>
        </p:txBody>
      </p:sp>
    </p:spTree>
    <p:extLst>
      <p:ext uri="{BB962C8B-B14F-4D97-AF65-F5344CB8AC3E}">
        <p14:creationId xmlns:p14="http://schemas.microsoft.com/office/powerpoint/2010/main" val="111821909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96D4C9-C710-4C08-BB3B-AF55BB874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1BESC104A/204A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9D1B3A-3C11-412F-B4FD-282897462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Core concepts from the official syllabus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2D0355-B86B-4178-9085-74F8D6BDD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22FE7B-6982-4AF3-BE4D-2E5C06F5F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Equilibrium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14E040-1400-4257-9A0C-3DE7331FC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Support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F806AA-F6B4-40A7-BB41-D8C877382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Reactions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194EB9-F21F-44DE-8A16-ADB471B8D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Free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3193B2-E096-47E3-A3FA-1BD65746B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body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DB787E-2713-4E08-B2DB-08E79C4DD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diagram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27089C-929B-43A1-97B1-A3E0FD3EB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86300"/>
            <a:ext cx="9334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Concept of Statically determinate and indeterminate structures (Definitions with examples only)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Support reactions :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Numerical examples on Statically determinate beams.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Number of Hours:08 PCC-PEC-OEC (3 Credits) template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9924C8-B29B-4A02-A43E-EABD8875E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BUILDING SCIENCE AND MECHANICS | 1BESC104A/204A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819356-727A-41E4-8E04-9B2665AB6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4 | 3/9</a:t>
            </a:r>
          </a:p>
        </p:txBody>
      </p:sp>
    </p:spTree>
    <p:extLst>
      <p:ext uri="{BB962C8B-B14F-4D97-AF65-F5344CB8AC3E}">
        <p14:creationId xmlns:p14="http://schemas.microsoft.com/office/powerpoint/2010/main" val="31862552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8E794E5-4B7E-4BC4-97C4-A64A02D1C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1BESC104A/204A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D06731-B00B-4083-AD5E-EFD3F049A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Concept explanation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9970CB-BA65-4989-B254-FC2E1194C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A7ACCC-816D-44E7-A40C-596510B9A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81150"/>
            <a:ext cx="4953000" cy="350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Equilibrium and Support Reactions Free body diagram, equations of equilibrium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Lami's Theorem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Equilibrium of Coplanar Concurrent and Non -concurrent force systems: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Numerical examples.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Types of loadings, beams and supports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Concept of Statically determinate and indeterminate structures (Definitions with examples only)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2EAB04-EA1C-4C24-8C7A-05B609524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91150"/>
            <a:ext cx="1524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Instructor move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07D984-12D9-46CF-A169-8E007706C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381625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Pause after each idea and ask students to connect it to the next step.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B03805-822E-43F1-9D02-DC5C09E6F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Equilibrium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7BE062-3EE4-4C55-AC4C-0009A89EE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EE4306-C46D-4284-870D-5DF0D98CE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Support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98F546-EDF1-48DD-8862-4BB3B7AE6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2A2525-DB2E-42CD-9D6C-2FD08247A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Reactions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148ECE-985B-49F6-921B-48BEDE729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1D7BA7-E14E-4983-9300-CAC93FF44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Free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696EA6-D89E-4659-914D-EB0DF9CEC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F4D114-EAA8-4F5C-884A-2B0AC727B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body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EDE2AD-9BA5-47AA-8C3B-6FA060823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9052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Use the model to explain the engineering decision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3F4417B-E7E3-4027-8B5C-1E2C49E96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BUILDING SCIENCE AND MECHANICS | 1BESC104A/204A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616BA1-296A-4857-9AC4-C80972149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4 | 4/9</a:t>
            </a:r>
          </a:p>
        </p:txBody>
      </p:sp>
    </p:spTree>
    <p:extLst>
      <p:ext uri="{BB962C8B-B14F-4D97-AF65-F5344CB8AC3E}">
        <p14:creationId xmlns:p14="http://schemas.microsoft.com/office/powerpoint/2010/main" val="107066185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853D75-C030-4A34-84B2-F3A4F81A3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1BESC104A/204A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28CE6A-0D61-4A76-912F-387E361BF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Working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CA96FA-3B7C-41E1-BB3D-76C9587D2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C03699-F6BD-4D0A-90B2-A58C7D8B5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Input condition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9EF0F7-FDD4-4D4A-AC94-02472CDC5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A46985-806B-41E7-A3B8-26FE5B73D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Principle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629D19-463E-465C-A090-D10FBE3F9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7F00AD-6A89-4F42-B1C7-029F493EC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Process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153450-262B-4F8A-B068-2BD93B1C7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E1FAF4-02D3-4701-A369-EE46446CF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9EEEAD-7750-49AE-8316-D4A8D65C3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A0DD6B-9691-4DFA-A47A-0A504A367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Interpretation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3CF7D9-9B5C-4963-9FA0-46709E0B7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24300"/>
            <a:ext cx="9334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Use the syllabus terms while solving; do not answer only with the final result.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Show intermediate reasoning so students can locate the step where mistakes enter.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Close the example by explaining what the result means in engineering or professional practice.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ABB11C-B9AE-4465-B225-69B1C8E2C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BUILDING SCIENCE AND MECHANICS | 1BESC104A/204A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5FD14F-E88D-4146-8D5F-B367B8A2E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4 | 5/9</a:t>
            </a:r>
          </a:p>
        </p:txBody>
      </p:sp>
    </p:spTree>
    <p:extLst>
      <p:ext uri="{BB962C8B-B14F-4D97-AF65-F5344CB8AC3E}">
        <p14:creationId xmlns:p14="http://schemas.microsoft.com/office/powerpoint/2010/main" val="146089803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9F116F-5BBF-4D8B-8995-E03F906CF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1BESC104A/204A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5CC486-4687-4FED-BA6C-603DD809C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Classroom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7E45B4-E19D-4F5A-BC94-CA926AC58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05510A-00DC-405D-904D-8999C1434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00200"/>
            <a:ext cx="2286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Example prompt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AABD7F-B8B6-4062-A5F0-15641EDA7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56210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Equilibrium and Support Reactions Free body diagram, equations of equilibrium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C08136-8085-4527-A149-060CDBA70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09850"/>
            <a:ext cx="8953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Identify the relevant concept: Equilibrium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State the rule or principle using syllabus language.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Work through one small case visibly on the board.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Ask students which assumption would change the answer.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B7A23D-A456-4487-BDA6-33D262639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143500"/>
            <a:ext cx="876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Exam angle: a complete answer names the concept, shows the working, and states the interpretation.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755384-624C-47F3-B315-7C9487CD0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BUILDING SCIENCE AND MECHANICS | 1BESC104A/204A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FB7EB5-7D6E-4D2F-A72F-AF18AA662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4 | 6/9</a:t>
            </a:r>
          </a:p>
        </p:txBody>
      </p:sp>
    </p:spTree>
    <p:extLst>
      <p:ext uri="{BB962C8B-B14F-4D97-AF65-F5344CB8AC3E}">
        <p14:creationId xmlns:p14="http://schemas.microsoft.com/office/powerpoint/2010/main" val="103965687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E4A65C-149B-46D8-8618-DAB03FF42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1BESC104A/204A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F67FEF-5C1A-4053-ADB5-A6D0028A1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Applications and common mistakes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AEDFAB-306A-44D2-9506-042738BFC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12E201-A95A-4AC6-B7B5-30BF269D5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00200"/>
            <a:ext cx="2095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Applications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0700B8-D35B-4393-ABFF-749888873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66950"/>
            <a:ext cx="4476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Support reactions :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Numerical examples on Statically determinate beams.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Number of Hours:08 PCC-PEC-OEC (3 Credits) template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0D967B-BED4-4080-BF9E-62459FD7C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00200"/>
            <a:ext cx="2286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Common mistakes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6A7F79-5542-413F-8F4B-835436B49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266950"/>
            <a:ext cx="4286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Writing only definitions without explanation.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Skipping intermediate working or assumptions.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Mixing similar terms without a comparison.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Not linking the result back to the application.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FDD0EA-FB98-4B7B-A6C8-A3954D941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BUILDING SCIENCE AND MECHANICS | 1BESC104A/204A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E2A7BB-83CB-45A4-AE44-69F4D0B3E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4 | 7/9</a:t>
            </a:r>
          </a:p>
        </p:txBody>
      </p:sp>
    </p:spTree>
    <p:extLst>
      <p:ext uri="{BB962C8B-B14F-4D97-AF65-F5344CB8AC3E}">
        <p14:creationId xmlns:p14="http://schemas.microsoft.com/office/powerpoint/2010/main" val="82628549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8780EED-0A5E-4C14-9B33-E3F24C8AD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1BESC104A/204A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EBAAE7-F760-4013-A6AB-78EB6FB22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Syllabus coverage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83D195-B1F4-4B05-B2CE-A91217B09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B03C3D-567A-4E70-BC4D-BBD658EA9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049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Syllabus topic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821A4D-A4CB-45A1-9C21-E4CAFA88C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5049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Teaching treatment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1849AC-F7BB-499C-80A1-B0CC45DB9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5049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Status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1F7F7A-4FA6-4466-ADB5-DEEDD3BA0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859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Equilibrium and Support Reactions Free body diagram, equations of equilibrium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A9D4DD-9A01-47F3-BBF8-7D106FBCC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8859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D9475E-D242-44DC-84ED-33916A078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8859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3B3F5E-478B-4A83-A946-876A051A9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384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Lami's Theorem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47ECB3-B582-45D1-BD34-A7663CE35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4384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A34925-2A3B-4E0E-9291-1F1901462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4384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0C2FB8-EC0A-47BB-9700-FA48D4A56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908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Equilibrium of Coplanar Concurrent and Non -concurrent force systems: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E329AE-626B-409A-BDDB-BF5A00887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9908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6C2E44-0F80-4DF2-B12F-55064C5EA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9908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C45C4B-5B5A-4DEE-96C7-579B13AC5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433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Numerical examples.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6089668-E788-41A0-878F-0FA8F9E0D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5433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6C69D09-A79C-42E4-A36A-53881B1C7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5433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95C90AB-ABFC-4FD9-9111-5EDFE1976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Types of loadings, beams and supports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2DBE870-C2AD-4277-AF5A-8DFD853A4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0957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FC1AA74-31D5-4AFC-ACEF-5066F37EE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0957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37EE22D-1562-4308-B402-7ECC950A3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482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Concept of Statically determinate and indeterminate structures (Definitions with examples only)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B7B95C5-D862-4A4F-9A30-A200E3A99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6482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309B9D2-8C1D-42E7-BA41-2A03F8DF9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6482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23A1AFB-D8DD-4F00-92E4-A8AB6D943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006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Support reactions :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28BC56F-440D-4854-8032-C0073D1EC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2006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C1BD35A-9537-452C-979E-678591965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52006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6A842FB-A8FA-44FD-8C04-A778A3A8A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BUILDING SCIENCE AND MECHANICS | 1BESC104A/204A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41CC4DC-FF97-4F7D-B598-106BF242D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4 | 8/9</a:t>
            </a:r>
          </a:p>
        </p:txBody>
      </p:sp>
    </p:spTree>
    <p:extLst>
      <p:ext uri="{BB962C8B-B14F-4D97-AF65-F5344CB8AC3E}">
        <p14:creationId xmlns:p14="http://schemas.microsoft.com/office/powerpoint/2010/main" val="33221459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A5FF9F-0CEA-44DD-9852-EF45B0D7A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1BESC104A/204A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F0B3BA-2FBB-4512-8355-30EB99734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Module recap and exam preparation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209831-32ED-4FF8-BC87-BED121EE9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DB74A2-53FE-4D70-A000-87C098F3E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19250"/>
            <a:ext cx="9525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Key definitions: Equilibrium, Support, Reactions, Free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diagrams: use a labelled flow, setup, circuit, graph, or concept map where relevant.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working: show cause, mechanism, result, and interpretation.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Common mistakes: avoid skipped steps, unsupported claims, and unlabeled diagrams.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Practice: prepare short-answer, application, and worked-example questions from the listed topics.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2E2EC2-9550-4F5B-909E-C2F02C717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10150"/>
            <a:ext cx="2476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Previous VTU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DD453A-2AE1-439C-A6EC-C94FC3BDC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010150"/>
            <a:ext cx="670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No repository-verified previous VTU questions were found for this module, so none are fabricated here.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AB95AC-200A-4326-B836-F390F6EE2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BUILDING SCIENCE AND MECHANICS | 1BESC104A/204A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3FC018-F30E-451B-A787-9A348467C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4 | 9/9</a:t>
            </a:r>
          </a:p>
        </p:txBody>
      </p:sp>
    </p:spTree>
    <p:extLst>
      <p:ext uri="{BB962C8B-B14F-4D97-AF65-F5344CB8AC3E}">
        <p14:creationId xmlns:p14="http://schemas.microsoft.com/office/powerpoint/2010/main" val="158802021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2026-08-24T06:38:47.7410000Z</dcterms:created>
  <dcterms:modified xsi:type="dcterms:W3CDTF">2026-08-24T06:38:47.7410000Z</dcterms:modified>
</coreProperties>
</file>