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0670b726c54d23" /><Relationship Type="http://schemas.openxmlformats.org/officeDocument/2006/relationships/extended-properties" Target="/docProps/app.xml" Id="R561c6306082c428c" /><Relationship Type="http://schemas.openxmlformats.org/officeDocument/2006/relationships/officeDocument" Target="/ppt/presentation.xml" Id="R749ea8732d0947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444fb56cbc4231"/>
  </p:sldMasterIdLst>
  <p:notesMasterIdLst>
    <p:notesMasterId xmlns:r="http://schemas.openxmlformats.org/officeDocument/2006/relationships" r:id="Rc912daf811214790"/>
  </p:notesMasterIdLst>
  <p:sldIdLst>
    <p:sldId xmlns:r="http://schemas.openxmlformats.org/officeDocument/2006/relationships" id="256" r:id="R722fa5c1b35444f5"/>
    <p:sldId xmlns:r="http://schemas.openxmlformats.org/officeDocument/2006/relationships" id="257" r:id="Reb6fa288173e4606"/>
    <p:sldId xmlns:r="http://schemas.openxmlformats.org/officeDocument/2006/relationships" id="258" r:id="R531c157536ae4e5e"/>
    <p:sldId xmlns:r="http://schemas.openxmlformats.org/officeDocument/2006/relationships" id="259" r:id="R6440068d0c604e56"/>
    <p:sldId xmlns:r="http://schemas.openxmlformats.org/officeDocument/2006/relationships" id="260" r:id="R002eedfe33ab4983"/>
    <p:sldId xmlns:r="http://schemas.openxmlformats.org/officeDocument/2006/relationships" id="261" r:id="Ra6006af5bb8b4f21"/>
    <p:sldId xmlns:r="http://schemas.openxmlformats.org/officeDocument/2006/relationships" id="262" r:id="R1260963404654481"/>
    <p:sldId xmlns:r="http://schemas.openxmlformats.org/officeDocument/2006/relationships" id="263" r:id="Refa5ae0d037d4202"/>
    <p:sldId xmlns:r="http://schemas.openxmlformats.org/officeDocument/2006/relationships" id="264" r:id="Re39d55d499b74a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5ba77dc5124429" /><Relationship Type="http://schemas.openxmlformats.org/officeDocument/2006/relationships/slideMaster" Target="/ppt/slideMasters/slideMaster1.xml" Id="R25444fb56cbc4231" /><Relationship Type="http://schemas.openxmlformats.org/officeDocument/2006/relationships/notesMaster" Target="/ppt/notesMasters/notesMaster1.xml" Id="Rc912daf811214790" /><Relationship Type="http://schemas.openxmlformats.org/officeDocument/2006/relationships/presProps" Target="/ppt/presProps.xml" Id="R27ac23097e02430d" /><Relationship Type="http://schemas.openxmlformats.org/officeDocument/2006/relationships/tableStyles" Target="/ppt/tableStyles.xml" Id="Rdf581e27084345b1" /><Relationship Type="http://schemas.openxmlformats.org/officeDocument/2006/relationships/slide" Target="/ppt/slides/slide1.xml" Id="R722fa5c1b35444f5" /><Relationship Type="http://schemas.openxmlformats.org/officeDocument/2006/relationships/slide" Target="/ppt/slides/slide2.xml" Id="Reb6fa288173e4606" /><Relationship Type="http://schemas.openxmlformats.org/officeDocument/2006/relationships/slide" Target="/ppt/slides/slide3.xml" Id="R531c157536ae4e5e" /><Relationship Type="http://schemas.openxmlformats.org/officeDocument/2006/relationships/slide" Target="/ppt/slides/slide4.xml" Id="R6440068d0c604e56" /><Relationship Type="http://schemas.openxmlformats.org/officeDocument/2006/relationships/slide" Target="/ppt/slides/slide5.xml" Id="R002eedfe33ab4983" /><Relationship Type="http://schemas.openxmlformats.org/officeDocument/2006/relationships/slide" Target="/ppt/slides/slide6.xml" Id="Ra6006af5bb8b4f21" /><Relationship Type="http://schemas.openxmlformats.org/officeDocument/2006/relationships/slide" Target="/ppt/slides/slide7.xml" Id="R1260963404654481" /><Relationship Type="http://schemas.openxmlformats.org/officeDocument/2006/relationships/slide" Target="/ppt/slides/slide8.xml" Id="Refa5ae0d037d4202" /><Relationship Type="http://schemas.openxmlformats.org/officeDocument/2006/relationships/slide" Target="/ppt/slides/slide9.xml" Id="Re39d55d499b74a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d6bb954e6a4c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8082ef75e14cf1" /><Relationship Type="http://schemas.openxmlformats.org/officeDocument/2006/relationships/notesMaster" Target="/ppt/notesMasters/notesMaster1.xml" Id="R07022671ca0840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da0d383476440e" /><Relationship Type="http://schemas.openxmlformats.org/officeDocument/2006/relationships/notesMaster" Target="/ppt/notesMasters/notesMaster1.xml" Id="R05e47bec67c441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233dad8ed64b77" /><Relationship Type="http://schemas.openxmlformats.org/officeDocument/2006/relationships/notesMaster" Target="/ppt/notesMasters/notesMaster1.xml" Id="R9d5890acfd3d44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e10e5786cb46e5" /><Relationship Type="http://schemas.openxmlformats.org/officeDocument/2006/relationships/notesMaster" Target="/ppt/notesMasters/notesMaster1.xml" Id="Rae8858c916ad43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81f2f0e7a54308" /><Relationship Type="http://schemas.openxmlformats.org/officeDocument/2006/relationships/notesMaster" Target="/ppt/notesMasters/notesMaster1.xml" Id="R5a5d8176b11d4f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eded18fda74842" /><Relationship Type="http://schemas.openxmlformats.org/officeDocument/2006/relationships/notesMaster" Target="/ppt/notesMasters/notesMaster1.xml" Id="Rdb4d9fc0757c42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f6b9b3da244707" /><Relationship Type="http://schemas.openxmlformats.org/officeDocument/2006/relationships/notesMaster" Target="/ppt/notesMasters/notesMaster1.xml" Id="Rdffda33d20df42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14979c660a4992" /><Relationship Type="http://schemas.openxmlformats.org/officeDocument/2006/relationships/notesMaster" Target="/ppt/notesMasters/notesMaster1.xml" Id="R8e3bac6729f344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32e917dfc84f66" /><Relationship Type="http://schemas.openxmlformats.org/officeDocument/2006/relationships/notesMaster" Target="/ppt/notesMasters/notesMaster1.xml" Id="Rac1d77f295044c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433a1a2b624e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e46a15b7964b4c" /><Relationship Type="http://schemas.openxmlformats.org/officeDocument/2006/relationships/slideLayout" Target="/ppt/slideLayouts/slideLayout1.xml" Id="R822a783487b644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2a783487b644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e1a805168495b" /><Relationship Type="http://schemas.openxmlformats.org/officeDocument/2006/relationships/notesSlide" Target="/ppt/notesSlides/notesSlide1.xml" Id="Rb1fa9c98604a4d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6528059bf4bfb" /><Relationship Type="http://schemas.openxmlformats.org/officeDocument/2006/relationships/notesSlide" Target="/ppt/notesSlides/notesSlide2.xml" Id="Rd97a2fa0abfe40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bd86ece3947ed" /><Relationship Type="http://schemas.openxmlformats.org/officeDocument/2006/relationships/notesSlide" Target="/ppt/notesSlides/notesSlide3.xml" Id="Ra599032c684048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defff52a74343" /><Relationship Type="http://schemas.openxmlformats.org/officeDocument/2006/relationships/notesSlide" Target="/ppt/notesSlides/notesSlide4.xml" Id="Rf86b49eeb4d14e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520b8337748da" /><Relationship Type="http://schemas.openxmlformats.org/officeDocument/2006/relationships/notesSlide" Target="/ppt/notesSlides/notesSlide5.xml" Id="Rec05188d9d684f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93536bcb94af9" /><Relationship Type="http://schemas.openxmlformats.org/officeDocument/2006/relationships/notesSlide" Target="/ppt/notesSlides/notesSlide6.xml" Id="Rdcac49c348504f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b7718860f4ff3" /><Relationship Type="http://schemas.openxmlformats.org/officeDocument/2006/relationships/notesSlide" Target="/ppt/notesSlides/notesSlide7.xml" Id="R5222c197ae4c4a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b42abe3a74bac" /><Relationship Type="http://schemas.openxmlformats.org/officeDocument/2006/relationships/notesSlide" Target="/ppt/notesSlides/notesSlide8.xml" Id="R03fd0fd64f454c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08a821af046cc" /><Relationship Type="http://schemas.openxmlformats.org/officeDocument/2006/relationships/notesSlide" Target="/ppt/notesSlides/notesSlide9.xml" Id="Rb6d351814a2e44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E3C2A-6712-4220-B865-D397BA3C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7C355-DDFE-422E-8C3B-F1E52723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Sustainable Built Environment: Emerging materials : Types and Uses of Autoclaved Aerated Concrete (AAC) blocks, Bamboo,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8A602-ECC2-4CC1-A032-9D6125BC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BUILDING SCIENCE AND MECHANICS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1BESC104A/204A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B1EC6-DD49-4A59-9731-D694F7E3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Sustainable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26D68-6FEA-415A-A67B-B89C6BBF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AD584-8784-4A92-862C-8DE29AC4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Built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372E3-6934-49BC-881B-F0392B6C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0F3E6-924C-4E89-AFCB-8718E70A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Environment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D9931-E452-4D87-94E1-C0D77AD6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531DB-2CE4-44C3-B2A7-40046805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Emerging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94BE4-CD38-4676-B79A-F16307CF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E13EA-7F54-4DA4-985C-F7AB0EF6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materials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3F202-3903-4AB9-BCE5-3BDEA0F3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AD320-086E-4BC9-8CFA-B19F2380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9ED1DE-E25B-4978-B487-13018FDA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14418988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6296D-FC80-4234-B389-BAD13EA7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DD2D4-A53A-466F-B578-D26355BB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71848-C9E0-4152-9019-E7CEE3E9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06F9B-5984-40C3-9FA8-1EE96CED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73DCA-EEFD-4C24-8546-DA47F7BC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F8F15-F190-4597-B452-19117648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3B88E-3234-4AA7-9941-3CBB37C0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DAAF7-7A30-4333-B209-43AB9072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D8DB6-05BC-4B5D-A4FE-DCAB6839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C5BAE-3561-4001-B59A-981D1211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2C09B-30E2-4097-BB06-D632F5E9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86E8B-FDA5-4199-ABFC-C0607F84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53682-CE2B-4683-BFC1-F53BE642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Sustainable Built Environment: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Emerging materials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Types and Uses of Autoclaved Aerated Concrete (AAC) blocks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Recycled plastics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Material selection criteria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5AF1A-E090-4B7C-9928-9A2131E4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31622-8025-4A3C-BB49-40C3164D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4149742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D32C4-37D2-499C-971E-06E23EBA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233E5-B3CA-4F8A-BED9-C7E32A70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4DFC8-828F-4BAE-859E-4B81C369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D4017-BBEC-4C2C-857F-D429A0E3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Sustainable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433EC-A8FB-48D0-BC92-5E2C40F2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Built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AB493-D500-4A02-82DB-ABF4C6CF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Environment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D4937-B4BA-4F90-B1E6-B8E12252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Emerging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3CEE3-D765-4959-A1CF-BD92EE8E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materials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7B61C-C54E-48FB-80A2-277497AE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Uses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47AF4-2507-4FCE-B66C-7EB9381D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Sustainability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Smart City concept.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Green Building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Green building materials and rating systems IGBC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CDBD4-4646-48B3-AD9A-847285E4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74216-A7E0-4A71-AB9E-B3B08495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05332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BDB64-82AB-4BD1-B234-DC866269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B2034-7D5D-450D-B54D-E6D5D13F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69597-E357-499A-8F19-B713879E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39219-AAAE-45E0-9281-7F57A28B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Sustainable Built Environment: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Emerging materials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and Uses of Autoclaved Aerated Concrete (AAC) blocks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Recycled plastics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Material selection criteria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Sustainability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3F027-2838-460B-AD45-0C8A0097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B737C-33D1-46E0-A4A3-46BBB90C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65C5D-9985-439A-8067-A9079FFE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Sustainable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4A347-C0B3-47CA-A4E6-555AA124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807A5-0A6F-424D-9274-608A624B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Built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010F6-929C-45E0-AF89-ECD9E4EC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D83AA-5DFF-4892-B44A-80D41261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Environment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DD1ED-46FC-462E-AA67-A32ACC67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092B5-EA11-48C0-A587-72E6964D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Emerging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E81FC9-D48E-4DFD-8462-CE24FC7A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FFDB9-E19D-43D7-9C70-6F82440A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materials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028B8A-BC0D-4F3A-8B97-A17417B2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44A27-93B9-4445-88DB-89AF8B38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45C22F-1DA5-4107-B6B4-9A9F6462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4987617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17086F-DA61-45F8-B5EE-8EC9DCCF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0A8D1-6C5E-4E16-869C-A1DAA145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AFEC0-FF5F-4D7C-B197-095E720A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238F5-F589-4F44-9FA0-BE276CE2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52356-84F5-46AF-B6AD-93A6BF27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C02E6-8D18-4983-93C8-47D2A183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5BF6B-F386-4BEE-8D8E-49BACE7A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ED081-2D54-42AC-A27E-6BCD910C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22AF4-096B-4C01-BC8B-E152A262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FB2CC0-A2F4-422E-B438-65D84D73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17B5B-4282-43FC-AA90-C32EA181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EE063-3026-45B3-B739-4A8143A8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0A160-5F57-4420-9D78-5087D46D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7387CA-1E77-43B5-9766-D320613B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4AC38-2F1F-4C69-8D28-035CC0A3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6476540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0942D-C918-486C-AE6B-0E594230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9EFA4-9EF3-4D8E-BEDF-5FA18C7F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956AA-34B5-4EEF-9C94-4A9BE8BB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C549C-2379-4431-9C1E-2D1F71D3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7D1E8-E110-416E-987A-F0E41FAE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Sustainable Built Environment: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C87C5-651A-4176-988F-E48A0864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Sustainable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35177-5E11-41CC-B2BE-6EE4657D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24894-07F3-471C-B246-E119F9F1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FD603-5079-4BAD-BB87-A0DF8852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7606216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CC42E-365C-45D3-9157-232267DB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27C29-8DC6-47D4-B794-C5A3B446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E9B19-48D4-4FC5-A147-5D7A7D62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D902C-258F-4FEA-B017-47B097B1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55AF8-2BC4-47BB-A958-2064B816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Smart City concept.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Green Building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Green building materials and rating systems IGBC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GRIHA (Green Rating for Integrated Habitat Assessment) for new buildings - Purpose - Key highlights - Point System with Differential weightage.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B7E06-9266-4AF8-A718-E405987A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BF5EE-A5E5-4A82-BB4E-AD610EE3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7284F-DADD-4897-A9B1-BB7AA829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F3F39-C8B2-4384-8246-FC00F88E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19342576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4E60BE-001F-4086-A6CF-A94CC711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2374F-4DF2-4954-880F-4B542D47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931BD-A48A-4020-BF84-33DD933E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36036-3693-4745-9A0F-B0648717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BCD20-A0C5-430D-BF71-5D8D2B04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4DD29-A2D9-4304-9191-B83E508D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9F91C-48A2-4934-98CE-195CADCF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Sustainable Built Environment: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28986-C3B1-4F96-A8D3-49F9F489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EA0A6-3B5C-4B2A-81BA-8EA05D81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40AA3-7439-4778-83C7-E9AC6E2E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Emerging materials 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1ACA04-FA76-412E-B52F-9B1C154C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9786B-D23D-4A97-999F-3CDFB504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F20EA-7D2B-4DC7-86D2-B115F9FC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Types and Uses of Autoclaved Aerated Concrete (AAC) blocks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34BB4-6AB0-4653-B263-BD904C87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EDEF9-B8D6-480C-8E86-06B22E19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AC3AF-6B80-4A15-BE7C-BFF95380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Recycled plastics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AE94B-589F-4A52-911F-47682DBF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DFE935-69E2-4740-92EB-A0F54AF7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E4E36C-1076-40FC-8F6B-E118F9CF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Material selection criteria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C85861-E247-4B7F-945B-F68CEF64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D9EBAA-08A4-4559-9E0D-61C41F22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8D3A64-4A1B-4CAA-8E53-AC545C97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Sustainability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64E85B-32D3-464A-9CE7-283495D7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311C55-5A28-41AC-AAAF-7CF148C3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A483A5-8D0E-481B-89F7-209FCFFD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Smart City concept.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9FB351-64A0-465A-B6E5-7C867293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530137-6299-4778-A1E8-26F0A23F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394853-D93B-49F6-8733-BC9B143A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AF7CE6-8290-4D96-AE26-EBC00C68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10921418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CC0E1-0608-4F12-A398-518DFB9A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1BESC104A/204A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13E31-997F-4524-A378-C54EB945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F5DCA-232D-4E8B-BFC1-CDA1C63A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3D5A1-D873-4263-A2FF-261E0140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Sustainable, Built, Environment, Emerging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0C768-42EF-4D27-A808-62CE2267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26FA2-C32B-4D2E-A796-223284FB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0D04A-2652-4046-B174-F77E3549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BUILDING SCIENCE AND MECHANICS | 1BESC104A/204A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96A48-78D3-48BF-AD8C-31C6176A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16596299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2026-08-24T06:38:47.6180000Z</dcterms:created>
  <dcterms:modified xsi:type="dcterms:W3CDTF">2026-08-24T06:38:47.6180000Z</dcterms:modified>
</coreProperties>
</file>