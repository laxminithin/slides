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f73204bc94e5a" /><Relationship Type="http://schemas.openxmlformats.org/officeDocument/2006/relationships/extended-properties" Target="/docProps/app.xml" Id="R553364408ebd45ac" /><Relationship Type="http://schemas.openxmlformats.org/officeDocument/2006/relationships/officeDocument" Target="/ppt/presentation.xml" Id="Rfc87775c9957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26d4b35b741d4"/>
  </p:sldMasterIdLst>
  <p:notesMasterIdLst>
    <p:notesMasterId xmlns:r="http://schemas.openxmlformats.org/officeDocument/2006/relationships" r:id="Re2e77147c8f54db4"/>
  </p:notesMasterIdLst>
  <p:sldIdLst>
    <p:sldId xmlns:r="http://schemas.openxmlformats.org/officeDocument/2006/relationships" id="256" r:id="R5b5b3dfc42a641d0"/>
    <p:sldId xmlns:r="http://schemas.openxmlformats.org/officeDocument/2006/relationships" id="257" r:id="R581f0eae37204aaf"/>
    <p:sldId xmlns:r="http://schemas.openxmlformats.org/officeDocument/2006/relationships" id="258" r:id="R711b072c44634821"/>
    <p:sldId xmlns:r="http://schemas.openxmlformats.org/officeDocument/2006/relationships" id="259" r:id="R1fbdede3247b49af"/>
    <p:sldId xmlns:r="http://schemas.openxmlformats.org/officeDocument/2006/relationships" id="260" r:id="R6432600fb7c84ddc"/>
    <p:sldId xmlns:r="http://schemas.openxmlformats.org/officeDocument/2006/relationships" id="261" r:id="Raa746b06caca4d10"/>
    <p:sldId xmlns:r="http://schemas.openxmlformats.org/officeDocument/2006/relationships" id="262" r:id="Ra38cf5b9a59c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1bb2b4ebc427d" /><Relationship Type="http://schemas.openxmlformats.org/officeDocument/2006/relationships/slideMaster" Target="/ppt/slideMasters/slideMaster1.xml" Id="Re0a26d4b35b741d4" /><Relationship Type="http://schemas.openxmlformats.org/officeDocument/2006/relationships/notesMaster" Target="/ppt/notesMasters/notesMaster1.xml" Id="Re2e77147c8f54db4" /><Relationship Type="http://schemas.openxmlformats.org/officeDocument/2006/relationships/presProps" Target="/ppt/presProps.xml" Id="R06443572b4f2444a" /><Relationship Type="http://schemas.openxmlformats.org/officeDocument/2006/relationships/tableStyles" Target="/ppt/tableStyles.xml" Id="Rdaa8e90f019b44b3" /><Relationship Type="http://schemas.openxmlformats.org/officeDocument/2006/relationships/slide" Target="/ppt/slides/slide1.xml" Id="R5b5b3dfc42a641d0" /><Relationship Type="http://schemas.openxmlformats.org/officeDocument/2006/relationships/slide" Target="/ppt/slides/slide2.xml" Id="R581f0eae37204aaf" /><Relationship Type="http://schemas.openxmlformats.org/officeDocument/2006/relationships/slide" Target="/ppt/slides/slide3.xml" Id="R711b072c44634821" /><Relationship Type="http://schemas.openxmlformats.org/officeDocument/2006/relationships/slide" Target="/ppt/slides/slide4.xml" Id="R1fbdede3247b49af" /><Relationship Type="http://schemas.openxmlformats.org/officeDocument/2006/relationships/slide" Target="/ppt/slides/slide5.xml" Id="R6432600fb7c84ddc" /><Relationship Type="http://schemas.openxmlformats.org/officeDocument/2006/relationships/slide" Target="/ppt/slides/slide6.xml" Id="Raa746b06caca4d10" /><Relationship Type="http://schemas.openxmlformats.org/officeDocument/2006/relationships/slide" Target="/ppt/slides/slide7.xml" Id="Ra38cf5b9a59c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0ec3ef5756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6501e2d7b428a" /><Relationship Type="http://schemas.openxmlformats.org/officeDocument/2006/relationships/notesMaster" Target="/ppt/notesMasters/notesMaster1.xml" Id="R8b35e3f709944c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a2ad6da2a45da" /><Relationship Type="http://schemas.openxmlformats.org/officeDocument/2006/relationships/notesMaster" Target="/ppt/notesMasters/notesMaster1.xml" Id="R5630e69835cb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44ac507fd94cb8" /><Relationship Type="http://schemas.openxmlformats.org/officeDocument/2006/relationships/notesMaster" Target="/ppt/notesMasters/notesMaster1.xml" Id="Rc8137cdd0b59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9db0f9b984520" /><Relationship Type="http://schemas.openxmlformats.org/officeDocument/2006/relationships/notesMaster" Target="/ppt/notesMasters/notesMaster1.xml" Id="R098442783429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eb065f7e8e4840" /><Relationship Type="http://schemas.openxmlformats.org/officeDocument/2006/relationships/notesMaster" Target="/ppt/notesMasters/notesMaster1.xml" Id="Rd8451c40d05c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d2bd344e5346b0" /><Relationship Type="http://schemas.openxmlformats.org/officeDocument/2006/relationships/notesMaster" Target="/ppt/notesMasters/notesMaster1.xml" Id="R42ddbd5ab48043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cd9355c9a64a1d" /><Relationship Type="http://schemas.openxmlformats.org/officeDocument/2006/relationships/notesMaster" Target="/ppt/notesMasters/notesMaster1.xml" Id="Rff2c60b14b34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98fa3cb10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cf4943404442b1" /><Relationship Type="http://schemas.openxmlformats.org/officeDocument/2006/relationships/slideLayout" Target="/ppt/slideLayouts/slideLayout1.xml" Id="Rb7ba05afe4c4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a05afe4c4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ccc43ab9d488f" /><Relationship Type="http://schemas.openxmlformats.org/officeDocument/2006/relationships/notesSlide" Target="/ppt/notesSlides/notesSlide1.xml" Id="R07d0da56c1b044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03efb619f4678" /><Relationship Type="http://schemas.openxmlformats.org/officeDocument/2006/relationships/notesSlide" Target="/ppt/notesSlides/notesSlide2.xml" Id="Rab33c31f69de41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9d889ab634d02" /><Relationship Type="http://schemas.openxmlformats.org/officeDocument/2006/relationships/notesSlide" Target="/ppt/notesSlides/notesSlide3.xml" Id="Rd800a4558a3c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403554ac2456e" /><Relationship Type="http://schemas.openxmlformats.org/officeDocument/2006/relationships/notesSlide" Target="/ppt/notesSlides/notesSlide4.xml" Id="R035c6818f4a244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8546b17ec4442" /><Relationship Type="http://schemas.openxmlformats.org/officeDocument/2006/relationships/notesSlide" Target="/ppt/notesSlides/notesSlide5.xml" Id="R7cace077f8b5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796d56f024aa0" /><Relationship Type="http://schemas.openxmlformats.org/officeDocument/2006/relationships/notesSlide" Target="/ppt/notesSlides/notesSlide6.xml" Id="R4cf33c051d2d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c5c9d3ff94045" /><Relationship Type="http://schemas.openxmlformats.org/officeDocument/2006/relationships/notesSlide" Target="/ppt/notesSlides/notesSlide7.xml" Id="Rce167ff1266c45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4890C-D6A3-4A01-AF1D-26F455A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2A7D6-0E4E-45CD-A504-BBC7056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Empathize with community problems and define meaningful challenges.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DAC09-CFC1-413D-87AA-5F9C6258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820C5-ACBF-4E24-81E0-FF3AFD4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2B476-95DE-4EB9-8061-5044390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ECBBB-D0CF-4C8C-B2E2-750C9A89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7948-4952-4491-A9EB-6F6CC319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178EE-3FF2-4BE4-89AE-57647DE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E8519-A20F-4415-A7EB-1BE585FE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C0077-531D-4FE9-99DF-1F91C40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99547-4B7C-42F5-B2FB-46A1FB28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F2267-F81E-46AD-AF40-2095DB05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FE966-C45F-4EA7-A469-18C56DFF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74941-DEEE-4919-8B7F-C115025A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8760C-3BCD-4489-92F2-4EC1C45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1/7</a:t>
            </a:r>
          </a:p>
        </p:txBody>
      </p:sp>
    </p:spTree>
    <p:extLst>
      <p:ext uri="{BB962C8B-B14F-4D97-AF65-F5344CB8AC3E}">
        <p14:creationId xmlns:p14="http://schemas.microsoft.com/office/powerpoint/2010/main" val="214373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EB515-9E77-4293-B7D0-586A1B3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D5ED9-82A7-465C-B61B-85873710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09E17-C8EB-42B2-BBAE-7033DBD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D0C8C-E57A-41E5-8A97-3E8B4426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Empathize with community problems and define meaningful challenges.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1D346-24C6-486A-A6B5-A10F7DB9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BC540-EAB5-4631-B183-A010B0A2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6E386-5060-404D-9991-BAD7FCC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A915E-328E-4AD2-B7D1-7F6F8C0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F85BD-334B-4A9D-833A-4D285FE3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785E-36B0-4CB3-8D51-5B0A8A28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982A5-8AA6-4168-877E-94A4F12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87A55-9497-4AF5-B294-91F21D0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16831-B4B6-42C7-BF90-5ECFAD0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4FA03-E7C2-4384-98D6-BDF45150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4A9B9-D9E1-41B9-BEA9-C091D9E8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55B5A-B20B-4446-A663-CF0D931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2/7</a:t>
            </a:r>
          </a:p>
        </p:txBody>
      </p:sp>
    </p:spTree>
    <p:extLst>
      <p:ext uri="{BB962C8B-B14F-4D97-AF65-F5344CB8AC3E}">
        <p14:creationId xmlns:p14="http://schemas.microsoft.com/office/powerpoint/2010/main" val="1421671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AB357-01BE-4DFC-88B5-F28A015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2F95F-BF99-4E38-A038-0DC05B8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F55BD-EA53-49BE-B4D7-D9DCDD7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61798-A090-4164-9D87-ECAD299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Empathize with community problems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define meaningful challenges.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FBC35-9DEF-48C2-B29E-3FBD3BB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Empathize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48449-67C9-4766-A250-4FED89F3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06D7C-62AB-4E2F-B5BF-0240EF5B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09A81-8D29-4993-94EE-829D3D9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06042-5846-4BCF-81EE-6FC26EB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F3367-4AAC-4CA9-A591-947800D8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3F79C-946B-45B3-B9A4-3A0C9D2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F257E-D80B-45D7-8B18-1D3C9D5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BA149-EC47-4803-9068-209AE5C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challenges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9C951-0510-4ADC-B8EC-F29FB41B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7A06C-5A83-4FB5-8B23-C809261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3/7</a:t>
            </a:r>
          </a:p>
        </p:txBody>
      </p:sp>
    </p:spTree>
    <p:extLst>
      <p:ext uri="{BB962C8B-B14F-4D97-AF65-F5344CB8AC3E}">
        <p14:creationId xmlns:p14="http://schemas.microsoft.com/office/powerpoint/2010/main" val="120128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26A58-3DBF-4833-A80C-764171C3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972BD-A879-4269-A4BD-8558853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9FF60-8A4E-4DED-AE96-C81AFA9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61B1-B3D4-44F1-9033-1B59B37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B9EA3-6365-4876-9E82-655364A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7E7F6-FA8D-4AD1-B6E7-DEA7F48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8242-CC05-4E22-89BD-E0D631CB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77053-08EB-40FD-BA4A-3919168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4/7</a:t>
            </a:r>
          </a:p>
        </p:txBody>
      </p:sp>
    </p:spTree>
    <p:extLst>
      <p:ext uri="{BB962C8B-B14F-4D97-AF65-F5344CB8AC3E}">
        <p14:creationId xmlns:p14="http://schemas.microsoft.com/office/powerpoint/2010/main" val="2082138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5A338-65D4-4375-8C41-F307846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A26A0-2112-4875-BC66-31635D66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F08D9-32ED-49D6-81B3-F3327BD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763D8-9190-4C40-8F92-BFB660C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4F1B5-D601-462C-8B3A-ED03E62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69D8E-5CB7-4387-A8A1-215FE3E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FE47A-F181-4036-9A3D-3B51811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29E64-45B7-411C-9AAC-82ECB56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2FA32-0B16-4DAA-B031-F05153C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E81E2-7274-483F-B426-94D1C8F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E9C3B-3660-4793-B39B-6F81927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50AC6-CAF6-4B54-8893-B9FE6AB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59B64-0D8A-44E8-8D41-FD82F6A8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7A0E-3474-4CFA-AEA9-B4F779E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74FCB-058F-4883-A880-6B763E3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5/7</a:t>
            </a:r>
          </a:p>
        </p:txBody>
      </p:sp>
    </p:spTree>
    <p:extLst>
      <p:ext uri="{BB962C8B-B14F-4D97-AF65-F5344CB8AC3E}">
        <p14:creationId xmlns:p14="http://schemas.microsoft.com/office/powerpoint/2010/main" val="163099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FE6CE-A367-4892-956B-36DAE1DA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CC1C0-DC78-40CD-B91F-D8D55579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FCE65-4468-45FB-9877-132EF3F5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C3E8-FE46-4C67-BF4B-E220704B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5322-8ECE-40EF-8E63-F1F55A0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2F5C9-84C5-42DD-9D1E-D986752C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5911-1D1E-49C2-880E-8B03D61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7780D-F606-4945-B175-DBCA25B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E4007-DC98-497E-8D5A-EBFCD046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3F99D-A611-4456-BCF1-1C5F172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3645F-73A2-4215-8DE0-5882773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3F665-CA44-425E-8355-8B9B6125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08A8F-A246-4202-BD86-FE66CB5F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C56AB-CD25-4975-8B46-1F8FD78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F54F2-2790-4867-BCA4-07A87D0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7B6E5-EA7C-4286-B107-FE4405B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32228-1D02-4298-B30E-FF54AE65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7FFB6-A4AC-4A21-B6E1-BAE719B0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6AF37-AE27-4F9D-9DB7-41D3B85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5E0FF-1283-4859-A2FE-32671270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5C8D0-F19C-4BE8-B2A3-E05E019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EB9DD-E5CB-4FB9-AD8B-93AD986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DCA39-60B0-47B9-BA45-DC8BD27D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B0EDF-CC51-4866-8EA0-EC519C3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1DFEB-4B69-4BBE-90E7-6A0AFD8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3DEAA-4804-4739-87E7-175B087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6/7</a:t>
            </a:r>
          </a:p>
        </p:txBody>
      </p:sp>
    </p:spTree>
    <p:extLst>
      <p:ext uri="{BB962C8B-B14F-4D97-AF65-F5344CB8AC3E}">
        <p14:creationId xmlns:p14="http://schemas.microsoft.com/office/powerpoint/2010/main" val="423137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3EA27-F030-44D6-A974-52D59D5A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55B34-D0B4-4480-9019-848F2637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C6556-8285-4AEC-A1A4-D4FF47F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1AF7-AAB3-49F5-A1F5-E4742FA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C6945-21B9-46A3-A2E8-FB6924E6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85D8-244C-4BCE-AF5E-7C749AC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E5D65-9D67-454A-813F-9CC9F1B9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60A71-2097-420A-959A-857E355D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1 | 7/7</a:t>
            </a:r>
          </a:p>
        </p:txBody>
      </p:sp>
    </p:spTree>
    <p:extLst>
      <p:ext uri="{BB962C8B-B14F-4D97-AF65-F5344CB8AC3E}">
        <p14:creationId xmlns:p14="http://schemas.microsoft.com/office/powerpoint/2010/main" val="357126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2026-08-24T06:38:49.3920000Z</dcterms:created>
  <dcterms:modified xsi:type="dcterms:W3CDTF">2026-08-24T06:38:49.3920000Z</dcterms:modified>
</coreProperties>
</file>