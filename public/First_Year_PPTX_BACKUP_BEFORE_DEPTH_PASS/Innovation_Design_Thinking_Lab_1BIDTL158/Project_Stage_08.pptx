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0ccf4d39df4f17" /><Relationship Type="http://schemas.openxmlformats.org/officeDocument/2006/relationships/extended-properties" Target="/docProps/app.xml" Id="R2bd0adbef0174daf" /><Relationship Type="http://schemas.openxmlformats.org/officeDocument/2006/relationships/officeDocument" Target="/ppt/presentation.xml" Id="Rb77a929fe672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7bb5527a94372"/>
  </p:sldMasterIdLst>
  <p:notesMasterIdLst>
    <p:notesMasterId xmlns:r="http://schemas.openxmlformats.org/officeDocument/2006/relationships" r:id="Re7e9e59cc55c4ffc"/>
  </p:notesMasterIdLst>
  <p:sldIdLst>
    <p:sldId xmlns:r="http://schemas.openxmlformats.org/officeDocument/2006/relationships" id="256" r:id="R92bf1b8dc336446a"/>
    <p:sldId xmlns:r="http://schemas.openxmlformats.org/officeDocument/2006/relationships" id="257" r:id="R7ec16fbd12094730"/>
    <p:sldId xmlns:r="http://schemas.openxmlformats.org/officeDocument/2006/relationships" id="258" r:id="Re8d193a9a3804173"/>
    <p:sldId xmlns:r="http://schemas.openxmlformats.org/officeDocument/2006/relationships" id="259" r:id="R2887100afa9545e4"/>
    <p:sldId xmlns:r="http://schemas.openxmlformats.org/officeDocument/2006/relationships" id="260" r:id="R03706ef405f54087"/>
    <p:sldId xmlns:r="http://schemas.openxmlformats.org/officeDocument/2006/relationships" id="261" r:id="R3c427c7bbafc4d07"/>
    <p:sldId xmlns:r="http://schemas.openxmlformats.org/officeDocument/2006/relationships" id="262" r:id="Ra37ee97724a045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c738102b764ac2" /><Relationship Type="http://schemas.openxmlformats.org/officeDocument/2006/relationships/slideMaster" Target="/ppt/slideMasters/slideMaster1.xml" Id="Re427bb5527a94372" /><Relationship Type="http://schemas.openxmlformats.org/officeDocument/2006/relationships/notesMaster" Target="/ppt/notesMasters/notesMaster1.xml" Id="Re7e9e59cc55c4ffc" /><Relationship Type="http://schemas.openxmlformats.org/officeDocument/2006/relationships/presProps" Target="/ppt/presProps.xml" Id="Rbb884e7df1154622" /><Relationship Type="http://schemas.openxmlformats.org/officeDocument/2006/relationships/tableStyles" Target="/ppt/tableStyles.xml" Id="R8c508789caec4a5a" /><Relationship Type="http://schemas.openxmlformats.org/officeDocument/2006/relationships/slide" Target="/ppt/slides/slide1.xml" Id="R92bf1b8dc336446a" /><Relationship Type="http://schemas.openxmlformats.org/officeDocument/2006/relationships/slide" Target="/ppt/slides/slide2.xml" Id="R7ec16fbd12094730" /><Relationship Type="http://schemas.openxmlformats.org/officeDocument/2006/relationships/slide" Target="/ppt/slides/slide3.xml" Id="Re8d193a9a3804173" /><Relationship Type="http://schemas.openxmlformats.org/officeDocument/2006/relationships/slide" Target="/ppt/slides/slide4.xml" Id="R2887100afa9545e4" /><Relationship Type="http://schemas.openxmlformats.org/officeDocument/2006/relationships/slide" Target="/ppt/slides/slide5.xml" Id="R03706ef405f54087" /><Relationship Type="http://schemas.openxmlformats.org/officeDocument/2006/relationships/slide" Target="/ppt/slides/slide6.xml" Id="R3c427c7bbafc4d07" /><Relationship Type="http://schemas.openxmlformats.org/officeDocument/2006/relationships/slide" Target="/ppt/slides/slide7.xml" Id="Ra37ee97724a0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9d259df6745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6417f6fdb498b" /><Relationship Type="http://schemas.openxmlformats.org/officeDocument/2006/relationships/notesMaster" Target="/ppt/notesMasters/notesMaster1.xml" Id="Rf4c9bba052164b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d64714b2e34ca7" /><Relationship Type="http://schemas.openxmlformats.org/officeDocument/2006/relationships/notesMaster" Target="/ppt/notesMasters/notesMaster1.xml" Id="Rbd0d52729b834a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27b23a563c4ae3" /><Relationship Type="http://schemas.openxmlformats.org/officeDocument/2006/relationships/notesMaster" Target="/ppt/notesMasters/notesMaster1.xml" Id="R98ef0e94244449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ea3c64605483d" /><Relationship Type="http://schemas.openxmlformats.org/officeDocument/2006/relationships/notesMaster" Target="/ppt/notesMasters/notesMaster1.xml" Id="Rd2841155c15849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66f70175664cd1" /><Relationship Type="http://schemas.openxmlformats.org/officeDocument/2006/relationships/notesMaster" Target="/ppt/notesMasters/notesMaster1.xml" Id="R003d81e4260241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d913ee7f704556" /><Relationship Type="http://schemas.openxmlformats.org/officeDocument/2006/relationships/notesMaster" Target="/ppt/notesMasters/notesMaster1.xml" Id="R8cfc4c58c9144d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35aa7cb6b9486d" /><Relationship Type="http://schemas.openxmlformats.org/officeDocument/2006/relationships/notesMaster" Target="/ppt/notesMasters/notesMaster1.xml" Id="R6f44aa8d3a5b4b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0dbde0fe44b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27fce627b241d8" /><Relationship Type="http://schemas.openxmlformats.org/officeDocument/2006/relationships/slideLayout" Target="/ppt/slideLayouts/slideLayout1.xml" Id="R1352e4efb080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52e4efb080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d6965e3754318" /><Relationship Type="http://schemas.openxmlformats.org/officeDocument/2006/relationships/notesSlide" Target="/ppt/notesSlides/notesSlide1.xml" Id="R9c64c64c101e48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4d072c707442d" /><Relationship Type="http://schemas.openxmlformats.org/officeDocument/2006/relationships/notesSlide" Target="/ppt/notesSlides/notesSlide2.xml" Id="R32ddb61ff0b341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00619ea3442f0" /><Relationship Type="http://schemas.openxmlformats.org/officeDocument/2006/relationships/notesSlide" Target="/ppt/notesSlides/notesSlide3.xml" Id="R6af6f6773c434c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99128158145b7" /><Relationship Type="http://schemas.openxmlformats.org/officeDocument/2006/relationships/notesSlide" Target="/ppt/notesSlides/notesSlide4.xml" Id="R21c1f4e2a8d3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36eb14dd24431" /><Relationship Type="http://schemas.openxmlformats.org/officeDocument/2006/relationships/notesSlide" Target="/ppt/notesSlides/notesSlide5.xml" Id="R743c6856e5b04e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8cbb7e6d74394" /><Relationship Type="http://schemas.openxmlformats.org/officeDocument/2006/relationships/notesSlide" Target="/ppt/notesSlides/notesSlide6.xml" Id="R9a308489cbe34a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06d8e0ca143ba" /><Relationship Type="http://schemas.openxmlformats.org/officeDocument/2006/relationships/notesSlide" Target="/ppt/notesSlides/notesSlide7.xml" Id="Rf5bec191322f45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E35B4-C9D7-45C7-9D33-8DA9695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D9075-8FB6-42CD-899A-3A4A549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Nature of the group shall be multidisciplinary. (Group shall be formed by sel ecting students from all branches)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260DA-0340-4153-A304-58154140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Innovation &amp; Design Thinking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1BIDTL158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C149-BD2F-4445-ABAD-0955128B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C4D5-D238-4042-B9E5-255E729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4BF50-2A77-4FAB-A6DD-0661687B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E3866-CAE5-480E-B123-411009B6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77013-5312-4EB8-8251-9A520904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0DE61-B9D9-46A7-A30C-259227B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C2FE8-E4CE-4873-9388-4348C498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DE8A5-5DFF-4A43-A201-BD6E8AC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A30CF-FB48-4795-B1FF-32DAADE7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F9D24-30A1-492A-8653-EFD17287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B8CBF-3950-441D-BD73-35DCDF7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30BE1-6C66-4363-9D8B-FFB5361B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1/7</a:t>
            </a:r>
          </a:p>
        </p:txBody>
      </p:sp>
    </p:spTree>
    <p:extLst>
      <p:ext uri="{BB962C8B-B14F-4D97-AF65-F5344CB8AC3E}">
        <p14:creationId xmlns:p14="http://schemas.microsoft.com/office/powerpoint/2010/main" val="1462789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61B50-9F59-425E-A7FF-5A3D66C0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1D177-C61A-4414-8F20-3E669F52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98DF8-048A-468C-AEFF-450C1EB2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1726C-4F9D-4BEC-84B2-6B4F9849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Nature of the group shall be multidisciplinary. (Group shall be formed by sel ecting students from all branches)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079C6-00AE-4873-8FF6-4D97190E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FF418-16FB-4862-83D1-0C70D5E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A0414-8F2A-4145-A31B-435330AF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0F009-53E7-4E6A-BC59-F5EC14FC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24E36-9252-4C7F-BF13-2829E3D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2279E-608B-40F2-A534-A797EDAC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0E153-7B02-4D1D-BA7D-A24A0D24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61E10-2EFC-4EC1-BB5C-F448C6C2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7798B-5037-4EE6-A17A-0C7DA24B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4FF86-06F5-41F0-86F5-A18108D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7DFA6-18B6-4677-862E-8CD4D08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561FD-8F23-4AB1-9AB0-177475D3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2/7</a:t>
            </a:r>
          </a:p>
        </p:txBody>
      </p:sp>
    </p:spTree>
    <p:extLst>
      <p:ext uri="{BB962C8B-B14F-4D97-AF65-F5344CB8AC3E}">
        <p14:creationId xmlns:p14="http://schemas.microsoft.com/office/powerpoint/2010/main" val="2050415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5A2A2F-8EEC-4694-B504-9A76B875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1FE3A-0C96-4B44-9B48-5A63216B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33B7-A8B0-40A3-8EDE-99B8E27C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A1040-4B1C-4BC4-AB52-395F9C7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Nature of the group shall be multidisciplinary. (Group shall be formed by sel ecting students from all branches)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D3879-F9D0-4FF1-990D-D0217A6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DF28C-E670-43BC-9B0E-A8958CBB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22959-1EBC-4E68-B002-5F60A73B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group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36946-ED36-44F4-9DFA-651FF940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CAD08-97DF-4A9F-85F6-FE8E830D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98530-7171-49A3-90CA-7C345390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D73FC-0655-405D-9793-6B8CC1DB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multidisciplinary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9ACD7-5687-4C5B-8101-57B2288F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611ED-1FDE-4804-AEC0-B0555FAF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91217-BD63-40D8-B590-307C6CCD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95893-7C45-40B1-9DF6-F3485A75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3/7</a:t>
            </a:r>
          </a:p>
        </p:txBody>
      </p:sp>
    </p:spTree>
    <p:extLst>
      <p:ext uri="{BB962C8B-B14F-4D97-AF65-F5344CB8AC3E}">
        <p14:creationId xmlns:p14="http://schemas.microsoft.com/office/powerpoint/2010/main" val="2143038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02EA8-979D-4189-9EF2-F9B09150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F1DD5-1DC1-45BE-98C5-E5A480B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09645-6C63-4181-8B36-5EB3711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CD4C7-9C2B-4D15-89AF-0EAB5BA3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DDB72-7A58-4835-8DF7-4E7EBC07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E9CF1-B528-4C80-8094-109B9E3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56454-78C8-458A-9B2C-69DBF9F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ED270-51C8-4CD3-B763-CF6532BB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4/7</a:t>
            </a:r>
          </a:p>
        </p:txBody>
      </p:sp>
    </p:spTree>
    <p:extLst>
      <p:ext uri="{BB962C8B-B14F-4D97-AF65-F5344CB8AC3E}">
        <p14:creationId xmlns:p14="http://schemas.microsoft.com/office/powerpoint/2010/main" val="197294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9FFD5-A755-4B4A-8E03-69C8C6CD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E861B-7F46-4533-9896-7E6684B3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7AB6F-6741-4013-823C-3B3EA344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25EE8-DE5A-48DF-89F1-FEA2C056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9E88E-71BE-4CCB-A2F6-A8B130B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528CD-E6BA-40F5-9AE2-A438AD9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97C5C-33D7-4B23-91B5-9C362D25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BAFBE-B720-4E81-9878-069551A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58D33-44F5-4BD8-9431-FC03E96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F491D-C282-41A7-A853-BA39C0A6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70B5B-FF8E-496C-934F-D8E966B8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47174-A794-44FB-8171-E03046CF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F3D23-917F-4BDE-B506-39139F11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385B6-6075-4F64-8DE8-7B2237F1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F6078-682E-4DFD-B696-719206FE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5/7</a:t>
            </a:r>
          </a:p>
        </p:txBody>
      </p:sp>
    </p:spTree>
    <p:extLst>
      <p:ext uri="{BB962C8B-B14F-4D97-AF65-F5344CB8AC3E}">
        <p14:creationId xmlns:p14="http://schemas.microsoft.com/office/powerpoint/2010/main" val="429723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62EE5-D74B-46F7-9E36-C76A8734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A0FC4-E869-49B6-A009-C5EE1224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C9DC6-AE2F-42D4-A2C7-D09246BC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1BF1B-2910-4399-9E94-21E71D8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A5238-0A03-4E27-8831-7817E3DD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ABF23-1F07-4CF1-9BDA-28AE7FD0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786EC-7544-44B3-AA27-B95350B1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E291-5360-4AF0-B1B7-344C13BE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8D707-FC7F-46CE-A78A-F670E56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D0841-A7A8-4927-9FA1-D3A3A8DE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B66D4-4627-4962-96AB-4EDE28AE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4EFBC-63DC-4959-B77B-8F69D435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DF151-6410-4BCC-ACE9-5C9E68A4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FCDCE-4DE6-4577-96F0-53A7CBF5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86565-F1C0-49FA-8DD9-B78AE573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E2AE-E61A-4424-B050-DBC9D64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EFF77-E917-47C0-99E0-1E89C05B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123E3-317F-4066-92A6-D7E928D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2CCAF1-4A38-405A-891A-F43912D1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CFE74-4FB5-426F-877F-9F6853BB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94474-0436-4F47-890B-ABBB3768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E4F98-49F8-43FA-891D-56C1E9E8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F20E0-CEC6-4840-B342-E25EE2E2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DBDE6-F5B6-49EB-AD14-64AA7549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7649E-A3CF-4D0A-8EFF-5959CA3B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DC80F-65CD-449D-859A-0A75B55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6/7</a:t>
            </a:r>
          </a:p>
        </p:txBody>
      </p:sp>
    </p:spTree>
    <p:extLst>
      <p:ext uri="{BB962C8B-B14F-4D97-AF65-F5344CB8AC3E}">
        <p14:creationId xmlns:p14="http://schemas.microsoft.com/office/powerpoint/2010/main" val="1111903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A290B-FF1B-42CA-B70F-B6696459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1BIDTL158 | Project_Stage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86B5C-FBBE-43D8-8A1D-42EEF41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2A4E1-07D8-4D30-8237-5A3A89E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1B7F7-3224-4DEA-B8CE-F6F5B647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E43D5-57F4-43A2-8231-E08480F7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2EF8-3805-4318-9A28-7D7C33C0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project_stage?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0DD7F-D840-4965-B49B-B25DE67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Innovation &amp; Design Thinking Lab | 1BIDTL158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1D077-509A-41D0-9534-9CB96A45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Project_Stage 8 | 7/7</a:t>
            </a:r>
          </a:p>
        </p:txBody>
      </p:sp>
    </p:spTree>
    <p:extLst>
      <p:ext uri="{BB962C8B-B14F-4D97-AF65-F5344CB8AC3E}">
        <p14:creationId xmlns:p14="http://schemas.microsoft.com/office/powerpoint/2010/main" val="1879298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2026-08-24T06:38:49.7280000Z</dcterms:created>
  <dcterms:modified xsi:type="dcterms:W3CDTF">2026-08-24T06:38:49.7280000Z</dcterms:modified>
</coreProperties>
</file>