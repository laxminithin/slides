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8484142dc64cbc" /><Relationship Type="http://schemas.openxmlformats.org/officeDocument/2006/relationships/extended-properties" Target="/docProps/app.xml" Id="R45d1b06de65646ea" /><Relationship Type="http://schemas.openxmlformats.org/officeDocument/2006/relationships/officeDocument" Target="/ppt/presentation.xml" Id="R5ce6600ac6d04d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2c8b1709234b63"/>
  </p:sldMasterIdLst>
  <p:notesMasterIdLst>
    <p:notesMasterId xmlns:r="http://schemas.openxmlformats.org/officeDocument/2006/relationships" r:id="R314e8247b1504945"/>
  </p:notesMasterIdLst>
  <p:sldIdLst>
    <p:sldId xmlns:r="http://schemas.openxmlformats.org/officeDocument/2006/relationships" id="256" r:id="R953a400a013840fb"/>
    <p:sldId xmlns:r="http://schemas.openxmlformats.org/officeDocument/2006/relationships" id="257" r:id="R6c60bb7e7a844b37"/>
    <p:sldId xmlns:r="http://schemas.openxmlformats.org/officeDocument/2006/relationships" id="258" r:id="Raa25af56a7764f2e"/>
    <p:sldId xmlns:r="http://schemas.openxmlformats.org/officeDocument/2006/relationships" id="259" r:id="R6e1c495def7449be"/>
    <p:sldId xmlns:r="http://schemas.openxmlformats.org/officeDocument/2006/relationships" id="260" r:id="R3752fb13c43649e7"/>
    <p:sldId xmlns:r="http://schemas.openxmlformats.org/officeDocument/2006/relationships" id="261" r:id="Rfb59b39105b14fca"/>
    <p:sldId xmlns:r="http://schemas.openxmlformats.org/officeDocument/2006/relationships" id="262" r:id="Rc084d3bf7c8f41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9d6fd1aeb24ab4" /><Relationship Type="http://schemas.openxmlformats.org/officeDocument/2006/relationships/slideMaster" Target="/ppt/slideMasters/slideMaster1.xml" Id="R272c8b1709234b63" /><Relationship Type="http://schemas.openxmlformats.org/officeDocument/2006/relationships/notesMaster" Target="/ppt/notesMasters/notesMaster1.xml" Id="R314e8247b1504945" /><Relationship Type="http://schemas.openxmlformats.org/officeDocument/2006/relationships/presProps" Target="/ppt/presProps.xml" Id="R8be36928e9554d8d" /><Relationship Type="http://schemas.openxmlformats.org/officeDocument/2006/relationships/tableStyles" Target="/ppt/tableStyles.xml" Id="Rbf44a3e16a9d485d" /><Relationship Type="http://schemas.openxmlformats.org/officeDocument/2006/relationships/slide" Target="/ppt/slides/slide1.xml" Id="R953a400a013840fb" /><Relationship Type="http://schemas.openxmlformats.org/officeDocument/2006/relationships/slide" Target="/ppt/slides/slide2.xml" Id="R6c60bb7e7a844b37" /><Relationship Type="http://schemas.openxmlformats.org/officeDocument/2006/relationships/slide" Target="/ppt/slides/slide3.xml" Id="Raa25af56a7764f2e" /><Relationship Type="http://schemas.openxmlformats.org/officeDocument/2006/relationships/slide" Target="/ppt/slides/slide4.xml" Id="R6e1c495def7449be" /><Relationship Type="http://schemas.openxmlformats.org/officeDocument/2006/relationships/slide" Target="/ppt/slides/slide5.xml" Id="R3752fb13c43649e7" /><Relationship Type="http://schemas.openxmlformats.org/officeDocument/2006/relationships/slide" Target="/ppt/slides/slide6.xml" Id="Rfb59b39105b14fca" /><Relationship Type="http://schemas.openxmlformats.org/officeDocument/2006/relationships/slide" Target="/ppt/slides/slide7.xml" Id="Rc084d3bf7c8f41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58b37483db40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02e16893c432a" /><Relationship Type="http://schemas.openxmlformats.org/officeDocument/2006/relationships/notesMaster" Target="/ppt/notesMasters/notesMaster1.xml" Id="R58f5c3ff8712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c00f85091439e" /><Relationship Type="http://schemas.openxmlformats.org/officeDocument/2006/relationships/notesMaster" Target="/ppt/notesMasters/notesMaster1.xml" Id="R5fd5418dfc8943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98a79b350d4e87" /><Relationship Type="http://schemas.openxmlformats.org/officeDocument/2006/relationships/notesMaster" Target="/ppt/notesMasters/notesMaster1.xml" Id="Rd6e35b13805944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35689cf8e4fe4" /><Relationship Type="http://schemas.openxmlformats.org/officeDocument/2006/relationships/notesMaster" Target="/ppt/notesMasters/notesMaster1.xml" Id="R51b8acf775ae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d4b22b4ed0402d" /><Relationship Type="http://schemas.openxmlformats.org/officeDocument/2006/relationships/notesMaster" Target="/ppt/notesMasters/notesMaster1.xml" Id="R59c22b1e05a5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b1fc8fc8604b1b" /><Relationship Type="http://schemas.openxmlformats.org/officeDocument/2006/relationships/notesMaster" Target="/ppt/notesMasters/notesMaster1.xml" Id="R4eb915f468cf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931b7e46cf449b" /><Relationship Type="http://schemas.openxmlformats.org/officeDocument/2006/relationships/notesMaster" Target="/ppt/notesMasters/notesMaster1.xml" Id="Re85f00627628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f5492a08041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d30aaa44342ab" /><Relationship Type="http://schemas.openxmlformats.org/officeDocument/2006/relationships/slideLayout" Target="/ppt/slideLayouts/slideLayout1.xml" Id="Rb2c46762564342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46762564342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65d7a59c149ae" /><Relationship Type="http://schemas.openxmlformats.org/officeDocument/2006/relationships/notesSlide" Target="/ppt/notesSlides/notesSlide1.xml" Id="Re606213cf9784e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6ef0bff7a452b" /><Relationship Type="http://schemas.openxmlformats.org/officeDocument/2006/relationships/notesSlide" Target="/ppt/notesSlides/notesSlide2.xml" Id="R284d979ddb234a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6d7f5c2064d86" /><Relationship Type="http://schemas.openxmlformats.org/officeDocument/2006/relationships/notesSlide" Target="/ppt/notesSlides/notesSlide3.xml" Id="R3940a9b67815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7b852fa3e4074" /><Relationship Type="http://schemas.openxmlformats.org/officeDocument/2006/relationships/notesSlide" Target="/ppt/notesSlides/notesSlide4.xml" Id="R17052104765843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07cb81cca41d7" /><Relationship Type="http://schemas.openxmlformats.org/officeDocument/2006/relationships/notesSlide" Target="/ppt/notesSlides/notesSlide5.xml" Id="Rdab9f5cd490c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e1b3b7bc84ed0" /><Relationship Type="http://schemas.openxmlformats.org/officeDocument/2006/relationships/notesSlide" Target="/ppt/notesSlides/notesSlide6.xml" Id="Rdfcb24b3269043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47d5281ad4bec" /><Relationship Type="http://schemas.openxmlformats.org/officeDocument/2006/relationships/notesSlide" Target="/ppt/notesSlides/notesSlide7.xml" Id="Rdc55741f663b46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F02A6-366D-4FAD-87E5-B7187BA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E76F5-C76C-4CF3-8AD2-02CE51F4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Each group shall contain Min. 4 and Max. 6 students.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8BC5-40AC-48D6-8724-1BCCA89C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E9F76-BC5F-4B74-8C7C-8F270DDD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AE1A2-C58D-493B-BA4B-0E119410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A860E-6E30-4DDF-A7AB-1B796026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40279-80FD-440C-9A16-8FD135B6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DDA52-49CF-4C94-BA13-E3408A38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F94B6-B992-4E00-9990-F5291D29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7C867-9E30-4AB8-AF9A-36A3593C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BB568-EBCC-4346-9E37-0598A89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6887B-E33C-4412-A44E-35FCA012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319D1-1598-4D6D-9E10-F2D2DDE7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EE561-7792-480A-9516-DB273F54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DE768-CCC4-478D-80B3-5E878EB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1/7</a:t>
            </a:r>
          </a:p>
        </p:txBody>
      </p:sp>
    </p:spTree>
    <p:extLst>
      <p:ext uri="{BB962C8B-B14F-4D97-AF65-F5344CB8AC3E}">
        <p14:creationId xmlns:p14="http://schemas.microsoft.com/office/powerpoint/2010/main" val="898288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0A600-EAAE-4215-A766-B5FF7EA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42F2F-1C3C-48A1-9036-8D20EA3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3E951-E631-4604-9628-B54F5AC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53FEC-9DC3-4E0F-84D7-F355BF1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Each group shall contain Min. 4 and Max. 6 students.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48F68-68DC-48B1-B7DA-30A1363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77DD1-800B-4969-AA30-68720B4D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5728-BDA3-42C6-8643-3B3E620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C0A3A-8C78-425B-8749-994B9835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2349-5845-478A-94F0-A13EACC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7C10F-B323-4169-989D-79953E63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77B21-FA9B-499F-978C-4FF3838B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1C5A2-2517-435F-939C-CB11A91D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638B8-E8BF-429C-B61C-CC8C4D8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64D71-C6E9-49C1-81C7-9359CD8C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D6F12-C4AA-478C-9071-586A7758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7A8B1-F49A-420F-932B-27BBA081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2/7</a:t>
            </a:r>
          </a:p>
        </p:txBody>
      </p:sp>
    </p:spTree>
    <p:extLst>
      <p:ext uri="{BB962C8B-B14F-4D97-AF65-F5344CB8AC3E}">
        <p14:creationId xmlns:p14="http://schemas.microsoft.com/office/powerpoint/2010/main" val="1436910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CA6E0-7F27-4B88-A6D7-9F2D30D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68A5D-57AD-4945-B481-5D2F3565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A7B8E-8CB4-4C3B-9228-24B36514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B2A34-DC35-4FF8-8FE9-C05DB618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Each group shall contain Min. 4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Max. 6 students.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5CDCD-00E9-48B7-A7E6-F8CAF31C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05F8F-840C-4B8E-8B75-54DDCD51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AD14F-78F7-440D-B76B-8C54146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E5127-5154-4239-8546-852C107E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E347E-F27B-44B8-BA9E-62E5F912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5C9BF-BA9A-470E-B2D9-BACEFD8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ADFCE-3CF5-48A1-B5ED-E602111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E658-8BAE-4A29-BD37-E03BBEA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6CEC5-3BF3-4ACA-879D-A22996B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69443-156D-451C-B4BE-790D7644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5A9DB-EC12-43B0-9781-E3B9858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3/7</a:t>
            </a:r>
          </a:p>
        </p:txBody>
      </p:sp>
    </p:spTree>
    <p:extLst>
      <p:ext uri="{BB962C8B-B14F-4D97-AF65-F5344CB8AC3E}">
        <p14:creationId xmlns:p14="http://schemas.microsoft.com/office/powerpoint/2010/main" val="150380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4207F-4FC7-4446-872B-6C7F1C7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48A44-1FD9-413A-A9A5-50A164B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2708C-E3F3-4689-9DC6-9BD8A4C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3197A-E2DA-4191-9D40-C2F1977E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230BF-A4EA-4A7F-8CEF-7BE91AB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AD48-6F30-4F52-835C-604BC9FA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A58B-9467-4F64-9FA0-36D0FE5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E2096-6877-4FDA-AEAB-C2CD334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4/7</a:t>
            </a:r>
          </a:p>
        </p:txBody>
      </p:sp>
    </p:spTree>
    <p:extLst>
      <p:ext uri="{BB962C8B-B14F-4D97-AF65-F5344CB8AC3E}">
        <p14:creationId xmlns:p14="http://schemas.microsoft.com/office/powerpoint/2010/main" val="801116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25746-576E-4B6D-B931-806F1300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DC34E-83EA-48D8-BB78-C2F552F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DBE05-AF0D-4C28-99AF-61067C7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E768C-FFEC-456D-92BA-CB57E366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B2563-11A6-471C-921F-E21AEA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DAF0-941A-406D-8DE0-CA0A1B3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488B4-9885-4D4B-8E58-F7DA8A7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DFAEE-310F-4AF2-8725-B9BC738D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E484C-D652-45F9-8250-A0CA6CE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E0465-B066-4BAB-8AA6-A77213E5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5D84E-32B1-44C8-B0A1-8BB4EFB5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629E5-4D3B-4996-AEDE-A99E332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18ACB-E253-41A1-9C09-4D366F16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E7FB7-4E6D-4D96-AD48-2798C3C7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9F088-30D9-4715-8790-DBEAB67C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5/7</a:t>
            </a:r>
          </a:p>
        </p:txBody>
      </p:sp>
    </p:spTree>
    <p:extLst>
      <p:ext uri="{BB962C8B-B14F-4D97-AF65-F5344CB8AC3E}">
        <p14:creationId xmlns:p14="http://schemas.microsoft.com/office/powerpoint/2010/main" val="687983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1F404-6572-46A7-A66F-852A25A0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390EF-923B-461E-B42A-36C6AC5D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3BC46-BC14-4631-8DDA-037BDF2C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5970F-F43A-4416-AD39-A61FADF8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85807-E16B-4EDF-B86B-6B14336A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5DC46-048C-48CA-87FB-91AD4475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33A8C-5D14-4D8F-AD92-66F8D72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9C106-1E8D-4E1C-8107-D065C3F8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95BE2-AF96-4956-92A8-DB2288D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7A473-E3D8-47A8-9ECB-D625C769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0FC1D-2310-4CB3-B1E5-A2DABB7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ABBC3-E27B-4455-B5C0-8E65913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9E549-8910-4D19-A81E-33CED9C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1067E-98B8-415C-AE92-63BBBBDB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BE390-E05E-496C-B06E-C467061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2D211-FB47-4842-AC5D-0ECD82C5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B3388-7F6C-4ED4-9E46-222BB4AB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E5591-69AA-4832-9537-2884E675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26CC1-CEB7-4457-A8D4-1FD3108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385CB-4D13-4C09-B328-9C71DFF9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ACD7D-12A2-408F-B9FC-9943F9B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EE03B-D4C0-40E3-AC14-89CB72B4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A67AE-C855-4D59-86A4-89A13A1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E7B2F-E720-4667-8AF9-2C3FAEB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F60F1-C51D-4083-9CE5-15885CA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B1366-15B8-4DC5-B696-9E5A16D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6/7</a:t>
            </a:r>
          </a:p>
        </p:txBody>
      </p:sp>
    </p:spTree>
    <p:extLst>
      <p:ext uri="{BB962C8B-B14F-4D97-AF65-F5344CB8AC3E}">
        <p14:creationId xmlns:p14="http://schemas.microsoft.com/office/powerpoint/2010/main" val="1755271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1566C-61D1-4D7C-A9EC-8BCE02C1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7C060-9F1A-4B59-BBFC-7A4805A6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0473B-7B62-45CC-BA82-91D7F6F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BDD63-3C18-47B1-B867-1D293C60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22063-FA1D-4BED-8946-15B945F0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57F28-0782-4CF2-B0BD-E8E54FA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726DF-4FC8-4BB6-80A9-B3EE876D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CD6A5-9427-4650-835F-4B5D27B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7 | 7/7</a:t>
            </a:r>
          </a:p>
        </p:txBody>
      </p:sp>
    </p:spTree>
    <p:extLst>
      <p:ext uri="{BB962C8B-B14F-4D97-AF65-F5344CB8AC3E}">
        <p14:creationId xmlns:p14="http://schemas.microsoft.com/office/powerpoint/2010/main" val="408155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2026-08-24T06:38:49.6850000Z</dcterms:created>
  <dcterms:modified xsi:type="dcterms:W3CDTF">2026-08-24T06:38:49.6850000Z</dcterms:modified>
</coreProperties>
</file>