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71fa281958404e" /><Relationship Type="http://schemas.openxmlformats.org/officeDocument/2006/relationships/extended-properties" Target="/docProps/app.xml" Id="Rc40db3bf3b40464f" /><Relationship Type="http://schemas.openxmlformats.org/officeDocument/2006/relationships/officeDocument" Target="/ppt/presentation.xml" Id="Rc251ab55245c4b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99788a4d42401d"/>
  </p:sldMasterIdLst>
  <p:notesMasterIdLst>
    <p:notesMasterId xmlns:r="http://schemas.openxmlformats.org/officeDocument/2006/relationships" r:id="R8acd4cbd5d214bc8"/>
  </p:notesMasterIdLst>
  <p:sldIdLst>
    <p:sldId xmlns:r="http://schemas.openxmlformats.org/officeDocument/2006/relationships" id="256" r:id="R4e6e29b457cf42e2"/>
    <p:sldId xmlns:r="http://schemas.openxmlformats.org/officeDocument/2006/relationships" id="257" r:id="R3a677397c8f74224"/>
    <p:sldId xmlns:r="http://schemas.openxmlformats.org/officeDocument/2006/relationships" id="258" r:id="Rdb371361afbb44d3"/>
    <p:sldId xmlns:r="http://schemas.openxmlformats.org/officeDocument/2006/relationships" id="259" r:id="Rbcc6f35128cf477e"/>
    <p:sldId xmlns:r="http://schemas.openxmlformats.org/officeDocument/2006/relationships" id="260" r:id="Rd2da04efec274da5"/>
    <p:sldId xmlns:r="http://schemas.openxmlformats.org/officeDocument/2006/relationships" id="261" r:id="R85ee638735bf40ab"/>
    <p:sldId xmlns:r="http://schemas.openxmlformats.org/officeDocument/2006/relationships" id="262" r:id="R4b021c0ba4104d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25dfabe0e64ac4" /><Relationship Type="http://schemas.openxmlformats.org/officeDocument/2006/relationships/slideMaster" Target="/ppt/slideMasters/slideMaster1.xml" Id="Rfb99788a4d42401d" /><Relationship Type="http://schemas.openxmlformats.org/officeDocument/2006/relationships/notesMaster" Target="/ppt/notesMasters/notesMaster1.xml" Id="R8acd4cbd5d214bc8" /><Relationship Type="http://schemas.openxmlformats.org/officeDocument/2006/relationships/presProps" Target="/ppt/presProps.xml" Id="R4b3b5c07104b40db" /><Relationship Type="http://schemas.openxmlformats.org/officeDocument/2006/relationships/tableStyles" Target="/ppt/tableStyles.xml" Id="Rf015caddac864c35" /><Relationship Type="http://schemas.openxmlformats.org/officeDocument/2006/relationships/slide" Target="/ppt/slides/slide1.xml" Id="R4e6e29b457cf42e2" /><Relationship Type="http://schemas.openxmlformats.org/officeDocument/2006/relationships/slide" Target="/ppt/slides/slide2.xml" Id="R3a677397c8f74224" /><Relationship Type="http://schemas.openxmlformats.org/officeDocument/2006/relationships/slide" Target="/ppt/slides/slide3.xml" Id="Rdb371361afbb44d3" /><Relationship Type="http://schemas.openxmlformats.org/officeDocument/2006/relationships/slide" Target="/ppt/slides/slide4.xml" Id="Rbcc6f35128cf477e" /><Relationship Type="http://schemas.openxmlformats.org/officeDocument/2006/relationships/slide" Target="/ppt/slides/slide5.xml" Id="Rd2da04efec274da5" /><Relationship Type="http://schemas.openxmlformats.org/officeDocument/2006/relationships/slide" Target="/ppt/slides/slide6.xml" Id="R85ee638735bf40ab" /><Relationship Type="http://schemas.openxmlformats.org/officeDocument/2006/relationships/slide" Target="/ppt/slides/slide7.xml" Id="R4b021c0ba410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3b8ddbf2e34a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5df3034aba4e0f" /><Relationship Type="http://schemas.openxmlformats.org/officeDocument/2006/relationships/notesMaster" Target="/ppt/notesMasters/notesMaster1.xml" Id="Rfd2a4d8824b042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cf2ef1343f40fd" /><Relationship Type="http://schemas.openxmlformats.org/officeDocument/2006/relationships/notesMaster" Target="/ppt/notesMasters/notesMaster1.xml" Id="R568fb0aa168f48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364cf95e384a4f" /><Relationship Type="http://schemas.openxmlformats.org/officeDocument/2006/relationships/notesMaster" Target="/ppt/notesMasters/notesMaster1.xml" Id="R8e5f3949e5ad4f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bbb73331074884" /><Relationship Type="http://schemas.openxmlformats.org/officeDocument/2006/relationships/notesMaster" Target="/ppt/notesMasters/notesMaster1.xml" Id="R952bd87ad51440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708e8afe6a4f67" /><Relationship Type="http://schemas.openxmlformats.org/officeDocument/2006/relationships/notesMaster" Target="/ppt/notesMasters/notesMaster1.xml" Id="R6058c834a16748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235f9bcfce4d7f" /><Relationship Type="http://schemas.openxmlformats.org/officeDocument/2006/relationships/notesMaster" Target="/ppt/notesMasters/notesMaster1.xml" Id="R28f5666c268a48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4cee5585aa4e43" /><Relationship Type="http://schemas.openxmlformats.org/officeDocument/2006/relationships/notesMaster" Target="/ppt/notesMasters/notesMaster1.xml" Id="R1effddc30e344b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d3ef0a0914a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3d68c995bd49fd" /><Relationship Type="http://schemas.openxmlformats.org/officeDocument/2006/relationships/slideLayout" Target="/ppt/slideLayouts/slideLayout1.xml" Id="Rdcc8b8a6e62c45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c8b8a6e62c45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9e1433b1e4b44" /><Relationship Type="http://schemas.openxmlformats.org/officeDocument/2006/relationships/notesSlide" Target="/ppt/notesSlides/notesSlide1.xml" Id="Ra9eb23c5255b46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bf5ec61de4821" /><Relationship Type="http://schemas.openxmlformats.org/officeDocument/2006/relationships/notesSlide" Target="/ppt/notesSlides/notesSlide2.xml" Id="R784256fc5a7f4e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041a597244517" /><Relationship Type="http://schemas.openxmlformats.org/officeDocument/2006/relationships/notesSlide" Target="/ppt/notesSlides/notesSlide3.xml" Id="Re41968fea6ce4d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3ee8d47a94e36" /><Relationship Type="http://schemas.openxmlformats.org/officeDocument/2006/relationships/notesSlide" Target="/ppt/notesSlides/notesSlide4.xml" Id="Rb3f7a522cd0c4d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bc88e817846c2" /><Relationship Type="http://schemas.openxmlformats.org/officeDocument/2006/relationships/notesSlide" Target="/ppt/notesSlides/notesSlide5.xml" Id="R6d87a445954546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6acdd37504e1c" /><Relationship Type="http://schemas.openxmlformats.org/officeDocument/2006/relationships/notesSlide" Target="/ppt/notesSlides/notesSlide6.xml" Id="R85b62ec34cce4a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8d6add6f54c6d" /><Relationship Type="http://schemas.openxmlformats.org/officeDocument/2006/relationships/notesSlide" Target="/ppt/notesSlides/notesSlide7.xml" Id="R1b81a41ea2a64f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DB808-AD73-40CB-ACA7-2261B3C6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DBE18-1429-4F44-AD64-E961E46D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Apply design thinking principles and multidisciplinary skills to develop user-centric solutions.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A56B9-6058-42BF-99C3-C7FA2862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B69C7-ECFC-42D2-8FF8-22E135C7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FD186-9C51-4E01-A3C4-C0258A38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05549-7B90-4859-9826-9CCA97CC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3B71C-DFD7-4C63-8035-200DA666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5B469-1A7C-43FD-85D0-38E17B10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07503-4307-4F03-A726-0C6DBDBA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86024-11C9-4DB6-83CF-2F939C12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6EA3B-9B28-41FB-B1ED-40D0FFAB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6B362-FDFC-4406-B3A6-C29BF3C1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A7BB8-A9A5-4242-A0DC-F6A20D38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9E2D1-2C15-419E-924A-872811FF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446AF-BC50-4352-B4A2-9F8E48AE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1/7</a:t>
            </a:r>
          </a:p>
        </p:txBody>
      </p:sp>
    </p:spTree>
    <p:extLst>
      <p:ext uri="{BB962C8B-B14F-4D97-AF65-F5344CB8AC3E}">
        <p14:creationId xmlns:p14="http://schemas.microsoft.com/office/powerpoint/2010/main" val="1500642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58670-43EA-4FC8-85E5-A2350987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7A45F-FF99-4E58-920A-D49D841F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C4AF5-2B6E-4A88-953D-4906976F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A9DB3-4281-4F54-B35D-B777875D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Apply design thinking principles and multidisciplinary skills to develop user-centric solutions.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C984F-E389-496C-A50D-84940E88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C7455-1BD1-437E-880A-424E324D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A59C1-E026-4065-A59C-44CBBF60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1C561-D4D7-4E1F-97F6-5579CC81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D8580-7FF7-4EB5-964F-BDFA993E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587DF-19CD-4AED-B203-EE9EC593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EA16F-53E6-4F47-BE32-367166F7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576CB-9BB3-4EF3-9677-5989C62E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B2EDD-2187-479A-99C5-12905A73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67DA2-378D-4D15-9261-48D8DBDB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A046A-75D5-4AA4-A6CB-EAB5EAA0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B333B-27C5-4F01-AEB3-4D581046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2/7</a:t>
            </a:r>
          </a:p>
        </p:txBody>
      </p:sp>
    </p:spTree>
    <p:extLst>
      <p:ext uri="{BB962C8B-B14F-4D97-AF65-F5344CB8AC3E}">
        <p14:creationId xmlns:p14="http://schemas.microsoft.com/office/powerpoint/2010/main" val="947280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B456F-B86F-4EAA-BD44-7C230EEE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5973B-7030-4699-9B87-036188ED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EE651-10EC-4712-8F2B-84E5BCA8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A4082-42B9-4AE0-982F-90A31A7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Apply design thinking principles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multidisciplinary skills to develop user-centric solutions.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F5461-90F4-45D5-B98B-E1B3B539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B93C6-A0DB-462E-9EED-0957134F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5B231-D701-408D-9BB5-1D27D5AA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417E7-F6A2-4DA5-94B3-80F045B8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21494-BB12-4167-9C35-FF8250A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thinking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8BA2F-E818-4DA4-B8B2-BABA75FB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1422F-4942-4771-B1A3-DB0D9AD3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63C28-9249-4F5A-A876-F37854FA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31EBC-47FA-4FD8-8E76-2E6F09D7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multidisciplinary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9BCB5-AD18-4644-90A6-D1F6837E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5D9DC-75BD-4D94-9C78-D43D4AB7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3/7</a:t>
            </a:r>
          </a:p>
        </p:txBody>
      </p:sp>
    </p:spTree>
    <p:extLst>
      <p:ext uri="{BB962C8B-B14F-4D97-AF65-F5344CB8AC3E}">
        <p14:creationId xmlns:p14="http://schemas.microsoft.com/office/powerpoint/2010/main" val="1381975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6BDFA-B676-4C88-BC2C-5847E6D0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30BAF-0C84-4B23-8641-F40BB104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0D1AF-6310-4BDA-9562-852021E2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09EFF-B57D-44D8-BCC2-470575C9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40661-C297-4611-9D65-D7CE8FD2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DBFDE-A727-401B-B059-4E06FFC9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BF5BA-122C-45D8-8BFA-F750A771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B34A4-F60B-4055-A9F0-EDF12D94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4/7</a:t>
            </a:r>
          </a:p>
        </p:txBody>
      </p:sp>
    </p:spTree>
    <p:extLst>
      <p:ext uri="{BB962C8B-B14F-4D97-AF65-F5344CB8AC3E}">
        <p14:creationId xmlns:p14="http://schemas.microsoft.com/office/powerpoint/2010/main" val="1273037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267BF-0BC4-4C34-B3D1-1C0F8EB0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787A8-6E2A-4147-BBAD-61A5A492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AF026-6246-41D7-BCAC-0DF58897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12C55-16E1-4FCC-9FE0-F61CDC64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E3871-A41F-4B63-83B0-84BD374B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DA788-CBFB-4C2C-AF81-B515DB22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1101D-D8A1-40B9-B502-6818DAE3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509E7-F013-4F51-929B-9F55E11F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FF275-311B-4ADD-A146-2F81B04A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17055-04D8-49AE-A236-BD582C26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E759C-83E5-48C6-86CB-BF6883AA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1C19D-24CF-47AB-97CF-B0A18574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AF92F-FAA7-41FF-94C3-DDBBB6A8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F9AFC-C851-4AE6-A48C-6E87E1F3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072C9-E3D8-4EAB-A43A-A0347D8D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5/7</a:t>
            </a:r>
          </a:p>
        </p:txBody>
      </p:sp>
    </p:spTree>
    <p:extLst>
      <p:ext uri="{BB962C8B-B14F-4D97-AF65-F5344CB8AC3E}">
        <p14:creationId xmlns:p14="http://schemas.microsoft.com/office/powerpoint/2010/main" val="1415776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B5419-76AD-4058-A811-EDD6C2D6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673BA-6EFE-4E84-BB02-08E4E2A7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C9FB1-E458-4E03-8499-F2673297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EB8B8-5A58-407F-AF0A-DC50F650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08F6B-DBDD-4133-B51E-80CD202D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CC4FF-F480-4817-B19E-C9C27194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57AC3-E363-4EFB-AC58-B33124BA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E7830-C19D-4330-B3AD-D45956AF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CF452-3AC1-465D-8646-F5A1BAD0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FC042-CB38-4A04-9078-4E8F1EEA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53FED-82BE-4DED-AF4F-C4557DAD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81A5C-3531-4CDA-B1AF-01C69194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8F9C7-0EC6-46F4-B4C3-19BFBA1D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09327-023B-4C39-BF7B-4E285E97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530B9-5943-4CAB-804F-F2C95D93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975C4-95C6-490C-A530-8C181014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54180-3146-42FA-8B45-98BD6B97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84328-9EBB-4316-ACCB-186C6361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20D7D-EB46-4D98-A164-ED9D61A1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2C26D-E400-48CF-B9A3-CC898915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C6F77-E716-4509-89CF-4C139DA8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1901E-5226-424B-9323-580461D6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8239E-F3BA-4F93-AEE5-5FC84F9B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0A141-75EE-440F-B853-91C6EE16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A7122E-4C8D-4F0E-9FDE-CADF4B29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476E9-FA85-4949-A80D-64EDBCCB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6/7</a:t>
            </a:r>
          </a:p>
        </p:txBody>
      </p:sp>
    </p:spTree>
    <p:extLst>
      <p:ext uri="{BB962C8B-B14F-4D97-AF65-F5344CB8AC3E}">
        <p14:creationId xmlns:p14="http://schemas.microsoft.com/office/powerpoint/2010/main" val="1767870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55888-0497-4D59-9F08-420E7018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03E79-CEF7-4BC3-BA8D-C2FE1995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DAC7A-5DFD-491C-9766-16E19552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CDD08-426E-4286-BF53-172CC457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5D076-C867-41DC-826C-F42A73B3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42F37-7ADC-41AC-A5E6-CFAC663B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345A2-F3B0-4317-AED9-A8F97D26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21A7F-5007-401B-AFC0-8EC87A21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7/7</a:t>
            </a:r>
          </a:p>
        </p:txBody>
      </p:sp>
    </p:spTree>
    <p:extLst>
      <p:ext uri="{BB962C8B-B14F-4D97-AF65-F5344CB8AC3E}">
        <p14:creationId xmlns:p14="http://schemas.microsoft.com/office/powerpoint/2010/main" val="552468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2026-08-24T06:38:49.4360000Z</dcterms:created>
  <dcterms:modified xsi:type="dcterms:W3CDTF">2026-08-24T06:38:49.4360000Z</dcterms:modified>
</coreProperties>
</file>