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8b47faa954149" /><Relationship Type="http://schemas.openxmlformats.org/officeDocument/2006/relationships/extended-properties" Target="/docProps/app.xml" Id="Rbfac3bb1dfd246b0" /><Relationship Type="http://schemas.openxmlformats.org/officeDocument/2006/relationships/officeDocument" Target="/ppt/presentation.xml" Id="R8cd7d0f3183d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271da87ed14885"/>
  </p:sldMasterIdLst>
  <p:notesMasterIdLst>
    <p:notesMasterId xmlns:r="http://schemas.openxmlformats.org/officeDocument/2006/relationships" r:id="R25f0d03bf8844929"/>
  </p:notesMasterIdLst>
  <p:sldIdLst>
    <p:sldId xmlns:r="http://schemas.openxmlformats.org/officeDocument/2006/relationships" id="256" r:id="Rdf53fe34b2c044b7"/>
    <p:sldId xmlns:r="http://schemas.openxmlformats.org/officeDocument/2006/relationships" id="257" r:id="R9ebba34711c14239"/>
    <p:sldId xmlns:r="http://schemas.openxmlformats.org/officeDocument/2006/relationships" id="258" r:id="R731244d9cbe54b64"/>
    <p:sldId xmlns:r="http://schemas.openxmlformats.org/officeDocument/2006/relationships" id="259" r:id="R92c531b622c04bc3"/>
    <p:sldId xmlns:r="http://schemas.openxmlformats.org/officeDocument/2006/relationships" id="260" r:id="R3c1e1388eff140cc"/>
    <p:sldId xmlns:r="http://schemas.openxmlformats.org/officeDocument/2006/relationships" id="261" r:id="Rc8cb9d25e7734d31"/>
    <p:sldId xmlns:r="http://schemas.openxmlformats.org/officeDocument/2006/relationships" id="262" r:id="Rb37d1b703c8649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0110487ec84c71" /><Relationship Type="http://schemas.openxmlformats.org/officeDocument/2006/relationships/slideMaster" Target="/ppt/slideMasters/slideMaster1.xml" Id="Rd3271da87ed14885" /><Relationship Type="http://schemas.openxmlformats.org/officeDocument/2006/relationships/notesMaster" Target="/ppt/notesMasters/notesMaster1.xml" Id="R25f0d03bf8844929" /><Relationship Type="http://schemas.openxmlformats.org/officeDocument/2006/relationships/presProps" Target="/ppt/presProps.xml" Id="R0fa15afc9ae04317" /><Relationship Type="http://schemas.openxmlformats.org/officeDocument/2006/relationships/tableStyles" Target="/ppt/tableStyles.xml" Id="R4dde2f483bee4370" /><Relationship Type="http://schemas.openxmlformats.org/officeDocument/2006/relationships/slide" Target="/ppt/slides/slide1.xml" Id="Rdf53fe34b2c044b7" /><Relationship Type="http://schemas.openxmlformats.org/officeDocument/2006/relationships/slide" Target="/ppt/slides/slide2.xml" Id="R9ebba34711c14239" /><Relationship Type="http://schemas.openxmlformats.org/officeDocument/2006/relationships/slide" Target="/ppt/slides/slide3.xml" Id="R731244d9cbe54b64" /><Relationship Type="http://schemas.openxmlformats.org/officeDocument/2006/relationships/slide" Target="/ppt/slides/slide4.xml" Id="R92c531b622c04bc3" /><Relationship Type="http://schemas.openxmlformats.org/officeDocument/2006/relationships/slide" Target="/ppt/slides/slide5.xml" Id="R3c1e1388eff140cc" /><Relationship Type="http://schemas.openxmlformats.org/officeDocument/2006/relationships/slide" Target="/ppt/slides/slide6.xml" Id="Rc8cb9d25e7734d31" /><Relationship Type="http://schemas.openxmlformats.org/officeDocument/2006/relationships/slide" Target="/ppt/slides/slide7.xml" Id="Rb37d1b703c86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4d03fc6fc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68c42675246b2" /><Relationship Type="http://schemas.openxmlformats.org/officeDocument/2006/relationships/notesMaster" Target="/ppt/notesMasters/notesMaster1.xml" Id="Rfff780ffebe940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2754f4817043af" /><Relationship Type="http://schemas.openxmlformats.org/officeDocument/2006/relationships/notesMaster" Target="/ppt/notesMasters/notesMaster1.xml" Id="R91969386d0cd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2e3e22ebe4cf5" /><Relationship Type="http://schemas.openxmlformats.org/officeDocument/2006/relationships/notesMaster" Target="/ppt/notesMasters/notesMaster1.xml" Id="R4f414de1bd33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9dcab712142a0" /><Relationship Type="http://schemas.openxmlformats.org/officeDocument/2006/relationships/notesMaster" Target="/ppt/notesMasters/notesMaster1.xml" Id="R9dc8de96eae0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2fd12b0c849a8" /><Relationship Type="http://schemas.openxmlformats.org/officeDocument/2006/relationships/notesMaster" Target="/ppt/notesMasters/notesMaster1.xml" Id="Rd950f73e7cfd43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b1427a47c5425b" /><Relationship Type="http://schemas.openxmlformats.org/officeDocument/2006/relationships/notesMaster" Target="/ppt/notesMasters/notesMaster1.xml" Id="R32c401442a6941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dfff1a415247b3" /><Relationship Type="http://schemas.openxmlformats.org/officeDocument/2006/relationships/notesMaster" Target="/ppt/notesMasters/notesMaster1.xml" Id="R035bbb2df09b46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234ca6fed4a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235d386e24a93" /><Relationship Type="http://schemas.openxmlformats.org/officeDocument/2006/relationships/slideLayout" Target="/ppt/slideLayouts/slideLayout1.xml" Id="R3568a535353a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8a535353a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91972711e45b3" /><Relationship Type="http://schemas.openxmlformats.org/officeDocument/2006/relationships/notesSlide" Target="/ppt/notesSlides/notesSlide1.xml" Id="Rf6bdd06e921c44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0236fc41d4d68" /><Relationship Type="http://schemas.openxmlformats.org/officeDocument/2006/relationships/notesSlide" Target="/ppt/notesSlides/notesSlide2.xml" Id="R7d1998ae8ce04f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e36901c7a4825" /><Relationship Type="http://schemas.openxmlformats.org/officeDocument/2006/relationships/notesSlide" Target="/ppt/notesSlides/notesSlide3.xml" Id="Rfd227b1dcbd44c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84a8bc6104c5e" /><Relationship Type="http://schemas.openxmlformats.org/officeDocument/2006/relationships/notesSlide" Target="/ppt/notesSlides/notesSlide4.xml" Id="Rcd47e5e72fa3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7471c831e4421" /><Relationship Type="http://schemas.openxmlformats.org/officeDocument/2006/relationships/notesSlide" Target="/ppt/notesSlides/notesSlide5.xml" Id="R25be4a3335ca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cba5911844d17" /><Relationship Type="http://schemas.openxmlformats.org/officeDocument/2006/relationships/notesSlide" Target="/ppt/notesSlides/notesSlide6.xml" Id="R47959b1bb30844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dd10f4e934129" /><Relationship Type="http://schemas.openxmlformats.org/officeDocument/2006/relationships/notesSlide" Target="/ppt/notesSlides/notesSlide7.xml" Id="Rb5ca19e9ac56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54C75-6C63-46AE-8A2B-C16AB06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31F3A-9D8F-4FCD-8C4B-B0F1E25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Pitch socially relevant ideas with scalable models.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90277-1A8C-49B9-963F-8195ACB7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6CF1-6A2D-4199-867C-E04AC387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1B151-D228-4E59-A93F-828A4FFB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54AD2-38D8-4B8C-8EB2-13FBB7D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54E4B-FCC1-4133-8BA3-BC71E32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5FE2C-4E29-4488-B38E-2C8FB64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09348-3A57-44A0-8424-07A69CB4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24198-1465-4910-ABAC-8EE57D4F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2E89F-33FC-499F-B0D8-EB2E81B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302C8-582E-4D66-8006-EA80D70E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F1A50-AA09-4C4B-849F-BB32D225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8543F-9374-4023-BA53-6CA2A573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6664F-4E78-48DD-AC2C-3ADE25CD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1/7</a:t>
            </a:r>
          </a:p>
        </p:txBody>
      </p:sp>
    </p:spTree>
    <p:extLst>
      <p:ext uri="{BB962C8B-B14F-4D97-AF65-F5344CB8AC3E}">
        <p14:creationId xmlns:p14="http://schemas.microsoft.com/office/powerpoint/2010/main" val="493741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2C6C4-20D1-4814-97E5-1755D501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1DD5B-60BA-45E9-8467-B843D87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985E1-34DE-4208-80F3-60D68D6A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8921-4DAA-4ED4-A0F5-EAD2C1B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Pitch socially relevant ideas with scalable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DC38E-F7F8-4AC9-811C-6B8F61D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0899A-F9C2-45D2-97EA-2BE9EBBB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D58D5-C717-420D-8EBA-3F6C941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9A3BA-1F83-41CA-9436-3E9B42F0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46544-C3F9-4DF7-B9D7-F9F2E89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AD9E0-6703-4B97-81C6-9D5B373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D1255-84AF-4A4D-8136-79F9500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015E6-62E3-45AA-B504-C074A79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D7D53-4623-4A25-BF9E-F725DC83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05FA8-C22C-46F4-801C-E3C8882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F6935-54F2-46F9-9655-2058E57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C075B-3FE3-444E-9E52-2BAAED10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2/7</a:t>
            </a:r>
          </a:p>
        </p:txBody>
      </p:sp>
    </p:spTree>
    <p:extLst>
      <p:ext uri="{BB962C8B-B14F-4D97-AF65-F5344CB8AC3E}">
        <p14:creationId xmlns:p14="http://schemas.microsoft.com/office/powerpoint/2010/main" val="1029193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458D4-AE18-4CC4-8226-4B43D23F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78201-81DF-4E53-9C19-E55E430C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F1C80-A7B3-4FB8-9678-86A76FE3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95DF-D488-4469-989B-4E7FE3A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Pitch socially relevant ideas with scalable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C15C-24E6-4226-B91E-CA2547F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8B8A0-BD45-4459-BC88-132604C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EA05F-F69E-41DD-82FC-D23CA418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socially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5022B-ADD9-4B28-8C57-72847F52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3F5F8-EF74-40C1-8C66-1F037E32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relevant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C1B66-AF5F-4703-A159-472C5ACF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55973-4438-42A8-89C4-57D0AD4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ideas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0645A-36FB-43C3-B1BC-9DD8953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56859-8697-4D10-B1B7-663B5C9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D616F-81BB-4AAF-9E8D-B284F84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53CDE-A068-4B2D-862F-86A9445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3/7</a:t>
            </a:r>
          </a:p>
        </p:txBody>
      </p:sp>
    </p:spTree>
    <p:extLst>
      <p:ext uri="{BB962C8B-B14F-4D97-AF65-F5344CB8AC3E}">
        <p14:creationId xmlns:p14="http://schemas.microsoft.com/office/powerpoint/2010/main" val="619964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23E0C-89EC-4885-9DE2-28E43C46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0C483-FC90-4DFF-ABEF-B57295B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BF3EA-91F6-46D3-9682-382A8B7C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09D1-37CD-4FDD-8D22-265D3E4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2F15-9681-4DAB-AC1A-C3F7EF93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4732E-014B-42B4-83C5-210E544C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7BCC2-62A7-4D9F-8DA0-F151C8E2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9F120-B50B-4889-8D37-552D5F4F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4/7</a:t>
            </a:r>
          </a:p>
        </p:txBody>
      </p:sp>
    </p:spTree>
    <p:extLst>
      <p:ext uri="{BB962C8B-B14F-4D97-AF65-F5344CB8AC3E}">
        <p14:creationId xmlns:p14="http://schemas.microsoft.com/office/powerpoint/2010/main" val="1639208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D2F50-86E5-43D6-B60E-41BAD75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BABCE-C00C-4AF0-85BF-7E58678C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A7B11-9847-4B98-BFFF-530FAC91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02ACD-72AC-4F05-81A7-1A0E6449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B62C1-0A92-44EE-95E7-6C50E4E2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F37A-9917-4B07-B982-021BC6F7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CA16A-B6C2-47CE-82EE-728AB39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D174E-515D-4C1B-910A-DE70CBF5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0F35C-47D4-4B74-9930-AE87064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2C124-E7BB-4935-81A3-AE6312A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44582-39B3-4F43-A745-30FD34E4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AF0A2-1ED0-42BE-90D9-DBB1FE8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31254-5777-475B-8C78-53A03B8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12897-5268-480B-BA62-494D7BF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16179-8E77-4D87-AF1C-0550872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5/7</a:t>
            </a:r>
          </a:p>
        </p:txBody>
      </p:sp>
    </p:spTree>
    <p:extLst>
      <p:ext uri="{BB962C8B-B14F-4D97-AF65-F5344CB8AC3E}">
        <p14:creationId xmlns:p14="http://schemas.microsoft.com/office/powerpoint/2010/main" val="751110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EF572-5CA9-4EEB-A6A0-3471CFA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808DB-9866-468A-A671-01633B8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E81EC-2AA2-4BCF-BD0B-0BEE511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C6FF5-4E8E-474C-9822-51215C1B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39DDB-C3E2-4703-9281-105D84E6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0D0CD-FC4A-4857-9084-CF2D7CEC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493CE-2615-46BD-B3FE-1A0B0529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7B225-E1C5-4461-B0DA-5D01D06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49CE9-476C-4994-9CC9-DC0DD63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1F9A2-1652-4022-B56D-89F56C5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36791-0852-4D3F-A3F3-B7B19EB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DA4B4-A17D-468F-AA07-50CF40C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E970A-0CA9-4C19-B73C-53A93B7A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EAD9-AAED-4A10-97D5-A6A18C55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B5A83-90D0-4CFC-BE7E-C4D0005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CC62B-0148-41FE-B7C9-BFD330D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F8877-4955-45B1-8331-7C3CD91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F9E07-5808-45E0-959E-52636734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5525C-384D-43DF-ADF0-F1B437C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5BEB8-DB61-4D11-9B84-83B1242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5FD2F-49A5-4034-AF75-DFAAB864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A3F37-E254-45E3-A9F8-EF6E38E5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A05D5-7881-4412-948F-205A287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0385C-3E50-46A3-ADB6-DB47913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D385C-94EF-4D7D-BA9B-393DAC2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6C3AD-5CA8-4C76-BF27-0753CFF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6/7</a:t>
            </a:r>
          </a:p>
        </p:txBody>
      </p:sp>
    </p:spTree>
    <p:extLst>
      <p:ext uri="{BB962C8B-B14F-4D97-AF65-F5344CB8AC3E}">
        <p14:creationId xmlns:p14="http://schemas.microsoft.com/office/powerpoint/2010/main" val="326575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F7557-1CD9-42C2-AC3F-0CF8387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196C5-43AA-4BDF-B20D-6DF3B81F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380AF-D7F1-46D6-8FA7-1A3C9E05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8AD4D-E2AE-486E-8EE0-BF432DAA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31795-89D3-4E6E-B341-4345E70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DE92-3EAA-4768-8D03-B425202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19EC8-B1E8-4649-83E2-DC4CA1C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22BD-6E37-4893-9931-3355492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4 | 7/7</a:t>
            </a:r>
          </a:p>
        </p:txBody>
      </p:sp>
    </p:spTree>
    <p:extLst>
      <p:ext uri="{BB962C8B-B14F-4D97-AF65-F5344CB8AC3E}">
        <p14:creationId xmlns:p14="http://schemas.microsoft.com/office/powerpoint/2010/main" val="872967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2026-08-24T06:38:49.5240000Z</dcterms:created>
  <dcterms:modified xsi:type="dcterms:W3CDTF">2026-08-24T06:38:49.5240000Z</dcterms:modified>
</coreProperties>
</file>