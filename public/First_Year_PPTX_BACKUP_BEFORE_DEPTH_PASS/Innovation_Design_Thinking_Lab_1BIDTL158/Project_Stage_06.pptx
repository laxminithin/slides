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bb4a7479d54c32" /><Relationship Type="http://schemas.openxmlformats.org/officeDocument/2006/relationships/extended-properties" Target="/docProps/app.xml" Id="R984182743d28451d" /><Relationship Type="http://schemas.openxmlformats.org/officeDocument/2006/relationships/officeDocument" Target="/ppt/presentation.xml" Id="Re883a3b434cc4d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a8596db95c416e"/>
  </p:sldMasterIdLst>
  <p:notesMasterIdLst>
    <p:notesMasterId xmlns:r="http://schemas.openxmlformats.org/officeDocument/2006/relationships" r:id="R478149b691f84147"/>
  </p:notesMasterIdLst>
  <p:sldIdLst>
    <p:sldId xmlns:r="http://schemas.openxmlformats.org/officeDocument/2006/relationships" id="256" r:id="R4bb5952b152045b4"/>
    <p:sldId xmlns:r="http://schemas.openxmlformats.org/officeDocument/2006/relationships" id="257" r:id="Rbc3340e658b54ec8"/>
    <p:sldId xmlns:r="http://schemas.openxmlformats.org/officeDocument/2006/relationships" id="258" r:id="R03ade880efa74b45"/>
    <p:sldId xmlns:r="http://schemas.openxmlformats.org/officeDocument/2006/relationships" id="259" r:id="Rd11a46016198418c"/>
    <p:sldId xmlns:r="http://schemas.openxmlformats.org/officeDocument/2006/relationships" id="260" r:id="R75826b81a4c3476a"/>
    <p:sldId xmlns:r="http://schemas.openxmlformats.org/officeDocument/2006/relationships" id="261" r:id="R0b8e8e2aaabf45c3"/>
    <p:sldId xmlns:r="http://schemas.openxmlformats.org/officeDocument/2006/relationships" id="262" r:id="R97d280bc27fe40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1266e7dfa946df" /><Relationship Type="http://schemas.openxmlformats.org/officeDocument/2006/relationships/slideMaster" Target="/ppt/slideMasters/slideMaster1.xml" Id="Ra0a8596db95c416e" /><Relationship Type="http://schemas.openxmlformats.org/officeDocument/2006/relationships/notesMaster" Target="/ppt/notesMasters/notesMaster1.xml" Id="R478149b691f84147" /><Relationship Type="http://schemas.openxmlformats.org/officeDocument/2006/relationships/presProps" Target="/ppt/presProps.xml" Id="Rde6da0cb875e4ecc" /><Relationship Type="http://schemas.openxmlformats.org/officeDocument/2006/relationships/tableStyles" Target="/ppt/tableStyles.xml" Id="Re71ab6809cfd4376" /><Relationship Type="http://schemas.openxmlformats.org/officeDocument/2006/relationships/slide" Target="/ppt/slides/slide1.xml" Id="R4bb5952b152045b4" /><Relationship Type="http://schemas.openxmlformats.org/officeDocument/2006/relationships/slide" Target="/ppt/slides/slide2.xml" Id="Rbc3340e658b54ec8" /><Relationship Type="http://schemas.openxmlformats.org/officeDocument/2006/relationships/slide" Target="/ppt/slides/slide3.xml" Id="R03ade880efa74b45" /><Relationship Type="http://schemas.openxmlformats.org/officeDocument/2006/relationships/slide" Target="/ppt/slides/slide4.xml" Id="Rd11a46016198418c" /><Relationship Type="http://schemas.openxmlformats.org/officeDocument/2006/relationships/slide" Target="/ppt/slides/slide5.xml" Id="R75826b81a4c3476a" /><Relationship Type="http://schemas.openxmlformats.org/officeDocument/2006/relationships/slide" Target="/ppt/slides/slide6.xml" Id="R0b8e8e2aaabf45c3" /><Relationship Type="http://schemas.openxmlformats.org/officeDocument/2006/relationships/slide" Target="/ppt/slides/slide7.xml" Id="R97d280bc27fe40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5232f9f314e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6c1ea82de4a61" /><Relationship Type="http://schemas.openxmlformats.org/officeDocument/2006/relationships/notesMaster" Target="/ppt/notesMasters/notesMaster1.xml" Id="R603f23b3f51c4f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862bae7c44653" /><Relationship Type="http://schemas.openxmlformats.org/officeDocument/2006/relationships/notesMaster" Target="/ppt/notesMasters/notesMaster1.xml" Id="R92db1e07f97046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d7559eab514667" /><Relationship Type="http://schemas.openxmlformats.org/officeDocument/2006/relationships/notesMaster" Target="/ppt/notesMasters/notesMaster1.xml" Id="R97894439a7e447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ca3a41384c4a2d" /><Relationship Type="http://schemas.openxmlformats.org/officeDocument/2006/relationships/notesMaster" Target="/ppt/notesMasters/notesMaster1.xml" Id="R54c0b6d1316c45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1d951891cf40e6" /><Relationship Type="http://schemas.openxmlformats.org/officeDocument/2006/relationships/notesMaster" Target="/ppt/notesMasters/notesMaster1.xml" Id="R5a37ada0cc3c46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4fd2f9f54b457c" /><Relationship Type="http://schemas.openxmlformats.org/officeDocument/2006/relationships/notesMaster" Target="/ppt/notesMasters/notesMaster1.xml" Id="R958d4f3aef5844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37e0d5d5a14d4d" /><Relationship Type="http://schemas.openxmlformats.org/officeDocument/2006/relationships/notesMaster" Target="/ppt/notesMasters/notesMaster1.xml" Id="Rffcd2facc4bd4a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2c5f158e64c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9880fad1dc4bbc" /><Relationship Type="http://schemas.openxmlformats.org/officeDocument/2006/relationships/slideLayout" Target="/ppt/slideLayouts/slideLayout1.xml" Id="R083f19eea8bc4a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3f19eea8bc4a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84f58e9dc4426" /><Relationship Type="http://schemas.openxmlformats.org/officeDocument/2006/relationships/notesSlide" Target="/ppt/notesSlides/notesSlide1.xml" Id="Rb302fc39a30a4f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d2c0cff194f90" /><Relationship Type="http://schemas.openxmlformats.org/officeDocument/2006/relationships/notesSlide" Target="/ppt/notesSlides/notesSlide2.xml" Id="R1ad334d9d1024e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520a7013b4198" /><Relationship Type="http://schemas.openxmlformats.org/officeDocument/2006/relationships/notesSlide" Target="/ppt/notesSlides/notesSlide3.xml" Id="Re941feb1c1134e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39a692abf4632" /><Relationship Type="http://schemas.openxmlformats.org/officeDocument/2006/relationships/notesSlide" Target="/ppt/notesSlides/notesSlide4.xml" Id="Rc370a70ef99446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933871ca74e17" /><Relationship Type="http://schemas.openxmlformats.org/officeDocument/2006/relationships/notesSlide" Target="/ppt/notesSlides/notesSlide5.xml" Id="Rb4297a2114254f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1b763a6c74e76" /><Relationship Type="http://schemas.openxmlformats.org/officeDocument/2006/relationships/notesSlide" Target="/ppt/notesSlides/notesSlide6.xml" Id="R2b2a4392dcf544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6001f93274fc6" /><Relationship Type="http://schemas.openxmlformats.org/officeDocument/2006/relationships/notesSlide" Target="/ppt/notesSlides/notesSlide7.xml" Id="R59d40a18bc4e48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C4299-6935-4EC1-AE7E-F3D98C08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F5FC9-A235-4BCB-BBDE-8413730E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one faculty member shall be assigned to group of 60 students or one division.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DB0B5-0CDC-43FB-B445-D1E7900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2C73C-C843-475A-9060-DA681729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5B5D6-5B0B-43C6-A59A-8874D751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83702-0F10-4F28-BF35-8DA79E21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0E6A3-DA81-418C-B59B-EFADDA86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97299-0FD6-4A11-B5CD-7ED79487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12981-9D19-4763-B90D-518A7A0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115AD-48AB-4863-922A-ABDCC678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6D87A-D59C-4FF9-983F-9104296C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61836-5122-47C9-B54F-F33B138F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3DACF-D7FD-40BB-9236-136759BF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E3CCF-7144-4431-B394-53BB46D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4FEA8-7CED-41AD-A31D-1A7FA0A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1/7</a:t>
            </a:r>
          </a:p>
        </p:txBody>
      </p:sp>
    </p:spTree>
    <p:extLst>
      <p:ext uri="{BB962C8B-B14F-4D97-AF65-F5344CB8AC3E}">
        <p14:creationId xmlns:p14="http://schemas.microsoft.com/office/powerpoint/2010/main" val="1101376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84C1D-5B59-4E50-BA03-5C4DD7CD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470C3-A5A3-4757-AA5E-4CDACDA4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D4DBE-1C47-4D00-8C23-A6A1E34C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A8905-BAE6-4E56-A2B6-7F02A29F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one faculty member shall be assigned to group of 60 students or one division.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07502-8A05-424F-9266-A3EDF25B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757C1-0EBB-4D02-9531-B653EE8B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DCEA2-64CC-461A-B1FB-544F5064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12931-CA0D-4DD9-9D0F-3B12FD2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7DD0A-F7C3-446B-9FB4-3ABBB3A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3F592-5CCE-44DA-A5F3-0B2D0C2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0537E-EF24-4249-A9A1-1E8AA43F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34C01-9BE5-4FBF-8305-C8BDBF26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F2849-3F2E-4614-A3B5-8EA27B6C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EDB18-6F92-42C8-B8F0-42A697FA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564C2-3135-4C28-9ED3-0D163263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55BAF-87A4-401F-8828-26EC3751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2/7</a:t>
            </a:r>
          </a:p>
        </p:txBody>
      </p:sp>
    </p:spTree>
    <p:extLst>
      <p:ext uri="{BB962C8B-B14F-4D97-AF65-F5344CB8AC3E}">
        <p14:creationId xmlns:p14="http://schemas.microsoft.com/office/powerpoint/2010/main" val="86482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75296-7D35-4D13-95EC-0D3127F8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C0842-5123-4964-A1EF-3350A12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77E39-28F1-4C51-A109-FD39C46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0C4DE-713D-42C2-B0EF-A70C76C9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one faculty member shall be assigned to group of 60 students or one division.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91AA7-EBA0-4A03-BADE-19C5741A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faculty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448D6-F6B6-4F77-93BF-CDE4117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43667-F7E5-4F44-9583-5DC7A3C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05464-7FFB-453F-ACFD-9A7509E7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5B7E1-D8B9-4912-9279-0DB0518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AC728-FD48-4010-9950-620748F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2362A-4EED-497D-9913-987511D9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assigned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55CFE-290D-45A3-BFD9-4E79F194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525DF-DFD6-49FF-93CA-2ECDFC55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E57C5-55D5-4D52-B898-B5A57E51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48F86-C1F9-48C2-9F26-38A39C8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3/7</a:t>
            </a:r>
          </a:p>
        </p:txBody>
      </p:sp>
    </p:spTree>
    <p:extLst>
      <p:ext uri="{BB962C8B-B14F-4D97-AF65-F5344CB8AC3E}">
        <p14:creationId xmlns:p14="http://schemas.microsoft.com/office/powerpoint/2010/main" val="801419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90DE1-5EEF-47D9-BFDA-15ADA363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967C4-9B08-40F5-8996-C23F257D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2F59A-440D-4C32-BBB9-FFA8945B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4D604-C37B-4165-A4CA-CFA92EC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89533-9979-4D24-90A9-D2045CF7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E9EF2-BE92-47AC-86A9-BD192191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60C08-7E7C-4F7D-83FA-17E38D8B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3042B-2170-4052-8E5D-8A3DC24F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4/7</a:t>
            </a:r>
          </a:p>
        </p:txBody>
      </p:sp>
    </p:spTree>
    <p:extLst>
      <p:ext uri="{BB962C8B-B14F-4D97-AF65-F5344CB8AC3E}">
        <p14:creationId xmlns:p14="http://schemas.microsoft.com/office/powerpoint/2010/main" val="91247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BD111-7069-4161-846B-42FA45A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7BD29-0AF8-4607-B92F-F5D6130B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8D548-D8A6-4881-98CB-98315575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2EF97-84D0-4101-89BE-532ABC53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5A0CA-990A-4881-9C41-B0EA5140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AD33-A343-4DC1-A0D1-1FE145EF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287EA-521A-4AB6-BC01-31B09EEE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A24A2-0599-46C7-9916-4FC69DB9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959AB-611A-4B28-9A62-63BF340B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B0E4E-261A-41C1-A067-8CBA796E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0AAC9-4371-47F8-AB2C-1F9E5ACA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CDA24-B92F-4EED-AAE4-BF55D72B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4BE42-95E3-4A56-88EE-C619641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95D15-DFA6-42EE-AD74-04F2A800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49FC0-4068-4E92-A234-7A81451F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5/7</a:t>
            </a:r>
          </a:p>
        </p:txBody>
      </p:sp>
    </p:spTree>
    <p:extLst>
      <p:ext uri="{BB962C8B-B14F-4D97-AF65-F5344CB8AC3E}">
        <p14:creationId xmlns:p14="http://schemas.microsoft.com/office/powerpoint/2010/main" val="1536910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C2F1A3-88E8-418A-960F-0AB3F5A7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23D7-A389-424C-A8FB-B6555548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223EE-4959-4DD8-ACC4-A864E1FC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E3CBF-1B29-48CC-BB64-D587F521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91844-B920-43DF-B648-9D8A4CCA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777E9-D72E-4879-902E-C0F8FB60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B7001-57CF-4729-A5D7-4BABB208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98D2C-AE57-4DBF-93AA-662883CF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93BD6-0A86-4D59-897E-3EBC1220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0CF0B-F5FE-4598-BBA5-08B58861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BF130-8D7E-4859-86BD-6A25BEA0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75D36-175B-4FB0-9386-EBA256DF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898D-C8B7-4419-84DA-37F1631C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72C2A-23CA-4AC0-86D7-777C54B4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FF7A6-AE5B-4488-8897-C21E2A3C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48216-565C-4348-8CCE-3233F24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47B31-31A3-4B4E-880F-36F0F75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E5775-B108-4C0C-8067-F3D6C40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9D1F1-9BC1-489B-A137-57204822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42F69-2A5E-4890-80AF-D2B966BB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7EBE7-DEE6-4717-BFA0-7020584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E2A0B-5F3D-472B-9056-E8EEDD2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062F0-D1FB-465E-9695-D5C69B71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EB289-7E15-4AF4-9F6D-6FBD32B5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A4D08-C45E-4D75-A6CA-3A751474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6478B-65D5-41B7-B820-653A0902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6/7</a:t>
            </a:r>
          </a:p>
        </p:txBody>
      </p:sp>
    </p:spTree>
    <p:extLst>
      <p:ext uri="{BB962C8B-B14F-4D97-AF65-F5344CB8AC3E}">
        <p14:creationId xmlns:p14="http://schemas.microsoft.com/office/powerpoint/2010/main" val="1045371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9E829-50BE-4312-9281-98D29DB7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8554B-3DE5-4AB4-92E9-DE909C84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3901F-F980-4FF1-AB76-6C78CA6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9BD0E-07E3-48A8-A8B3-A84BD9E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CA210-E58D-44DB-8035-11CB2ECE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E39A5-13E8-4269-8A92-322415CD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BB962-334E-47BA-AC87-B83E7813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4A047-DFA0-40B1-9A63-EABF60BA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7/7</a:t>
            </a:r>
          </a:p>
        </p:txBody>
      </p:sp>
    </p:spTree>
    <p:extLst>
      <p:ext uri="{BB962C8B-B14F-4D97-AF65-F5344CB8AC3E}">
        <p14:creationId xmlns:p14="http://schemas.microsoft.com/office/powerpoint/2010/main" val="1761963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2026-08-24T06:38:49.6400000Z</dcterms:created>
  <dcterms:modified xsi:type="dcterms:W3CDTF">2026-08-24T06:38:49.6400000Z</dcterms:modified>
</coreProperties>
</file>