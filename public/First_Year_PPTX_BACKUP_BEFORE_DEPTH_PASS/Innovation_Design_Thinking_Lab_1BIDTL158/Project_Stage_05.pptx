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6f60960b224d88" /><Relationship Type="http://schemas.openxmlformats.org/officeDocument/2006/relationships/extended-properties" Target="/docProps/app.xml" Id="Ra0608c1f93b14e4d" /><Relationship Type="http://schemas.openxmlformats.org/officeDocument/2006/relationships/officeDocument" Target="/ppt/presentation.xml" Id="Rb1863a0bb8cd47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8c3e3a7e4e4062"/>
  </p:sldMasterIdLst>
  <p:notesMasterIdLst>
    <p:notesMasterId xmlns:r="http://schemas.openxmlformats.org/officeDocument/2006/relationships" r:id="R0774a6694b614b70"/>
  </p:notesMasterIdLst>
  <p:sldIdLst>
    <p:sldId xmlns:r="http://schemas.openxmlformats.org/officeDocument/2006/relationships" id="256" r:id="Rc80946d7d3bc42e0"/>
    <p:sldId xmlns:r="http://schemas.openxmlformats.org/officeDocument/2006/relationships" id="257" r:id="Ra570d5ed74234bcc"/>
    <p:sldId xmlns:r="http://schemas.openxmlformats.org/officeDocument/2006/relationships" id="258" r:id="Rfa7c8decde3f48a3"/>
    <p:sldId xmlns:r="http://schemas.openxmlformats.org/officeDocument/2006/relationships" id="259" r:id="R891e8437cd5343d1"/>
    <p:sldId xmlns:r="http://schemas.openxmlformats.org/officeDocument/2006/relationships" id="260" r:id="Rac3df13b56a04ad1"/>
    <p:sldId xmlns:r="http://schemas.openxmlformats.org/officeDocument/2006/relationships" id="261" r:id="R49e4fec15039433e"/>
    <p:sldId xmlns:r="http://schemas.openxmlformats.org/officeDocument/2006/relationships" id="262" r:id="R6a0bce4233604a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66709963da42b0" /><Relationship Type="http://schemas.openxmlformats.org/officeDocument/2006/relationships/slideMaster" Target="/ppt/slideMasters/slideMaster1.xml" Id="R0b8c3e3a7e4e4062" /><Relationship Type="http://schemas.openxmlformats.org/officeDocument/2006/relationships/notesMaster" Target="/ppt/notesMasters/notesMaster1.xml" Id="R0774a6694b614b70" /><Relationship Type="http://schemas.openxmlformats.org/officeDocument/2006/relationships/presProps" Target="/ppt/presProps.xml" Id="Re69757a8cdb4456f" /><Relationship Type="http://schemas.openxmlformats.org/officeDocument/2006/relationships/tableStyles" Target="/ppt/tableStyles.xml" Id="R0b4fab756efa4c43" /><Relationship Type="http://schemas.openxmlformats.org/officeDocument/2006/relationships/slide" Target="/ppt/slides/slide1.xml" Id="Rc80946d7d3bc42e0" /><Relationship Type="http://schemas.openxmlformats.org/officeDocument/2006/relationships/slide" Target="/ppt/slides/slide2.xml" Id="Ra570d5ed74234bcc" /><Relationship Type="http://schemas.openxmlformats.org/officeDocument/2006/relationships/slide" Target="/ppt/slides/slide3.xml" Id="Rfa7c8decde3f48a3" /><Relationship Type="http://schemas.openxmlformats.org/officeDocument/2006/relationships/slide" Target="/ppt/slides/slide4.xml" Id="R891e8437cd5343d1" /><Relationship Type="http://schemas.openxmlformats.org/officeDocument/2006/relationships/slide" Target="/ppt/slides/slide5.xml" Id="Rac3df13b56a04ad1" /><Relationship Type="http://schemas.openxmlformats.org/officeDocument/2006/relationships/slide" Target="/ppt/slides/slide6.xml" Id="R49e4fec15039433e" /><Relationship Type="http://schemas.openxmlformats.org/officeDocument/2006/relationships/slide" Target="/ppt/slides/slide7.xml" Id="R6a0bce4233604a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50eadd25334e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6eaa86dfbd471f" /><Relationship Type="http://schemas.openxmlformats.org/officeDocument/2006/relationships/notesMaster" Target="/ppt/notesMasters/notesMaster1.xml" Id="Rd051ec23e6dd4d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55f0f366d04fcc" /><Relationship Type="http://schemas.openxmlformats.org/officeDocument/2006/relationships/notesMaster" Target="/ppt/notesMasters/notesMaster1.xml" Id="R4e8f3bea40824d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ae523483d4444c" /><Relationship Type="http://schemas.openxmlformats.org/officeDocument/2006/relationships/notesMaster" Target="/ppt/notesMasters/notesMaster1.xml" Id="R9efc7438d6fd45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22ecf99abd4972" /><Relationship Type="http://schemas.openxmlformats.org/officeDocument/2006/relationships/notesMaster" Target="/ppt/notesMasters/notesMaster1.xml" Id="R8789890944a545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19d252f87a4045" /><Relationship Type="http://schemas.openxmlformats.org/officeDocument/2006/relationships/notesMaster" Target="/ppt/notesMasters/notesMaster1.xml" Id="R7bb04960e4dd4a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67be868585484b" /><Relationship Type="http://schemas.openxmlformats.org/officeDocument/2006/relationships/notesMaster" Target="/ppt/notesMasters/notesMaster1.xml" Id="R3f12412963b249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d96b95a5634d82" /><Relationship Type="http://schemas.openxmlformats.org/officeDocument/2006/relationships/notesMaster" Target="/ppt/notesMasters/notesMaster1.xml" Id="Rdb092dfadf9b41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624b6711fd4f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8a3e3ee70d4183" /><Relationship Type="http://schemas.openxmlformats.org/officeDocument/2006/relationships/slideLayout" Target="/ppt/slideLayouts/slideLayout1.xml" Id="R24565615e2674d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565615e2674d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b2cabfa544469" /><Relationship Type="http://schemas.openxmlformats.org/officeDocument/2006/relationships/notesSlide" Target="/ppt/notesSlides/notesSlide1.xml" Id="R5458cf152bc542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221e6b5aa4cd0" /><Relationship Type="http://schemas.openxmlformats.org/officeDocument/2006/relationships/notesSlide" Target="/ppt/notesSlides/notesSlide2.xml" Id="R541cdf9cfdc740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9e18287f6434f" /><Relationship Type="http://schemas.openxmlformats.org/officeDocument/2006/relationships/notesSlide" Target="/ppt/notesSlides/notesSlide3.xml" Id="R9c2a22063c2940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5ed1a3af6493a" /><Relationship Type="http://schemas.openxmlformats.org/officeDocument/2006/relationships/notesSlide" Target="/ppt/notesSlides/notesSlide4.xml" Id="R56e7297b25ff40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6f46ea5ce4261" /><Relationship Type="http://schemas.openxmlformats.org/officeDocument/2006/relationships/notesSlide" Target="/ppt/notesSlides/notesSlide5.xml" Id="R52707e0747d44b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f5dfe146b47ed" /><Relationship Type="http://schemas.openxmlformats.org/officeDocument/2006/relationships/notesSlide" Target="/ppt/notesSlides/notesSlide6.xml" Id="Rf38a89dae04546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e9cb6b6a2451c" /><Relationship Type="http://schemas.openxmlformats.org/officeDocument/2006/relationships/notesSlide" Target="/ppt/notesSlides/notesSlide7.xml" Id="R313204c25acf42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616E11-E8C7-45AF-A788-6AE98E7B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8A40A-9727-47CD-8BD0-BAE5D6D0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Collaborate effectively in diverse teams. Week 1, 2 &amp; 3: Orientation and Team Formation Week -1&amp;2: Introduction to Socia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49B5E-E9EA-4D29-BA15-22871ECC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Innovation &amp; Design Thinking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1BIDTL158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27272-B5D4-4C92-8DEA-BF4EF848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9B443-E0EC-47D6-AE9F-F21CA981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194A4-A8CD-4C76-9A5F-344AD5AD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498A7-2633-4753-BB60-22ACDA23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22089-2310-4EAC-80FA-BCA0E27B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88CA5-8003-47AC-B7B3-4FBE3E36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0C2BD-6BFA-4FB0-9B94-4CA6C27B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7BD3B-3912-4B22-AB9F-D3C9C46C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7F66CC-6CBB-49D1-9628-AF8EB4AE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07C96-54F6-4910-9725-60F9B853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7132C5-D296-4FCB-9763-5E70F0D7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8A39B-DF02-401D-8E3D-774123CB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5 | 1/7</a:t>
            </a:r>
          </a:p>
        </p:txBody>
      </p:sp>
    </p:spTree>
    <p:extLst>
      <p:ext uri="{BB962C8B-B14F-4D97-AF65-F5344CB8AC3E}">
        <p14:creationId xmlns:p14="http://schemas.microsoft.com/office/powerpoint/2010/main" val="19548788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2FB0F6-E273-4EED-B33F-08C16CF7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CAA8A-7739-4721-8F89-7DB7ADE3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230D8-FA98-4C44-986E-33AC7D3A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2F288-61E2-40B7-8EC4-B8ED5EC5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Collaborate effectively in diverse teams. Week 1, 2 &amp; 3: Orientation and Team Formation Week -1&amp;2: Introduction to Socia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EB1E4-E783-48B9-A64F-0ECFA44C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3F159-58C1-4259-A5FB-C8976EDB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38AC42-A063-485F-A76C-4884770E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A2719-AAC1-42D6-BE74-D7346F97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F3DB6-F348-46EC-86FB-D34F7DE4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07041-E1FB-49FA-BDE0-EEACC725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2C2A9-EF9C-466E-B2D9-59A8C5FC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015DE-5C59-43E8-B9DE-BB416ADB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5CB92-CB97-45B4-9AA6-14A177CC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37CC69-2C94-4A42-8027-23C6C272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BCE22-2A84-4EF7-B518-5D6A46BF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A46C8-B1A6-4C37-80AE-6186342F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5 | 2/7</a:t>
            </a:r>
          </a:p>
        </p:txBody>
      </p:sp>
    </p:spTree>
    <p:extLst>
      <p:ext uri="{BB962C8B-B14F-4D97-AF65-F5344CB8AC3E}">
        <p14:creationId xmlns:p14="http://schemas.microsoft.com/office/powerpoint/2010/main" val="4768186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1861BF-DEA3-4E28-8374-8531DDF7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0AA5F-CB6C-42EF-8C32-3E040F00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F1AB5-4C28-49DC-B7FB-54B53280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F3D12-FC7E-47E1-9B95-A153326D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Collaborate effectively in diverse teams.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Week 1, 2 &amp; 3: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Orientation and Team Formation Week -1&amp;2: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Introduction to Social Entrepreneurship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Innovation and Design Thinking Group discussion on What is Innovation vs Invention.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51D14-9D52-42D7-BAA0-07E8DBAD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Collaborate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2581F-53D5-4D22-9247-19525274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F2686-1BDD-4223-A868-D3B3A82F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effectively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29446-982B-4494-9267-7498D869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40636-C3AC-4369-8ABE-5799AD25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diverse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BE351-8558-426D-ABE3-453C0554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59947-6A42-4FBD-9405-CE0BFAFE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teams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9F5C9-095E-4655-9410-318DBF7D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838BE-471F-40FA-BF12-EFC2FCD4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Week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BE01E-A6CE-4DEA-BEB2-ED6C5DDC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B91E36-5AF9-4D06-8735-F4D25928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5 | 3/7</a:t>
            </a:r>
          </a:p>
        </p:txBody>
      </p:sp>
    </p:spTree>
    <p:extLst>
      <p:ext uri="{BB962C8B-B14F-4D97-AF65-F5344CB8AC3E}">
        <p14:creationId xmlns:p14="http://schemas.microsoft.com/office/powerpoint/2010/main" val="19584835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AA4C0-D7CF-4893-8606-125BD433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21164-0699-4B90-9C16-0720F31E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2700C-7793-457F-8210-17A5BA2B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7CDDA-FE3A-47BE-8A13-932FC767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60792-F614-4C2B-9310-2ACC475D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7FC3F-2B10-48F8-8E8F-908800C8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6C559-88B8-49A6-8A23-50138067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878E4-3B5D-485A-9081-1DE36A66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5 | 4/7</a:t>
            </a:r>
          </a:p>
        </p:txBody>
      </p:sp>
    </p:spTree>
    <p:extLst>
      <p:ext uri="{BB962C8B-B14F-4D97-AF65-F5344CB8AC3E}">
        <p14:creationId xmlns:p14="http://schemas.microsoft.com/office/powerpoint/2010/main" val="20639654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ED2D76-AE5A-404C-8234-293E3476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98D99-C7E2-43A7-949B-7A1087E9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B83D7-1A81-469D-B253-6BEF9EC0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171C9-0517-4748-A476-C135D6FA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E03AF-C1F2-4142-8E04-948AFC7E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8D3C5-C5C6-4E4B-8FC2-06534100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D7D69-5AA6-4915-85E7-81F370CF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0CC31-A731-4CFE-9CCA-DD0B49F8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71793-A489-481C-98C7-3B8D0176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4E569-58AB-4BD6-833B-089B47EA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2F390-4607-4046-A25D-5F83C2AA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C7A9A-9FF3-4A24-855B-FBA34C1D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AD6D3-0A21-4438-B3B4-5BB27BF5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467BD6-617B-4B9B-8ADC-4C7E7E4F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1AC2D-95BF-4A26-83C7-DC534A5B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5 | 5/7</a:t>
            </a:r>
          </a:p>
        </p:txBody>
      </p:sp>
    </p:spTree>
    <p:extLst>
      <p:ext uri="{BB962C8B-B14F-4D97-AF65-F5344CB8AC3E}">
        <p14:creationId xmlns:p14="http://schemas.microsoft.com/office/powerpoint/2010/main" val="10638541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BE3414-1059-44F2-AF17-A4B9280B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A0A16-BB45-4891-B432-615E1644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AFFBD-F65D-4759-AC51-C3FA7879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DC0AF-EBBF-40B3-914C-F25AA0CD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438F2-69E8-4EB7-BEAB-5697F561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F898B-7C48-4CD7-8CDA-64DC9AE0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FC5BF-EB4B-44B0-BD09-65537E32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8A54F-5F6E-4261-B911-57AD182F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E2C45-1F65-4099-BE4D-ECE39F37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E1FA4-FED7-4702-AB98-51CD9A1B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2BEF3-34A0-4B13-BA28-2CE7A2F7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8F270-7EF1-4237-A60F-79AB4C5A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1257B-FF43-4247-AC5C-34F3CF4C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D686B9-ED2A-4B4D-8FE2-C225D9EF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AB94C-2A9B-43D6-9D29-68AD7C57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C0E83-E8DD-4916-89DD-599B1898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08386-4818-45C8-AD09-29C10016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63B57A-5F48-4666-AEDF-AF05B73D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8099A2-09DF-4E09-9850-25F344C7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27A99A-C929-45E3-AC8C-5EBAB46D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368D3-59F6-41F2-BA2E-DD8E2977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97FDE4-7724-4916-A1A3-077D3F45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03BC1B-E2D6-4E63-A01A-A531F69B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30E280-C61A-48BF-99BF-AB70F446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D29A79-5EEA-4D6B-80A0-15A5801A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1224F2-4AC8-46FB-ADDD-ACD87FDF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5 | 6/7</a:t>
            </a:r>
          </a:p>
        </p:txBody>
      </p:sp>
    </p:spTree>
    <p:extLst>
      <p:ext uri="{BB962C8B-B14F-4D97-AF65-F5344CB8AC3E}">
        <p14:creationId xmlns:p14="http://schemas.microsoft.com/office/powerpoint/2010/main" val="9719060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242B6-BDC8-48AB-86DB-CA1B6981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4201C-5358-4157-ADB9-42971D8D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4BC88-B1FF-426A-9809-07CEE7B3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CBDA5-972F-41A5-AFB6-0BC0DB26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8F55A-A73C-4B2F-9EB6-6AC9D631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0C77E-238D-4018-9EE3-04CE9D1D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project_stage?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54A11-1B05-4601-90C0-22A5C909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DEEDD-36F5-44B8-8C6B-474FDBA1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5 | 7/7</a:t>
            </a:r>
          </a:p>
        </p:txBody>
      </p:sp>
    </p:spTree>
    <p:extLst>
      <p:ext uri="{BB962C8B-B14F-4D97-AF65-F5344CB8AC3E}">
        <p14:creationId xmlns:p14="http://schemas.microsoft.com/office/powerpoint/2010/main" val="6538133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2026-08-24T06:38:49.5950000Z</dcterms:created>
  <dcterms:modified xsi:type="dcterms:W3CDTF">2026-08-24T06:38:49.5950000Z</dcterms:modified>
</coreProperties>
</file>