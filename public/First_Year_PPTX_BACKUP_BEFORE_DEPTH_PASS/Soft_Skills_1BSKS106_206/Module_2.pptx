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eb2decd814cad" /><Relationship Type="http://schemas.openxmlformats.org/officeDocument/2006/relationships/extended-properties" Target="/docProps/app.xml" Id="R4fb4a0d950774bae" /><Relationship Type="http://schemas.openxmlformats.org/officeDocument/2006/relationships/officeDocument" Target="/ppt/presentation.xml" Id="R8044afe9d1d5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58c057145406f"/>
  </p:sldMasterIdLst>
  <p:notesMasterIdLst>
    <p:notesMasterId xmlns:r="http://schemas.openxmlformats.org/officeDocument/2006/relationships" r:id="R75fb6faa91504125"/>
  </p:notesMasterIdLst>
  <p:sldIdLst>
    <p:sldId xmlns:r="http://schemas.openxmlformats.org/officeDocument/2006/relationships" id="256" r:id="R68541b56285a4108"/>
    <p:sldId xmlns:r="http://schemas.openxmlformats.org/officeDocument/2006/relationships" id="257" r:id="R6eab33433808444e"/>
    <p:sldId xmlns:r="http://schemas.openxmlformats.org/officeDocument/2006/relationships" id="258" r:id="R0d755f4abf614519"/>
    <p:sldId xmlns:r="http://schemas.openxmlformats.org/officeDocument/2006/relationships" id="259" r:id="R243ce6639e454362"/>
    <p:sldId xmlns:r="http://schemas.openxmlformats.org/officeDocument/2006/relationships" id="260" r:id="Rc174b0edff9745a7"/>
    <p:sldId xmlns:r="http://schemas.openxmlformats.org/officeDocument/2006/relationships" id="261" r:id="Ra6f2f20e89eb43e5"/>
    <p:sldId xmlns:r="http://schemas.openxmlformats.org/officeDocument/2006/relationships" id="262" r:id="Rd2097f76aba94eda"/>
    <p:sldId xmlns:r="http://schemas.openxmlformats.org/officeDocument/2006/relationships" id="263" r:id="R2bb92b27ec5944b2"/>
    <p:sldId xmlns:r="http://schemas.openxmlformats.org/officeDocument/2006/relationships" id="264" r:id="R4335646e7cbd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070703fde40c3" /><Relationship Type="http://schemas.openxmlformats.org/officeDocument/2006/relationships/slideMaster" Target="/ppt/slideMasters/slideMaster1.xml" Id="R77458c057145406f" /><Relationship Type="http://schemas.openxmlformats.org/officeDocument/2006/relationships/notesMaster" Target="/ppt/notesMasters/notesMaster1.xml" Id="R75fb6faa91504125" /><Relationship Type="http://schemas.openxmlformats.org/officeDocument/2006/relationships/presProps" Target="/ppt/presProps.xml" Id="R84f2b827c9184f9f" /><Relationship Type="http://schemas.openxmlformats.org/officeDocument/2006/relationships/tableStyles" Target="/ppt/tableStyles.xml" Id="Rd1509103ad6e48d5" /><Relationship Type="http://schemas.openxmlformats.org/officeDocument/2006/relationships/slide" Target="/ppt/slides/slide1.xml" Id="R68541b56285a4108" /><Relationship Type="http://schemas.openxmlformats.org/officeDocument/2006/relationships/slide" Target="/ppt/slides/slide2.xml" Id="R6eab33433808444e" /><Relationship Type="http://schemas.openxmlformats.org/officeDocument/2006/relationships/slide" Target="/ppt/slides/slide3.xml" Id="R0d755f4abf614519" /><Relationship Type="http://schemas.openxmlformats.org/officeDocument/2006/relationships/slide" Target="/ppt/slides/slide4.xml" Id="R243ce6639e454362" /><Relationship Type="http://schemas.openxmlformats.org/officeDocument/2006/relationships/slide" Target="/ppt/slides/slide5.xml" Id="Rc174b0edff9745a7" /><Relationship Type="http://schemas.openxmlformats.org/officeDocument/2006/relationships/slide" Target="/ppt/slides/slide6.xml" Id="Ra6f2f20e89eb43e5" /><Relationship Type="http://schemas.openxmlformats.org/officeDocument/2006/relationships/slide" Target="/ppt/slides/slide7.xml" Id="Rd2097f76aba94eda" /><Relationship Type="http://schemas.openxmlformats.org/officeDocument/2006/relationships/slide" Target="/ppt/slides/slide8.xml" Id="R2bb92b27ec5944b2" /><Relationship Type="http://schemas.openxmlformats.org/officeDocument/2006/relationships/slide" Target="/ppt/slides/slide9.xml" Id="R4335646e7cbd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2dc9e8489a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6e7c8be2f34c19" /><Relationship Type="http://schemas.openxmlformats.org/officeDocument/2006/relationships/notesMaster" Target="/ppt/notesMasters/notesMaster1.xml" Id="R7820f8f77c004b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f32eb4d194ca4" /><Relationship Type="http://schemas.openxmlformats.org/officeDocument/2006/relationships/notesMaster" Target="/ppt/notesMasters/notesMaster1.xml" Id="R1bc5d7c7d192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805344a6949e6" /><Relationship Type="http://schemas.openxmlformats.org/officeDocument/2006/relationships/notesMaster" Target="/ppt/notesMasters/notesMaster1.xml" Id="R51f11d1938334f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f74ced0feb4a6a" /><Relationship Type="http://schemas.openxmlformats.org/officeDocument/2006/relationships/notesMaster" Target="/ppt/notesMasters/notesMaster1.xml" Id="Rd0bc12b3e244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b21730f1bc4f55" /><Relationship Type="http://schemas.openxmlformats.org/officeDocument/2006/relationships/notesMaster" Target="/ppt/notesMasters/notesMaster1.xml" Id="R865588375af144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6bed55e9184dea" /><Relationship Type="http://schemas.openxmlformats.org/officeDocument/2006/relationships/notesMaster" Target="/ppt/notesMasters/notesMaster1.xml" Id="R59caf64b330349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5b96eeae264ccb" /><Relationship Type="http://schemas.openxmlformats.org/officeDocument/2006/relationships/notesMaster" Target="/ppt/notesMasters/notesMaster1.xml" Id="Ra18a69ade68b4b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3acdbf994142e4" /><Relationship Type="http://schemas.openxmlformats.org/officeDocument/2006/relationships/notesMaster" Target="/ppt/notesMasters/notesMaster1.xml" Id="Ra7a699c1660f4f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cc062c5c8c4341" /><Relationship Type="http://schemas.openxmlformats.org/officeDocument/2006/relationships/notesMaster" Target="/ppt/notesMasters/notesMaster1.xml" Id="R16a70f4355a6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9153ccd804a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d514e58bd4ecb" /><Relationship Type="http://schemas.openxmlformats.org/officeDocument/2006/relationships/slideLayout" Target="/ppt/slideLayouts/slideLayout1.xml" Id="R330c9ecdb4b544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c9ecdb4b544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d85e595724686" /><Relationship Type="http://schemas.openxmlformats.org/officeDocument/2006/relationships/notesSlide" Target="/ppt/notesSlides/notesSlide1.xml" Id="R1af0a368ef9f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4a552aed14b16" /><Relationship Type="http://schemas.openxmlformats.org/officeDocument/2006/relationships/notesSlide" Target="/ppt/notesSlides/notesSlide2.xml" Id="R615074700cc04b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6602c8e08412e" /><Relationship Type="http://schemas.openxmlformats.org/officeDocument/2006/relationships/notesSlide" Target="/ppt/notesSlides/notesSlide3.xml" Id="Rdf435dadab0c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6e367177d40ca" /><Relationship Type="http://schemas.openxmlformats.org/officeDocument/2006/relationships/notesSlide" Target="/ppt/notesSlides/notesSlide4.xml" Id="Re24d1f10c21342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a947cc95e49de" /><Relationship Type="http://schemas.openxmlformats.org/officeDocument/2006/relationships/notesSlide" Target="/ppt/notesSlides/notesSlide5.xml" Id="Rff33d0be9aa1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816e432484ea0" /><Relationship Type="http://schemas.openxmlformats.org/officeDocument/2006/relationships/notesSlide" Target="/ppt/notesSlides/notesSlide6.xml" Id="Rce8bbd1308bb4d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5eeb9a7424044" /><Relationship Type="http://schemas.openxmlformats.org/officeDocument/2006/relationships/notesSlide" Target="/ppt/notesSlides/notesSlide7.xml" Id="R77a8159abe9b4f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3e0b9ebd84e57" /><Relationship Type="http://schemas.openxmlformats.org/officeDocument/2006/relationships/notesSlide" Target="/ppt/notesSlides/notesSlide8.xml" Id="R918e0a1a53a846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4a4c420784c48" /><Relationship Type="http://schemas.openxmlformats.org/officeDocument/2006/relationships/notesSlide" Target="/ppt/notesSlides/notesSlide9.xml" Id="R43207c9cf20e4e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2CAD8-A39A-456D-9A51-4F874A23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0AC63-A503-4796-91D2-6BC1106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Emotional Skills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3C2C2-2DFC-4EC6-BB97-6378F30D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70EDD-5C70-4445-A17A-D132228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285F2-021A-4271-B6A7-C07867E7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AA8C2-CB04-42F2-AAC6-7B8AF09F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658CB-6CF0-4D15-BA27-EEEEEFC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7B1CA-C6CC-47DD-A724-4D17055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33C6B-B8E9-4D3E-85BE-19B95B90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AFFE1-6B2B-4A13-ADD5-80BC4D5F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B280A-192F-4D47-80A4-7431CD9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50F50-7BBA-4E81-90D7-FA3226B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4DA35-9D7B-4E06-BB45-538E07C2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5B5F8-8FB9-4129-96EE-C1EF420C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2C0E5-7A21-480F-B7EE-ED0F5B89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014797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409AF-AE7D-4270-AB9A-BA16BEBF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2D537-E319-4932-BEEE-DA4A6DE2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9E85C-846B-4FDD-9DDD-73F37D11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1F38B-E69F-43A3-B9BD-495670F3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3EA3B-B082-41C8-87FD-191281D2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0B116-0109-4EC4-81A5-12B2F063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FD7D1-27A0-4BE1-AA87-0AA94D9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DEDC8-1221-4BC9-A8FD-612D3F9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D1E24-3B9B-4E15-9A87-511628B2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79F85-DE3B-4EBD-BDA9-ABBC961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2B9B5-4D37-4AAF-BB01-5707E17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B19B0-0BCF-41EE-A579-95B302B2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75E9E-F7B8-4514-9180-052DBC5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Emotional Skills I (3 hours) • Emotional Intelligence (EI):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Recognizing and managing emotions, empathy, relationship management, and conflict resolution.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Stress Management: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Identifying stress triggers, relaxation techniques, work -life balance strategies, and mindfulness practices.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Time Management: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AE16D-712C-47DA-88C6-CD044511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1F606-7B08-4836-B81D-6432ED0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020181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66058-71CD-4F3C-8738-52199A88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D37FD-6AB5-4367-91E9-F750871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D29A1-9485-4D95-ACDE-0CC4E2A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F1F17-346A-40B8-9E37-1C1E405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Emotional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7AC10-BAEB-4E84-B5DA-D3D345F3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C1C54-C80B-4DDD-85B2-58B0B95E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3ABEA-EA43-48DA-8580-4D6800F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Recognizing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C9B1B-8598-40F3-8AFD-D57620F0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managing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DDB96-E348-4407-AD4C-B95B3FC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emotions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7BA70-2959-420C-868F-464CD4D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Prioritization (Eisenhower Matrix), setting SMART goals, avoiding procrastination, and effective scheduling.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• Adaptability &amp; Resilience: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Handling change, bouncing back from setbacks, and developing a growth mindset.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real-world application.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502CE-C590-4AF6-91E6-2832F1C1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316A0-1DBF-4814-AB10-BD06FC74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682745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6B33E-B31B-4852-B5F6-419C3D0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A78A4-351D-495E-8A79-3D6A3EA4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D69CF-8E26-42C7-8E25-F61E3B48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80387-3731-47E7-AC85-29A16DDB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Emotional Skills I (3 hours) • Emotional Intelligence (EI):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Recognizing and managing emotions, empathy, relationship management, and conflict resolution.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Stress Management: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Identifying stress triggers, relaxation techniques, work -life balance strategies, and mindfulness practices.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Time Management: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Prioritization (Eisenhower Matrix), setting SMART goals, avoiding procrastination, and effective scheduling.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3C6B8-1416-4E68-8EDD-203757F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F2A39-523A-439F-B39B-8472C5D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1A613-CFB5-494B-8132-E774B948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991F1-AED2-45D1-BF6F-97B68248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7E6A8-6FB7-49D4-941D-BEAD3483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65C38-DF8B-48F4-9427-7A1D906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4917A-9F02-4A51-BCC6-6100D4A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15094-DFCE-4219-951C-514FE26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9400D-092C-4B39-A6C3-4903A19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27C01-72F5-459A-A40D-6C2C778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1CB99-3C6E-4F23-B25C-6FD52C4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E3E4B-E2A2-45EF-A8DD-4168CECF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95409-799E-4C35-A60E-DAA0122A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A6473-2241-44A6-AF34-5166F840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39963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EE29F-A612-40FB-B403-7820113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0E91C-C39A-43EA-ACAA-99F6EA1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E1066-CC62-43B3-909B-639CDA3A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06C30-8EFE-47B4-9190-8EB5414B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5B908-E51A-4665-86F2-4DAFFAA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D4F84-EC29-41AB-8D3D-1E92AF72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19134-51F9-4761-BF30-86AFDE2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D88C1-C254-460E-B436-3D8EC8F7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B71E5-A51B-4E01-9933-C25FE4C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277A4-A440-47AB-987E-BD158F5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BA8B5-274B-4834-8B1F-DEAA90A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AA334-ED9E-459A-AEDF-2C0A598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DAB0E-632E-4B3D-85AE-7CC18A1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2276C-BEAE-4A40-9FE6-9C97E5C6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969C1-4C0B-42AA-B4AF-8806AD15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807548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3DE69-CDFB-4B90-80FE-8434C157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F03D5-6AA8-4974-8192-15960044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C85DB-D695-4E73-969D-375323B2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A06A5-4649-4B48-901D-AF1C428D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E81D-18F1-47FF-989D-1E4E1B93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Emotional Skills I (3 hours) • Emotional Intelligence (EI):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7C26A-AB70-4133-947C-E4E2B91C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Emotional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6673-3E8E-47C3-ACD7-B2871A5F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73540-2D15-4D9E-9C0D-0D1BE99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0A23C-A693-43F4-B710-D1A0410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965663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7CB4E-55AF-44A5-9742-39D35D6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DBD9A-887C-4EF3-877C-399C51E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B2005-C073-4691-B813-CC8306E4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F0884-A5DA-432A-BA8F-1B4FDE84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9B24E-252B-42DE-8321-5413F2CC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• Adaptability &amp; Resilience: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Handling change, bouncing back from setbacks, and developing a growth mindset.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Instructional Design Each competency is taught and assessed through guided visualisations, reflections, explainers and hands on activities conducted during lab sessions those build both conceptual understanding and real-world application.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Teaching Methodology TBTL (Task -Based Teaching Learning) - interactive workshops, simulations, activities, peer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A6CD8-7B25-486E-98DA-263CC1C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917EE-3F11-4A3D-B04A-5DA3E60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A02F6-B95B-4BCB-A293-3A93D416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0D7C9-42DB-409A-A5ED-0A914B8F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447805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55627-FFB9-446E-A204-9D63CA6C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7D41A-E630-4A70-AE61-C03BCEF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545B5-2CF6-4F18-A143-BBEB5888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8F110-EFEA-431B-AEAF-5DAE61A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28D72-AB71-4498-A121-AE37976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98E7-AA77-450B-B1E5-1671F5D1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8A058-9F78-4E1E-AD59-619CC74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Emotional Skills I (3 hours) • Emotional Intelligence (EI):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2BD04-E182-43D4-9A65-4E27B27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253CA-9866-46F3-AB98-A12B209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3B4B1-1ECF-4649-B4E1-E49E7374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Recognizing and managing emotions, empathy, relationship management, and conflict resolution.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B4A69-4113-4CD5-B75C-B8487188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51A77-C46E-44EA-8D2D-AA038FD7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CE88A-CA9C-40C4-B83F-2AD23842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Stress Management: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41FE9-D3DE-41DD-9941-AA060C75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4A7E6-1A42-4994-861C-1CE242F8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A78E3-6A96-4346-AACE-F663208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Identifying stress triggers, relaxation techniques, work -life balance strategies, and mindfuln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A97E5-0BD9-45F5-AD0B-F124F54D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D6D16-D940-476A-B97E-0AF03722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F8AEF-9F75-401F-8620-D04F802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Time Management: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E41A5-13CE-4343-B832-36E5F30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D13BB-923C-4EDF-910E-7A7FCEDC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7C346-363F-4C9A-BF28-4D0DCDFC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Prioritization (Eisenhower Matrix), setting SMART goals, avoiding procrastination, and effectiv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01904-8084-4AB8-8251-604CF21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D274A-FA76-4B31-AF70-EFCC83B2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C3A60-9CF9-4234-9916-5BFF1F60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• Adaptability &amp; Resilience: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29810-0E16-4A98-840F-C197C3C8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052AB-3F90-46DE-9ECB-6DED412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FCA66-7811-4380-B64B-BBB962D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7A331-1973-4412-BC9A-7C484BD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871282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64493-DF8A-4B6A-BE7C-A2D08A19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7C4FE-8274-4C76-AD43-5FA5C78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10053-2872-4E94-953D-E2243F9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02128-D035-4BDE-A6F5-486BC990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Emotional, Skills, Intelligence, Recognizing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B6629-FFE7-4B53-876E-E68ED9C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F3EDB-B8BC-48E7-B511-9FEB9BC7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99AAD-A582-4C4B-B0E4-92B1B84B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Soft Skills | 1BSKS106/206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3450F-494C-4657-B47E-AEA35797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326744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2026-08-24T06:38:56.1190000Z</dcterms:created>
  <dcterms:modified xsi:type="dcterms:W3CDTF">2026-08-24T06:38:56.1190000Z</dcterms:modified>
</coreProperties>
</file>