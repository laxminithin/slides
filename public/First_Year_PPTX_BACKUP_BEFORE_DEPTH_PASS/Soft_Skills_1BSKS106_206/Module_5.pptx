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f9e5aa74bb49df" /><Relationship Type="http://schemas.openxmlformats.org/officeDocument/2006/relationships/extended-properties" Target="/docProps/app.xml" Id="R5637994f4c3c4843" /><Relationship Type="http://schemas.openxmlformats.org/officeDocument/2006/relationships/officeDocument" Target="/ppt/presentation.xml" Id="R6d2da623872a4a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25833adee74682"/>
  </p:sldMasterIdLst>
  <p:notesMasterIdLst>
    <p:notesMasterId xmlns:r="http://schemas.openxmlformats.org/officeDocument/2006/relationships" r:id="Rc05a431d6aa94e84"/>
  </p:notesMasterIdLst>
  <p:sldIdLst>
    <p:sldId xmlns:r="http://schemas.openxmlformats.org/officeDocument/2006/relationships" id="256" r:id="R46c9f4a6a2d14c9d"/>
    <p:sldId xmlns:r="http://schemas.openxmlformats.org/officeDocument/2006/relationships" id="257" r:id="R044c5ac0bc1244de"/>
    <p:sldId xmlns:r="http://schemas.openxmlformats.org/officeDocument/2006/relationships" id="258" r:id="Re42c65f0d71a448a"/>
    <p:sldId xmlns:r="http://schemas.openxmlformats.org/officeDocument/2006/relationships" id="259" r:id="R837ccda463b147a2"/>
    <p:sldId xmlns:r="http://schemas.openxmlformats.org/officeDocument/2006/relationships" id="260" r:id="Rb3482519c498468e"/>
    <p:sldId xmlns:r="http://schemas.openxmlformats.org/officeDocument/2006/relationships" id="261" r:id="R392f13f0d0cb427e"/>
    <p:sldId xmlns:r="http://schemas.openxmlformats.org/officeDocument/2006/relationships" id="262" r:id="R1e3b79e80ddd4775"/>
    <p:sldId xmlns:r="http://schemas.openxmlformats.org/officeDocument/2006/relationships" id="263" r:id="R2b5decefd9ba4984"/>
    <p:sldId xmlns:r="http://schemas.openxmlformats.org/officeDocument/2006/relationships" id="264" r:id="R352fc76e043f47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8bd389e0e247c4" /><Relationship Type="http://schemas.openxmlformats.org/officeDocument/2006/relationships/slideMaster" Target="/ppt/slideMasters/slideMaster1.xml" Id="R4725833adee74682" /><Relationship Type="http://schemas.openxmlformats.org/officeDocument/2006/relationships/notesMaster" Target="/ppt/notesMasters/notesMaster1.xml" Id="Rc05a431d6aa94e84" /><Relationship Type="http://schemas.openxmlformats.org/officeDocument/2006/relationships/presProps" Target="/ppt/presProps.xml" Id="Rc7195e0cb460476a" /><Relationship Type="http://schemas.openxmlformats.org/officeDocument/2006/relationships/tableStyles" Target="/ppt/tableStyles.xml" Id="R2df95c61aa8147f6" /><Relationship Type="http://schemas.openxmlformats.org/officeDocument/2006/relationships/slide" Target="/ppt/slides/slide1.xml" Id="R46c9f4a6a2d14c9d" /><Relationship Type="http://schemas.openxmlformats.org/officeDocument/2006/relationships/slide" Target="/ppt/slides/slide2.xml" Id="R044c5ac0bc1244de" /><Relationship Type="http://schemas.openxmlformats.org/officeDocument/2006/relationships/slide" Target="/ppt/slides/slide3.xml" Id="Re42c65f0d71a448a" /><Relationship Type="http://schemas.openxmlformats.org/officeDocument/2006/relationships/slide" Target="/ppt/slides/slide4.xml" Id="R837ccda463b147a2" /><Relationship Type="http://schemas.openxmlformats.org/officeDocument/2006/relationships/slide" Target="/ppt/slides/slide5.xml" Id="Rb3482519c498468e" /><Relationship Type="http://schemas.openxmlformats.org/officeDocument/2006/relationships/slide" Target="/ppt/slides/slide6.xml" Id="R392f13f0d0cb427e" /><Relationship Type="http://schemas.openxmlformats.org/officeDocument/2006/relationships/slide" Target="/ppt/slides/slide7.xml" Id="R1e3b79e80ddd4775" /><Relationship Type="http://schemas.openxmlformats.org/officeDocument/2006/relationships/slide" Target="/ppt/slides/slide8.xml" Id="R2b5decefd9ba4984" /><Relationship Type="http://schemas.openxmlformats.org/officeDocument/2006/relationships/slide" Target="/ppt/slides/slide9.xml" Id="R352fc76e043f47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d7ac5a0e8647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d6ddadbe444982" /><Relationship Type="http://schemas.openxmlformats.org/officeDocument/2006/relationships/notesMaster" Target="/ppt/notesMasters/notesMaster1.xml" Id="R9d0d8f05d1e44d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6f3e6c776246df" /><Relationship Type="http://schemas.openxmlformats.org/officeDocument/2006/relationships/notesMaster" Target="/ppt/notesMasters/notesMaster1.xml" Id="R616a170a17a843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a39457be1049d7" /><Relationship Type="http://schemas.openxmlformats.org/officeDocument/2006/relationships/notesMaster" Target="/ppt/notesMasters/notesMaster1.xml" Id="Rde6b69a357b44a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c65e856dd947e2" /><Relationship Type="http://schemas.openxmlformats.org/officeDocument/2006/relationships/notesMaster" Target="/ppt/notesMasters/notesMaster1.xml" Id="R3908fd3d4a4e45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12f0b006aa4af6" /><Relationship Type="http://schemas.openxmlformats.org/officeDocument/2006/relationships/notesMaster" Target="/ppt/notesMasters/notesMaster1.xml" Id="R733b1c93d4c14d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043bfd65bb40d5" /><Relationship Type="http://schemas.openxmlformats.org/officeDocument/2006/relationships/notesMaster" Target="/ppt/notesMasters/notesMaster1.xml" Id="R688e45c5631644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bf9af405d3436c" /><Relationship Type="http://schemas.openxmlformats.org/officeDocument/2006/relationships/notesMaster" Target="/ppt/notesMasters/notesMaster1.xml" Id="Raca3db35464640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fa8454069e4d4b" /><Relationship Type="http://schemas.openxmlformats.org/officeDocument/2006/relationships/notesMaster" Target="/ppt/notesMasters/notesMaster1.xml" Id="Rfa89d8ed3b6e4c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5470a32f444cc5" /><Relationship Type="http://schemas.openxmlformats.org/officeDocument/2006/relationships/notesMaster" Target="/ppt/notesMasters/notesMaster1.xml" Id="R87fae24999ac44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339bb0c1e47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b43e76bfc5401c" /><Relationship Type="http://schemas.openxmlformats.org/officeDocument/2006/relationships/slideLayout" Target="/ppt/slideLayouts/slideLayout1.xml" Id="R1b43b942b1ad45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43b942b1ad45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70486f7334c1f" /><Relationship Type="http://schemas.openxmlformats.org/officeDocument/2006/relationships/notesSlide" Target="/ppt/notesSlides/notesSlide1.xml" Id="Rc180c3efcc0d4d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d90029ffd4b3a" /><Relationship Type="http://schemas.openxmlformats.org/officeDocument/2006/relationships/notesSlide" Target="/ppt/notesSlides/notesSlide2.xml" Id="Ra3ebc03e4b2241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d209714c64113" /><Relationship Type="http://schemas.openxmlformats.org/officeDocument/2006/relationships/notesSlide" Target="/ppt/notesSlides/notesSlide3.xml" Id="R94eacf66f3b84b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e92bb7a464bd6" /><Relationship Type="http://schemas.openxmlformats.org/officeDocument/2006/relationships/notesSlide" Target="/ppt/notesSlides/notesSlide4.xml" Id="R773257ca3582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444dd21c340e9" /><Relationship Type="http://schemas.openxmlformats.org/officeDocument/2006/relationships/notesSlide" Target="/ppt/notesSlides/notesSlide5.xml" Id="R9e87c2be241c4b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e62f785b445d8" /><Relationship Type="http://schemas.openxmlformats.org/officeDocument/2006/relationships/notesSlide" Target="/ppt/notesSlides/notesSlide6.xml" Id="R479676d8f10747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8cae931c44b55" /><Relationship Type="http://schemas.openxmlformats.org/officeDocument/2006/relationships/notesSlide" Target="/ppt/notesSlides/notesSlide7.xml" Id="R328bdd544dbd47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77993aa542a3" /><Relationship Type="http://schemas.openxmlformats.org/officeDocument/2006/relationships/notesSlide" Target="/ppt/notesSlides/notesSlide8.xml" Id="R82134196b3a34e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bd6d1333844fd" /><Relationship Type="http://schemas.openxmlformats.org/officeDocument/2006/relationships/notesSlide" Target="/ppt/notesSlides/notesSlide9.xml" Id="Rc0b27e667f4647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922AA-6F7B-45D9-AAD2-BD11D911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BA9C3-6B46-4EC7-A4B3-C6492295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Professional Skills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04083-D362-4112-B273-DB28CA29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Soft Skills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1BSKS106/206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3A19A-39DE-49B9-906B-8297CC1F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80779-FA8C-43D1-A6EB-5C415672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E34ED-2437-457E-9295-AF84A705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BDBA2-4084-4D8C-9D9D-6707C8A6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22135-D29B-43D2-BEE2-D9089A5A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8571F-2C67-453D-929F-C2C2137E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0236D-3979-4CF2-BEC5-D5AE66CD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FAF94-566B-48F3-BD2E-02570476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3CE6D-7D17-4919-937E-6F33F6C8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560EC-EB34-4EB3-8120-CEA018DB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4D73D-2B3C-4245-9F2C-D246643C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C947D-619E-49D5-BAD4-28109A72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189898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F6A79-4D61-4D09-B177-00C9147C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C0FD2-E36B-4CEA-B0AE-4A172C90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9CD48-F2D2-4A6C-BC27-B5CBEFEF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5F465-1D34-414B-BC50-056C1D9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BFBED-127A-4E17-835F-967B1E1C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FEE17-8DD3-43CB-9C27-60041911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7334E-C97A-4AC6-91C9-375B0394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D43AB-5AE7-4784-BCCD-972A140F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696E3-05A0-429D-9B0B-98A1A924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4BA0B-766D-4B2C-8613-A5B76204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228A4-4FD7-43B7-9F4B-DA37B1F7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9BBD3-FEDB-4515-A2A1-2EE08343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95F57-B421-4E88-82FD-677CE2F5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Professional Skills II (3 hours) • Collaboration &amp; Teamwork: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Working effectively in diverse teams, fostering trust, and achieving shared goals.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Negotiation &amp; Conflict Resolution: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Strategies to resolve differences and reach win - win outcomes.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Critical Thinking: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0DEED-6EB0-4AB0-9711-A9A1025C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26F70-5341-4C71-A09A-366B77A2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321889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0BE18-2D07-4205-8E0D-FF9C741C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198CE-0AC4-4EA4-8169-BA00F1CC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C9F36-3460-4D76-8761-4FD5E2F3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A6A71-AA74-4213-A35D-04B75ABB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Professional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BA8B4-09C2-4585-9CE5-9E2AB92F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13128-07D4-4324-BFF2-2777EFFC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Collaboration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1BC39-8B29-4146-B0C2-D8C0459B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Teamwork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96D97-67A5-444A-898B-80A0D89A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36C54-820C-4A3A-96E6-DDF4EC6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effectively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209D4-32A0-4958-8F6A-80991846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ability to analyze, evaluate, and synthesize information to make well-reasoned decisions.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Instructional Design Each competency is taught and assessed through guided visualisations, reflections, explainers and hands on activities conducted during lab sessions those build both conceptual understanding and real -world application.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Teaching Methodology TBTL (Task -Based Teaching Learning) - interactive workshops, simulations, peer feedback.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Eclectic Approach Language Lab Quicklrn.com Experiential Learning Methods To embed skills, participants get hands-on through: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A89BC-AF56-4B94-A3C1-CBF82AE2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E9176-1DB8-4F79-B705-B9C0F463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296421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B381F-C9F6-47A5-AD24-B9BC6E20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FA093-1A01-440B-A382-A528C861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481C1-F72C-44D6-A3E4-1AB63313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7619F-82F8-4D50-83C3-2045C739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Professional Skills II (3 hours) • Collaboration &amp; Teamwork: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Working effectively in diverse teams, fostering trust, and achieving shared goals.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Negotiation &amp; Conflict Resolution: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Strategies to resolve differences and reach win - win outcomes.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Critical Thinking: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ability to analyze, evaluate, and synthesize information to make well-reasoned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47F45-3CAD-4403-BC47-DB408606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DB37D-82A0-45CE-8AD7-7475F74D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A7693-FBD3-4022-88DE-69410072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BB01A-3C0E-46DD-AB09-B35FF43A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13387-6A8D-4D2B-BABA-4B0DBF6B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7CA92-3C6D-43C8-BC25-6D6B1AB3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CFFA1-50DC-4460-B738-97D33417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5825D-0378-45DD-AAA8-DB11D0AF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D5F3E-200E-423B-91B1-9B358252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F09F6-BF15-43C3-82E2-293A9FA5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72789-25EA-463F-847E-E7FD1597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62544-D2E5-4531-B191-ADD8C354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841D2-D11F-4886-BC4A-06D28CC1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9B519-3BD7-4613-B519-D6373890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2103156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6455E-059A-4E39-9559-DF572362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684E6-E2B2-4851-B05A-6C9E7D16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76271-1D79-4B8E-BCCD-EC3F06DC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58326-CC68-4593-8501-C613E583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8B54B-2261-4255-9573-A7F91CC9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1E802-7363-446C-8A0C-F8132BFA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E1146-4FC1-4AF4-82CD-2FDD692E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DDC97-220C-4AAB-B2FE-39DDC8B4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9DE9F-C19D-4EEE-8911-C9B40E1B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89353-33BF-4692-A5A6-135DCA28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87F64-91C4-4DFD-848C-D8585C17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B4F43-F3EC-49C7-8321-CA79341E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840FF-8D83-42A3-BFB6-03F3A94B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D38B2-B5C9-450E-A4BD-E0FBCC9E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77677-23F2-4FF3-9883-424C7DB2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068533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9996C-32B6-4EC8-83E5-3AC51EB5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42D5C-681D-42A6-A439-6A2C9B0B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C91E3-93B2-4FF0-AD04-25BCC27A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109BE-0D37-452E-8844-E852C318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31DEE-E6F8-49A1-8E91-A4B59823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Professional Skills II (3 hours) • Collaboration &amp; Teamwork: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E47B3-06B5-4E6B-84A9-761EF811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Professional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BBCD6-C5F4-4001-A287-5EF6FC1F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39259-F8FB-4F7A-8E9D-3BAAB94C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ADAAB-1C8D-4CA1-928E-131199B0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620711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D6194-07C8-42C2-A627-9D208112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13B2B-0418-48ED-83C4-B8EAF7DE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4C196-277F-4947-969F-A4CD450D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E97F7-1A65-46A6-91D9-AD2B2D05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41A08-4D04-4361-9E7C-D9911BFD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Instructional Design Each competency is taught and assessed through guided visualisations, reflections, explainers and hands on activities conducted during lab sessions those build both conceptual understanding and real -world application.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Teaching Methodology TBTL (Task -Based Teaching Learning) - interactive workshops, simulations, peer feedback.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Eclectic Approach Language Lab Quicklrn.com Experiential Learning Methods To embed skills, participants get hands-on through: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Guided reflections and explainers to connect concepts with relatable real- life situations Guided visualization to prompt reflection and self-discovery Role-plays and activities to practice behaviours in context Peer discussions to gain diverse perspectives.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84F1B-5AE9-4360-A3F4-D2D9A81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B9C88-0156-46CB-B902-6D1561F2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AB793-A434-4009-9EA3-57C7DA64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161DC-BBBA-4407-9B2A-99163361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578268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54E3DD-AA92-45F1-BBEF-04973ECF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989AA-26B5-445A-B8DC-2F8FC771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1A597-3BC0-4218-8716-1F59028B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13561-FBAC-4A0D-8123-F6CEFB1F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EEBCF-3212-4E87-8C24-3923B577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8B502-8B97-472A-A0C1-1BA274FF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50FB5-FBEF-4D42-BD91-0E76B482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Professional Skills II (3 hours) • Collaboration &amp; Teamwork: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5AC88-CD20-4522-BEFA-A9ED76F6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07C2A-6FD2-475D-8856-327BFEF6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BBD65-EAFB-4336-A006-CAFFE4B8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Working effectively in diverse teams, fostering trust, and achieving shared goals.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1F537-AE36-4089-BCB9-FC697B99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E6074-4D3F-416C-BC2F-FF5DA41B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9B7FF-C010-4123-A12B-DBEAD116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Negotiation &amp; Conflict Resolution: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3A97D-B5A3-44BD-82C9-B34F93D2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4CD8F-F532-4A3E-8D84-62FBD812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7B4E9-A6F2-49A9-BC5A-3B06B64C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Strategies to resolve differences and reach win - win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BC809-4F2F-46B7-AF82-22946601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F3FEB-986C-443E-B97A-DD11681F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43FD7-8014-447A-97A0-96EACE7C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Critical Thinking: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0CEE0-F753-44AE-91B9-2A7B114F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DE385-1051-44B2-AB73-DA728243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0E4D3-BBA9-402E-9EEF-131D3649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ability to analyze, evaluate, and synthesize information to make well-reasoned decisions.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04FC8-7989-4862-87AA-7299BA06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088854-60BD-45DE-BCED-F0DE3C19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EEA197-E317-4929-BAD4-9056BE6E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Instructional Design Each competency is taught and assessed through guided visualisations, refl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B8BA4C-EA1D-44AA-BE2D-94265CCD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28701-32B5-4280-A884-38677A96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0190A3-C7FD-45B5-9C72-FF47A3DA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5C18B7-314A-49FB-B8A1-AC0A1B6E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888705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EB3F7-C40A-4F05-969C-BC38E921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EE3D6-2589-4A91-9A0A-98429CC9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E34E7-622C-4FBF-A168-765C9DA6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7808C-2BC8-418E-8419-7032A5D9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Professional, Skills, Collaboration, Teamwork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9B2E7-F1F8-4A09-9847-0D06C798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F771E-5057-4026-8576-34A637A0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4A3F4-1820-48C8-A6B4-76FE126F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C532C-7442-4588-AEE6-3CB519AE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295314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2026-08-24T06:38:56.2910000Z</dcterms:created>
  <dcterms:modified xsi:type="dcterms:W3CDTF">2026-08-24T06:38:56.2910000Z</dcterms:modified>
</coreProperties>
</file>