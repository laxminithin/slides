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df3b874a814d3a" /><Relationship Type="http://schemas.openxmlformats.org/officeDocument/2006/relationships/extended-properties" Target="/docProps/app.xml" Id="R4dfac2ba4ec9490d" /><Relationship Type="http://schemas.openxmlformats.org/officeDocument/2006/relationships/officeDocument" Target="/ppt/presentation.xml" Id="Ra5b28d87a095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d7548f6704493b"/>
  </p:sldMasterIdLst>
  <p:notesMasterIdLst>
    <p:notesMasterId xmlns:r="http://schemas.openxmlformats.org/officeDocument/2006/relationships" r:id="R7a09d5faff7e481f"/>
  </p:notesMasterIdLst>
  <p:sldIdLst>
    <p:sldId xmlns:r="http://schemas.openxmlformats.org/officeDocument/2006/relationships" id="256" r:id="R4e0643d037b6463b"/>
    <p:sldId xmlns:r="http://schemas.openxmlformats.org/officeDocument/2006/relationships" id="257" r:id="R7e8d715a60c74a9f"/>
    <p:sldId xmlns:r="http://schemas.openxmlformats.org/officeDocument/2006/relationships" id="258" r:id="R96337afb37b944a3"/>
    <p:sldId xmlns:r="http://schemas.openxmlformats.org/officeDocument/2006/relationships" id="259" r:id="R42f2d857f9384100"/>
    <p:sldId xmlns:r="http://schemas.openxmlformats.org/officeDocument/2006/relationships" id="260" r:id="Rb895d50cfd6644b1"/>
    <p:sldId xmlns:r="http://schemas.openxmlformats.org/officeDocument/2006/relationships" id="261" r:id="Rbe507e359bb84b92"/>
    <p:sldId xmlns:r="http://schemas.openxmlformats.org/officeDocument/2006/relationships" id="262" r:id="R8a6a977517dd4324"/>
    <p:sldId xmlns:r="http://schemas.openxmlformats.org/officeDocument/2006/relationships" id="263" r:id="R6a9fb1732778427b"/>
    <p:sldId xmlns:r="http://schemas.openxmlformats.org/officeDocument/2006/relationships" id="264" r:id="R46d965fac26049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b8d7da6ac485b" /><Relationship Type="http://schemas.openxmlformats.org/officeDocument/2006/relationships/slideMaster" Target="/ppt/slideMasters/slideMaster1.xml" Id="Raad7548f6704493b" /><Relationship Type="http://schemas.openxmlformats.org/officeDocument/2006/relationships/notesMaster" Target="/ppt/notesMasters/notesMaster1.xml" Id="R7a09d5faff7e481f" /><Relationship Type="http://schemas.openxmlformats.org/officeDocument/2006/relationships/presProps" Target="/ppt/presProps.xml" Id="R56eefa222856489e" /><Relationship Type="http://schemas.openxmlformats.org/officeDocument/2006/relationships/tableStyles" Target="/ppt/tableStyles.xml" Id="R77846aed8b7f4190" /><Relationship Type="http://schemas.openxmlformats.org/officeDocument/2006/relationships/slide" Target="/ppt/slides/slide1.xml" Id="R4e0643d037b6463b" /><Relationship Type="http://schemas.openxmlformats.org/officeDocument/2006/relationships/slide" Target="/ppt/slides/slide2.xml" Id="R7e8d715a60c74a9f" /><Relationship Type="http://schemas.openxmlformats.org/officeDocument/2006/relationships/slide" Target="/ppt/slides/slide3.xml" Id="R96337afb37b944a3" /><Relationship Type="http://schemas.openxmlformats.org/officeDocument/2006/relationships/slide" Target="/ppt/slides/slide4.xml" Id="R42f2d857f9384100" /><Relationship Type="http://schemas.openxmlformats.org/officeDocument/2006/relationships/slide" Target="/ppt/slides/slide5.xml" Id="Rb895d50cfd6644b1" /><Relationship Type="http://schemas.openxmlformats.org/officeDocument/2006/relationships/slide" Target="/ppt/slides/slide6.xml" Id="Rbe507e359bb84b92" /><Relationship Type="http://schemas.openxmlformats.org/officeDocument/2006/relationships/slide" Target="/ppt/slides/slide7.xml" Id="R8a6a977517dd4324" /><Relationship Type="http://schemas.openxmlformats.org/officeDocument/2006/relationships/slide" Target="/ppt/slides/slide8.xml" Id="R6a9fb1732778427b" /><Relationship Type="http://schemas.openxmlformats.org/officeDocument/2006/relationships/slide" Target="/ppt/slides/slide9.xml" Id="R46d965fac260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ab52acc87744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46ef2a6d444fc" /><Relationship Type="http://schemas.openxmlformats.org/officeDocument/2006/relationships/notesMaster" Target="/ppt/notesMasters/notesMaster1.xml" Id="Rcfc62696dc5542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b973d2dd1642c6" /><Relationship Type="http://schemas.openxmlformats.org/officeDocument/2006/relationships/notesMaster" Target="/ppt/notesMasters/notesMaster1.xml" Id="R21b5830aacd346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0fd9c0efd45c7" /><Relationship Type="http://schemas.openxmlformats.org/officeDocument/2006/relationships/notesMaster" Target="/ppt/notesMasters/notesMaster1.xml" Id="Rec2925790f934f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fb8c8bba6f4ae5" /><Relationship Type="http://schemas.openxmlformats.org/officeDocument/2006/relationships/notesMaster" Target="/ppt/notesMasters/notesMaster1.xml" Id="Re2d93ab1495546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6aac74a0b4fbb" /><Relationship Type="http://schemas.openxmlformats.org/officeDocument/2006/relationships/notesMaster" Target="/ppt/notesMasters/notesMaster1.xml" Id="R85b418fed570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cd9be0b3da4ce0" /><Relationship Type="http://schemas.openxmlformats.org/officeDocument/2006/relationships/notesMaster" Target="/ppt/notesMasters/notesMaster1.xml" Id="R7718612df03043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f19c010a384ba8" /><Relationship Type="http://schemas.openxmlformats.org/officeDocument/2006/relationships/notesMaster" Target="/ppt/notesMasters/notesMaster1.xml" Id="Re1acddf42c584a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682d58e384f69" /><Relationship Type="http://schemas.openxmlformats.org/officeDocument/2006/relationships/notesMaster" Target="/ppt/notesMasters/notesMaster1.xml" Id="R623fdfaf27f949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dbbf74e8141a0" /><Relationship Type="http://schemas.openxmlformats.org/officeDocument/2006/relationships/notesMaster" Target="/ppt/notesMasters/notesMaster1.xml" Id="R1150ae9f4c4340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a6453575f4c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166fbbaed4d4e" /><Relationship Type="http://schemas.openxmlformats.org/officeDocument/2006/relationships/slideLayout" Target="/ppt/slideLayouts/slideLayout1.xml" Id="R4453103b1e3e4a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3103b1e3e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3796180c54691" /><Relationship Type="http://schemas.openxmlformats.org/officeDocument/2006/relationships/notesSlide" Target="/ppt/notesSlides/notesSlide1.xml" Id="Re3cd336bbf4e43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6ca3776b3459f" /><Relationship Type="http://schemas.openxmlformats.org/officeDocument/2006/relationships/notesSlide" Target="/ppt/notesSlides/notesSlide2.xml" Id="Ra2446a80eb6648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6ceaf99fd4076" /><Relationship Type="http://schemas.openxmlformats.org/officeDocument/2006/relationships/notesSlide" Target="/ppt/notesSlides/notesSlide3.xml" Id="Re88a7199780845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081a5a33464b" /><Relationship Type="http://schemas.openxmlformats.org/officeDocument/2006/relationships/notesSlide" Target="/ppt/notesSlides/notesSlide4.xml" Id="Rfc6425ac47c34c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27ea54baa42a4" /><Relationship Type="http://schemas.openxmlformats.org/officeDocument/2006/relationships/notesSlide" Target="/ppt/notesSlides/notesSlide5.xml" Id="R63134cfef56a4f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760b5adf04ac0" /><Relationship Type="http://schemas.openxmlformats.org/officeDocument/2006/relationships/notesSlide" Target="/ppt/notesSlides/notesSlide6.xml" Id="R46802c61b15e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76823924745a4" /><Relationship Type="http://schemas.openxmlformats.org/officeDocument/2006/relationships/notesSlide" Target="/ppt/notesSlides/notesSlide7.xml" Id="R24fb1bee760a40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9cf3e3ee74dfe" /><Relationship Type="http://schemas.openxmlformats.org/officeDocument/2006/relationships/notesSlide" Target="/ppt/notesSlides/notesSlide8.xml" Id="R7aa36b5a85ea42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042ca79934958" /><Relationship Type="http://schemas.openxmlformats.org/officeDocument/2006/relationships/notesSlide" Target="/ppt/notesSlides/notesSlide9.xml" Id="R08f70498434048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3D672-15C5-4372-A148-F12CD963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7C85D-FC70-42C1-9668-B5B8E6C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Professional Skills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1666C-BFB9-452E-B94D-45470F2E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71609-DB45-4D03-AD4A-81910C1D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6D2AA-88FE-4468-A067-9AEFEAA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BF089-9F6F-455A-BFB6-D051F1D3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9D84E-18A8-401E-9934-B9E8CA79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CF628-72E7-47AB-9270-685D6108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A932D-A118-4BA5-9BC4-F78A7CB2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A44B7-E009-40ED-BFA6-46A351B6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812A6-7846-4EF4-A5AA-1CC483F1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A41D4-E27E-40B1-96E9-ACC4808D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0A342-DA09-4661-9A4F-0B869695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72789-BE50-4015-9D49-715561DB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86997-6D5E-4197-B90A-89EFDE3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814720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8F070-C8A9-44C1-952A-3464CB4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B504-1A5D-4FDF-9602-3CBFE29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7C6C5-CEB2-4824-8CD2-075A6B5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0B281-5A7B-4C6B-981B-B84269F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156BB-9962-4C01-812E-A9581E2A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D6162-56DB-476D-913A-836C304C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25150-C5EB-42F5-91A5-38A2876D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E9EF3-FBA9-46D1-9632-7C7252E3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48976-2AD2-478B-8663-C0C6FBEA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7C6E1-24EA-425D-8097-1C48D203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4DD3F-5121-4F95-93E7-A4CB730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6EA41-2ACB-4251-9B49-2695E10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F785C-2C46-40CF-9F2C-5893BD6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Professional Skills I (3 hours) • Problem Solving: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Identifying root causes, analysing options, and implementing solutions using methods like 5 Whys and Fishbone Diagram.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Discipline: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Building consistency, accountability, and professional habits.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Time Management: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C4104-C243-42CC-9322-05609ADD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AA0BB-81DB-49AA-8FEF-0364E0EB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546474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54F5-55EE-4160-A9E0-5F416A1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60DAE-6F11-44BC-9D89-5CCF8F2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ABF89-B2A7-4534-AEBF-9717E23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E91E4-E99D-4D3E-83BB-3DD8D11A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Professional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0228A-2FA6-40CA-9181-43DEE05C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82B9C-CD70-4D9F-A4FF-CCD3529E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1D59C-9BB6-43E3-B4AC-3964963F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Solving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25B89-D67D-4DF6-BB20-CC080ED6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Identifying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89F5B-CFBC-435D-A628-8FB8D44D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4963F-6A0F-422E-B5C5-0B3700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Prioritizing tasks (Eisenhower Matrix), scheduling, avoiding procrastination.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real-world application.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Teaching Methodology TBTL (Task -Based Teaching Learning) - interactive workshops, simulations, activities, peer feedback.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Eclectic Approach.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88CFC-EABB-483A-BA90-0E43B36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9CEF9-53C5-47BB-BB87-1101D74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7807130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5A1BD-BFCB-43D0-A955-6A43B3A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C2856-EA5C-4D6B-9806-D2E470F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EF01B-EDF2-4A56-9E60-F3B7436A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A882D-B397-44AF-A2CE-195860D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Professional Skills I (3 hours) • Problem Solving: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Identifying root causes, analysing options, and implementing solutions using methods like 5 Whys and Fishbo...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Discipline: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Building consistency, accountability, and professional habits.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Time Management: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Prioritizing tasks (Eisenhower Matrix), scheduling, avoiding procrastination.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D6BE2-8FD1-475B-896B-066CCCD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603D2-9807-4A8F-B243-C2149C78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1CEAB-12B5-4BAC-B46C-BF567C36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5160A-069D-465D-BAAD-2D8157D9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15F58-CA67-41EA-A6E5-56FE4C2A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5EE18-4B24-4168-B2BB-A7DC14D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BE82A-0D43-4F80-B9BE-C915A9D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0AB96-131E-4859-8DF0-CA736321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FDF95-863C-4325-901D-FAD81432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4AB94-F579-441A-9F6F-03D359A4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FE8D1-E456-4CEE-A896-B951BD18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F1DDA-B3FE-4711-AE17-11671A83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93BE3-B3C3-4A96-BAB2-8A07D39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137CC-6EA6-473B-820B-CE009306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6213357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722BD-953A-4CAA-8687-74341802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A5312-2F3F-4136-A978-75E4EBF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54788-1B12-4495-9438-821B6BC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66880-F294-444F-BDB6-45E24201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25964-9966-466B-8D03-4EF5D042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55D5D-15A7-4E15-99EB-0817855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64E42-A845-43D9-8D22-5B59326A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FCECA-3013-4858-9AD4-681D9416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A3A1C-CFFE-4416-9960-46D1634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978A0-FB95-41D4-BD9F-52349D41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52E96-8EAA-4F41-AD62-81BF49E4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F7CFC-D1BD-49F0-9222-D10AE15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9FB93-6A25-40BE-980E-E682B23E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82B5E-810F-4BFB-9BA7-C88CAE9A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7F964-0736-44D1-AE8A-91D4FF08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380463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DE661-5563-430D-B953-31E9E14E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6808D-20E0-4482-9003-694D42B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A3D93-EA05-45C1-B697-3A8E51C5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D03A7-C0E3-44E1-B511-DE464CB5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E86BC-5D4C-4372-8F06-BF46104F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Professional Skills I (3 hours) • Problem Solving: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E32AE-5CDE-40ED-8C2D-BC98487A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Professional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E06C2-D30F-448A-AB03-934360D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47D38-73AB-484E-8136-01FA0AD1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A8628-965F-431A-90FB-9D70B90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626132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B81EA-622B-4C08-80AE-98F62447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77B74-BCF9-4316-B277-B2B5060A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0FF9F-7127-43F4-BE4A-A6463C3A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790FF-4211-4687-97E6-1EFE56E0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7CA40-20FF-42F1-9D0B-432D74F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real-world application.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Teaching Methodology TBTL (Task -Based Teaching Learning) - interactive workshops, simulations, activities, peer feedback.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Eclectic Approach.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Language Lab Quicklrn.com Experiential Learning Methods To embed skills, participants get hands-on through: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40BD7-3E3C-4E00-BFB7-940C984D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3BFF0-9FFD-48C3-81F6-9877FC6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3099E-A0D2-4E2B-B0F9-3946B22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FEA47-ADE9-4CA5-96AC-B727A17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091760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E4168-6F32-4FE3-81F0-689449AD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6EF60-B2A0-4537-8E4C-0380A94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F9E67-CB18-4C25-AF2F-5F82F004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96669-16F3-4704-A0F2-8D8230CA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CDCB1-2179-4A06-B9D0-B820EBE0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5E1F7-FA4E-4C85-B064-1856E6D3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FEED7-183B-4A92-B2C3-FE0093C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Professional Skills I (3 hours) • Problem Solving: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6E3FC-F5E7-44F6-AE43-B84C941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D6C4C-8ACD-4C1A-82E6-587A18C9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C419B-8CC2-4BF3-BA98-C7A6CE6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Identifying root causes, analysing options, and implementing solutions using methods like 5 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064C2-1696-4D4A-B6AE-BC319B41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BA483-2289-425C-A8C8-09CA0860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8C832-5CBE-4F88-AE0C-C4AB484B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Discipline: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8EF69-E220-4736-B123-46EA71C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E17CD-FA7A-4D76-9EA2-593969B2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6CD1F-5D38-4D9F-B638-5AB1CA0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Building consistency, accountability, and professional habits.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5D9AB-01DB-4017-B6B5-EB948B7A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91536-3417-4368-85E1-3B25BA3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D9E6D-58F2-4D72-A5DC-5DF9659D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Time Management: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44AED-CD85-4919-B243-41FA463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F13C5-DAEC-48B8-9A6B-E287A74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3B700-9B0E-4F99-AF37-F1BED30F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Prioritizing tasks (Eisenhower Matrix), scheduling, avoiding procrastination.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F4D40-10DB-439F-9251-667C726B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99851-071E-45C5-B573-75639A9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B1D88-0745-49E6-8055-75EFCBC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Instructional Design Each competency is taught and assessed through guided visualisations, refl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C3AA69-69CB-4E41-87F9-CA785829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8C768-D1CB-45CA-A647-F11946B6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FCDC4-C0EF-48BA-BB36-3E3DB10B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B9D19-2D7D-4E0E-ABE3-11D2861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67379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9B576-C636-4F06-8A72-B60596C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CCF08-87AD-4622-A1FD-82119F5B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8588A-9733-4892-B3BB-059313E4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C020A-E4D6-4080-A6FA-92CAA96A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Professional, Skills, Problem, Solving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3ED3D-5051-425D-AF63-386FC2A5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5D36E-E5A3-4093-A835-D013962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5B204-ACB8-4577-9970-3469163C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E3A07-C71E-40A9-B0CA-FCE213FC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289326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2026-08-24T06:38:56.2300000Z</dcterms:created>
  <dcterms:modified xsi:type="dcterms:W3CDTF">2026-08-24T06:38:56.2300000Z</dcterms:modified>
</coreProperties>
</file>