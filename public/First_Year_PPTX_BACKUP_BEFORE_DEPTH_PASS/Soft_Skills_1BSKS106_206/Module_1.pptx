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64c6536e5746a4" /><Relationship Type="http://schemas.openxmlformats.org/officeDocument/2006/relationships/extended-properties" Target="/docProps/app.xml" Id="Rf9f748b773314323" /><Relationship Type="http://schemas.openxmlformats.org/officeDocument/2006/relationships/officeDocument" Target="/ppt/presentation.xml" Id="R36ab404e2e8944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0959801464aad"/>
  </p:sldMasterIdLst>
  <p:notesMasterIdLst>
    <p:notesMasterId xmlns:r="http://schemas.openxmlformats.org/officeDocument/2006/relationships" r:id="R48104572375d4804"/>
  </p:notesMasterIdLst>
  <p:sldIdLst>
    <p:sldId xmlns:r="http://schemas.openxmlformats.org/officeDocument/2006/relationships" id="256" r:id="R3f7efcc5b03648bd"/>
    <p:sldId xmlns:r="http://schemas.openxmlformats.org/officeDocument/2006/relationships" id="257" r:id="Rb05fd08218d24b14"/>
    <p:sldId xmlns:r="http://schemas.openxmlformats.org/officeDocument/2006/relationships" id="258" r:id="R31701552dff049ec"/>
    <p:sldId xmlns:r="http://schemas.openxmlformats.org/officeDocument/2006/relationships" id="259" r:id="R843b92d9b711461f"/>
    <p:sldId xmlns:r="http://schemas.openxmlformats.org/officeDocument/2006/relationships" id="260" r:id="R470f3c156cd94400"/>
    <p:sldId xmlns:r="http://schemas.openxmlformats.org/officeDocument/2006/relationships" id="261" r:id="R17ca0c75335c46a5"/>
    <p:sldId xmlns:r="http://schemas.openxmlformats.org/officeDocument/2006/relationships" id="262" r:id="Rd4507454fd124879"/>
    <p:sldId xmlns:r="http://schemas.openxmlformats.org/officeDocument/2006/relationships" id="263" r:id="R0c8c030112b5456e"/>
    <p:sldId xmlns:r="http://schemas.openxmlformats.org/officeDocument/2006/relationships" id="264" r:id="R7cf2214e2141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6d21f690974a78" /><Relationship Type="http://schemas.openxmlformats.org/officeDocument/2006/relationships/slideMaster" Target="/ppt/slideMasters/slideMaster1.xml" Id="R7c50959801464aad" /><Relationship Type="http://schemas.openxmlformats.org/officeDocument/2006/relationships/notesMaster" Target="/ppt/notesMasters/notesMaster1.xml" Id="R48104572375d4804" /><Relationship Type="http://schemas.openxmlformats.org/officeDocument/2006/relationships/presProps" Target="/ppt/presProps.xml" Id="R301210f776ef465f" /><Relationship Type="http://schemas.openxmlformats.org/officeDocument/2006/relationships/tableStyles" Target="/ppt/tableStyles.xml" Id="R740dbbec62374b8c" /><Relationship Type="http://schemas.openxmlformats.org/officeDocument/2006/relationships/slide" Target="/ppt/slides/slide1.xml" Id="R3f7efcc5b03648bd" /><Relationship Type="http://schemas.openxmlformats.org/officeDocument/2006/relationships/slide" Target="/ppt/slides/slide2.xml" Id="Rb05fd08218d24b14" /><Relationship Type="http://schemas.openxmlformats.org/officeDocument/2006/relationships/slide" Target="/ppt/slides/slide3.xml" Id="R31701552dff049ec" /><Relationship Type="http://schemas.openxmlformats.org/officeDocument/2006/relationships/slide" Target="/ppt/slides/slide4.xml" Id="R843b92d9b711461f" /><Relationship Type="http://schemas.openxmlformats.org/officeDocument/2006/relationships/slide" Target="/ppt/slides/slide5.xml" Id="R470f3c156cd94400" /><Relationship Type="http://schemas.openxmlformats.org/officeDocument/2006/relationships/slide" Target="/ppt/slides/slide6.xml" Id="R17ca0c75335c46a5" /><Relationship Type="http://schemas.openxmlformats.org/officeDocument/2006/relationships/slide" Target="/ppt/slides/slide7.xml" Id="Rd4507454fd124879" /><Relationship Type="http://schemas.openxmlformats.org/officeDocument/2006/relationships/slide" Target="/ppt/slides/slide8.xml" Id="R0c8c030112b5456e" /><Relationship Type="http://schemas.openxmlformats.org/officeDocument/2006/relationships/slide" Target="/ppt/slides/slide9.xml" Id="R7cf2214e2141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e163d0e02c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005995c56446bf" /><Relationship Type="http://schemas.openxmlformats.org/officeDocument/2006/relationships/notesMaster" Target="/ppt/notesMasters/notesMaster1.xml" Id="R0e91d4b0755547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a0e2e929d14aed" /><Relationship Type="http://schemas.openxmlformats.org/officeDocument/2006/relationships/notesMaster" Target="/ppt/notesMasters/notesMaster1.xml" Id="R52aeeaf019b040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82194167b04972" /><Relationship Type="http://schemas.openxmlformats.org/officeDocument/2006/relationships/notesMaster" Target="/ppt/notesMasters/notesMaster1.xml" Id="Rf0a6e739b7ed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a22cad5b114a7c" /><Relationship Type="http://schemas.openxmlformats.org/officeDocument/2006/relationships/notesMaster" Target="/ppt/notesMasters/notesMaster1.xml" Id="R938b9869c6f842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691148ffc34bba" /><Relationship Type="http://schemas.openxmlformats.org/officeDocument/2006/relationships/notesMaster" Target="/ppt/notesMasters/notesMaster1.xml" Id="R871dc245bdc84a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bbd2750e64727" /><Relationship Type="http://schemas.openxmlformats.org/officeDocument/2006/relationships/notesMaster" Target="/ppt/notesMasters/notesMaster1.xml" Id="R92e84d44c4a2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ad39111ba243cf" /><Relationship Type="http://schemas.openxmlformats.org/officeDocument/2006/relationships/notesMaster" Target="/ppt/notesMasters/notesMaster1.xml" Id="R36c64aef166c40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23a5bc191a49ce" /><Relationship Type="http://schemas.openxmlformats.org/officeDocument/2006/relationships/notesMaster" Target="/ppt/notesMasters/notesMaster1.xml" Id="Ref6edfb251824a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b760c0a9e64713" /><Relationship Type="http://schemas.openxmlformats.org/officeDocument/2006/relationships/notesMaster" Target="/ppt/notesMasters/notesMaster1.xml" Id="Rb39962eb02494b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eb641ce76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24b1762cb44e8" /><Relationship Type="http://schemas.openxmlformats.org/officeDocument/2006/relationships/slideLayout" Target="/ppt/slideLayouts/slideLayout1.xml" Id="Ra01f0fc6e6ee45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1f0fc6e6ee45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a13c49b14402a" /><Relationship Type="http://schemas.openxmlformats.org/officeDocument/2006/relationships/notesSlide" Target="/ppt/notesSlides/notesSlide1.xml" Id="R720e6c130b60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71639c7b645c4" /><Relationship Type="http://schemas.openxmlformats.org/officeDocument/2006/relationships/notesSlide" Target="/ppt/notesSlides/notesSlide2.xml" Id="R78083b2d4c3e45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55658a2a94e51" /><Relationship Type="http://schemas.openxmlformats.org/officeDocument/2006/relationships/notesSlide" Target="/ppt/notesSlides/notesSlide3.xml" Id="Ra07b53ed626345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2aae2dc5345f7" /><Relationship Type="http://schemas.openxmlformats.org/officeDocument/2006/relationships/notesSlide" Target="/ppt/notesSlides/notesSlide4.xml" Id="Ra254d7c22a9541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bba6787324a3e" /><Relationship Type="http://schemas.openxmlformats.org/officeDocument/2006/relationships/notesSlide" Target="/ppt/notesSlides/notesSlide5.xml" Id="R13c01ed2dfe847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24a46978c44c9" /><Relationship Type="http://schemas.openxmlformats.org/officeDocument/2006/relationships/notesSlide" Target="/ppt/notesSlides/notesSlide6.xml" Id="R6678df38908440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460ad7bcc4978" /><Relationship Type="http://schemas.openxmlformats.org/officeDocument/2006/relationships/notesSlide" Target="/ppt/notesSlides/notesSlide7.xml" Id="R252cf4501df843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2ea54b1314a2d" /><Relationship Type="http://schemas.openxmlformats.org/officeDocument/2006/relationships/notesSlide" Target="/ppt/notesSlides/notesSlide8.xml" Id="Ra39ba77fa79d4c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7b42be29445b3" /><Relationship Type="http://schemas.openxmlformats.org/officeDocument/2006/relationships/notesSlide" Target="/ppt/notesSlides/notesSlide9.xml" Id="Re57977bf9db64e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EB80F-9C92-41FC-BDAF-6478E9A0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DE743-BA34-4407-8EA8-C58DC210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Social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971F0-D153-4C46-A185-9E9287FC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C9063-2066-4F3C-9BEB-9B5CD35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55011-EB71-416B-AE24-D14A30E7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B81FC-0935-44D4-A001-1B9693C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F195A-9116-4F8F-B69C-7FF8B6EC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063E0-208F-4E8D-B1AB-FB73B3DC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0180B-B5AE-45F2-B425-3A9B992A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4EF92-FA29-42FF-B5AE-AF0C04A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A59B0-6403-4D74-A251-1FC5C12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A885E-85B9-4855-BA58-9D91B536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04009-0A17-4E01-8B1E-8F44C7E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3C9F7-2E72-4121-A294-98331A78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4DDE0-3605-4461-8C36-5BAAD266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409644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171BF-0B0D-44B9-A6F7-C7F682F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8971F-2D2E-4778-A983-26C0344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32889-B189-4A2B-BA8B-298F3722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9410C-E83D-423C-8ED2-2695363A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A8230-97C0-4F86-85BE-0751C5C6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AD3EB-59E5-415C-8FBB-21CF11FD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6A1D1-3CB6-49D3-9062-2672A97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A2131-ECD1-46FC-A047-A7342952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2A9CA-8815-4F28-9886-4D01A80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464E3-7ED3-4E8B-81E9-76B37C05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05937-CD4F-468F-984F-6CD08B0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1906C-A383-4370-9229-CA79E3A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6C90F-71E0-4C85-8BB9-E8C1EC2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Social Skills (3 hours) • Communication: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Principles of clear and effective exchange of ideas in professional and social contexts.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Persuasion: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Techniques to influence and convince through logical, emotional, and ethical appeals.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Self-Awareness: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A53A0-54DB-41A7-8CDA-7383803F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FCCD6-2DDD-4110-8B39-D672E314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301565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2AF63-B17F-47BF-B54A-D9E9AA6A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007F0-966F-4043-A530-569A59A5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9F413-4A6C-42A6-A843-7BC7740D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F2439-4E2E-4DE2-8690-8E56C4F0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CD8B6-09EB-44ED-8887-B0A06E89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D5CE2-7802-4954-93C6-5A360FA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Communication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2BFE6-C301-4A79-A2EE-C14EC6FF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Principles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387EA-0A26-4A57-A474-3565266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AFAA8-4B32-4C50-A264-14742E3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effective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97381-3E29-400B-BDBE-C4EBE1B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Identifying personal strengths, weaknesses, opportunities, and challenges (SWOC analysis).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Active Listening: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Paraphrasing, questioning techniques, and demonstrating attentiveness.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sessions build both conceptual understanding and real - world application.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84AB6-A985-49C6-BBE7-5C095F69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53924-4994-4B41-B6CE-BB3D08E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885578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630DA-8AE3-4021-8F47-07B15194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7F886-04A9-43E6-A96B-C426B91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B00E9-C09C-42A0-8848-5D55C55C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4BE35-8244-4AB2-9B71-AB1672F2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Social Skills (3 hours) • Communication: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Principles of clear and effective exchange of ideas in professional and social contexts.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Persuasion: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Techniques to influence and convince through logical, emotional, and ethical appeals.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Self-Awareness: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Identifying personal strengths, weaknesses, opportunities, and challenges (SWOC analysis).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31DCE-540E-4CE0-9A6D-2D467C7F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513EC-348C-45E4-9279-05273DE2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F48E3-D23C-4E95-A4EB-BF96F9FA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74ECB-33F2-4937-9F8F-E3816505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16102-E754-473A-BA43-EC32D9C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E050B-BEA9-46D1-8062-E7B277F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41825-2EB8-4ADB-8E81-4D3D1678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A9782-1A9E-4406-A02A-688E6BA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6F64D-9597-4382-9718-13323AD8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475A5-73B8-43A4-B72F-64B148B3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10DDE-A2B6-4D2D-9679-E3B60299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3F734-EFEA-4DA7-823F-2FE35E74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B5D66-9D20-44D2-8836-EF92B7F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DA16D-3339-4C41-B92E-163BF56E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856896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8944C-4ABF-407B-BD0A-A5F2AFD1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D8476-A26A-40F8-9DE4-D98273FC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2BF40-3D2B-49E8-B78F-6EB4D589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88D28-EB63-438D-A470-854D353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8AFC-85C9-4056-A604-0C30416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A1B6A-CEB3-449E-AC30-76EF4ED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3133B-9DEE-4E6A-AFA6-4501194B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2D8F1-C6FE-43E7-B68D-20C449AB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AC9C1-FB62-4EC2-AF7A-6B2D9873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A8703-BCB6-4AD9-A97D-DBF9924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DDB01-47B5-43B2-9446-2BBD121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00287-7AA3-4D79-AB3E-94A863AA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8A134-EFA0-45DD-915E-FC689F20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4221B-8BD7-4651-85F2-7B92E866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B537E-6A26-42BA-83E9-87F3908E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653263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EA18C-A2EF-4622-9991-4D4B2351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5AA70-DA9A-492C-9DAD-491DE966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2BC60-370B-4D71-8A64-DA3929A2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C6E87-880F-4A49-A4BE-58D9BFEA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DF055-EEA9-4076-8873-1D3992A7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Social Skills (3 hours) • Communication: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90E3-A640-4A80-B5EE-D8503903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Social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8F684-53A5-4C08-B0E6-E2DD9F07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990AC-F35F-499B-937D-4E20367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68D03-3BC2-422F-A589-7B659408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400211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D9654-820B-4C03-87CE-34720B2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5C1D7-C29C-4839-B691-320AFE53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1D678-BED1-4FB3-9630-7201C023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ECA5E-9550-45FA-8B75-52BCF41A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D02F2-7A5D-43FB-994F-4A6F524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Active Listening: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Paraphrasing, questioning techniques, and demonstrating attentiveness.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sessions build both conceptual understanding and real - world application.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Teaching Methodology TBTL (Task -Based Teaching Learning) - interactive workshops, simulations, activities, peer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E701E-B0BE-4F3C-BF6C-6FBC009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A662D-BA18-4E81-9F4E-2C4F7EAB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9F728-4E34-43A1-AC2F-B6C4AD59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ADEE7-C891-4029-9218-57B6B47B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484111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4FA6E-9D3E-43B2-92F6-9D1C9E87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7C2FF-FE02-4FEB-9A15-06226592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8D7E7-0AD7-42D2-BA07-39CAAF0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A75AD-593F-4FFA-8CCA-BEB7A85B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5F1CF-8B85-4D71-B4B4-6A18079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58458-BCB7-446B-A34B-8C06041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51CD8-FE66-429B-9032-C875B4FC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Social Skills (3 hours) • Communication: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CEAA0-D5D7-4B5D-8923-15C23074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F2078-91AE-43B2-9E61-12AD025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4B1E7-9C21-4E3A-8881-D717B0FE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Principles of clear and effective exchange of ideas in professional and social contexts.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7E17E-B544-441C-A392-02016A97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8B2C9-9AFA-4044-8AFE-CB290F3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50806-95C7-4A3E-8566-290CE3FD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Persuasion: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6D295-ED62-493D-B14C-6F986178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D7786-3B7F-4E6D-8C23-D54CAE06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672EB-DBD4-4CE4-A21E-4C959A54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Techniques to influence and convince through logical, emotional, and ethical appeals.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2FAC2-D80D-4735-A2DD-766AE0CD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154C7-66E2-4F40-91E8-C3B5ECEB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92CDE-A438-4351-8669-9ACD78D5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Self-Awareness: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ED676-1DBA-45DC-8809-C40A6978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9E328-353D-4DBA-A2C4-80A0A67F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5E262-B587-4119-A3AA-4B3507A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Identifying personal strengths, weaknesses, opportunities, and challenges (SWOC analysis).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F64F4-B4C1-46EC-9409-D41F1714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2CB43-E075-4BB6-81FC-881F157B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BAD74-3872-4607-B173-4C75B95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Active Listening: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C1E84-FA9D-4ED6-B4D9-439E467F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23865-E45A-4F7D-B5F7-01EF5CD6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50325-27BC-4B79-89CC-D3D04DB2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67E98-EB5C-443F-875A-3AE86BB6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394922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01654-4C00-4933-B668-776508B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5FC95-FE3E-47BA-A7A7-1155BBE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18413-53FE-4574-9C55-DFD31CF3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524FC-84CD-4A68-AED6-6D125D0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Social, Skills, Communication, Principles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DA953-A582-4B54-AE5F-FB8E1FC9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EBC4C-6D94-469D-9357-4546F732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59C49-3FEF-47B7-9981-446BCC3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72A19-BAFD-4D14-9BED-04D761B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2076876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2026-08-24T06:38:56.0630000Z</dcterms:created>
  <dcterms:modified xsi:type="dcterms:W3CDTF">2026-08-24T06:38:56.0630000Z</dcterms:modified>
</coreProperties>
</file>