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a803628d0d45ec" /><Relationship Type="http://schemas.openxmlformats.org/officeDocument/2006/relationships/extended-properties" Target="/docProps/app.xml" Id="Rd82709bb4e3349ec" /><Relationship Type="http://schemas.openxmlformats.org/officeDocument/2006/relationships/officeDocument" Target="/ppt/presentation.xml" Id="R2924255e93ee49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09a9c519734b92"/>
  </p:sldMasterIdLst>
  <p:notesMasterIdLst>
    <p:notesMasterId xmlns:r="http://schemas.openxmlformats.org/officeDocument/2006/relationships" r:id="R58bef5129eb64c12"/>
  </p:notesMasterIdLst>
  <p:sldIdLst>
    <p:sldId xmlns:r="http://schemas.openxmlformats.org/officeDocument/2006/relationships" id="256" r:id="R786867e63f684111"/>
    <p:sldId xmlns:r="http://schemas.openxmlformats.org/officeDocument/2006/relationships" id="257" r:id="Rae73dd79a99a4f53"/>
    <p:sldId xmlns:r="http://schemas.openxmlformats.org/officeDocument/2006/relationships" id="258" r:id="Rf4ac60f901ad4301"/>
    <p:sldId xmlns:r="http://schemas.openxmlformats.org/officeDocument/2006/relationships" id="259" r:id="Rf410c41ee28a484b"/>
    <p:sldId xmlns:r="http://schemas.openxmlformats.org/officeDocument/2006/relationships" id="260" r:id="R5e74031dc1af4482"/>
    <p:sldId xmlns:r="http://schemas.openxmlformats.org/officeDocument/2006/relationships" id="261" r:id="R8141bc6e777e410e"/>
    <p:sldId xmlns:r="http://schemas.openxmlformats.org/officeDocument/2006/relationships" id="262" r:id="R6458f622d9af4ee0"/>
    <p:sldId xmlns:r="http://schemas.openxmlformats.org/officeDocument/2006/relationships" id="263" r:id="R6b739b22268e4e09"/>
    <p:sldId xmlns:r="http://schemas.openxmlformats.org/officeDocument/2006/relationships" id="264" r:id="R76c3df9963224d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4db904ef4f4289" /><Relationship Type="http://schemas.openxmlformats.org/officeDocument/2006/relationships/slideMaster" Target="/ppt/slideMasters/slideMaster1.xml" Id="R7c09a9c519734b92" /><Relationship Type="http://schemas.openxmlformats.org/officeDocument/2006/relationships/notesMaster" Target="/ppt/notesMasters/notesMaster1.xml" Id="R58bef5129eb64c12" /><Relationship Type="http://schemas.openxmlformats.org/officeDocument/2006/relationships/presProps" Target="/ppt/presProps.xml" Id="R871c6c36102849db" /><Relationship Type="http://schemas.openxmlformats.org/officeDocument/2006/relationships/tableStyles" Target="/ppt/tableStyles.xml" Id="R2f1ded40f33d4010" /><Relationship Type="http://schemas.openxmlformats.org/officeDocument/2006/relationships/slide" Target="/ppt/slides/slide1.xml" Id="R786867e63f684111" /><Relationship Type="http://schemas.openxmlformats.org/officeDocument/2006/relationships/slide" Target="/ppt/slides/slide2.xml" Id="Rae73dd79a99a4f53" /><Relationship Type="http://schemas.openxmlformats.org/officeDocument/2006/relationships/slide" Target="/ppt/slides/slide3.xml" Id="Rf4ac60f901ad4301" /><Relationship Type="http://schemas.openxmlformats.org/officeDocument/2006/relationships/slide" Target="/ppt/slides/slide4.xml" Id="Rf410c41ee28a484b" /><Relationship Type="http://schemas.openxmlformats.org/officeDocument/2006/relationships/slide" Target="/ppt/slides/slide5.xml" Id="R5e74031dc1af4482" /><Relationship Type="http://schemas.openxmlformats.org/officeDocument/2006/relationships/slide" Target="/ppt/slides/slide6.xml" Id="R8141bc6e777e410e" /><Relationship Type="http://schemas.openxmlformats.org/officeDocument/2006/relationships/slide" Target="/ppt/slides/slide7.xml" Id="R6458f622d9af4ee0" /><Relationship Type="http://schemas.openxmlformats.org/officeDocument/2006/relationships/slide" Target="/ppt/slides/slide8.xml" Id="R6b739b22268e4e09" /><Relationship Type="http://schemas.openxmlformats.org/officeDocument/2006/relationships/slide" Target="/ppt/slides/slide9.xml" Id="R76c3df9963224d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49faaa59ad47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ffaa43a2e24777" /><Relationship Type="http://schemas.openxmlformats.org/officeDocument/2006/relationships/notesMaster" Target="/ppt/notesMasters/notesMaster1.xml" Id="R0a6e263ff76849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67be1543a347e3" /><Relationship Type="http://schemas.openxmlformats.org/officeDocument/2006/relationships/notesMaster" Target="/ppt/notesMasters/notesMaster1.xml" Id="R716d03e160ba40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90d11c7ea04365" /><Relationship Type="http://schemas.openxmlformats.org/officeDocument/2006/relationships/notesMaster" Target="/ppt/notesMasters/notesMaster1.xml" Id="R73da810ab8ad41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e30bb2538a43db" /><Relationship Type="http://schemas.openxmlformats.org/officeDocument/2006/relationships/notesMaster" Target="/ppt/notesMasters/notesMaster1.xml" Id="Re15cb88127c947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c9976d8aaf4927" /><Relationship Type="http://schemas.openxmlformats.org/officeDocument/2006/relationships/notesMaster" Target="/ppt/notesMasters/notesMaster1.xml" Id="R8dcab305c0584b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289247294e4e06" /><Relationship Type="http://schemas.openxmlformats.org/officeDocument/2006/relationships/notesMaster" Target="/ppt/notesMasters/notesMaster1.xml" Id="Rc51371fc382d47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539fce4645454b" /><Relationship Type="http://schemas.openxmlformats.org/officeDocument/2006/relationships/notesMaster" Target="/ppt/notesMasters/notesMaster1.xml" Id="Ra0e9c8f4847e4e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90aa4735304bdf" /><Relationship Type="http://schemas.openxmlformats.org/officeDocument/2006/relationships/notesMaster" Target="/ppt/notesMasters/notesMaster1.xml" Id="Rfa63d7c6665040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c43d45d20d4e46" /><Relationship Type="http://schemas.openxmlformats.org/officeDocument/2006/relationships/notesMaster" Target="/ppt/notesMasters/notesMaster1.xml" Id="R64d40876a7b343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9aae836c2d45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6cd16e69794753" /><Relationship Type="http://schemas.openxmlformats.org/officeDocument/2006/relationships/slideLayout" Target="/ppt/slideLayouts/slideLayout1.xml" Id="Rdfade2ddb32748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ade2ddb32748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e479b3b4d4dcd" /><Relationship Type="http://schemas.openxmlformats.org/officeDocument/2006/relationships/notesSlide" Target="/ppt/notesSlides/notesSlide1.xml" Id="Rec2a0c186bad47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2f826e5bb4693" /><Relationship Type="http://schemas.openxmlformats.org/officeDocument/2006/relationships/notesSlide" Target="/ppt/notesSlides/notesSlide2.xml" Id="R991871ec93e649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7a879aa3e45e0" /><Relationship Type="http://schemas.openxmlformats.org/officeDocument/2006/relationships/notesSlide" Target="/ppt/notesSlides/notesSlide3.xml" Id="R990b0e3bc12245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6f12b8c57415b" /><Relationship Type="http://schemas.openxmlformats.org/officeDocument/2006/relationships/notesSlide" Target="/ppt/notesSlides/notesSlide4.xml" Id="Re5a35b1f799241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203ce167147fb" /><Relationship Type="http://schemas.openxmlformats.org/officeDocument/2006/relationships/notesSlide" Target="/ppt/notesSlides/notesSlide5.xml" Id="Raf7f4d644f674d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b89ea30b84868" /><Relationship Type="http://schemas.openxmlformats.org/officeDocument/2006/relationships/notesSlide" Target="/ppt/notesSlides/notesSlide6.xml" Id="R3d0c98f5d9eb4f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5eaf3f4044b13" /><Relationship Type="http://schemas.openxmlformats.org/officeDocument/2006/relationships/notesSlide" Target="/ppt/notesSlides/notesSlide7.xml" Id="R82779470fc2d4f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92f98ab80419c" /><Relationship Type="http://schemas.openxmlformats.org/officeDocument/2006/relationships/notesSlide" Target="/ppt/notesSlides/notesSlide8.xml" Id="Rb34c5167656f40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88fa49bd94c17" /><Relationship Type="http://schemas.openxmlformats.org/officeDocument/2006/relationships/notesSlide" Target="/ppt/notesSlides/notesSlide9.xml" Id="R0b0d031d14cb43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AB338-CE1F-4120-8D16-9931D8C4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DD0C8-17F5-4481-BC4E-CB8D13BE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Emotional Skills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883A9-62A3-442B-82F5-48B93B31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Soft Skills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1BSKS106/206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8498C-B9B5-4604-830F-F62211D7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958ED-1BA2-4ED9-9013-4BABF2AB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60BE2-AD17-4727-8939-1B2854C5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32CED-CC8B-4562-B44C-EC26429B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562CC-9BEB-4971-BC35-B245FBEC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359AD-4E5B-4896-9FCF-AB760E70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752D8-1C46-4FAC-AFBF-1930C967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B8B89-4B5E-4C9E-9560-4DC96A17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502D6-DC8A-4300-BA6A-F3C8B9C0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BC4A8-6D4B-454A-9DE0-E103D08E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C93FA-4E25-4073-A030-7B5EA131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E4553-DFDD-49CE-9773-E2FD2E3D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8632489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E1B64-32F6-4F53-B92B-B745B690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D1C31-EAE0-43EC-820A-F9C7B419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95275-4347-4D1D-AFD8-C2984782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61485-D66D-4037-800E-7AAE9E5C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6760F-5D7E-4B7F-B1D9-C4F33657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678D4-FB61-4A89-8392-E5F4D23A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54F8D-9DCE-44F5-BB94-CDB5830C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EF7ED-640B-433B-ADB0-0370B6DC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DB588-535E-493D-A375-84BDA46E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96B7C-5E0F-44B6-9C56-B3B3FA66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CF0DA-A570-4344-9774-776B89AB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8573B-CC68-4BC0-AA37-4D30DEFF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D1676-9D51-4E07-A8D1-7FDEE0C4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Emotional Skills II (3 hours) • Ambition &amp; Goal Setting: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Defining personal and professional aspirations, creating SMART goals, and aligning actions with long-term vision.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• Sympathy &amp; Empathy: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Understanding emotional perspectives, differentiating between the two, and applying them in workplace and social interactions.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• Creativity &amp; Innovation: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55059-7676-47D2-9360-E22DFF45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7A058-38F4-422D-9087-E7F4D962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1909186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0C4F2-652E-412B-87ED-6481F270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419BF-DD14-4C60-9AEA-B4FEE613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7D8E6-EFF3-46D2-BD45-BF893E68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9B865-917B-40EE-8377-69477D09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Emotional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BB837-F0B0-4239-8B1F-81B71961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E42B2-FF19-40B4-9D22-9911A056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Ambition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E740D-C95A-413E-8DFF-7F5036B7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447DF-85E4-4A91-9BE8-0DC15A01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2A066-2EAB-488B-9587-6EA92B45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Defining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30EE3-7089-40AF-B184-6CBF06D6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Generating original ideas, problem -solving, and applying creative thinking techniques (mind-mapping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Instructional Design Each competency is taught and assessed through guided visualisations, reflections, explainers and hands on activities conducted during lab sessions those build both conceptual understanding and real -world application.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Teaching Methodology TBTL (Task -Based Teaching Learning) - interactive workshops, simulations, activities, peer feedback.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Eclectic Approach Language Lab Quicklrn.com Experiential Learning Methods • To embed skills, participants get hands-on through: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CA0AA-2E32-44AE-8797-4D87093E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3B058-314D-492F-AC9E-342335D7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8686126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E1424-FE39-48E5-AD68-00400A6E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A718F-E499-4763-8A8C-29E631B8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3EC8B-90C3-4FCB-911C-2D1C7DCC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68E24-3927-499A-8482-46F93653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Emotional Skills II (3 hours) • Ambition &amp; Goal Setting: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Defining personal and professional aspirations, creating SMART goals, and aligning actions with long-term v...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• Sympathy &amp; Empathy: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Understanding emotional perspectives, differentiating between the two, and applying them in workplace and s...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• Creativity &amp; Innovation: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Generating original ideas, problem -solving, and applying creative thinking techniques (mind-mapping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EA28C-5167-4A51-AE02-37876757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D99AF-71FF-43B8-B277-D196FF8E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8C061-C69A-4240-B278-3A5AB6FB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4FE65-E483-4DD5-9493-9754A6CA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879F6-41D3-4550-993A-08B693EE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8557B-4A54-46BB-A0EF-15BE3254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2B2D8-279F-45D8-8795-E51EE173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1E6B4-780B-48B9-B502-D46B9A2E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98A3D-07C6-4066-A5C9-2B90F7C5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B4DB64-E6FD-473E-9E59-73C81490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E4432-E3CA-42F5-9EAB-3D28B178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C67FD-A137-49E6-9B68-7E912748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0144D5-961F-447D-82F2-5910BBE7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CE942C-D668-4823-A56B-60BFB0E7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5238238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FAC82-430C-446E-84B6-3A32896E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7CB51-BCDD-4CF4-83D5-9ED92321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5C78F-48D9-4972-A96A-111E0393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8EDA6-AAFC-476B-A4A0-44504346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FC8A4-29A7-4F33-8AAB-D06E5816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1E0DE-D78C-4BF4-85F0-51256909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C52E7-F54C-497A-B2B1-619578C9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38AD1-A8A6-48B2-A533-75121603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D8F53-025A-4BFE-92F3-A0B4840A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848FB-1633-4A24-95D8-15C50847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D36B8-4FE6-4801-92FA-0BDC49C7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A0347-FD5E-400C-80C3-6AB47EA7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B6F67E-DC32-4B39-BC3E-C1573302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31341-394E-4024-A8BD-B406D6EC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70216-B620-4A3F-8FA8-F0B89959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8061090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15712-A6DA-49F3-A0D7-1021885F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DABA9-12AA-46E2-90D0-AC93C3EA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62AD3-AD89-4CF6-A821-85D28458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0A274-08D8-4D60-9909-097C3E8F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E8C07-1DAD-47C9-9808-FA8268EF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Emotional Skills II (3 hours) • Ambition &amp; Goal Setting: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49A6F-BBB1-4F4E-89FC-821D5230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Emotional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AC3A5-56E7-49F1-806B-1155BC1E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1DA23-777E-4B74-A7E5-F005B623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74C69-4BA0-4239-A7D2-E4F3E71A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5254449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D3809-2AFF-471F-90A5-6D768BE0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F79B3-D2DF-4EF6-8627-60C08A9C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ECABE-4606-43D2-B888-D452EB07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9CC59-02B7-44B2-A7E1-6CCC5990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42EED-D58C-4F40-A00E-F3FA4638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Instructional Design Each competency is taught and assessed through guided visualisations, reflections, explainers and hands on activities conducted during lab sessions those build both conceptual understanding and real -world application.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Teaching Methodology TBTL (Task -Based Teaching Learning) - interactive workshops, simulations, activities, peer feedback.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Eclectic Approach Language Lab Quicklrn.com Experiential Learning Methods • To embed skills, participants get hands-on through: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• Guided reflections and explainers to connect concepts with relatable real-life situations • Guided visualization to prompt reflection and self-discovery • Role-plays and activities to practice behaviours in context • Peer discussions to gain diverse perspectives.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D7333-8076-4A74-A372-F5F6F29C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E7C1A-58FB-4159-95EF-782E7AC2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F83FC-A7FB-4850-A119-741CB6F8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50E4E-54EC-4097-84BE-C7067C1F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9140155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DE9B08-A8DF-476D-A5A3-94E75C7C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3A06D-979A-4677-A196-48E70536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2AECE-009F-480E-BEE8-D6383965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7C66A-CC19-4BFE-A36F-8E7CE960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70E7A-7AFC-48BB-9C33-77B2612B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127F1-4F7B-456D-8C71-F7FC4298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74BEF-585A-42DD-8443-BA6CC0EB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Emotional Skills II (3 hours) • Ambition &amp; Goal Setting: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7DF9F-5395-4E2E-8985-7E6DACB8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3EE4E-B550-4CF0-8EDA-70C63044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49EDB-9C12-4E8E-8050-5C1253BC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Defining personal and professional aspirations, creating SMART goals, and aligning actions with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31946-4CDA-432F-86E5-F1A81D8E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13E09-F41F-4660-B586-39BE08E8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CE889-F275-4982-A94D-7C74D62D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• Sympathy &amp; Empathy: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85EDFA-640E-4E90-9968-497DBE0B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A10E27-25E4-4219-B230-28A7DBA8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EC20B-348D-40A5-B584-9A0DE864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Understanding emotional perspectives, differentiating between the two, and applying them in wor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A66E93-1F77-4F9A-9BDC-8305A6DE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B1F4D-B7B3-4D8E-BC12-9C3E96A4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931132-DDC5-4A89-B4CA-D2FECEFE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• Creativity &amp; Innovation: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4F6B1A-20B7-4C14-8A72-C71A33DB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04B204-8E3B-4B66-BFCF-CC4A7A46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D5A1BE-C0B8-419C-AED8-8D72DC9A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Generating original ideas, problem -solving, and applying creative thinking techniques (mind-ma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7DFCD3-2598-4089-85BE-87B51373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A91079-7E42-4F32-A318-384770CA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8CE3B1-99D6-4041-BEA9-B0E76062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Instructional Design Each competency is taught and assessed through guided visualisations, refl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69FE2E-C656-438D-965B-D552344C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4683E2-AC8B-49F8-8BDB-1AF454F5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7A13E3-4022-45DE-BFC8-0B732F8B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962D1F-2BCC-48F4-8ED7-8F75C0C6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9191145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91797-321D-405A-AB6E-70A52941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228B3-B70D-4D7E-AAD6-E035BA5F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2B428-BAB4-4988-8B47-C234A5F3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D2FDD-15A2-4C4C-AB2A-E7D01340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Emotional, Skills, Ambition, Goal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FD12E-ADB3-4C04-A27B-1892680B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476BF-C942-4EBB-9E12-9D28B3A7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5B51E-9B90-4C36-B10E-76EB27F6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2114D-53F0-4ABB-B810-6280DBBE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2061516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2026-08-24T06:38:56.1760000Z</dcterms:created>
  <dcterms:modified xsi:type="dcterms:W3CDTF">2026-08-24T06:38:56.1760000Z</dcterms:modified>
</coreProperties>
</file>