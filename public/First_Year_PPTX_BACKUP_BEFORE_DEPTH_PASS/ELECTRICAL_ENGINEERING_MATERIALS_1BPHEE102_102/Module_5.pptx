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ebb8514cd84871" /><Relationship Type="http://schemas.openxmlformats.org/officeDocument/2006/relationships/extended-properties" Target="/docProps/app.xml" Id="R16d5e67c37624f46" /><Relationship Type="http://schemas.openxmlformats.org/officeDocument/2006/relationships/officeDocument" Target="/ppt/presentation.xml" Id="Rf22ce73bbfc749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b21856a9b440f8"/>
  </p:sldMasterIdLst>
  <p:notesMasterIdLst>
    <p:notesMasterId xmlns:r="http://schemas.openxmlformats.org/officeDocument/2006/relationships" r:id="Ra6990ccc35d24de5"/>
  </p:notesMasterIdLst>
  <p:sldIdLst>
    <p:sldId xmlns:r="http://schemas.openxmlformats.org/officeDocument/2006/relationships" id="256" r:id="R0e8bfabf2ad8426b"/>
    <p:sldId xmlns:r="http://schemas.openxmlformats.org/officeDocument/2006/relationships" id="257" r:id="Re101e9afb2f247a5"/>
    <p:sldId xmlns:r="http://schemas.openxmlformats.org/officeDocument/2006/relationships" id="258" r:id="Rbc5fb46d3eea493a"/>
    <p:sldId xmlns:r="http://schemas.openxmlformats.org/officeDocument/2006/relationships" id="259" r:id="R961a562a54734471"/>
    <p:sldId xmlns:r="http://schemas.openxmlformats.org/officeDocument/2006/relationships" id="260" r:id="Rba9c41a01a934723"/>
    <p:sldId xmlns:r="http://schemas.openxmlformats.org/officeDocument/2006/relationships" id="261" r:id="Rb6a51fa17ecb4e1d"/>
    <p:sldId xmlns:r="http://schemas.openxmlformats.org/officeDocument/2006/relationships" id="262" r:id="Rc7bf0c9a58a34a90"/>
    <p:sldId xmlns:r="http://schemas.openxmlformats.org/officeDocument/2006/relationships" id="263" r:id="Rd0251a353a1c4d99"/>
    <p:sldId xmlns:r="http://schemas.openxmlformats.org/officeDocument/2006/relationships" id="264" r:id="R47c25ca9c6bd4e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1df00a3fdc4a11" /><Relationship Type="http://schemas.openxmlformats.org/officeDocument/2006/relationships/slideMaster" Target="/ppt/slideMasters/slideMaster1.xml" Id="R5ab21856a9b440f8" /><Relationship Type="http://schemas.openxmlformats.org/officeDocument/2006/relationships/notesMaster" Target="/ppt/notesMasters/notesMaster1.xml" Id="Ra6990ccc35d24de5" /><Relationship Type="http://schemas.openxmlformats.org/officeDocument/2006/relationships/presProps" Target="/ppt/presProps.xml" Id="R458b86c983ed4ed8" /><Relationship Type="http://schemas.openxmlformats.org/officeDocument/2006/relationships/tableStyles" Target="/ppt/tableStyles.xml" Id="R01a1473de4b24794" /><Relationship Type="http://schemas.openxmlformats.org/officeDocument/2006/relationships/slide" Target="/ppt/slides/slide1.xml" Id="R0e8bfabf2ad8426b" /><Relationship Type="http://schemas.openxmlformats.org/officeDocument/2006/relationships/slide" Target="/ppt/slides/slide2.xml" Id="Re101e9afb2f247a5" /><Relationship Type="http://schemas.openxmlformats.org/officeDocument/2006/relationships/slide" Target="/ppt/slides/slide3.xml" Id="Rbc5fb46d3eea493a" /><Relationship Type="http://schemas.openxmlformats.org/officeDocument/2006/relationships/slide" Target="/ppt/slides/slide4.xml" Id="R961a562a54734471" /><Relationship Type="http://schemas.openxmlformats.org/officeDocument/2006/relationships/slide" Target="/ppt/slides/slide5.xml" Id="Rba9c41a01a934723" /><Relationship Type="http://schemas.openxmlformats.org/officeDocument/2006/relationships/slide" Target="/ppt/slides/slide6.xml" Id="Rb6a51fa17ecb4e1d" /><Relationship Type="http://schemas.openxmlformats.org/officeDocument/2006/relationships/slide" Target="/ppt/slides/slide7.xml" Id="Rc7bf0c9a58a34a90" /><Relationship Type="http://schemas.openxmlformats.org/officeDocument/2006/relationships/slide" Target="/ppt/slides/slide8.xml" Id="Rd0251a353a1c4d99" /><Relationship Type="http://schemas.openxmlformats.org/officeDocument/2006/relationships/slide" Target="/ppt/slides/slide9.xml" Id="R47c25ca9c6bd4e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21be7caee94b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5c298a3cc241f4" /><Relationship Type="http://schemas.openxmlformats.org/officeDocument/2006/relationships/notesMaster" Target="/ppt/notesMasters/notesMaster1.xml" Id="R413177be244f47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f8535e00ae4abd" /><Relationship Type="http://schemas.openxmlformats.org/officeDocument/2006/relationships/notesMaster" Target="/ppt/notesMasters/notesMaster1.xml" Id="Rdef9b391967a40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8825f868ca4ce7" /><Relationship Type="http://schemas.openxmlformats.org/officeDocument/2006/relationships/notesMaster" Target="/ppt/notesMasters/notesMaster1.xml" Id="R50cd5fb920f94b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7ca6982bf74c6e" /><Relationship Type="http://schemas.openxmlformats.org/officeDocument/2006/relationships/notesMaster" Target="/ppt/notesMasters/notesMaster1.xml" Id="R8dc5a1ab95a44b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54438eefed4a00" /><Relationship Type="http://schemas.openxmlformats.org/officeDocument/2006/relationships/notesMaster" Target="/ppt/notesMasters/notesMaster1.xml" Id="R3eed614b720845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6cf48120a34119" /><Relationship Type="http://schemas.openxmlformats.org/officeDocument/2006/relationships/notesMaster" Target="/ppt/notesMasters/notesMaster1.xml" Id="Rd26e7b6a9b994b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b0e69aa4f5494c" /><Relationship Type="http://schemas.openxmlformats.org/officeDocument/2006/relationships/notesMaster" Target="/ppt/notesMasters/notesMaster1.xml" Id="R2dbe4d090cbf4d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65113335a54447" /><Relationship Type="http://schemas.openxmlformats.org/officeDocument/2006/relationships/notesMaster" Target="/ppt/notesMasters/notesMaster1.xml" Id="Rf63e5951bc8a47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f557e22cc64cb8" /><Relationship Type="http://schemas.openxmlformats.org/officeDocument/2006/relationships/notesMaster" Target="/ppt/notesMasters/notesMaster1.xml" Id="Rc17350cbaf2443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829108e30a47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79848cfcf1473d" /><Relationship Type="http://schemas.openxmlformats.org/officeDocument/2006/relationships/slideLayout" Target="/ppt/slideLayouts/slideLayout1.xml" Id="R37448a83997d4f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448a83997d4f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28603888147c1" /><Relationship Type="http://schemas.openxmlformats.org/officeDocument/2006/relationships/notesSlide" Target="/ppt/notesSlides/notesSlide1.xml" Id="R7fbf78810f764f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d3ab5ebc74909" /><Relationship Type="http://schemas.openxmlformats.org/officeDocument/2006/relationships/notesSlide" Target="/ppt/notesSlides/notesSlide2.xml" Id="R8873fa73bdf14e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78e8dbc124394" /><Relationship Type="http://schemas.openxmlformats.org/officeDocument/2006/relationships/notesSlide" Target="/ppt/notesSlides/notesSlide3.xml" Id="R641533a06f314f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d6676b98d4761" /><Relationship Type="http://schemas.openxmlformats.org/officeDocument/2006/relationships/notesSlide" Target="/ppt/notesSlides/notesSlide4.xml" Id="R2b88c38306e143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ec2bd79684d65" /><Relationship Type="http://schemas.openxmlformats.org/officeDocument/2006/relationships/notesSlide" Target="/ppt/notesSlides/notesSlide5.xml" Id="Rc45f19c68bf84b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466fc83cc4e47" /><Relationship Type="http://schemas.openxmlformats.org/officeDocument/2006/relationships/notesSlide" Target="/ppt/notesSlides/notesSlide6.xml" Id="R008ae3bb7ec24b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84f1856074552" /><Relationship Type="http://schemas.openxmlformats.org/officeDocument/2006/relationships/notesSlide" Target="/ppt/notesSlides/notesSlide7.xml" Id="R79dcf30eb93c4d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763d2da8248a1" /><Relationship Type="http://schemas.openxmlformats.org/officeDocument/2006/relationships/notesSlide" Target="/ppt/notesSlides/notesSlide8.xml" Id="R966688bd683c4b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967753d994ca6" /><Relationship Type="http://schemas.openxmlformats.org/officeDocument/2006/relationships/notesSlide" Target="/ppt/notesSlides/notesSlide9.xml" Id="R66e33ef1834e4d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F80EC5-2EA0-46A2-830E-F2157EF7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5547D-46DB-41AB-B974-B4668A50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Electrical Engineering Materials Rare earth materials, Role in energy systems, Electrical &amp; Magnetic phase diagram, Exam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28351-29D9-4C76-9E2D-FBE30A77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ELECTRICAL ENGINEERING MATERIALS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1BPHEE102/102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electronics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21A8B-B8F1-421B-BF90-C017613D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4A0E8-71BC-424A-AC74-8EE6A864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A90ED-E0B2-401D-AF2E-2A18AF32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DFFDF-3CFC-472E-ABB9-98BE9AA2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C71FD-2AD6-4779-9DB4-169ED496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7F8CE-F956-4AD0-92FB-9C5B867B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0B614-7429-4008-89F5-5A23F251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96899-6EC4-49A5-B7BF-F35CE0FC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B062BB-ABFA-42E9-B8F3-7E85B27E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CD25BD-A450-41FA-B539-093EB70F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FE393-D4EB-4D57-9C8B-AF793691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F66291-3970-4937-B187-C0055F2C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15863641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D4F6C-75B1-4037-9CDA-332349F2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5BBDF-D340-408C-8A5A-A4513B97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07B84-000E-4543-890C-87E204B1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C298D-A90E-4EB3-AC7B-83907586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79F21-5776-4C7F-9D29-501689FF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863C7-50C2-4EFE-852D-077EB51D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D5EFD-0D10-4C3F-8F96-4C9508DE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90E8B-308E-434B-9435-84C43AC2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C6EAF-316C-43DE-8C47-746484BB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214BA-304D-412D-8A5A-77C0691B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D7AB92-D0BF-4F06-8752-210EAD1A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29A41C-DBD3-4A47-A183-9E8DEC27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AA7D9F-B40A-4324-A527-B85B1683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Electrical Engineering Materials Rare earth materials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Role in energy systems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Electrical &amp; Magnetic phase diagram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Examples &amp; high magnetic field applications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Applications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82C43-2EFF-4836-89D6-6C1C0AFB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4F079F-95B5-45EB-B3E2-76C97221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11996680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920AFB-AE07-4866-A083-5B4D48C0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B494B-2D0C-4795-B975-CBCB442C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A86B0-A5A1-4C3F-9CAF-8FAC3FD3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D9FCF-E00F-4DFD-8DEF-5AF6F51E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Electrical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2FE52-FA95-4E51-9337-C57CF90A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E0528-8D62-4A3B-AD75-98047110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Materials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C8530-C64D-4845-904B-81732A54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3B722-3AFF-403C-BF06-38316E9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earth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FDC5BA-E2C0-4BC6-B8B8-1BC83D10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6F607B-7544-4225-A57F-A7A0220D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Electrostriction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Strain proportional to square of the electric field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Comparison with piezoelectric effect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Applications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FA104-D0E8-418B-8214-C2196308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94F291-A16D-41FA-8616-FB278ACF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6143312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822324-DFA4-458B-9F94-C4BF617D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6FDA2-A114-49D9-A0C1-803A4BD7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B93E8-E7DE-4B23-888A-2F3CB992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D2C98-EAF5-40B9-81A4-37C0C061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Electrical Engineering Materials Rare earth materials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Role in energy systems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Electrical &amp; Magnetic phase diagram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Examples &amp; high magnetic field applications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Applications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Electrostriction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3CD23-1DA1-4BB3-96B1-5BAAE223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9A645-33C6-43B2-BE20-4A2B89DC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FBD01-93A7-4088-B7A5-0222D6EC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824D4-37AA-4A22-90E6-EE73A710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DDC0D-F2F0-4A23-8DAB-A03E0DB6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584CC-0D43-47AF-8239-F97543FA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8BCC0-34A2-4B62-9AB8-4CC3AC12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617ADB-609D-474E-87F0-ED5E6CF8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E733F-89CD-4F5E-986D-AA93B38B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170B2B-03A1-4261-8B23-51A7EA3C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4ADFBC-9AA6-4742-83D0-22EC9F48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344C31-1832-457F-A403-1C14C7B3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F82CC0-5A89-4FCC-B1C1-FFFAD06D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9FDA23-D3A3-4244-A381-CD1541A5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20111821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5A9942-7B98-461C-9FBD-BD021138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FB0C1-8619-4BC5-9EF6-02F7990C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0F7D0-736D-4936-A369-33CC67E2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41F2C-5B72-4042-BB5A-8B7D5CB7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00AC5-32B1-4F3B-BC58-9E62DC75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AB27B-6B21-44C9-B9C5-0AA81F7F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F73F1-1893-4E11-9413-294BF2E1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CF712-C1DF-45E4-B8D3-1BA68798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CB34E-2D3B-4347-9292-4FDBFB4C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2569F-0546-4397-AFE9-51F298D2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BAA796-1362-4BCB-A0FD-412ED652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FB7C34-4A90-4938-A360-13BBE681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58706-D7EE-46AC-BD3A-503B9428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28B844-2F9E-44C1-9150-B5E6936F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756F71-F665-4CFA-985E-24791819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5623490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C3B93-5DCC-431C-84B4-230515EA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537B6-F50F-47C4-8F93-F34FECDF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A2D24-4F75-42FA-9044-84EF87A9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505A4-2F25-41A3-9BF2-98F4E411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D813E-FB67-4FA4-B51B-928EEB96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Electrical Engineering Materials Rare earth materials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D7C7A-FC46-4F7F-9CE4-81F802C6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Electrical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2B338-5F78-47D9-B703-8B6C8FC5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E9A15-5644-4FD4-BCE7-DC851C36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45E75-0DFC-4EAC-BD18-DE8173E2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6424806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9DB433-CBC9-489F-BE73-2BFFC83E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4DADC-033F-458F-ADE0-DCA9615A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3DFC2-36A5-46ED-A306-91FF1FB0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27CA0-7229-42AD-BD8F-6F589376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62E00-C5FD-4567-9C18-58639F55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Strain proportional to square of the electric field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Comparison with piezoelectric effect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Applications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Electrorheological (ER) materials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1B5E4-EAC3-4AF3-8CD6-856CA983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1DD0B-A523-4403-8268-E9D6115B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789E8-97C9-4142-934A-D91AAE60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AF446-861B-4D83-8AC4-3B3F0A86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2916608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4F7ACF-7D8B-4E72-8B44-14833E34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986B7-6DE4-484F-B26C-C020223E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1C408-B7D3-490E-AC88-6B9A9AC2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10970-D2B3-4760-AE22-18FC5F9B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7F913-93E7-4459-92A6-15FDE761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FDBE5-DA36-4E11-B4AC-EB299EA2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0DC57-2184-46D8-B640-F50CD1DD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Electrical Engineering Materials Rare earth materials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0059B-0C66-4E2F-B67D-DFDB192A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F0F3C-3A9C-4750-AF56-DEF24E26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C4B20-A97D-4572-8E57-AA454F39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Role in energy systems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3935D-07EC-4548-9D9B-C0F30189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4938BE-CC14-4AD8-8491-C05251A2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2B9EDE-75D2-4C90-B5D9-C3A399A5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Electrical &amp; Magnetic phase diagram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0B418-0093-4A2D-9295-08C43B44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95681-03CB-421B-941E-19E6A66D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CA6327-7716-44D4-B4AB-A202BC53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Examples &amp; high magnetic field applications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E1EF1F-78C6-4828-B6C6-12A88A6F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29DEE9-98D7-4B24-809B-69B7B21B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EF8F71-5D0A-4876-A074-D65F7654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822296-A328-4C17-8FEA-F4677D30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243081-3D50-4171-BEEB-ECB56E51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D87122-655E-4A5F-AD30-FE74BB71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Electrostriction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7B02DF-7007-40CD-90F6-965E6E83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DA486D-5498-4BEC-9728-BDC854F6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9EB974-3E75-4C5C-BC9A-27829C74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Strain proportional to square of the electric field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DBE7A7-B389-494B-BDF4-96A16673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FF1220-D92B-40A0-94A5-BA0652FF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7343D3-FAF0-400A-85CB-BB24FB60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AC1033-9C96-487B-92C7-A65006D4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1432712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D9559-4520-436F-B16B-F6A97455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5B5C2-1FAB-4E64-BF50-1038BE19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B5D88-A592-4AB2-B95B-74367E87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596FD-8FBF-4EFD-9095-F5EBE456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Electrical, Engineering, Materials, Rare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128A0-010A-4165-AE8F-D8046A2D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0D048-4B06-47E7-9C5F-F22187A8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462421-0CCF-4F6A-9F7C-1E6E4814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D7B05-092C-45B0-B2F6-2CAE3214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18321896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2026-08-24T06:38:53.5440000Z</dcterms:created>
  <dcterms:modified xsi:type="dcterms:W3CDTF">2026-08-24T06:38:53.5440000Z</dcterms:modified>
</coreProperties>
</file>