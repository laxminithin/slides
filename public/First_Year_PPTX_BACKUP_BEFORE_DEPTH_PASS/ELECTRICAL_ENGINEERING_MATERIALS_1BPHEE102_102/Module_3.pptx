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fd01d42ae4853" /><Relationship Type="http://schemas.openxmlformats.org/officeDocument/2006/relationships/extended-properties" Target="/docProps/app.xml" Id="R36b5258073df42c2" /><Relationship Type="http://schemas.openxmlformats.org/officeDocument/2006/relationships/officeDocument" Target="/ppt/presentation.xml" Id="Rd5460c1c183145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e292ee49244e15"/>
  </p:sldMasterIdLst>
  <p:notesMasterIdLst>
    <p:notesMasterId xmlns:r="http://schemas.openxmlformats.org/officeDocument/2006/relationships" r:id="Rcc988df0db414744"/>
  </p:notesMasterIdLst>
  <p:sldIdLst>
    <p:sldId xmlns:r="http://schemas.openxmlformats.org/officeDocument/2006/relationships" id="256" r:id="Rc51bbb92b7f3485b"/>
    <p:sldId xmlns:r="http://schemas.openxmlformats.org/officeDocument/2006/relationships" id="257" r:id="R3af8c86901b445b2"/>
    <p:sldId xmlns:r="http://schemas.openxmlformats.org/officeDocument/2006/relationships" id="258" r:id="R38fd321e40684316"/>
    <p:sldId xmlns:r="http://schemas.openxmlformats.org/officeDocument/2006/relationships" id="259" r:id="Rce22b62bfc3e4254"/>
    <p:sldId xmlns:r="http://schemas.openxmlformats.org/officeDocument/2006/relationships" id="260" r:id="R5d06a8eb903b49f4"/>
    <p:sldId xmlns:r="http://schemas.openxmlformats.org/officeDocument/2006/relationships" id="261" r:id="Re7a6b88b65fe4e3b"/>
    <p:sldId xmlns:r="http://schemas.openxmlformats.org/officeDocument/2006/relationships" id="262" r:id="Rfe50cdd4e48044e8"/>
    <p:sldId xmlns:r="http://schemas.openxmlformats.org/officeDocument/2006/relationships" id="263" r:id="R39ea73f9820348d1"/>
    <p:sldId xmlns:r="http://schemas.openxmlformats.org/officeDocument/2006/relationships" id="264" r:id="Rc9ab3b6f18cf45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991b5d7ead4ab5" /><Relationship Type="http://schemas.openxmlformats.org/officeDocument/2006/relationships/slideMaster" Target="/ppt/slideMasters/slideMaster1.xml" Id="Rd6e292ee49244e15" /><Relationship Type="http://schemas.openxmlformats.org/officeDocument/2006/relationships/notesMaster" Target="/ppt/notesMasters/notesMaster1.xml" Id="Rcc988df0db414744" /><Relationship Type="http://schemas.openxmlformats.org/officeDocument/2006/relationships/presProps" Target="/ppt/presProps.xml" Id="R98299fdbaa8d4c04" /><Relationship Type="http://schemas.openxmlformats.org/officeDocument/2006/relationships/tableStyles" Target="/ppt/tableStyles.xml" Id="R5141077ccbc84751" /><Relationship Type="http://schemas.openxmlformats.org/officeDocument/2006/relationships/slide" Target="/ppt/slides/slide1.xml" Id="Rc51bbb92b7f3485b" /><Relationship Type="http://schemas.openxmlformats.org/officeDocument/2006/relationships/slide" Target="/ppt/slides/slide2.xml" Id="R3af8c86901b445b2" /><Relationship Type="http://schemas.openxmlformats.org/officeDocument/2006/relationships/slide" Target="/ppt/slides/slide3.xml" Id="R38fd321e40684316" /><Relationship Type="http://schemas.openxmlformats.org/officeDocument/2006/relationships/slide" Target="/ppt/slides/slide4.xml" Id="Rce22b62bfc3e4254" /><Relationship Type="http://schemas.openxmlformats.org/officeDocument/2006/relationships/slide" Target="/ppt/slides/slide5.xml" Id="R5d06a8eb903b49f4" /><Relationship Type="http://schemas.openxmlformats.org/officeDocument/2006/relationships/slide" Target="/ppt/slides/slide6.xml" Id="Re7a6b88b65fe4e3b" /><Relationship Type="http://schemas.openxmlformats.org/officeDocument/2006/relationships/slide" Target="/ppt/slides/slide7.xml" Id="Rfe50cdd4e48044e8" /><Relationship Type="http://schemas.openxmlformats.org/officeDocument/2006/relationships/slide" Target="/ppt/slides/slide8.xml" Id="R39ea73f9820348d1" /><Relationship Type="http://schemas.openxmlformats.org/officeDocument/2006/relationships/slide" Target="/ppt/slides/slide9.xml" Id="Rc9ab3b6f18cf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9f6053ca14f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5a5bbd6cba4aae" /><Relationship Type="http://schemas.openxmlformats.org/officeDocument/2006/relationships/notesMaster" Target="/ppt/notesMasters/notesMaster1.xml" Id="R9dd6a07e67104e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1ed2c3b394282" /><Relationship Type="http://schemas.openxmlformats.org/officeDocument/2006/relationships/notesMaster" Target="/ppt/notesMasters/notesMaster1.xml" Id="Raa28b73138484b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fca518d0a46e0" /><Relationship Type="http://schemas.openxmlformats.org/officeDocument/2006/relationships/notesMaster" Target="/ppt/notesMasters/notesMaster1.xml" Id="R3e77482e7fb346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d28f4061294fbb" /><Relationship Type="http://schemas.openxmlformats.org/officeDocument/2006/relationships/notesMaster" Target="/ppt/notesMasters/notesMaster1.xml" Id="R8d8f82d1bc874b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18db31f4c43e9" /><Relationship Type="http://schemas.openxmlformats.org/officeDocument/2006/relationships/notesMaster" Target="/ppt/notesMasters/notesMaster1.xml" Id="Ree295890b6b245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9320c7a0241f7" /><Relationship Type="http://schemas.openxmlformats.org/officeDocument/2006/relationships/notesMaster" Target="/ppt/notesMasters/notesMaster1.xml" Id="Re48392b68fef4a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4c4609eb084281" /><Relationship Type="http://schemas.openxmlformats.org/officeDocument/2006/relationships/notesMaster" Target="/ppt/notesMasters/notesMaster1.xml" Id="R468f6ca77a6c42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55987faa924dbf" /><Relationship Type="http://schemas.openxmlformats.org/officeDocument/2006/relationships/notesMaster" Target="/ppt/notesMasters/notesMaster1.xml" Id="R1926daf6ee2942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8f522411ac47d7" /><Relationship Type="http://schemas.openxmlformats.org/officeDocument/2006/relationships/notesMaster" Target="/ppt/notesMasters/notesMaster1.xml" Id="R9e8f79fdc1da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77d9727f643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452a46278a40cf" /><Relationship Type="http://schemas.openxmlformats.org/officeDocument/2006/relationships/slideLayout" Target="/ppt/slideLayouts/slideLayout1.xml" Id="R3d3189d72dbb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3189d72dbb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b1bde4b7a4897" /><Relationship Type="http://schemas.openxmlformats.org/officeDocument/2006/relationships/notesSlide" Target="/ppt/notesSlides/notesSlide1.xml" Id="Rbbe5a5da173c46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cbdf361f14cd3" /><Relationship Type="http://schemas.openxmlformats.org/officeDocument/2006/relationships/notesSlide" Target="/ppt/notesSlides/notesSlide2.xml" Id="R37d8be953e4541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fce848b614553" /><Relationship Type="http://schemas.openxmlformats.org/officeDocument/2006/relationships/notesSlide" Target="/ppt/notesSlides/notesSlide3.xml" Id="Red88c999cdb4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e27b8929640f8" /><Relationship Type="http://schemas.openxmlformats.org/officeDocument/2006/relationships/notesSlide" Target="/ppt/notesSlides/notesSlide4.xml" Id="R6cf194cee2b14c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d745ae451490d" /><Relationship Type="http://schemas.openxmlformats.org/officeDocument/2006/relationships/notesSlide" Target="/ppt/notesSlides/notesSlide5.xml" Id="R116b1b274c024f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7de13cc434019" /><Relationship Type="http://schemas.openxmlformats.org/officeDocument/2006/relationships/notesSlide" Target="/ppt/notesSlides/notesSlide6.xml" Id="Ra5ebe0cd70f84b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8a58299d48dc" /><Relationship Type="http://schemas.openxmlformats.org/officeDocument/2006/relationships/notesSlide" Target="/ppt/notesSlides/notesSlide7.xml" Id="R8b7b596e89b94a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95f13cde74f7b" /><Relationship Type="http://schemas.openxmlformats.org/officeDocument/2006/relationships/notesSlide" Target="/ppt/notesSlides/notesSlide8.xml" Id="Rdfb366fb97ad4d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ec207033045fb" /><Relationship Type="http://schemas.openxmlformats.org/officeDocument/2006/relationships/notesSlide" Target="/ppt/notesSlides/notesSlide9.xml" Id="R3a26dccbaf994d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3653E-2B92-402D-BE24-65CB24D6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41CDA-21AE-4FD7-97C4-F2ABBA2E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Electrical Properties of Metals and Semiconductors: Failures of c lassical free electron theory, Mechanisms of electron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B2E02-B913-4796-8F7B-1F566D8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42AB2-989B-4803-B622-A42A5BB2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30050-3752-4DBB-87E2-33773F2E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82771-BF00-4480-BF03-0AD97DA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5C5BF-B69B-470E-BF4C-4C768A1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3D2DD-247F-4E30-BBDC-13033F7C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D9BC1-B725-47C0-858B-42559EE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A645D-8D47-4FF8-9221-B4498E4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000F0-8A8E-4555-A53A-9AB43367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0545F-0654-4F70-90CE-CE21379D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A5B2E-592F-4D91-9C08-481BE8C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7E955-3567-488A-BBA3-9D8D3B8D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F38E7-2B59-4744-86AC-E4039DFE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820714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22CE7-BBE8-42BC-86CA-869DD5B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42048-D1C8-4254-88D9-B9913A75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86B0C-C556-4163-9F85-E9C856C1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74A5F-BB85-4588-99B4-133E49E8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AD720-4D82-4A57-8DB2-6A5AF6C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13683-0063-4295-8DC5-9D7A7E1D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24EF0-39A3-4749-8B25-89015251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CA01-55BB-48FC-AAF6-C71CB706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3D5A4-7ADD-453E-A39A-6C614BA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DB5B7-022B-48A8-9D68-8C4AA13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FD81B-E34C-42F3-A7C1-9AA54300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045F2-1D17-452B-9434-FAC4211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8F3BD-911F-4EA8-8D18-9D282BD2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Electrical Properties of Metals and Semiconductors: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Failures of c lassical free electron theory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Mechanisms of electron scattering in solids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Matheissen's rule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As- sumptions of Quantum Free Electron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7F70F-63E6-48F4-B9DF-324BA666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14F7D-66DF-4DB2-A48E-CC1E9E71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716699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44C11-B9D1-40E9-843E-E46D1B6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71902-5EBF-415D-AB9E-B454DE82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E2001-4321-45DA-960E-432D0A03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4E8B6-2C02-4733-9C65-F6C75D1C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BBB57-820F-46A2-82E4-A78AB5E9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5CA2F-4730-48A2-8269-8CEF0172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41F39-2333-4190-991B-C7A3F866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0F393-BDBE-426F-BFBA-3DDCF4AB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76660-882C-432C-AB96-6D2BA489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lassical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E3AA1-68EF-4FB8-9BED-A8EB7904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Density of States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Fermi Dirac statistics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Fermi Energy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Variation of Fermi Factor With Temperature and Energy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94035-ACEE-4413-8DC3-558DFCC2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E8849-E3D7-4F7C-ABE4-AA557D78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443389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A7A8C-4DBE-4A05-A705-7C6E7DC0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BEA5C-2CC8-4F87-975C-4E4CD7FA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AE1E4-F64F-42D7-92D5-79ED30AE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12170-76F6-42ED-98F8-08B8CD7C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Electrical Properties of Metals and Semiconductors: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Failures of c lassical free electron theory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Mechanisms of electron scattering in solids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Matheissen's rule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As- sumptions of Quantum Free Electron Theory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Density of States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F6DB5-7AB7-4C73-A5E0-435A0FC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237FF-69AA-4C0B-B2B9-B936BE7E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FA059-25DC-4310-80D6-A668BA6C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06A1E-C09B-4AE3-9A92-D7954FDB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13E64-8588-4FDE-9BC2-B2D51AC8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B7DC6-9D5F-4AE4-B585-3EC03673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976E1-56E3-485C-9574-3EE919F7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A6437-E057-4C1E-A63E-49F12EE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10C42-F5F4-437E-B676-CEB94DBB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1E4C5-DA4B-4130-A7F9-9795A66F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B26BA-6FD6-4591-AD17-64CBDFCE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3079D-78D4-4981-9702-867C9ADD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7A292-A0F6-47C1-82AA-55C0B4D6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63F50-66A1-43C3-B438-85DBEAEF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047162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5B332-F82A-4024-B460-D3679EF9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8C058-BC3B-40B2-BBCC-2E84FDEB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873C5-9597-414A-B9B2-4194750A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28307-A6A1-475D-BB45-38241E8C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B935C-C2AD-4275-AA4F-8BB5BAF4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70D57-5A1D-4B91-ADCB-2975B735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DCA01-3FC9-476C-A2E7-58E5784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EFD3E-5666-41BE-AA53-C1609360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DE605-872E-4FF7-9CA7-26650C6F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A3FB1-E586-4A8F-9E33-C40F5FB6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F8EB6-4314-4540-B8B1-B5E51E78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C4A0C-E871-466B-B360-E3966DAA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1F957-73A0-43EF-A766-16218EED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B3E43-D387-4A5B-B93E-4AE93C56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821C8-9531-43DC-BFA3-8DAB5C92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909763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8D6FF-FBCA-48A5-BE74-BEB786B0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96C90-4A6D-475E-B734-93577F9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E3AE0-4B77-407C-8146-7E65EEA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571F9-B450-4C5D-B418-A31401A7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A6780-EDF6-4FB1-A337-28058924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Electrical Properties of Metals and Semiconductors: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0AF98-EB96-43EB-8EE0-AA90BD5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D6064-4BA7-4470-838E-F526DAA9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1E256-DE73-4C41-8BF5-A4F97E35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F2447-7099-4C16-AF9F-A10C4BB4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38027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B190B-1751-44BE-BA7A-F0FF648F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72685-0A62-449B-9955-9ECBFBA3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D6B33-4B26-4C38-AA93-97C48462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31B64-0389-4A72-A37D-64CDAFBC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55FDB-03F2-4147-9143-244D01A1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Fermi Dirac statistics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Fermi Energy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Variation of Fermi Factor With Temperature and Energy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for carrier concentration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1AA73-75A8-45B6-9EA7-10D375C0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243D3-03D9-4F00-9C54-4BB6EF4E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B618E-7616-4E4D-BB8D-D8858C93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0554C-82E0-4B3F-AEDA-16428997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334610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57C56-3E4E-40B4-B550-D5386DD9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1B4E5-F683-449A-AE3F-49B8FD26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CC22D-41D1-4B46-AF16-CB039E2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F5D86-4320-4865-8A30-E22CC7D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EDC22-A7F9-4619-8F87-21E76D07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D2AA0-D972-4447-9D7D-925D554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699F8-266E-4904-926B-C26A9ED7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Electrical Properties of Metals and Semiconductors: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2849E-AF6F-4C48-9AB9-97F043A2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4FD8A-0C59-42E8-B971-6EF9C83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4560F-8BA2-4DFF-AB72-9C850A0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Failures of c lassical free electron theory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A6E3C-0181-4D36-8351-3E7F330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CEA27-F5D5-4A53-96A1-0FDFD940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4009A-948D-454D-9753-CB6BD937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Mechanisms of electron scattering in solids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1E06D-0A42-4CF0-980E-A1BAC09C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986C0-7604-4658-95F1-34D4071C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691EA-3090-4156-99DD-1CE0BE94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Matheissen's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3E2C0-FC5E-4A21-A63E-4B9DC9A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786EE-6D0F-40C9-A34D-B64C676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6F741-76D4-4222-AA0C-C4AF4808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As- sumptions of Quantum Free Electron Theory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9BBE1-D3DB-4399-8F9B-B68083DF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B2FA3-010A-4316-BAD7-6621289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A5AFD-0AF5-46C2-90C1-613D39A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Density of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6B8B9-71CE-43BB-9937-27EA760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097AC-DB40-447E-B612-ABDEF3E9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9540A-56B2-4EBE-8300-1125AE9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Fermi Dirac statistics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CCC7A4-35CC-4A81-BB3D-1909119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C772E-9ECD-4948-9480-782844F3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FCA98-5527-4D4E-8A2A-727666B6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041AA-AF21-4EB2-B177-E497B5E4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239330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E65DC-5448-4BD1-BDA8-A6E87885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5EBC6-9BE7-4EB6-A6CE-BC40D4E2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A4EDD-03C9-49AB-8F0F-C7E5A4B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1F1EE-8FD8-4A57-AE1B-0EF8EDE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Electrical, Properties, Metals, Semiconductors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F90DB-4DBE-4A76-A828-573D703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F7071-C20F-4ADF-BD2E-E3DB03F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ABD18-6AC8-457F-AF80-9EF5DE43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BC7EB-C180-4A27-ACD4-FB99A52C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78876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2026-08-24T06:38:53.4290000Z</dcterms:created>
  <dcterms:modified xsi:type="dcterms:W3CDTF">2026-08-24T06:38:53.4290000Z</dcterms:modified>
</coreProperties>
</file>