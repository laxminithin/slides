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d83526c0e64bcc" /><Relationship Type="http://schemas.openxmlformats.org/officeDocument/2006/relationships/extended-properties" Target="/docProps/app.xml" Id="R9b0f5ee28d7f4dd7" /><Relationship Type="http://schemas.openxmlformats.org/officeDocument/2006/relationships/officeDocument" Target="/ppt/presentation.xml" Id="R57078bf9ce744d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f87b0c72a04d24"/>
  </p:sldMasterIdLst>
  <p:notesMasterIdLst>
    <p:notesMasterId xmlns:r="http://schemas.openxmlformats.org/officeDocument/2006/relationships" r:id="R1fb886b4eb1d4ece"/>
  </p:notesMasterIdLst>
  <p:sldIdLst>
    <p:sldId xmlns:r="http://schemas.openxmlformats.org/officeDocument/2006/relationships" id="256" r:id="R37836ab3fd134257"/>
    <p:sldId xmlns:r="http://schemas.openxmlformats.org/officeDocument/2006/relationships" id="257" r:id="R815fb179569044d6"/>
    <p:sldId xmlns:r="http://schemas.openxmlformats.org/officeDocument/2006/relationships" id="258" r:id="Rf745868293df4acb"/>
    <p:sldId xmlns:r="http://schemas.openxmlformats.org/officeDocument/2006/relationships" id="259" r:id="R719b8caf326e4c10"/>
    <p:sldId xmlns:r="http://schemas.openxmlformats.org/officeDocument/2006/relationships" id="260" r:id="Rc8fa4f43e03e4190"/>
    <p:sldId xmlns:r="http://schemas.openxmlformats.org/officeDocument/2006/relationships" id="261" r:id="R04e01dbf7f474702"/>
    <p:sldId xmlns:r="http://schemas.openxmlformats.org/officeDocument/2006/relationships" id="262" r:id="Rabb75ca2f1744aac"/>
    <p:sldId xmlns:r="http://schemas.openxmlformats.org/officeDocument/2006/relationships" id="263" r:id="R4c45112ba9174e4e"/>
    <p:sldId xmlns:r="http://schemas.openxmlformats.org/officeDocument/2006/relationships" id="264" r:id="Rc90dac4ab4f546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381b1490834ace" /><Relationship Type="http://schemas.openxmlformats.org/officeDocument/2006/relationships/slideMaster" Target="/ppt/slideMasters/slideMaster1.xml" Id="R53f87b0c72a04d24" /><Relationship Type="http://schemas.openxmlformats.org/officeDocument/2006/relationships/notesMaster" Target="/ppt/notesMasters/notesMaster1.xml" Id="R1fb886b4eb1d4ece" /><Relationship Type="http://schemas.openxmlformats.org/officeDocument/2006/relationships/presProps" Target="/ppt/presProps.xml" Id="Rf853ca2542e34074" /><Relationship Type="http://schemas.openxmlformats.org/officeDocument/2006/relationships/tableStyles" Target="/ppt/tableStyles.xml" Id="R2fd051d43bcc454f" /><Relationship Type="http://schemas.openxmlformats.org/officeDocument/2006/relationships/slide" Target="/ppt/slides/slide1.xml" Id="R37836ab3fd134257" /><Relationship Type="http://schemas.openxmlformats.org/officeDocument/2006/relationships/slide" Target="/ppt/slides/slide2.xml" Id="R815fb179569044d6" /><Relationship Type="http://schemas.openxmlformats.org/officeDocument/2006/relationships/slide" Target="/ppt/slides/slide3.xml" Id="Rf745868293df4acb" /><Relationship Type="http://schemas.openxmlformats.org/officeDocument/2006/relationships/slide" Target="/ppt/slides/slide4.xml" Id="R719b8caf326e4c10" /><Relationship Type="http://schemas.openxmlformats.org/officeDocument/2006/relationships/slide" Target="/ppt/slides/slide5.xml" Id="Rc8fa4f43e03e4190" /><Relationship Type="http://schemas.openxmlformats.org/officeDocument/2006/relationships/slide" Target="/ppt/slides/slide6.xml" Id="R04e01dbf7f474702" /><Relationship Type="http://schemas.openxmlformats.org/officeDocument/2006/relationships/slide" Target="/ppt/slides/slide7.xml" Id="Rabb75ca2f1744aac" /><Relationship Type="http://schemas.openxmlformats.org/officeDocument/2006/relationships/slide" Target="/ppt/slides/slide8.xml" Id="R4c45112ba9174e4e" /><Relationship Type="http://schemas.openxmlformats.org/officeDocument/2006/relationships/slide" Target="/ppt/slides/slide9.xml" Id="Rc90dac4ab4f546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b99667a1c04d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73847a5bee4e8d" /><Relationship Type="http://schemas.openxmlformats.org/officeDocument/2006/relationships/notesMaster" Target="/ppt/notesMasters/notesMaster1.xml" Id="R43bb0be5cf274a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cce46ff5d34110" /><Relationship Type="http://schemas.openxmlformats.org/officeDocument/2006/relationships/notesMaster" Target="/ppt/notesMasters/notesMaster1.xml" Id="R0a515e42ffbf43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d450a7822f4b4b" /><Relationship Type="http://schemas.openxmlformats.org/officeDocument/2006/relationships/notesMaster" Target="/ppt/notesMasters/notesMaster1.xml" Id="R3eca7af35ffd47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bfba1ddf564356" /><Relationship Type="http://schemas.openxmlformats.org/officeDocument/2006/relationships/notesMaster" Target="/ppt/notesMasters/notesMaster1.xml" Id="R224f99b5a05c41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687aedab354a4a" /><Relationship Type="http://schemas.openxmlformats.org/officeDocument/2006/relationships/notesMaster" Target="/ppt/notesMasters/notesMaster1.xml" Id="R8d04abbd8a974b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94004a933b4ec5" /><Relationship Type="http://schemas.openxmlformats.org/officeDocument/2006/relationships/notesMaster" Target="/ppt/notesMasters/notesMaster1.xml" Id="R1da13d84ff414a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5c83df454b46d7" /><Relationship Type="http://schemas.openxmlformats.org/officeDocument/2006/relationships/notesMaster" Target="/ppt/notesMasters/notesMaster1.xml" Id="R8df964b4a4c149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92d1c589b74dc4" /><Relationship Type="http://schemas.openxmlformats.org/officeDocument/2006/relationships/notesMaster" Target="/ppt/notesMasters/notesMaster1.xml" Id="R3b0f5de0a1f940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fed71eb87b406c" /><Relationship Type="http://schemas.openxmlformats.org/officeDocument/2006/relationships/notesMaster" Target="/ppt/notesMasters/notesMaster1.xml" Id="Rc7ca2999f4c04a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40f4510254f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ee4152afbf4b49" /><Relationship Type="http://schemas.openxmlformats.org/officeDocument/2006/relationships/slideLayout" Target="/ppt/slideLayouts/slideLayout1.xml" Id="R63d0e69d9d6242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d0e69d9d6242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b0ae2215c41e2" /><Relationship Type="http://schemas.openxmlformats.org/officeDocument/2006/relationships/notesSlide" Target="/ppt/notesSlides/notesSlide1.xml" Id="Ra7cb661a974243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f7a3c05444b8b" /><Relationship Type="http://schemas.openxmlformats.org/officeDocument/2006/relationships/notesSlide" Target="/ppt/notesSlides/notesSlide2.xml" Id="R991b753e283c42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48113e2224677" /><Relationship Type="http://schemas.openxmlformats.org/officeDocument/2006/relationships/notesSlide" Target="/ppt/notesSlides/notesSlide3.xml" Id="Rb6df4360c74041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5b4e180a34e3c" /><Relationship Type="http://schemas.openxmlformats.org/officeDocument/2006/relationships/notesSlide" Target="/ppt/notesSlides/notesSlide4.xml" Id="Rfdaf120609b54c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ee2c19c3d4f1f" /><Relationship Type="http://schemas.openxmlformats.org/officeDocument/2006/relationships/notesSlide" Target="/ppt/notesSlides/notesSlide5.xml" Id="R4bb4d0e43c334f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869620c924113" /><Relationship Type="http://schemas.openxmlformats.org/officeDocument/2006/relationships/notesSlide" Target="/ppt/notesSlides/notesSlide6.xml" Id="R5b2f0564815546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5b4ea4129483a" /><Relationship Type="http://schemas.openxmlformats.org/officeDocument/2006/relationships/notesSlide" Target="/ppt/notesSlides/notesSlide7.xml" Id="R2fa3fea23d7146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dd2f5f774471d" /><Relationship Type="http://schemas.openxmlformats.org/officeDocument/2006/relationships/notesSlide" Target="/ppt/notesSlides/notesSlide8.xml" Id="Ra6797a095d2d46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248ed0e124ae0" /><Relationship Type="http://schemas.openxmlformats.org/officeDocument/2006/relationships/notesSlide" Target="/ppt/notesSlides/notesSlide9.xml" Id="Red35064b1e304f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D5863-ADA7-4979-ABC8-E2945500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C1357-1930-4CF6-9101-CE88731D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Superconductivity Zero resistance state, Persi stent current, Meissner effect, Critical temperature, Critical current (S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77A50-B919-42BF-99AA-7BC86459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ELECTRICAL ENGINEERING MATERIALS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1BPHEE102/102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electronics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DBFB7-D90A-43BE-8E42-B48C709C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DB367-6AEC-4C60-BA76-51095431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EBD8C-5110-4202-A1F2-2FA17E12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B4DCA-8037-4AA2-BD5D-44059394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13BA8-437E-4A52-A39F-F6A9FB13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489A7-053A-468B-9048-E8868AEF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609E0-0E44-4A4A-B633-6CBFB4C3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7FD27-0128-407E-B5E9-967E5BF6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FDB87-9FBD-4B53-84C6-B0A0444B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F06B8-BCCF-444C-B18F-131F16AD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C8F2E-D4EF-484F-A651-58774FC6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F8B7E-2152-4089-B8DD-111B027C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2768825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8B262-C10A-489D-893B-81F16E38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FCE0E-F288-4164-A0B3-AE566D47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CCD3B-C009-4A04-90D0-65DBFFE2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A8FC8-5AC0-40D6-B195-750557DD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11750-5339-4914-8A0C-E9FE7456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B6E3C-2710-4F9D-A7B0-D10A65B7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3180B3-93B0-452A-84B7-EEF87126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83048-39D3-41DA-96DC-EC00C995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17D02-CCE9-4445-A872-D141B98F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8A21A-6B89-45C1-9BAD-B7F07D1C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0C8B1-F6EA-4FE4-BB09-71168B5C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F2DD0-1DBD-46C8-A314-C62F1A85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FC5CE-529E-4B0D-9FD5-BD496791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Superconductivity Zero resistance state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Persi stent current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Meissner effect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Critical temperature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Critical current (Silsbee Effect) - Derivation for a cylindrical wire using ampere's law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6BF05-89C1-4185-81E0-9A817743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CC6A5-F8E7-4DE5-9893-217AD99B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9911256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46132-CB8F-486B-AB17-0582EFAF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E87C9-88CB-4F90-B263-40CBD0AA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259D40-EC3E-4FEE-B3B5-6E293509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30238-EDE9-42D3-83AE-623E1278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Superconductivity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7071DF-668C-481A-8C9A-CC4BB6E4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Zero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C94F8-FD4F-4823-9053-C1F1120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resistance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71B34-DFC4-4644-B406-98E4C279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8F249-0903-4DCE-A55C-34087C28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Persi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979439-5CD2-4A02-8011-8E9BE16E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B382E-7A3A-4698-ABC4-4141CBC3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Critical field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Formation of Cooper pairs - Mediation of phonons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Two-fluid model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BCS Theory - Phase coherent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41694A-AB5F-4625-B69C-975EF41A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4951B-0134-451E-9B34-50E4DEA3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7930739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48753-1B48-46F0-826D-2A9E5E8F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2FA65-9BDC-4755-AA1E-3AD73383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29B8A-006C-4F58-A7CD-FE649BAF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7B88B-5911-4FCD-9D43-02625406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Superconductivity Zero resistance state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Persi stent current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Meissner effect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Critical temperature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Critical current (Silsbee Effect) - Derivation for a cylindrical wire using ampere's law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Critical field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F70DC2-E922-40A4-AA5E-748EDA20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72D5A-1CB7-47DF-A3E9-64C0E5D2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F8E73-C8BA-40B8-B2C6-2E22E617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386AC-F1D1-4F2C-9BAB-AF66AB10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58FB4-F6DE-4DD6-9A1A-F75CB282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DE5CC-161A-4C92-B07F-2F762E74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8EEB9-7AE1-40F2-899F-94E1DB4C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6C280-B973-4785-A8FA-7CC32CF1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1BA52-4B32-4EE1-AFA6-E73EF6FE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DDA21-3DFE-425B-9097-5B129B13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3F13F-D107-4EED-A735-653354C6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952F32-1999-4C2A-8C64-FCBB7B56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AFD12-1A4E-4CB3-A01B-A030C8CE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8AA77-AC23-4CCF-8FE9-2830C88F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5572981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63FDA-B4B9-4DA8-AA88-872885E6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FFA69-52D9-4737-8346-F3D7831C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0D150-E611-4529-B098-490317BE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578D4-76E0-4D62-B9FD-A8C8A895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58C3F-532A-481D-812A-648E593A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87131-C5D8-4E2F-BBCA-1B38F692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0BD73-A102-4DB8-834D-E5AA8C82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CB33F-2ED4-4152-9368-65B63F15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BBAAE-0CAB-4BB5-9854-5272E93E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B63DB0-E83D-4782-BEA4-90598321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D1A36-DB0E-4F45-BD6F-DEEB13F9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E7A7D-9B3E-4C38-82DA-F9870C4F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16598-D4D9-4A9D-9FB7-5E31D983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7CA16-C431-4B04-8775-D3A756D7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F8526-B783-4774-B44C-83AAA093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7812064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DAB92-5F47-4CF9-AFF7-BC0D003F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22A48-7283-422F-8FB9-5557019B1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A9577-58DE-4F6B-919A-CB4C0EC9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2CA24-D584-4330-8623-D1427B35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F34C0-3EF1-4906-9BD9-AA841E63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Superconductivity Zero resistance 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3E4EC5-B7DE-4601-8032-7E04B973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Superconductivity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FF2D9-A617-4458-80ED-0423A2B2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0A5276-2419-4A01-875E-158BA49F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6F8F8-82C5-4100-9BBF-DB4ED4FE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1585206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F1EF9-843F-4E36-962A-95747852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95A83-AF85-4F21-894D-F970A2A6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D4702-091D-4815-81AE-864372A8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57AD0-BA4A-4A56-8A36-BE91F528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5F193-0107-4B68-8528-6B7CDF78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Formation of Cooper pairs - Mediation of phonons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Two-fluid model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BCS Theory - Phase coherent state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Limitations of BCS theory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2EC44-C1D7-4140-9F4F-4BABC84F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29B51-7F3E-4FB4-993B-8658907D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904FC-75D4-424F-88B8-19EF97DE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056FD-B7DC-4422-B6FE-66ED85A1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8572757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055751-F8B3-46AA-8262-0074A5B7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04698-37FD-4EB5-B655-11074084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FE9A7-0D78-4D92-A376-398CE890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3A765-1FDB-4749-8C4D-DB69B263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F4FA0-76E0-467D-A97C-F90582E2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4F705-6F53-4046-B6EA-5E812231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2B42F-38A1-4B9F-9450-2E8310DA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Superconductivity Zero resistance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F806D-50D3-4DAC-8FAB-A53F72CF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44F77-0FFD-4751-B1FF-4B7A604E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3FBC1-E36D-4E98-AC1D-272E935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Persi stent current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C35C4-CBD2-4F7F-9E34-C7052228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5787BE-7C5F-47C1-88AD-5B672A2C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850F6C-3565-47C0-998D-FDA358F5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Meissner effect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C5BF0-6105-4B56-8DB7-DE5E18EF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AF017E-F44B-4E73-96F7-B2FD4C0A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3E543-BD03-4EE9-AD1F-F191E79F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Critical temperature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3C7D0-7342-4C00-9F14-629D0D2C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55D59-0990-45A3-A454-7971E271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2ADAA-3DB2-477A-9086-20CAD78D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Critical current (Silsbee Effect) - Derivation for a cylindrical wire using ampere's law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B581F-8C02-48CA-9648-F19A1382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B184F0-A69C-4997-956E-8FC79F17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1074F4-A479-4716-91D5-0FC74CD4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Critical field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F29C7F-E3FB-4AE8-B13F-3D61410F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7249DA-5764-4FB2-8E38-91E62BA3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1A8C2-0638-4D2B-A45D-387F29D3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Formation of Cooper pairs - Mediation of phonons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12B2F3-D260-407E-8717-33393E57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5ED461-9000-49F9-A093-C8B134DC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291AF9-E0D5-46F4-9A3A-08480CF7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AD9DC4-3FF1-4B21-9162-8D116641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10106488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AE82D-7CCC-4B10-8193-78BC27B9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1BPHEE102/102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149B9-CD13-46B3-B83D-C1CECB2F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2AD99-01F3-488D-AE07-A8020FA6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0BA9B-9A51-4AFE-BE26-CEF0606D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Superconductivity, Zero, resistance, state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73AF8-DE31-4F32-92FD-5CB3B18B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1A48C-38B7-496C-96C2-4AC1670F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BBCC6-0CDF-4EEF-9937-D6B6E606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ELECTRICAL ENGINEERING MATERIALS | 1BPHEE102/102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75A71-2FF4-44AD-8DFD-05FE5099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2052712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2026-08-24T06:38:53.4870000Z</dcterms:created>
  <dcterms:modified xsi:type="dcterms:W3CDTF">2026-08-24T06:38:53.4870000Z</dcterms:modified>
</coreProperties>
</file>