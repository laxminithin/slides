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942fe779c4095" /><Relationship Type="http://schemas.openxmlformats.org/officeDocument/2006/relationships/extended-properties" Target="/docProps/app.xml" Id="R3774e75141d94b41" /><Relationship Type="http://schemas.openxmlformats.org/officeDocument/2006/relationships/officeDocument" Target="/ppt/presentation.xml" Id="R8a2534f3583a47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a3a367d03c4cc6"/>
  </p:sldMasterIdLst>
  <p:notesMasterIdLst>
    <p:notesMasterId xmlns:r="http://schemas.openxmlformats.org/officeDocument/2006/relationships" r:id="R7f10fafcd6d34f50"/>
  </p:notesMasterIdLst>
  <p:sldIdLst>
    <p:sldId xmlns:r="http://schemas.openxmlformats.org/officeDocument/2006/relationships" id="256" r:id="Rdccbb8e9ade64f74"/>
    <p:sldId xmlns:r="http://schemas.openxmlformats.org/officeDocument/2006/relationships" id="257" r:id="R5900d19e42044ec3"/>
    <p:sldId xmlns:r="http://schemas.openxmlformats.org/officeDocument/2006/relationships" id="258" r:id="R6d5028455cdb4534"/>
    <p:sldId xmlns:r="http://schemas.openxmlformats.org/officeDocument/2006/relationships" id="259" r:id="Rb6dad4f7b7044970"/>
    <p:sldId xmlns:r="http://schemas.openxmlformats.org/officeDocument/2006/relationships" id="260" r:id="R53da39f445254324"/>
    <p:sldId xmlns:r="http://schemas.openxmlformats.org/officeDocument/2006/relationships" id="261" r:id="R462807c931094d96"/>
    <p:sldId xmlns:r="http://schemas.openxmlformats.org/officeDocument/2006/relationships" id="262" r:id="R59c4b4bf3c5e4ae4"/>
    <p:sldId xmlns:r="http://schemas.openxmlformats.org/officeDocument/2006/relationships" id="263" r:id="R9e0ebc52485141ba"/>
    <p:sldId xmlns:r="http://schemas.openxmlformats.org/officeDocument/2006/relationships" id="264" r:id="R3959d1084f234f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af2d5756f458b" /><Relationship Type="http://schemas.openxmlformats.org/officeDocument/2006/relationships/slideMaster" Target="/ppt/slideMasters/slideMaster1.xml" Id="Rf8a3a367d03c4cc6" /><Relationship Type="http://schemas.openxmlformats.org/officeDocument/2006/relationships/notesMaster" Target="/ppt/notesMasters/notesMaster1.xml" Id="R7f10fafcd6d34f50" /><Relationship Type="http://schemas.openxmlformats.org/officeDocument/2006/relationships/presProps" Target="/ppt/presProps.xml" Id="Re3a6d9f34145427f" /><Relationship Type="http://schemas.openxmlformats.org/officeDocument/2006/relationships/tableStyles" Target="/ppt/tableStyles.xml" Id="R48f1e8c58f7e43fd" /><Relationship Type="http://schemas.openxmlformats.org/officeDocument/2006/relationships/slide" Target="/ppt/slides/slide1.xml" Id="Rdccbb8e9ade64f74" /><Relationship Type="http://schemas.openxmlformats.org/officeDocument/2006/relationships/slide" Target="/ppt/slides/slide2.xml" Id="R5900d19e42044ec3" /><Relationship Type="http://schemas.openxmlformats.org/officeDocument/2006/relationships/slide" Target="/ppt/slides/slide3.xml" Id="R6d5028455cdb4534" /><Relationship Type="http://schemas.openxmlformats.org/officeDocument/2006/relationships/slide" Target="/ppt/slides/slide4.xml" Id="Rb6dad4f7b7044970" /><Relationship Type="http://schemas.openxmlformats.org/officeDocument/2006/relationships/slide" Target="/ppt/slides/slide5.xml" Id="R53da39f445254324" /><Relationship Type="http://schemas.openxmlformats.org/officeDocument/2006/relationships/slide" Target="/ppt/slides/slide6.xml" Id="R462807c931094d96" /><Relationship Type="http://schemas.openxmlformats.org/officeDocument/2006/relationships/slide" Target="/ppt/slides/slide7.xml" Id="R59c4b4bf3c5e4ae4" /><Relationship Type="http://schemas.openxmlformats.org/officeDocument/2006/relationships/slide" Target="/ppt/slides/slide8.xml" Id="R9e0ebc52485141ba" /><Relationship Type="http://schemas.openxmlformats.org/officeDocument/2006/relationships/slide" Target="/ppt/slides/slide9.xml" Id="R3959d1084f23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7d928e9570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0fc603ff44bfa" /><Relationship Type="http://schemas.openxmlformats.org/officeDocument/2006/relationships/notesMaster" Target="/ppt/notesMasters/notesMaster1.xml" Id="Rb86a7bf2197d43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de668bcd4f429d" /><Relationship Type="http://schemas.openxmlformats.org/officeDocument/2006/relationships/notesMaster" Target="/ppt/notesMasters/notesMaster1.xml" Id="R3f9d5505e9de40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346a70055f4234" /><Relationship Type="http://schemas.openxmlformats.org/officeDocument/2006/relationships/notesMaster" Target="/ppt/notesMasters/notesMaster1.xml" Id="R54bcfdc3bcb44a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11bacda934d5c" /><Relationship Type="http://schemas.openxmlformats.org/officeDocument/2006/relationships/notesMaster" Target="/ppt/notesMasters/notesMaster1.xml" Id="Rd07e8520723d43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d44538a50b47b2" /><Relationship Type="http://schemas.openxmlformats.org/officeDocument/2006/relationships/notesMaster" Target="/ppt/notesMasters/notesMaster1.xml" Id="R9592dfc6f2b3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d357bed1548db" /><Relationship Type="http://schemas.openxmlformats.org/officeDocument/2006/relationships/notesMaster" Target="/ppt/notesMasters/notesMaster1.xml" Id="R7e024178543f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d047bffdb94060" /><Relationship Type="http://schemas.openxmlformats.org/officeDocument/2006/relationships/notesMaster" Target="/ppt/notesMasters/notesMaster1.xml" Id="Rf8de480007ae47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f323980e54f85" /><Relationship Type="http://schemas.openxmlformats.org/officeDocument/2006/relationships/notesMaster" Target="/ppt/notesMasters/notesMaster1.xml" Id="Rb15000337eba49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710a0539ef4b52" /><Relationship Type="http://schemas.openxmlformats.org/officeDocument/2006/relationships/notesMaster" Target="/ppt/notesMasters/notesMaster1.xml" Id="R9016adcc3f5c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6a961d2994f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2a4e003de2431a" /><Relationship Type="http://schemas.openxmlformats.org/officeDocument/2006/relationships/slideLayout" Target="/ppt/slideLayouts/slideLayout1.xml" Id="R8f3937a1fbf4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3937a1fbf4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20669d07d49aa" /><Relationship Type="http://schemas.openxmlformats.org/officeDocument/2006/relationships/notesSlide" Target="/ppt/notesSlides/notesSlide1.xml" Id="Rd25ff0f079e2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34d2405c348aa" /><Relationship Type="http://schemas.openxmlformats.org/officeDocument/2006/relationships/notesSlide" Target="/ppt/notesSlides/notesSlide2.xml" Id="R1bea8285078a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1bf2b6de64271" /><Relationship Type="http://schemas.openxmlformats.org/officeDocument/2006/relationships/notesSlide" Target="/ppt/notesSlides/notesSlide3.xml" Id="R2ff78b7ebf474c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14b267054496f" /><Relationship Type="http://schemas.openxmlformats.org/officeDocument/2006/relationships/notesSlide" Target="/ppt/notesSlides/notesSlide4.xml" Id="R8a0c6609f90543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0a4e3e2cd47f4" /><Relationship Type="http://schemas.openxmlformats.org/officeDocument/2006/relationships/notesSlide" Target="/ppt/notesSlides/notesSlide5.xml" Id="R7439294791d64a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ad8efb5ad4d24" /><Relationship Type="http://schemas.openxmlformats.org/officeDocument/2006/relationships/notesSlide" Target="/ppt/notesSlides/notesSlide6.xml" Id="R1b797de5d27e48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7faac5a9f4995" /><Relationship Type="http://schemas.openxmlformats.org/officeDocument/2006/relationships/notesSlide" Target="/ppt/notesSlides/notesSlide7.xml" Id="Rb97975b25e9647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11d36ffcf47cc" /><Relationship Type="http://schemas.openxmlformats.org/officeDocument/2006/relationships/notesSlide" Target="/ppt/notesSlides/notesSlide8.xml" Id="R510d805c1e0a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ade92903428d" /><Relationship Type="http://schemas.openxmlformats.org/officeDocument/2006/relationships/notesSlide" Target="/ppt/notesSlides/notesSlide9.xml" Id="R3bd0fe24eee24c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4EDA3-A7D2-4916-B42E-FC95C93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3D861-5A22-4B1E-9C4C-7AFA9083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Dielectric and Magnetic Materials: Dielectrics : Introduction, Electrical Polarization Mechanisms, Internal fields in 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24ED7-85A2-4DDA-8D2F-FC2E2DE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1CB69-024C-4DE4-B8C0-7718BAE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A6548-87C3-4700-83E7-8870581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A7C97-F69D-49BA-896F-3B8C0208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D0326-0F1C-420B-A16E-96BABDE3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C79A4-EFD1-4E51-BB96-68023FA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12CF4-CF3B-45DC-9585-AC91E61B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4CD7-99D1-4A7B-8B9A-2177F9D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D7023-B525-4E39-9429-AD80F5E2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A7C91-B155-4334-B4A8-5EFB84B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ADEE4-1681-46B3-AD69-CD65229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9CB59-DF59-4831-A9A3-BCF8497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5023-BABF-4CE0-8E4B-A485941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417198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20A1F-E47C-411E-9E66-DB19CB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C6E5-445F-49DD-A042-73213AD2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498D5-12DC-40AD-9F54-63032CB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B5824-C31C-414E-BDC0-94181D76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4AC52-EADB-47CA-9530-D39B1CE4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45702-99B8-4F38-BE2C-49362C8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4A282-7FAF-4D9D-9822-57E7B62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9623-366C-47DE-9E30-AB73DA4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B95F1-A3F0-4A06-A3DE-A4E22C17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A75B7-0E18-46CB-B49F-9602BCF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DB9B9-CC9E-4F25-8D8A-16061C1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3161F-191A-460D-911C-54D1CC1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462A3-2296-49FA-A5D5-A48AEC8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Dielectric and Magnetic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Dielectrics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Polarization Mechanisms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Internal fields in solids (qualitative)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E2462-480E-431D-8D2F-00E2EC10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70ABF-506F-4C13-9044-BAE0994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2008503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F61CE-C067-4508-A93E-164BB1F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D6BDC-C88E-483A-9B9D-99BAA10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4CDAC-752D-4773-B631-646DBEE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94536-1917-46DA-8AD2-A4296EA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Dielectric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2918B-96BE-4A9C-85A2-0C1C85BC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Magnetic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3353B-ED43-4751-B57C-1A26137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15758-AA28-4831-B3E7-9AFB64C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Dielectrics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FAC05-EB0E-4DF2-922B-E7B471A8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12222-1A8F-42FD-B3D8-DF108181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Polarization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A2C55-DABE-4D59-9E4F-98BEF915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Clausius -Mossotti rela- tion (Derivation) and its implications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Properties and Frequency dependence of Dielectric constant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Dielectric loss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Liquid and Gaseous dielectrics.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B50F-80ED-44F4-8BDD-B181A34A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8D7DC-F07F-4BC4-8230-7B097755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042382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A07B2-22FA-48CC-A8D9-E0C28EB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50702-4048-43BE-B90C-5B7B6DE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58ADB-7CAD-4304-AB98-D6999FD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3027F-E01A-4DE0-A994-B96EBDC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Dielectric and Magnetic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Dielectrics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Polarization Mechanisms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Internal fields in solids (qualitative)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Clausius -Mossotti rela- tion (Derivation) and its implications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3C31B-6F96-4DE3-9751-70F2862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F2152-F500-4B6E-A067-C5A28865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E6691-4E43-4B89-98D8-B3310A5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5629-E19C-4900-8203-F75B5D2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FF277-7248-4384-9474-8DB4B8B8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E5631-5C04-4963-B914-A1F0E77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8B77F-C9E8-4EC3-AA4B-28640FD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A5BCE-8A42-4636-A315-8DBC2D19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766BC-729A-4C20-B69E-97E66E1E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140B6-3282-48A2-B290-69F83EF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D091B-B370-470D-A37A-578D794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8A5BF-770F-4084-9F70-EB7CA49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5E75D-B84D-4E91-8FB1-D3E2C9A7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B2D51-52B9-42B6-A2CA-223C1D5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189666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4BA7D-DE22-4181-A794-A253692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210EC-31F8-4731-9EB5-51701C5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6A7C8-B245-4E2A-9382-7994C9D1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4246F-8111-4709-9200-956EAD9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AF97F-59B7-4BD9-8537-8E8BF71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6E9FF-6DB0-4CF0-9563-251401E0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820AF-E105-4049-A885-D0AFBECA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7B552-6965-4410-8D26-00BE4E2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2A18C-475B-4B81-8B24-7DDEC9A7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66D67-0783-4B7D-AD65-AED1CFA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C6E25-313E-4419-B4D1-13E37D5C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8BBF5-B5A9-4BCE-8392-CC6EA6FB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33E40-9C6B-4D4C-BB09-3B11E0B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231D5-6D57-4769-AFB3-1BC3F305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9FB19-A664-45E6-8683-00A16A11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428884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EEC97-2F91-489C-B4B7-5C9F0D34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A3675-EF2C-4E69-9B21-6F3C909C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08E0-0B30-4308-96D2-B673C83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60BE4-9487-4769-80AC-1E3BDEE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142B7-E329-47A6-840E-931A9751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Dielectric and Magnetic Materials: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F07E-3DD7-464F-B6FF-CA4DE0FE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Dielectric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493F3-783B-4B68-A352-80FB2A22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A6EA1-6F41-4238-96D2-2F520E5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909D-5C6E-44C6-98F1-A4D73F0D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792802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26E82-6915-4ED9-90FF-4F1AAB0E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AC53-494F-4234-9BC4-9FFED55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9D015-8912-44C5-8E02-B94110A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AE85D-1825-456E-861A-3DBC47E0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3C042-3756-4D9A-8766-6218185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Properties and Frequency dependence of Dielectric constant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Dielectric loss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Liquid and Gaseous dielectrics.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dielectrics in Capacitors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8698-6CB5-4C70-BFDE-386668A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D7226-8324-4B3D-BA26-8254CE87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3F1D2-BABE-4DAC-A495-D0997742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CF2A0-E199-43E3-A562-78F0F73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020550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08624-B6E5-46E5-A1E5-1CE5DE9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ECD05-0D3A-48E6-A2AE-64F1EC3D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A16F-835C-47E6-9927-CF31EA09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21129-D884-4C67-B85D-6067B04E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348F9-B2D0-47AF-81A6-AE291C2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97138-5BE2-4126-94F8-F5BF387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BA37D-28B1-40AA-8F09-75B7316D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Dielectric and Magnetic Materials: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45B9-A86F-47B0-9CD7-3C7DE54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C379E-AA6A-43E3-AEA6-F21AF11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2E6A-4801-4E5D-BE31-5158646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Dielectrics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9C845-676C-472E-934A-86D5B19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5482F-9E6F-4289-B66E-F902204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702CB-E1AD-459E-83BA-0C966AF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6F5AC-16C9-499C-97A7-DCF98E9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53EBF-9EF0-4033-86AC-4A6FE3A3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CE09C-158A-4AA4-95AE-32A89EF9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Polarization Mechanisms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12D1F-58C3-471E-97B7-42D4B32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7AA2-556C-4990-B6FD-94C1512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135EB-476D-4259-9F11-37365276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Internal fields in solids (qualitative)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7FC82-4367-4A8F-9A41-0172F4B6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579B1-E1E2-41CE-A31E-A352AE6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16E17-C255-49ED-B95F-CD8855D3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Clausius -Mossotti rela- tion (Derivation) and its implications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AEFD6-506A-438D-B60B-46D8BFB0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3D88A-C3C4-407A-A302-1E3BC7D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0C822-5631-4AAF-8DA3-8F494045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Properties and Frequency dependence of Dielectric constant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4C23E-C799-4BBA-865A-E3E72B4B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B599A7-3A90-449A-A192-5A91B4BC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8563F-00AA-4BDF-9F10-E2A860D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70CCC-27E6-4870-BC54-1FCD5A5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358615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9BC41-613F-4071-B064-19F023E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2D966-214B-4A2A-978D-97D28A3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04805-EBEF-47E2-A4C8-C8A491F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1FEED-A726-4C8B-8559-E74AC686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Dielectric, Magnetic, Materials, Dielectrics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2237B-CEA3-4F79-ADB7-5E15CB5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54557-0B15-4C84-BA0A-3E983890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7F6EC-F108-4195-BC65-6022CE7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C1531-3246-4F17-A6E4-F62F279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261038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2026-08-24T06:38:53.3070000Z</dcterms:created>
  <dcterms:modified xsi:type="dcterms:W3CDTF">2026-08-24T06:38:53.3070000Z</dcterms:modified>
</coreProperties>
</file>