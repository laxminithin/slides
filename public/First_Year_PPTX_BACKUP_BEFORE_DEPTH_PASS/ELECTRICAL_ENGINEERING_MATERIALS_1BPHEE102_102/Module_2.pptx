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a4e27cbbe244b3" /><Relationship Type="http://schemas.openxmlformats.org/officeDocument/2006/relationships/extended-properties" Target="/docProps/app.xml" Id="R4f6d14896b714ce0" /><Relationship Type="http://schemas.openxmlformats.org/officeDocument/2006/relationships/officeDocument" Target="/ppt/presentation.xml" Id="Rf8fcb47e569247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c654f46cfa47e8"/>
  </p:sldMasterIdLst>
  <p:notesMasterIdLst>
    <p:notesMasterId xmlns:r="http://schemas.openxmlformats.org/officeDocument/2006/relationships" r:id="Rab07da56fd5e4ac1"/>
  </p:notesMasterIdLst>
  <p:sldIdLst>
    <p:sldId xmlns:r="http://schemas.openxmlformats.org/officeDocument/2006/relationships" id="256" r:id="Rc6ba9e4c9f704c2f"/>
    <p:sldId xmlns:r="http://schemas.openxmlformats.org/officeDocument/2006/relationships" id="257" r:id="Rae4712597eae4cc4"/>
    <p:sldId xmlns:r="http://schemas.openxmlformats.org/officeDocument/2006/relationships" id="258" r:id="R7672274377c34e30"/>
    <p:sldId xmlns:r="http://schemas.openxmlformats.org/officeDocument/2006/relationships" id="259" r:id="Rf5115ba7c1504082"/>
    <p:sldId xmlns:r="http://schemas.openxmlformats.org/officeDocument/2006/relationships" id="260" r:id="Rdfc072213d094ac7"/>
    <p:sldId xmlns:r="http://schemas.openxmlformats.org/officeDocument/2006/relationships" id="261" r:id="R1112c6da0c84435b"/>
    <p:sldId xmlns:r="http://schemas.openxmlformats.org/officeDocument/2006/relationships" id="262" r:id="Rd0d08c9e5288451d"/>
    <p:sldId xmlns:r="http://schemas.openxmlformats.org/officeDocument/2006/relationships" id="263" r:id="Rb94e83efdd6d4379"/>
    <p:sldId xmlns:r="http://schemas.openxmlformats.org/officeDocument/2006/relationships" id="264" r:id="R97dc6254450f43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eee9c275854826" /><Relationship Type="http://schemas.openxmlformats.org/officeDocument/2006/relationships/slideMaster" Target="/ppt/slideMasters/slideMaster1.xml" Id="R9fc654f46cfa47e8" /><Relationship Type="http://schemas.openxmlformats.org/officeDocument/2006/relationships/notesMaster" Target="/ppt/notesMasters/notesMaster1.xml" Id="Rab07da56fd5e4ac1" /><Relationship Type="http://schemas.openxmlformats.org/officeDocument/2006/relationships/presProps" Target="/ppt/presProps.xml" Id="R7767cadfd7ad4d7e" /><Relationship Type="http://schemas.openxmlformats.org/officeDocument/2006/relationships/tableStyles" Target="/ppt/tableStyles.xml" Id="Re9695d5405294577" /><Relationship Type="http://schemas.openxmlformats.org/officeDocument/2006/relationships/slide" Target="/ppt/slides/slide1.xml" Id="Rc6ba9e4c9f704c2f" /><Relationship Type="http://schemas.openxmlformats.org/officeDocument/2006/relationships/slide" Target="/ppt/slides/slide2.xml" Id="Rae4712597eae4cc4" /><Relationship Type="http://schemas.openxmlformats.org/officeDocument/2006/relationships/slide" Target="/ppt/slides/slide3.xml" Id="R7672274377c34e30" /><Relationship Type="http://schemas.openxmlformats.org/officeDocument/2006/relationships/slide" Target="/ppt/slides/slide4.xml" Id="Rf5115ba7c1504082" /><Relationship Type="http://schemas.openxmlformats.org/officeDocument/2006/relationships/slide" Target="/ppt/slides/slide5.xml" Id="Rdfc072213d094ac7" /><Relationship Type="http://schemas.openxmlformats.org/officeDocument/2006/relationships/slide" Target="/ppt/slides/slide6.xml" Id="R1112c6da0c84435b" /><Relationship Type="http://schemas.openxmlformats.org/officeDocument/2006/relationships/slide" Target="/ppt/slides/slide7.xml" Id="Rd0d08c9e5288451d" /><Relationship Type="http://schemas.openxmlformats.org/officeDocument/2006/relationships/slide" Target="/ppt/slides/slide8.xml" Id="Rb94e83efdd6d4379" /><Relationship Type="http://schemas.openxmlformats.org/officeDocument/2006/relationships/slide" Target="/ppt/slides/slide9.xml" Id="R97dc6254450f43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e89080d6c842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6b6eab47064cc3" /><Relationship Type="http://schemas.openxmlformats.org/officeDocument/2006/relationships/notesMaster" Target="/ppt/notesMasters/notesMaster1.xml" Id="R3b342a0bb8aa4b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f3dcecafef4c8c" /><Relationship Type="http://schemas.openxmlformats.org/officeDocument/2006/relationships/notesMaster" Target="/ppt/notesMasters/notesMaster1.xml" Id="R05811792daf54b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6fbbf048bb433f" /><Relationship Type="http://schemas.openxmlformats.org/officeDocument/2006/relationships/notesMaster" Target="/ppt/notesMasters/notesMaster1.xml" Id="R044bf01cee0044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73646b74b04f50" /><Relationship Type="http://schemas.openxmlformats.org/officeDocument/2006/relationships/notesMaster" Target="/ppt/notesMasters/notesMaster1.xml" Id="R5cfaf283c2a549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736a73c0984adf" /><Relationship Type="http://schemas.openxmlformats.org/officeDocument/2006/relationships/notesMaster" Target="/ppt/notesMasters/notesMaster1.xml" Id="R7b0399ab64bb4f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f4c16bb75b494e" /><Relationship Type="http://schemas.openxmlformats.org/officeDocument/2006/relationships/notesMaster" Target="/ppt/notesMasters/notesMaster1.xml" Id="Ra3eba7faed4149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e81eeca319489f" /><Relationship Type="http://schemas.openxmlformats.org/officeDocument/2006/relationships/notesMaster" Target="/ppt/notesMasters/notesMaster1.xml" Id="R8899d9b653fb43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06cb141eb64e4c" /><Relationship Type="http://schemas.openxmlformats.org/officeDocument/2006/relationships/notesMaster" Target="/ppt/notesMasters/notesMaster1.xml" Id="Radfb8541e59b47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2652c8da804a4c" /><Relationship Type="http://schemas.openxmlformats.org/officeDocument/2006/relationships/notesMaster" Target="/ppt/notesMasters/notesMaster1.xml" Id="R34933eee61b440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0dab706d74d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eff769baa645bc" /><Relationship Type="http://schemas.openxmlformats.org/officeDocument/2006/relationships/slideLayout" Target="/ppt/slideLayouts/slideLayout1.xml" Id="Re140a3dedfc44b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40a3dedfc44b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23e45457843b8" /><Relationship Type="http://schemas.openxmlformats.org/officeDocument/2006/relationships/notesSlide" Target="/ppt/notesSlides/notesSlide1.xml" Id="R91bb93d2ffc342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43f7b4d0c4701" /><Relationship Type="http://schemas.openxmlformats.org/officeDocument/2006/relationships/notesSlide" Target="/ppt/notesSlides/notesSlide2.xml" Id="R1d49da25f2e24c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809ed63c74fb1" /><Relationship Type="http://schemas.openxmlformats.org/officeDocument/2006/relationships/notesSlide" Target="/ppt/notesSlides/notesSlide3.xml" Id="R23399d6742ed40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c2e1dcf97469c" /><Relationship Type="http://schemas.openxmlformats.org/officeDocument/2006/relationships/notesSlide" Target="/ppt/notesSlides/notesSlide4.xml" Id="R91a112bbf8c04a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7331573a44bc6" /><Relationship Type="http://schemas.openxmlformats.org/officeDocument/2006/relationships/notesSlide" Target="/ppt/notesSlides/notesSlide5.xml" Id="R404095e1754948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d89bd28284d57" /><Relationship Type="http://schemas.openxmlformats.org/officeDocument/2006/relationships/notesSlide" Target="/ppt/notesSlides/notesSlide6.xml" Id="R379071c1eb8c40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1dee580924b47" /><Relationship Type="http://schemas.openxmlformats.org/officeDocument/2006/relationships/notesSlide" Target="/ppt/notesSlides/notesSlide7.xml" Id="R842d8549edef4e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8f245477449d2" /><Relationship Type="http://schemas.openxmlformats.org/officeDocument/2006/relationships/notesSlide" Target="/ppt/notesSlides/notesSlide8.xml" Id="R81aec11ca7104d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fde88f0004496" /><Relationship Type="http://schemas.openxmlformats.org/officeDocument/2006/relationships/notesSlide" Target="/ppt/notesSlides/notesSlide9.xml" Id="R6a58f5f4030146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49C71-6815-47F0-A118-ABBCDC72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EC5D4-EDE8-435B-9AC7-FD266E1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Thermoelectric materials and devices: Thermo emf and thermo current, Seeb eck effect, Peltier effect, Seeb eck and Pelti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B64D6-D45D-4A58-B589-88191E6C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ELECTRICAL ENGINEERING MATERIALS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1BPHEE102/102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81B86-25D7-4433-978D-6A80B7F4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01B0A-49E2-410A-BFCA-1588DFE8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3F74E-F64D-44E6-865A-68B09DBC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47D90-26B0-4FDF-B180-BB47D2F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0ADE4-5A3E-4D54-98F4-8F6FD8BD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013F6-98A6-461D-832C-F1898F80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8573A-2838-43ED-A229-D51ADD75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9958E-018E-4929-ACAE-60F5ABB8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5B293-8B1C-4B3C-975B-2AE1B49C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EA461-2788-4EBC-B9C6-25C32DF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76D84-86AE-4A5E-B75F-85220272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0623F-0FED-4A88-AAE2-4C341724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312901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08E14-14D3-4199-BA8A-CD4C78F6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B3ABF-0CC2-497A-B2BC-FB9E1288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60569-0327-40DF-8805-19CD5DC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BC356-E8A3-4B76-9F79-207D71E6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54077-1910-4D68-8F78-7D1FCCAA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D8C20-DA66-486B-881F-CED9303A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94D17-3B33-4015-93AE-AFF0D982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65B7B-FA2C-4F35-BD27-766F6EB0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05E66-4CE2-4CAB-AC1B-34BD0011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5D030-0146-47CB-AB8E-AF63EF4A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1B9A5-DD3A-4B7E-93A4-38A76880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26E3B-D6A2-4CB1-9FEE-45AF5FCA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80DF1-BEBE-4054-821B-469059F0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Thermoelectric materials and devices: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Thermo emf and thermo current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Seeb eck effect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Peltier effect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Seeb eck and Peltier coefficients, figure of merit (Mention Expression), laws of thermoelectricity.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67D15-CA01-4E29-A8E7-AA1B1212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1AC47-BF56-47E3-A599-BE70A75C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8171212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96805-6EA6-4DD5-9B7A-B57583B4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34924-2081-4B59-915A-07230053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B41F9-11CD-432C-978F-A478AECB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B1897-3795-4C10-B0AC-45C97F3F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Thermoelectric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C7921-C9E7-4C31-93D7-BF3EFA75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07CF9-50F2-4FC4-8D16-7C7668E2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1C47D-9332-4F26-A69A-F7BE693D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Thermo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6ADB5-8A6A-47D3-9D0C-630DB0FB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current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C77EA-A019-40D0-8A70-8B7C392D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FA94A-4CDF-4B60-ADD6-E2F3E225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Expression for thermo emf in terms of T1 and T2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Thermo couples, thermopile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Construction and Working of Thermoelectric generators (TEG) and Thermoelectric cool- ers (TEC), low, mid and high temperature thermoelectric materials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183F5-B3E2-40D2-B25D-DC737E39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44DC1-AFB9-48CB-AD75-580D40AA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5867479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49241-EC3B-4333-AB61-72C8DAC1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CC074-3502-4B56-BC30-87DF5EFF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ECADA-A458-4A26-B226-83A249E0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834F5-6C26-47CB-AFE5-3EF706C8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Thermoelectric materials and devices: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Thermo emf and thermo current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Seeb eck effect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Peltier effect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Seeb eck and Peltier coefficients, figure of merit (Mention Expression), laws of thermoelectricity.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Expression for thermo emf in terms of T1 and T2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4E65E-7876-495A-A69D-87F18DF4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2C674-9961-437F-AC52-0D540C9E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B2D75-2A30-42D0-AFFE-86470AE4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A39FA-3D22-45A8-96A1-FC1EEEFA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F1D17-0259-4B8E-9378-668438D1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7CDB9-8828-4072-BE2F-1822CB72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B9F71-1A24-44C6-BA4E-C7967402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C5DD8-A727-4DC8-8AD1-C6B5ED5E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DD331-56BD-4FC0-B619-33BAC848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60BF7-3586-4866-9BA0-36D0622A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973ED-4E6C-4F0C-AEC8-E4646843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7AC48-EA9A-4C45-8813-9CA481D0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E7F3D-5C8E-4527-9DEE-404D35E9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38872-5C27-4012-BEE1-F398E8E0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9670987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523A8-AB1E-4E7B-9642-34CBBEA5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DF6BA-78AD-4250-8352-3C5EB439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F5DEF-6C39-4EB9-A9A8-9C534E32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A93C8-4FAC-4129-8782-7BA8D7B8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C2BE0-1AF8-4514-BF06-504237B0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0839F-8791-4DEF-851C-704C46D2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89464-06D4-4F22-9890-3BACEA5A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F7706-A8C8-442F-90EF-579B4618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06E74-8E07-4A81-8B28-84BB27D9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403FA-0881-4FEA-917D-D2518513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0B922-97F9-4B5A-8F2F-17518542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07AD6-E4B2-4F46-896C-A13BDA7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FB590-3F47-4EA8-82C4-1E9FCE06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C1DD7-161C-48C7-A2BF-6B3FE5C4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98BBA-D997-445D-8F93-89465ECF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885190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47AE4-9780-4FE9-9042-FC71086F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EE482-A53C-4F23-8DC4-0218A339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9BC8A-26A1-497A-8204-AC9FA761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5E9C2-5072-4A11-B340-9A9D1FA3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F5A73-8807-4DE7-8E40-7CF2506D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Thermoelectric materials and devices: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E4FE3-4A42-49EB-8292-1D3C3D29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Thermoelectric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8C0AF-6088-425B-9A55-54CA57CF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BDC3C-D393-4223-9913-FB8EFE85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B2730-52C0-4DDA-B124-1B45188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713899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871A0-3E81-437B-A179-818D125A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1E18E-7E7C-483C-BFF4-EEA40E48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91B75-14BF-4408-B880-C6FAC9E0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CF0C5-71C1-4E8E-88AC-9BD8BF5E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80F60-86F2-4F58-9363-3CBA57E7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Thermo couples, thermopile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Construction and Working of Thermoelectric generators (TEG) and Thermoelectric cool- ers (TEC), low, mid and high temperature thermoelectric materials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Exhaust of Automobiles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2BA7D-2807-4073-ACE1-6C5352CA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E418A-A960-4B01-AC20-DFBB1253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6590A-1FEE-4E03-8EF6-D478C049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B1540-3300-4E7E-BCA9-2660A9CE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991011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C81908-B6B0-4BC6-9CDF-76939D3E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CA694-705C-49A4-873C-87911468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8517B-C79D-4784-B044-F352E2E6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55793-3809-4EEF-AA79-EFC3CCA7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7D50C-A7FB-4023-BDE0-DE5D42CB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604ED-D7FA-4B30-BBDF-2A5EFAAA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7DFE4-6B6F-4955-AC5B-16AADB9E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Thermoelectric materials and devices: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750E9-E9D2-42C5-ABC4-4D4A97D2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459E1-3862-4467-89FF-29899895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8D5EB-FD18-4345-BAD4-CE5019E4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Thermo emf and thermo current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B17A6-41EE-4336-9038-60A23026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7F46E-A3CD-411A-9735-D42DE855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16E4C-EE50-46DC-9E45-07051A01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Seeb eck effect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D5079-9CDC-4303-9344-51DCD41A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037E4-B060-4AE8-830D-36DB8B91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4A47F-5811-4779-BC43-FBD9E6C1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Peltier effect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698CA-8BAD-4246-AE7C-6066122C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BE49C-802A-4C70-8109-C1E79C66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0AADE-EB91-4116-B840-F418F0FA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Seeb eck and Peltier coefficients, figure of merit (Mention Expression), laws of thermoelectric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BA7DF-ED1D-4140-8397-B9B6BDA0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95977-F3F5-4B3F-A302-3DAC4958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DC183-4559-41D0-A7D3-EC8EAF7F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Expression for thermo emf in terms of T1 and T2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2106E-07CB-4E11-9258-90D4D01F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FD0C4-F37C-41A6-807D-8F57F1FA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D5B6D9-D752-48E4-A2B8-377E013E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Thermo couples, thermopile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2600DB-6938-4778-B088-0B6BB7B6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6D7CF8-D43F-493C-99B1-A8B75395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B271E-4A02-4A47-932A-8498AD57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1F7342-2700-413F-B658-BA935913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4415536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67EBA-C608-463B-A64C-69E22FB4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82E92-1225-4620-B09E-9EC38F00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C1A83-4858-4A60-A447-715B6A5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865E6-80A6-40A8-88CB-36C72BC5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Thermoelectric, materials, devices, Thermo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F8C99-61DF-47DC-B81E-A8D99BE0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9D8E1-4A17-47D3-B877-5434D8AA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E9708-8034-478C-B65C-9443834E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88AD7-92E1-4A66-BCE3-DFA7E31C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205856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2026-08-24T06:38:53.3630000Z</dcterms:created>
  <dcterms:modified xsi:type="dcterms:W3CDTF">2026-08-24T06:38:53.3630000Z</dcterms:modified>
</coreProperties>
</file>