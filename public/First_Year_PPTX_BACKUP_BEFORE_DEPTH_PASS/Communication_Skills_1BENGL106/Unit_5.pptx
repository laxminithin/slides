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f8bc8f1a6a4f36" /><Relationship Type="http://schemas.openxmlformats.org/officeDocument/2006/relationships/extended-properties" Target="/docProps/app.xml" Id="R68ad475451644408" /><Relationship Type="http://schemas.openxmlformats.org/officeDocument/2006/relationships/officeDocument" Target="/ppt/presentation.xml" Id="R981f48f762244d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ca8ab265964a4c"/>
  </p:sldMasterIdLst>
  <p:notesMasterIdLst>
    <p:notesMasterId xmlns:r="http://schemas.openxmlformats.org/officeDocument/2006/relationships" r:id="R7afafd89f2364107"/>
  </p:notesMasterIdLst>
  <p:sldIdLst>
    <p:sldId xmlns:r="http://schemas.openxmlformats.org/officeDocument/2006/relationships" id="256" r:id="R2ca8ddca486a4c92"/>
    <p:sldId xmlns:r="http://schemas.openxmlformats.org/officeDocument/2006/relationships" id="257" r:id="Rc8e2630213c846d0"/>
    <p:sldId xmlns:r="http://schemas.openxmlformats.org/officeDocument/2006/relationships" id="258" r:id="R21bbe41255d348b7"/>
    <p:sldId xmlns:r="http://schemas.openxmlformats.org/officeDocument/2006/relationships" id="259" r:id="R9d15b9e311df4e4d"/>
    <p:sldId xmlns:r="http://schemas.openxmlformats.org/officeDocument/2006/relationships" id="260" r:id="Rdcc5e4f8ac3d45d5"/>
    <p:sldId xmlns:r="http://schemas.openxmlformats.org/officeDocument/2006/relationships" id="261" r:id="R51cc31a81835475e"/>
    <p:sldId xmlns:r="http://schemas.openxmlformats.org/officeDocument/2006/relationships" id="262" r:id="Rb010812cb9b34422"/>
    <p:sldId xmlns:r="http://schemas.openxmlformats.org/officeDocument/2006/relationships" id="263" r:id="R14fe933c22c643e0"/>
    <p:sldId xmlns:r="http://schemas.openxmlformats.org/officeDocument/2006/relationships" id="264" r:id="Rced7dce81ed346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79f00689b6462f" /><Relationship Type="http://schemas.openxmlformats.org/officeDocument/2006/relationships/slideMaster" Target="/ppt/slideMasters/slideMaster1.xml" Id="Rc1ca8ab265964a4c" /><Relationship Type="http://schemas.openxmlformats.org/officeDocument/2006/relationships/notesMaster" Target="/ppt/notesMasters/notesMaster1.xml" Id="R7afafd89f2364107" /><Relationship Type="http://schemas.openxmlformats.org/officeDocument/2006/relationships/presProps" Target="/ppt/presProps.xml" Id="R801e472494f4491a" /><Relationship Type="http://schemas.openxmlformats.org/officeDocument/2006/relationships/tableStyles" Target="/ppt/tableStyles.xml" Id="R3fa2e22828af4ddb" /><Relationship Type="http://schemas.openxmlformats.org/officeDocument/2006/relationships/slide" Target="/ppt/slides/slide1.xml" Id="R2ca8ddca486a4c92" /><Relationship Type="http://schemas.openxmlformats.org/officeDocument/2006/relationships/slide" Target="/ppt/slides/slide2.xml" Id="Rc8e2630213c846d0" /><Relationship Type="http://schemas.openxmlformats.org/officeDocument/2006/relationships/slide" Target="/ppt/slides/slide3.xml" Id="R21bbe41255d348b7" /><Relationship Type="http://schemas.openxmlformats.org/officeDocument/2006/relationships/slide" Target="/ppt/slides/slide4.xml" Id="R9d15b9e311df4e4d" /><Relationship Type="http://schemas.openxmlformats.org/officeDocument/2006/relationships/slide" Target="/ppt/slides/slide5.xml" Id="Rdcc5e4f8ac3d45d5" /><Relationship Type="http://schemas.openxmlformats.org/officeDocument/2006/relationships/slide" Target="/ppt/slides/slide6.xml" Id="R51cc31a81835475e" /><Relationship Type="http://schemas.openxmlformats.org/officeDocument/2006/relationships/slide" Target="/ppt/slides/slide7.xml" Id="Rb010812cb9b34422" /><Relationship Type="http://schemas.openxmlformats.org/officeDocument/2006/relationships/slide" Target="/ppt/slides/slide8.xml" Id="R14fe933c22c643e0" /><Relationship Type="http://schemas.openxmlformats.org/officeDocument/2006/relationships/slide" Target="/ppt/slides/slide9.xml" Id="Rced7dce81ed346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577fdc64b848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6d2491c11b489c" /><Relationship Type="http://schemas.openxmlformats.org/officeDocument/2006/relationships/notesMaster" Target="/ppt/notesMasters/notesMaster1.xml" Id="R916600c65ffd48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fb09cc8e204d90" /><Relationship Type="http://schemas.openxmlformats.org/officeDocument/2006/relationships/notesMaster" Target="/ppt/notesMasters/notesMaster1.xml" Id="R25709264596b43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b8366972944e07" /><Relationship Type="http://schemas.openxmlformats.org/officeDocument/2006/relationships/notesMaster" Target="/ppt/notesMasters/notesMaster1.xml" Id="Rf7db796e8cc74e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b0799707aa4548" /><Relationship Type="http://schemas.openxmlformats.org/officeDocument/2006/relationships/notesMaster" Target="/ppt/notesMasters/notesMaster1.xml" Id="R6a6e1830446140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982e7fb3254418" /><Relationship Type="http://schemas.openxmlformats.org/officeDocument/2006/relationships/notesMaster" Target="/ppt/notesMasters/notesMaster1.xml" Id="Rc000abb6c7574a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c0ba9daf742c0" /><Relationship Type="http://schemas.openxmlformats.org/officeDocument/2006/relationships/notesMaster" Target="/ppt/notesMasters/notesMaster1.xml" Id="R13552b65037d47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d70fa2b5c14071" /><Relationship Type="http://schemas.openxmlformats.org/officeDocument/2006/relationships/notesMaster" Target="/ppt/notesMasters/notesMaster1.xml" Id="R2fe01f0b33b743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d589f70ae54caa" /><Relationship Type="http://schemas.openxmlformats.org/officeDocument/2006/relationships/notesMaster" Target="/ppt/notesMasters/notesMaster1.xml" Id="R9c0fd4c001e747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52d7b67e65409d" /><Relationship Type="http://schemas.openxmlformats.org/officeDocument/2006/relationships/notesMaster" Target="/ppt/notesMasters/notesMaster1.xml" Id="R35d56087503e4a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bfae9f975640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7f8d2325fb44c1" /><Relationship Type="http://schemas.openxmlformats.org/officeDocument/2006/relationships/slideLayout" Target="/ppt/slideLayouts/slideLayout1.xml" Id="R281f8dbac66249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1f8dbac66249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a8fe6f7084629" /><Relationship Type="http://schemas.openxmlformats.org/officeDocument/2006/relationships/notesSlide" Target="/ppt/notesSlides/notesSlide1.xml" Id="R38028dd2534e49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8fe145c4848d3" /><Relationship Type="http://schemas.openxmlformats.org/officeDocument/2006/relationships/notesSlide" Target="/ppt/notesSlides/notesSlide2.xml" Id="R04f7c494e56043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5761a0cf049e1" /><Relationship Type="http://schemas.openxmlformats.org/officeDocument/2006/relationships/notesSlide" Target="/ppt/notesSlides/notesSlide3.xml" Id="R3bcdfbd820ce46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8fdc95aad48c0" /><Relationship Type="http://schemas.openxmlformats.org/officeDocument/2006/relationships/notesSlide" Target="/ppt/notesSlides/notesSlide4.xml" Id="R4fbe1e28f7d140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62295f9a8446f" /><Relationship Type="http://schemas.openxmlformats.org/officeDocument/2006/relationships/notesSlide" Target="/ppt/notesSlides/notesSlide5.xml" Id="R4e34beea43754b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fcaec6fc64056" /><Relationship Type="http://schemas.openxmlformats.org/officeDocument/2006/relationships/notesSlide" Target="/ppt/notesSlides/notesSlide6.xml" Id="Rddb743e508c84d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a0e34508541e8" /><Relationship Type="http://schemas.openxmlformats.org/officeDocument/2006/relationships/notesSlide" Target="/ppt/notesSlides/notesSlide7.xml" Id="Rfda057e06e234d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3496a2123443e" /><Relationship Type="http://schemas.openxmlformats.org/officeDocument/2006/relationships/notesSlide" Target="/ppt/notesSlides/notesSlide8.xml" Id="Racf64a418b2e42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23834d55946cd" /><Relationship Type="http://schemas.openxmlformats.org/officeDocument/2006/relationships/notesSlide" Target="/ppt/notesSlides/notesSlide9.xml" Id="R94f349dfad6642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108D3-31E3-4560-9BFF-D04BBF36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2A23C-DCAB-4B00-B697-4C4DBC6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APPLYING FOR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67F13-418C-43A5-844C-643FEE46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9B3DD-F663-493E-867E-6199027A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0C01D-ADD9-4BAF-BBD5-701B4AC8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29609-25D2-43E0-8F1F-9025A642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718E6-DBF1-43F5-8759-22364A0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A5A84-302E-405B-AA16-AFC3E127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74B2D-33E2-432B-A92A-79CEBDF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DC326-D617-44E3-9AF2-D82B553A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0CFD1-05ED-4BE8-AEC9-0CC87BC1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28A5E-E67A-46DE-A508-04219ED6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81A7C-D4A8-444C-8F30-17B9B581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15256-EE6F-4622-BD60-C1B57F96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5F568-43F4-4CBD-83E8-A66FCC2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1/9</a:t>
            </a:r>
          </a:p>
        </p:txBody>
      </p:sp>
    </p:spTree>
    <p:extLst>
      <p:ext uri="{BB962C8B-B14F-4D97-AF65-F5344CB8AC3E}">
        <p14:creationId xmlns:p14="http://schemas.microsoft.com/office/powerpoint/2010/main" val="1997832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3F80E-7759-400E-969B-57264F48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A5D3C-A987-4056-B9AA-7A86F40A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29D79-C5B5-4E94-B947-11CE480F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CE97F-DC8D-4357-8C78-266719DC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5AE3F-865C-46FF-80FD-75A14227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26400-49BB-4A0E-9366-95550E77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5D0BD-27F8-499C-9200-8E4FAC88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321C0-713D-42E3-808A-FEDAB372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4F510-AB6F-4F46-99B8-30662128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0BF45-B33A-4DEB-8DC1-F8139D2F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40307-EB9C-4B62-BF71-6E9988A1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C0C96-F609-408C-818B-BD519613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0B026-1977-4DA3-AE92-913C419B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APPLYING FOR JOBS (3 Hours) Listening: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Mock Interview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Telephone Interviews.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Reading a Job Interview- language used in formal professional settings, formal vs.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informal tone, non- verbal communication cues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54C70-3F24-4AC3-864A-E43CEBF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A8DFD-F83A-4D9F-951F-3E581D77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2/9</a:t>
            </a:r>
          </a:p>
        </p:txBody>
      </p:sp>
    </p:spTree>
    <p:extLst>
      <p:ext uri="{BB962C8B-B14F-4D97-AF65-F5344CB8AC3E}">
        <p14:creationId xmlns:p14="http://schemas.microsoft.com/office/powerpoint/2010/main" val="1992607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F52F2-8205-4E53-B9D8-DC1AFD89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4CBB7-3A64-41CE-8616-8055DC2A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DEB10-663C-41CC-86C7-D8D88F81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278B7-5872-479B-89C8-11AB880B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APPLYING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C7AB4-36BC-4799-B5FE-BE8C7FA7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JOBS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3B20C-4D89-4A84-80FA-EBA0EE5F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Listening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B7826-BF4C-44B9-831C-17A74ED2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Talks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1D5E6-FF5B-422A-BFDE-4E55E628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Speaking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D1B90-D094-4EE7-8CC8-7A64494D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61674-A4A4-445F-B00C-97F7CD31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Statement of Purpose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Company Profile and Completing Comprehension Exercises Writing: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Job Applications and Resumes Grammar: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Conditional Clauses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6CAFE-08AF-4E3D-9B20-05099BCF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1A0D9-5C68-4AA0-A097-BADB07ED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3/9</a:t>
            </a:r>
          </a:p>
        </p:txBody>
      </p:sp>
    </p:spTree>
    <p:extLst>
      <p:ext uri="{BB962C8B-B14F-4D97-AF65-F5344CB8AC3E}">
        <p14:creationId xmlns:p14="http://schemas.microsoft.com/office/powerpoint/2010/main" val="53505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040B1-619F-472E-B9C6-9347D33A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0B613-F187-4BFC-8543-4FDD5E91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24105-D930-42A2-BA17-5E0F4414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98CF0-31A4-4449-9FF9-D482096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APPLYING FOR JOBS (3 Hours) Listening: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Mock Interview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Telephone Interviews.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Reading a Job Interview- language used in formal professional settings, formal vs.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informal tone, non- verbal communication cues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Statement of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87E29-8857-4E27-86B3-3ECFEA6F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D7FCA-7946-4D91-8AE2-78E819BD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755BC-C5DE-4AAC-A6D0-D693FFEC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72AF6-4E15-4FFB-9D98-270EDFB2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E2B05-8C4B-4D33-8394-A6AD1A7E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A12D1-A634-4732-853D-973037DC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B043E-5CD5-40DF-804F-CEDFB233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64712-0A9D-4B3C-9BB1-F09A847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188DF-6838-41A4-9A37-523D767A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1B306-87BE-4AE5-A781-131769D4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68259-CC2B-4A5D-BD98-877D6605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1EA01-9B7C-429A-BCB8-98430442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D5032-C183-47CC-A86D-365F6BBC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C6DF5-4DC5-4909-B82F-7AF2CF10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4/9</a:t>
            </a:r>
          </a:p>
        </p:txBody>
      </p:sp>
    </p:spTree>
    <p:extLst>
      <p:ext uri="{BB962C8B-B14F-4D97-AF65-F5344CB8AC3E}">
        <p14:creationId xmlns:p14="http://schemas.microsoft.com/office/powerpoint/2010/main" val="539642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E4042-14FE-4BF6-B6BA-8B149EA1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5F6B2-8CEF-4C33-9B11-D105AAB4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BE27D-B0DC-4070-BBA4-CCCB8C6F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7B507-103B-4278-9024-00FAAC0E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8D4E6-4724-483D-B9CA-AE71B2C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0DE78-1DFE-4D03-AF1A-21EEB9F0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6D3BA-BE97-47BC-9886-7BF6046C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9F9BD-C253-45E9-8449-F0C2C11F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6B565-E55A-42F4-975E-E839C253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CBF49-7656-43B6-AF4D-693AA9F6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969C2-AAD8-4C5C-BE51-1E12DE1A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8DEBF-7C0E-47A8-B0A4-F532BA71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441A7-F27E-4D38-9B8D-A1AFFEFC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121DC-DA25-4555-9E95-00FB1F69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4622E-24BE-49A2-B192-1599DC04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5/9</a:t>
            </a:r>
          </a:p>
        </p:txBody>
      </p:sp>
    </p:spTree>
    <p:extLst>
      <p:ext uri="{BB962C8B-B14F-4D97-AF65-F5344CB8AC3E}">
        <p14:creationId xmlns:p14="http://schemas.microsoft.com/office/powerpoint/2010/main" val="1367049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AD6EA-444E-4AD8-AD63-7E08708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9080A-82AD-4F92-B1D8-775C6AA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EF8A5-389B-492D-A2FE-6A5BB72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7BB44-FDCF-4FB5-823D-2736F95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75743-3A3C-4126-AAA6-D65203AA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APPLYING FOR JOBS (3 Hours) Listening: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B17F6-413D-4C37-8414-9DCC1388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APPLYING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4D9C2-FBE4-49FA-8F12-ECEC3D93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89BB8-C8AB-4E0C-9810-B9976705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21ACB-A768-402C-83BA-31178123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6/9</a:t>
            </a:r>
          </a:p>
        </p:txBody>
      </p:sp>
    </p:spTree>
    <p:extLst>
      <p:ext uri="{BB962C8B-B14F-4D97-AF65-F5344CB8AC3E}">
        <p14:creationId xmlns:p14="http://schemas.microsoft.com/office/powerpoint/2010/main" val="276282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850C1-0DFC-4B46-AE95-4BF9C1BD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64A73-306F-4654-AE7E-EAE6F1A5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91C6-3C72-4293-A7C8-EB3810E0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DE1B9-5E74-4668-9A26-EB119DEB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3CA8C-FCD9-45AD-AE71-59013F4D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Company Profile and Completing Comprehension Exercises Writing: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Job Applications and Resumes Grammar: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Conditional Clauses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Modal verbs Vocabulary Development: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AC6E5-7E60-4144-98F1-4B95485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3150D-0330-44BF-923D-0F24221A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74507-F1D4-4C37-B8F7-BF40400A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5804F-A62D-4306-A226-C8F3867B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7/9</a:t>
            </a:r>
          </a:p>
        </p:txBody>
      </p:sp>
    </p:spTree>
    <p:extLst>
      <p:ext uri="{BB962C8B-B14F-4D97-AF65-F5344CB8AC3E}">
        <p14:creationId xmlns:p14="http://schemas.microsoft.com/office/powerpoint/2010/main" val="595730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344D74-A338-4B3B-BE58-0E875473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40F0C-9AED-45A0-AC34-21221A2B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56F3A-7F08-4349-A069-AF721896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D4697-BD5D-4247-AC2C-1972C7B0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E12D2-E082-4E66-B9BA-D8B4E5C6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5B962-932E-4588-8D17-B9FFB3EF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BE178-A05E-4ED9-9CA5-A0AFCEDC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APPLYING FOR JOBS (3 Hours) Listening: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EECE9-9094-48E2-A50D-73D4A400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AA047-6EFF-44DF-9367-F8405A3C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67695-30E2-4360-9C62-4DAB84A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Mock Interview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F8FC7-007C-4866-88AF-3008B51B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63BB5-68FD-4669-A52F-7BFA4744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06221-B181-4BC1-966D-B2F9B4B8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Telephone Interviews.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F9EF6-A6EA-453E-89BE-89C6D395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03E96-95BD-4561-97DC-291CB984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7AA9F-E634-45DF-8114-4219ED2B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Reading a Job Interview- language used in formal professional settings, formal vs.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EA679-B81B-4416-A9AE-BCDE54A5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7D95D-3192-416A-993A-323E24B8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7C01D-045C-4CAB-8280-A5B270A1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informal tone, non- verbal communication cues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240EC-E7C5-4030-A1CD-05FE2363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BF6C7-B0A0-4B70-8BA0-7EACB74B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F2036-D6E9-47E3-BCC2-A5E433C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Statement of Purpose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61157-7207-44DE-AB1B-3130D638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F5AC1-730D-407B-9D19-54D6E816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F4DD70-3CE1-4F20-80B1-092AC1AB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Company Profile and Completing Comprehension Exercises Writing: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51719-A31D-42CB-AEB0-E3776B2B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3E9EBA-1AE4-49AE-BBC4-B039F11B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0EC67-4ED9-4E14-8A70-EE9D7264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0C7BED-C79F-4426-9AB4-2F74B59D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8/9</a:t>
            </a:r>
          </a:p>
        </p:txBody>
      </p:sp>
    </p:spTree>
    <p:extLst>
      <p:ext uri="{BB962C8B-B14F-4D97-AF65-F5344CB8AC3E}">
        <p14:creationId xmlns:p14="http://schemas.microsoft.com/office/powerpoint/2010/main" val="5487268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038F0-C938-4680-B4E6-7DAA0DB5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89ACD-DCF3-47B0-9B29-070501DD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7E975-4C16-44C9-AB87-87F5BDAE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E1B4A-1A59-481C-A024-D3CACE8E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APPLYING, JOBS, Listening, Talks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54FC2-FAB7-4BCE-8799-3525A873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91992-57DA-4FDC-AAB4-C112EF14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CC34D-0E84-42FD-9BE7-3899E111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057CC-E1B6-4AAD-AD27-A013370D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5 | 9/9</a:t>
            </a:r>
          </a:p>
        </p:txBody>
      </p:sp>
    </p:spTree>
    <p:extLst>
      <p:ext uri="{BB962C8B-B14F-4D97-AF65-F5344CB8AC3E}">
        <p14:creationId xmlns:p14="http://schemas.microsoft.com/office/powerpoint/2010/main" val="2030658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2026-08-24T06:38:47.4960000Z</dcterms:created>
  <dcterms:modified xsi:type="dcterms:W3CDTF">2026-08-24T06:38:47.4960000Z</dcterms:modified>
</coreProperties>
</file>