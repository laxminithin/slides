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08f8c87204092" /><Relationship Type="http://schemas.openxmlformats.org/officeDocument/2006/relationships/extended-properties" Target="/docProps/app.xml" Id="R8f6fe03e7ce04510" /><Relationship Type="http://schemas.openxmlformats.org/officeDocument/2006/relationships/officeDocument" Target="/ppt/presentation.xml" Id="Rdc96a7b04d8d4f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0744896fb4798"/>
  </p:sldMasterIdLst>
  <p:notesMasterIdLst>
    <p:notesMasterId xmlns:r="http://schemas.openxmlformats.org/officeDocument/2006/relationships" r:id="Rc2dce25ce71448f5"/>
  </p:notesMasterIdLst>
  <p:sldIdLst>
    <p:sldId xmlns:r="http://schemas.openxmlformats.org/officeDocument/2006/relationships" id="256" r:id="Ra8388e3015ce46cc"/>
    <p:sldId xmlns:r="http://schemas.openxmlformats.org/officeDocument/2006/relationships" id="257" r:id="R372704eaac1c485c"/>
    <p:sldId xmlns:r="http://schemas.openxmlformats.org/officeDocument/2006/relationships" id="258" r:id="Rcfdc0db2e15d40b3"/>
    <p:sldId xmlns:r="http://schemas.openxmlformats.org/officeDocument/2006/relationships" id="259" r:id="R8f8edc1569614987"/>
    <p:sldId xmlns:r="http://schemas.openxmlformats.org/officeDocument/2006/relationships" id="260" r:id="Rcb8f4ef5607d4f04"/>
    <p:sldId xmlns:r="http://schemas.openxmlformats.org/officeDocument/2006/relationships" id="261" r:id="R9918181d9e63407b"/>
    <p:sldId xmlns:r="http://schemas.openxmlformats.org/officeDocument/2006/relationships" id="262" r:id="R7fdcb236ecdb40b8"/>
    <p:sldId xmlns:r="http://schemas.openxmlformats.org/officeDocument/2006/relationships" id="263" r:id="R7ae4ea0d9f744799"/>
    <p:sldId xmlns:r="http://schemas.openxmlformats.org/officeDocument/2006/relationships" id="264" r:id="R4c6da33ef53e4a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953ddc211543d2" /><Relationship Type="http://schemas.openxmlformats.org/officeDocument/2006/relationships/slideMaster" Target="/ppt/slideMasters/slideMaster1.xml" Id="R8cb0744896fb4798" /><Relationship Type="http://schemas.openxmlformats.org/officeDocument/2006/relationships/notesMaster" Target="/ppt/notesMasters/notesMaster1.xml" Id="Rc2dce25ce71448f5" /><Relationship Type="http://schemas.openxmlformats.org/officeDocument/2006/relationships/presProps" Target="/ppt/presProps.xml" Id="R4d6d0312e0024b00" /><Relationship Type="http://schemas.openxmlformats.org/officeDocument/2006/relationships/tableStyles" Target="/ppt/tableStyles.xml" Id="R50311a597d734dc2" /><Relationship Type="http://schemas.openxmlformats.org/officeDocument/2006/relationships/slide" Target="/ppt/slides/slide1.xml" Id="Ra8388e3015ce46cc" /><Relationship Type="http://schemas.openxmlformats.org/officeDocument/2006/relationships/slide" Target="/ppt/slides/slide2.xml" Id="R372704eaac1c485c" /><Relationship Type="http://schemas.openxmlformats.org/officeDocument/2006/relationships/slide" Target="/ppt/slides/slide3.xml" Id="Rcfdc0db2e15d40b3" /><Relationship Type="http://schemas.openxmlformats.org/officeDocument/2006/relationships/slide" Target="/ppt/slides/slide4.xml" Id="R8f8edc1569614987" /><Relationship Type="http://schemas.openxmlformats.org/officeDocument/2006/relationships/slide" Target="/ppt/slides/slide5.xml" Id="Rcb8f4ef5607d4f04" /><Relationship Type="http://schemas.openxmlformats.org/officeDocument/2006/relationships/slide" Target="/ppt/slides/slide6.xml" Id="R9918181d9e63407b" /><Relationship Type="http://schemas.openxmlformats.org/officeDocument/2006/relationships/slide" Target="/ppt/slides/slide7.xml" Id="R7fdcb236ecdb40b8" /><Relationship Type="http://schemas.openxmlformats.org/officeDocument/2006/relationships/slide" Target="/ppt/slides/slide8.xml" Id="R7ae4ea0d9f744799" /><Relationship Type="http://schemas.openxmlformats.org/officeDocument/2006/relationships/slide" Target="/ppt/slides/slide9.xml" Id="R4c6da33ef53e4a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bcc63a2c9c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2c9b9817a40b0" /><Relationship Type="http://schemas.openxmlformats.org/officeDocument/2006/relationships/notesMaster" Target="/ppt/notesMasters/notesMaster1.xml" Id="Rb1f3351d92dd4a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3a81e7be94acb" /><Relationship Type="http://schemas.openxmlformats.org/officeDocument/2006/relationships/notesMaster" Target="/ppt/notesMasters/notesMaster1.xml" Id="Rfa77845e1e764b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abe920e7d41d1" /><Relationship Type="http://schemas.openxmlformats.org/officeDocument/2006/relationships/notesMaster" Target="/ppt/notesMasters/notesMaster1.xml" Id="R06886fb70bc743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6aea00864a4082" /><Relationship Type="http://schemas.openxmlformats.org/officeDocument/2006/relationships/notesMaster" Target="/ppt/notesMasters/notesMaster1.xml" Id="R691e4598551743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5e53b20b314f06" /><Relationship Type="http://schemas.openxmlformats.org/officeDocument/2006/relationships/notesMaster" Target="/ppt/notesMasters/notesMaster1.xml" Id="Rf25fa8fef2864a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ce0eb541294fff" /><Relationship Type="http://schemas.openxmlformats.org/officeDocument/2006/relationships/notesMaster" Target="/ppt/notesMasters/notesMaster1.xml" Id="Ra24af12830624f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dd6d383194d92" /><Relationship Type="http://schemas.openxmlformats.org/officeDocument/2006/relationships/notesMaster" Target="/ppt/notesMasters/notesMaster1.xml" Id="R7a64acc13d9340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97358ce8094abb" /><Relationship Type="http://schemas.openxmlformats.org/officeDocument/2006/relationships/notesMaster" Target="/ppt/notesMasters/notesMaster1.xml" Id="Ra321b2753c2348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cb8bfcf7534526" /><Relationship Type="http://schemas.openxmlformats.org/officeDocument/2006/relationships/notesMaster" Target="/ppt/notesMasters/notesMaster1.xml" Id="Ra4c8a7f7665847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fbe2d30a1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4f2f0a07b4828" /><Relationship Type="http://schemas.openxmlformats.org/officeDocument/2006/relationships/slideLayout" Target="/ppt/slideLayouts/slideLayout1.xml" Id="R12646deb66a14a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46deb66a14a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3229e49c41d9" /><Relationship Type="http://schemas.openxmlformats.org/officeDocument/2006/relationships/notesSlide" Target="/ppt/notesSlides/notesSlide1.xml" Id="Rf5d0d2599a244f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4da73d6ff4143" /><Relationship Type="http://schemas.openxmlformats.org/officeDocument/2006/relationships/notesSlide" Target="/ppt/notesSlides/notesSlide2.xml" Id="Rc8f13ff7fc1d41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4df8d824f4dae" /><Relationship Type="http://schemas.openxmlformats.org/officeDocument/2006/relationships/notesSlide" Target="/ppt/notesSlides/notesSlide3.xml" Id="Rc4c7b932db7347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c43e3f56946aa" /><Relationship Type="http://schemas.openxmlformats.org/officeDocument/2006/relationships/notesSlide" Target="/ppt/notesSlides/notesSlide4.xml" Id="R981b43ff973e49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6691471f84b47" /><Relationship Type="http://schemas.openxmlformats.org/officeDocument/2006/relationships/notesSlide" Target="/ppt/notesSlides/notesSlide5.xml" Id="R11b023a41f0845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da336cc304a40" /><Relationship Type="http://schemas.openxmlformats.org/officeDocument/2006/relationships/notesSlide" Target="/ppt/notesSlides/notesSlide6.xml" Id="R755e8ced1b9745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9153fc6554ab6" /><Relationship Type="http://schemas.openxmlformats.org/officeDocument/2006/relationships/notesSlide" Target="/ppt/notesSlides/notesSlide7.xml" Id="R673bb19ee75e47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bf6fffbf94fd4" /><Relationship Type="http://schemas.openxmlformats.org/officeDocument/2006/relationships/notesSlide" Target="/ppt/notesSlides/notesSlide8.xml" Id="R2365cc03082543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33f64a9f24fff" /><Relationship Type="http://schemas.openxmlformats.org/officeDocument/2006/relationships/notesSlide" Target="/ppt/notesSlides/notesSlide9.xml" Id="R3be714fa597943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C491D-3004-4FFF-BC52-2D09F75B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3E8FD-4385-4A42-849F-9F31DB5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ENGLISH FOR EMPLOYABILTY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EC79B-20C3-4B77-9473-EC06DAF1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5277C-DC94-4E3F-B812-DC7B783E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AFDE6-B293-43D4-AD10-9DFC9625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08EB7-31C5-4F5A-AB8B-F4434572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2AD20-8050-4CC1-BEEF-F33951D9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3C934-BC2C-4F93-B266-62077705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1CF92-7A4D-42C5-927A-E3A95158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291F8-A9FB-4869-B45F-12E93953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91FC6-A11C-4572-AD0B-0CB2DEF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58DE3-74AF-475D-8830-96D3997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BB049-751F-48AC-9157-E7C79BD5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9ACE6-4D3B-43E0-AC2E-9B6E51FF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302E0-4A35-4FDE-95BA-8B633246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1/9</a:t>
            </a:r>
          </a:p>
        </p:txBody>
      </p:sp>
    </p:spTree>
    <p:extLst>
      <p:ext uri="{BB962C8B-B14F-4D97-AF65-F5344CB8AC3E}">
        <p14:creationId xmlns:p14="http://schemas.microsoft.com/office/powerpoint/2010/main" val="1561582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2E392-5B19-4EB8-9D21-59A6F312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E3BB8-5CB9-4742-9B72-BBD6629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9B7FC-B5EE-4F60-8108-3745689A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C8F8C-1724-4CAF-BEB8-A00B950C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82059-A3BF-49C8-A855-7AD9E54D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D0102-1766-4C37-A5A2-ACAC7B7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0B311-2807-464E-A1C1-22ED4427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4D375-3BC8-4C66-BB99-CBC0B491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1711F-6227-4B3B-8F2A-A02C6EF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F978A-A096-4B8A-853A-A6E2E6A2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5541C-F784-4DE8-A813-DA960715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1ADB1-3EF6-4EF7-B977-6927DEE0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058C3-F1A2-4877-A59C-708D818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ENGLISH FOR EMPLOYABILTY (3 Hours) Writing: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Formal Letter writing (Enquiry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Order, and Complaint).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Tenses - Reported Speech- Voice - Email Etiquettes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Writing and Responding to Emails.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C81D2-F803-4EA0-8117-A43A921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F13A8-75DB-4EFC-A73A-82B9C452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2/9</a:t>
            </a:r>
          </a:p>
        </p:txBody>
      </p:sp>
    </p:spTree>
    <p:extLst>
      <p:ext uri="{BB962C8B-B14F-4D97-AF65-F5344CB8AC3E}">
        <p14:creationId xmlns:p14="http://schemas.microsoft.com/office/powerpoint/2010/main" val="1683348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3A7FE-23EC-413B-9468-EAB8536A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D18D5-69E3-4523-A7F0-E1AE65C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B6255-62D6-464D-90A4-E8C8DA5E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A83C6-3F08-47A3-8109-37C9FB8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68B8E-6828-48A2-89EF-909605C5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EMPLOYABILTY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A136E-6B79-4AC8-B839-EF54913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Writing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DC010-2598-48AD-B912-375AA3D5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51431-FFCD-4949-AF7F-AFB34939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6BF50-3632-4F56-8EF3-6AF2A0C5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Enquiry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17F84-8174-41F8-84B8-55A5A578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Paragraph Writing (Descriptive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Argumentative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Short Story, and Narrative)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Blog Writing.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80039-4E6B-4173-800A-16A4CCD7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29140-A1CE-41B5-B28C-010E514B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3/9</a:t>
            </a:r>
          </a:p>
        </p:txBody>
      </p:sp>
    </p:spTree>
    <p:extLst>
      <p:ext uri="{BB962C8B-B14F-4D97-AF65-F5344CB8AC3E}">
        <p14:creationId xmlns:p14="http://schemas.microsoft.com/office/powerpoint/2010/main" val="1428301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B8238-F9F0-4332-8AC2-B9EA698C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994F9-AA59-4F2C-A4A7-81D1A98F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27EAC-3E5C-4D22-854D-777CFF41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C2EF3-0713-4D23-83CC-257DA918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ENGLISH FOR EMPLOYABILTY (3 Hours) Writing: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Formal Letter writing (Enquiry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Order, and Complaint).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Tenses - Reported Speech- Voice - Email Etiquettes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and Responding to Emails.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Paragraph Writing (Descriptive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2FCD-7F86-4EAF-920E-13E5565C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35018-3607-4009-A078-A0A74748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2B778-C03F-4D73-BDDF-6B16ACC9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7CE5E-EF52-4778-B969-BEA6E911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51598-F14B-4C9D-A817-E8A3380D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27A33-7C9B-48F5-8363-CD072FDE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1A58B-A1E8-43D2-ADDD-02208B02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7699-9621-463A-A5AB-7986C4C0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22FBB-6FBF-4500-A0CD-F99B6622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7A855-7970-473A-A4FC-34E39BBD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777A9-FD50-48F0-98B9-D11E9383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8D0C8-5A86-425B-B452-B258DF40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6CAF6-22B1-4762-BE09-B8CA2FAE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75950-D041-4F08-A8B1-1F2586BE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4/9</a:t>
            </a:r>
          </a:p>
        </p:txBody>
      </p:sp>
    </p:spTree>
    <p:extLst>
      <p:ext uri="{BB962C8B-B14F-4D97-AF65-F5344CB8AC3E}">
        <p14:creationId xmlns:p14="http://schemas.microsoft.com/office/powerpoint/2010/main" val="1784128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662D7-DA8D-4733-A169-6FE4ACDD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ED48C-64F5-4821-B257-81C50E6C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F99E6-F001-45B3-B175-9F658CDD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51FAA-0A75-4675-B4CB-38D4FD4A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5EE89-F54D-4839-8489-BEC98529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7E7EA-2E92-4B0A-B2F7-28552420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9599E-C008-464F-A579-42C5BD9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471E2-860A-4163-AEFE-D0E00CF2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6A8B9-8ECE-4861-86DD-84113FE1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15ACB-7507-43BC-8774-9C8B9291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8C69D-F5DB-437C-9D7B-F1C31AAA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ACFEC-542C-4605-885B-B7222340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1CFB0-2F46-4416-B1A8-BAD60D2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BB726-D768-4CBC-91C4-A0531947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1B3A4-805B-4FB3-AA79-DBF852C6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5/9</a:t>
            </a:r>
          </a:p>
        </p:txBody>
      </p:sp>
    </p:spTree>
    <p:extLst>
      <p:ext uri="{BB962C8B-B14F-4D97-AF65-F5344CB8AC3E}">
        <p14:creationId xmlns:p14="http://schemas.microsoft.com/office/powerpoint/2010/main" val="1875616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265F2-C2B9-496C-A38F-4DC634AD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D53DF-C8EB-456A-8B8F-31BAFB70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4DA15-3829-42BF-BE36-3CCD1C5F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8DFDF-EE1B-43EB-AEF1-01BBF1C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AD4E6-95BC-4908-8001-45D232BC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ENGLISH FOR EMPLOYABILTY (3 Hours) Writing: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C0BA5-1AFF-4B1E-96D6-91A426B8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ENGLISH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EDCC8-BEE4-4B43-8FDF-27C680A0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A9D49-D359-48C9-9C31-EEA66580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CCDFA-02FD-4BF7-A349-0CB8470F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6/9</a:t>
            </a:r>
          </a:p>
        </p:txBody>
      </p:sp>
    </p:spTree>
    <p:extLst>
      <p:ext uri="{BB962C8B-B14F-4D97-AF65-F5344CB8AC3E}">
        <p14:creationId xmlns:p14="http://schemas.microsoft.com/office/powerpoint/2010/main" val="1194346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E14F7-EE8D-459F-88BB-A498ABA3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A1AC8-D004-4EAF-92CA-A108F7C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54C86-8BB3-4D65-B114-18E56776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49EAC-D6C9-49C8-ABA9-1AC3BE1B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C463F-1E62-4789-BA96-DD6D4042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Argumentative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Short Story, and Narrative)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Blog Writing.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Proof Reading (Spelling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649EC-1E4B-4DB3-81ED-3579DBF7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3B328-D789-4BE7-968E-8430B121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87AA8-85CE-4DB8-A8B4-C322228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BE6F4-92CD-4591-B30C-3C74A41B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7/9</a:t>
            </a:r>
          </a:p>
        </p:txBody>
      </p:sp>
    </p:spTree>
    <p:extLst>
      <p:ext uri="{BB962C8B-B14F-4D97-AF65-F5344CB8AC3E}">
        <p14:creationId xmlns:p14="http://schemas.microsoft.com/office/powerpoint/2010/main" val="312637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DD5DC-AB49-442C-99FC-5A01E4A1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44D45-5796-4C69-B913-0C65948B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924C3-3A44-4B2E-8ABA-08CB10E2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CBFBA-1AAF-41D1-97E4-4F421601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FCA54-3389-4754-A3FB-DEE1D750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60F0B-ED03-40BF-8CFA-425D7DD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C9DF7-B3D3-45FF-9828-5D335067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ENGLISH FOR EMPLOYABILTY (3 Hours) Writing: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CB698-A32A-4A08-976B-B06A1C74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B0616-84A1-4858-894A-04F06731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7D630-F3E0-439B-AC06-D71F86F0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Formal Letter writing (Enquiry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88C3C-54EC-4A0E-B60B-2D94A4E6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E2113-5826-4DC3-8F0C-574AE48E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7B0DA-158E-4387-B23E-88D4F8D1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Order, and Complaint).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843E5-9576-4292-AAE6-04571077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A0AE2-174A-4EB1-AA4F-718661A0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21A11-4AD7-42A8-B6BF-56393EEA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Tenses - Reported Speech- Voice - Email Etiquettes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6A001-0017-4526-9FB5-24774BA5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B3A20-813B-4CB6-8516-244B3D93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09C4B-ED05-4B9C-A5E0-D866E099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Writing and Responding to Emails.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E70CE-5EC1-4771-BBB1-0B6F18F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CF958-BBE6-478C-AE57-85B42A4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49834-3339-4C92-A554-32AFE65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Paragraph Writing (Descriptive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2AFCF-A983-427E-96F3-3961EE0A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B5E613-7961-40EF-8F96-C693C71C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6F5AE-82C9-46BD-AEAD-BCD2EFA5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Argumentative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B21BA-5F6D-4312-9579-E294AD36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257E9-C3AA-478A-83B7-6CE4E43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711D0-170B-4735-9B95-FEF1199A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4E6A46-78E7-4FB0-9371-6F0D260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8/9</a:t>
            </a:r>
          </a:p>
        </p:txBody>
      </p:sp>
    </p:spTree>
    <p:extLst>
      <p:ext uri="{BB962C8B-B14F-4D97-AF65-F5344CB8AC3E}">
        <p14:creationId xmlns:p14="http://schemas.microsoft.com/office/powerpoint/2010/main" val="1334172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16158-B76D-4D7D-89FB-C2ABB71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94654-2817-4D7C-93CE-9BFDCD2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B3157-17F4-46DF-B06E-E084DC91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39190-F907-4614-94B3-32A63240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ENGLISH, EMPLOYABILTY, Writing, Formal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96E64-C9BF-4AA9-8867-CA13DCB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0F0F3-FDDE-47F0-8A2A-A48F2424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1DD4C-677C-47FA-94A7-BF15EC6D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3FBE9-4334-40E6-9851-CAD94FBA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3 | 9/9</a:t>
            </a:r>
          </a:p>
        </p:txBody>
      </p:sp>
    </p:spTree>
    <p:extLst>
      <p:ext uri="{BB962C8B-B14F-4D97-AF65-F5344CB8AC3E}">
        <p14:creationId xmlns:p14="http://schemas.microsoft.com/office/powerpoint/2010/main" val="2141323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2026-08-24T06:38:47.3710000Z</dcterms:created>
  <dcterms:modified xsi:type="dcterms:W3CDTF">2026-08-24T06:38:47.3710000Z</dcterms:modified>
</coreProperties>
</file>