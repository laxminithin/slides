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a48f36b1f5447a" /><Relationship Type="http://schemas.openxmlformats.org/officeDocument/2006/relationships/extended-properties" Target="/docProps/app.xml" Id="R7176ad97473c4baf" /><Relationship Type="http://schemas.openxmlformats.org/officeDocument/2006/relationships/officeDocument" Target="/ppt/presentation.xml" Id="R0b349f6af8db4f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10be9a54104dd9"/>
  </p:sldMasterIdLst>
  <p:notesMasterIdLst>
    <p:notesMasterId xmlns:r="http://schemas.openxmlformats.org/officeDocument/2006/relationships" r:id="R858f082b398d4330"/>
  </p:notesMasterIdLst>
  <p:sldIdLst>
    <p:sldId xmlns:r="http://schemas.openxmlformats.org/officeDocument/2006/relationships" id="256" r:id="R72f5bff36b334736"/>
    <p:sldId xmlns:r="http://schemas.openxmlformats.org/officeDocument/2006/relationships" id="257" r:id="Rf87dee9d31ed4f08"/>
    <p:sldId xmlns:r="http://schemas.openxmlformats.org/officeDocument/2006/relationships" id="258" r:id="Rf2b8ed328eed4407"/>
    <p:sldId xmlns:r="http://schemas.openxmlformats.org/officeDocument/2006/relationships" id="259" r:id="Rdf95241e5ffb4b54"/>
    <p:sldId xmlns:r="http://schemas.openxmlformats.org/officeDocument/2006/relationships" id="260" r:id="Rba20efbf9cfa4d63"/>
    <p:sldId xmlns:r="http://schemas.openxmlformats.org/officeDocument/2006/relationships" id="261" r:id="R3c293e8c7e0741fa"/>
    <p:sldId xmlns:r="http://schemas.openxmlformats.org/officeDocument/2006/relationships" id="262" r:id="R00486d57beb24f1c"/>
    <p:sldId xmlns:r="http://schemas.openxmlformats.org/officeDocument/2006/relationships" id="263" r:id="R0eecaa7f00dc4577"/>
    <p:sldId xmlns:r="http://schemas.openxmlformats.org/officeDocument/2006/relationships" id="264" r:id="Rd1d0a926872042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1dfd5d105640db" /><Relationship Type="http://schemas.openxmlformats.org/officeDocument/2006/relationships/slideMaster" Target="/ppt/slideMasters/slideMaster1.xml" Id="R7a10be9a54104dd9" /><Relationship Type="http://schemas.openxmlformats.org/officeDocument/2006/relationships/notesMaster" Target="/ppt/notesMasters/notesMaster1.xml" Id="R858f082b398d4330" /><Relationship Type="http://schemas.openxmlformats.org/officeDocument/2006/relationships/presProps" Target="/ppt/presProps.xml" Id="Ra3a1f51b7eb443ca" /><Relationship Type="http://schemas.openxmlformats.org/officeDocument/2006/relationships/tableStyles" Target="/ppt/tableStyles.xml" Id="Receac10b22d94165" /><Relationship Type="http://schemas.openxmlformats.org/officeDocument/2006/relationships/slide" Target="/ppt/slides/slide1.xml" Id="R72f5bff36b334736" /><Relationship Type="http://schemas.openxmlformats.org/officeDocument/2006/relationships/slide" Target="/ppt/slides/slide2.xml" Id="Rf87dee9d31ed4f08" /><Relationship Type="http://schemas.openxmlformats.org/officeDocument/2006/relationships/slide" Target="/ppt/slides/slide3.xml" Id="Rf2b8ed328eed4407" /><Relationship Type="http://schemas.openxmlformats.org/officeDocument/2006/relationships/slide" Target="/ppt/slides/slide4.xml" Id="Rdf95241e5ffb4b54" /><Relationship Type="http://schemas.openxmlformats.org/officeDocument/2006/relationships/slide" Target="/ppt/slides/slide5.xml" Id="Rba20efbf9cfa4d63" /><Relationship Type="http://schemas.openxmlformats.org/officeDocument/2006/relationships/slide" Target="/ppt/slides/slide6.xml" Id="R3c293e8c7e0741fa" /><Relationship Type="http://schemas.openxmlformats.org/officeDocument/2006/relationships/slide" Target="/ppt/slides/slide7.xml" Id="R00486d57beb24f1c" /><Relationship Type="http://schemas.openxmlformats.org/officeDocument/2006/relationships/slide" Target="/ppt/slides/slide8.xml" Id="R0eecaa7f00dc4577" /><Relationship Type="http://schemas.openxmlformats.org/officeDocument/2006/relationships/slide" Target="/ppt/slides/slide9.xml" Id="Rd1d0a926872042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aad823c6404d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d9fc29993a4243" /><Relationship Type="http://schemas.openxmlformats.org/officeDocument/2006/relationships/notesMaster" Target="/ppt/notesMasters/notesMaster1.xml" Id="Rf254df35bb3b42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9909fa33054f1b" /><Relationship Type="http://schemas.openxmlformats.org/officeDocument/2006/relationships/notesMaster" Target="/ppt/notesMasters/notesMaster1.xml" Id="R1426cccd2cca43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b090dbd43e4e9c" /><Relationship Type="http://schemas.openxmlformats.org/officeDocument/2006/relationships/notesMaster" Target="/ppt/notesMasters/notesMaster1.xml" Id="R357575bd64f048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9dec224fb9497d" /><Relationship Type="http://schemas.openxmlformats.org/officeDocument/2006/relationships/notesMaster" Target="/ppt/notesMasters/notesMaster1.xml" Id="R94f15f2b6f834c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1bc9e9e1254a19" /><Relationship Type="http://schemas.openxmlformats.org/officeDocument/2006/relationships/notesMaster" Target="/ppt/notesMasters/notesMaster1.xml" Id="R66224b21a8f449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7969b37c5b4164" /><Relationship Type="http://schemas.openxmlformats.org/officeDocument/2006/relationships/notesMaster" Target="/ppt/notesMasters/notesMaster1.xml" Id="R3f003a09d94547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9f966801bc4416" /><Relationship Type="http://schemas.openxmlformats.org/officeDocument/2006/relationships/notesMaster" Target="/ppt/notesMasters/notesMaster1.xml" Id="R1cdf86f1229e4d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cd5e34c1254eb4" /><Relationship Type="http://schemas.openxmlformats.org/officeDocument/2006/relationships/notesMaster" Target="/ppt/notesMasters/notesMaster1.xml" Id="Rd181606bb48e43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457821c1714be6" /><Relationship Type="http://schemas.openxmlformats.org/officeDocument/2006/relationships/notesMaster" Target="/ppt/notesMasters/notesMaster1.xml" Id="Rcb9b218e46c74d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248dad0e041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b0ee0ad17b4ef3" /><Relationship Type="http://schemas.openxmlformats.org/officeDocument/2006/relationships/slideLayout" Target="/ppt/slideLayouts/slideLayout1.xml" Id="Rd4120030033f42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120030033f42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f403ac8044506" /><Relationship Type="http://schemas.openxmlformats.org/officeDocument/2006/relationships/notesSlide" Target="/ppt/notesSlides/notesSlide1.xml" Id="Rac24997d505148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e5d9df66e4964" /><Relationship Type="http://schemas.openxmlformats.org/officeDocument/2006/relationships/notesSlide" Target="/ppt/notesSlides/notesSlide2.xml" Id="R81877550134643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e5a832a8a452e" /><Relationship Type="http://schemas.openxmlformats.org/officeDocument/2006/relationships/notesSlide" Target="/ppt/notesSlides/notesSlide3.xml" Id="R7b7aafbe787f4a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c7f0ee7a44cd6" /><Relationship Type="http://schemas.openxmlformats.org/officeDocument/2006/relationships/notesSlide" Target="/ppt/notesSlides/notesSlide4.xml" Id="Rfc9b17cc967440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80582a80c42ca" /><Relationship Type="http://schemas.openxmlformats.org/officeDocument/2006/relationships/notesSlide" Target="/ppt/notesSlides/notesSlide5.xml" Id="R3c2693ceff5548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d2ab5e9434980" /><Relationship Type="http://schemas.openxmlformats.org/officeDocument/2006/relationships/notesSlide" Target="/ppt/notesSlides/notesSlide6.xml" Id="R8ed0ffe7a49145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f36a920c743ff" /><Relationship Type="http://schemas.openxmlformats.org/officeDocument/2006/relationships/notesSlide" Target="/ppt/notesSlides/notesSlide7.xml" Id="R9eb4cf31dad146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3e053ead7496b" /><Relationship Type="http://schemas.openxmlformats.org/officeDocument/2006/relationships/notesSlide" Target="/ppt/notesSlides/notesSlide8.xml" Id="R2a9ac86d025e47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469bf0b2f4c5f" /><Relationship Type="http://schemas.openxmlformats.org/officeDocument/2006/relationships/notesSlide" Target="/ppt/notesSlides/notesSlide9.xml" Id="R5632454cea284d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E19BE-59B4-48E5-AE8A-53B47955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9FE7D-F0E9-4D3E-87B7-6471F85D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INTERPERSONAL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02971-582D-4283-BE6A-E92B8674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Communication Skills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1BENGL106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A700C-2ADE-415D-9F82-1FE5D54E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8D702-5FED-4313-AD23-31793DD1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22224-8C23-4C60-9A6F-1667F6CC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FFD6A-287E-4BD1-9EBC-37F58EC1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C43A4-7CF3-4923-80F9-6324650A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ABBF2-3590-483C-A2AB-87043F0B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EB17D-9866-413F-B6C1-0595D07D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300F5-FCB5-4B56-9C2C-6A65E94D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39C80-ABEC-4BD8-9599-399EA0F3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6EAF0-0A81-4507-AC26-617E1592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9051E-965A-4DF4-A419-E33ADE78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BF379-134B-4864-8308-C104E68A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1/9</a:t>
            </a:r>
          </a:p>
        </p:txBody>
      </p:sp>
    </p:spTree>
    <p:extLst>
      <p:ext uri="{BB962C8B-B14F-4D97-AF65-F5344CB8AC3E}">
        <p14:creationId xmlns:p14="http://schemas.microsoft.com/office/powerpoint/2010/main" val="141172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056E7-F55A-44FF-804D-9383D62C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1C66F-C42F-479F-8C9B-A358DF47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E8499-3ADF-446E-85A9-F1138B67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7725F-C31B-4EB7-8D90-E09E4DE1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2D9E1-AED1-4F53-B59B-DD5B1536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90EAE-3383-4ECE-B640-FAE3B25F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06C4D-58FC-46FF-A67C-DD61F556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853C2-734B-4098-B991-4EA9E1BA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AA205-C170-4CF6-BB27-ABFC953E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7F248-EA46-413D-91B4-1F36AFE2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D110E-E95E-40E7-8221-306E82FC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0C10E-3217-4F2B-8B45-3EE08810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41522-0798-417C-82CF-D0E1B4A6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INTERPERSONAL SKILLS (3 Hours) Speaking: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Role Play Exercises Based on Workplace Contexts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Introducing Oneself - PEP Talks- Personal Empowerment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Participating in Group Discussion and Debates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Giving Technical Presentation.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4C2C8-E57D-4AE7-A7D6-31AFB8E3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6B09A-7CE5-4AB3-8D2F-6581BCC7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2/9</a:t>
            </a:r>
          </a:p>
        </p:txBody>
      </p:sp>
    </p:spTree>
    <p:extLst>
      <p:ext uri="{BB962C8B-B14F-4D97-AF65-F5344CB8AC3E}">
        <p14:creationId xmlns:p14="http://schemas.microsoft.com/office/powerpoint/2010/main" val="16311928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6A70A-B285-4B9E-ABF0-D2556E27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C20A5-47CC-43EE-81B0-1B08ABF1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DB1E0-3F8C-4B1D-AD8C-6EA967BD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5D780-39D6-409B-B0A3-903FF304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INTERPERSONAL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633B8-0E34-4610-88B5-3C660DB8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76378-5065-40DD-AC76-D89FE03C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Speaking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2C40F-FBD6-4147-8940-DD1B3437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0A811-5838-4876-AC9B-5E67C251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B0D15-1DCB-4D86-902F-933E019B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Exercises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86358-38A5-4C25-A4F7-D0CDCB4A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Reading the Interview of an Achiever (Skimming and Scanning) (Case Studies).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Writing a Short Biography of an Achiever Based on given reflections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Sentence patterns.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Vocabulary Development: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F055E-2F75-45CA-A233-02E90C78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F0F85-40A6-47B8-87C2-EF4CA6AB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3/9</a:t>
            </a:r>
          </a:p>
        </p:txBody>
      </p:sp>
    </p:spTree>
    <p:extLst>
      <p:ext uri="{BB962C8B-B14F-4D97-AF65-F5344CB8AC3E}">
        <p14:creationId xmlns:p14="http://schemas.microsoft.com/office/powerpoint/2010/main" val="234031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FB594-C1A0-4C65-BE72-AA764DCA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C1159-D3F3-4D92-9097-3A945CEF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31E70-A774-496B-A9B4-B4BDCE4D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3D5A4-E38C-4E57-95A6-0D4CDA86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INTERPERSONAL SKILLS (3 Hours) Speaking: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Role Play Exercises Based on Workplace Contexts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Introducing Oneself - PEP Talks- Personal Empowerment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Participating in Group Discussion and Debates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Giving Technical Presentation.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Reading the Interview of an Achiever (Skimming and Scanning) (Case Studies).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3DD3E-D88E-45AB-832F-C200BA6C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7DC7F-1003-4153-B25A-3501D9C2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28825-337C-4A89-903E-B230A4F3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A1925-5EF0-4AC4-9C36-24E698CA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B5D51-D460-45CD-AD69-529C3577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F06A8-E336-46DD-AC3F-900E1309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06971-ADF9-4CE8-BFB0-D841E42E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B19B6-D21B-4A7C-9CC2-A97D105D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C1189-3C21-4834-8DFE-E124BAFA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EDB15-D80C-4829-9D46-4FF3E9B9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4CB77-BCFD-432E-B824-6B295DB4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DCE20-2901-4F0A-9050-30E032E7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45029-5C3F-444C-BBE6-257D59F2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95E11-B892-47C1-8D3F-D65257AE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4/9</a:t>
            </a:r>
          </a:p>
        </p:txBody>
      </p:sp>
    </p:spTree>
    <p:extLst>
      <p:ext uri="{BB962C8B-B14F-4D97-AF65-F5344CB8AC3E}">
        <p14:creationId xmlns:p14="http://schemas.microsoft.com/office/powerpoint/2010/main" val="532035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B3EFD-F1EA-4F44-A3D5-0C9F8BA5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406B2-3CB7-4C43-A803-33FC4BBD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AA31F-D3F1-46FD-A505-408C25EE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BA81B-EF8C-4D09-A0F8-39503D9F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7E3CB-EFF2-4599-BF44-42CA2AEC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A06ED-E248-49D5-B298-45A65CC8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D3C68-6418-4E25-95E1-9A02CEE2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28566-FFC2-4686-9EC6-C6DFA130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59F05-4C62-4BC4-8360-361DDD77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C1E18-ED04-409D-B160-6FD8527F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18871-5E44-4A82-B3E9-B7261FC1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93D0F-8C02-4FE5-AE77-3941A091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60F7D-BFD3-468E-940D-1827D484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9E634-71DC-4F22-AAB0-AFDE8070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9A4D9-6430-4829-B663-4ECE02DD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5/9</a:t>
            </a:r>
          </a:p>
        </p:txBody>
      </p:sp>
    </p:spTree>
    <p:extLst>
      <p:ext uri="{BB962C8B-B14F-4D97-AF65-F5344CB8AC3E}">
        <p14:creationId xmlns:p14="http://schemas.microsoft.com/office/powerpoint/2010/main" val="1441781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008BC-2FF1-4E3D-985D-17F3F241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97CEF-C4FE-45B9-9DDF-7ADE26B3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D6A7B-85D1-49CD-A219-03286960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52C46-0CD5-4EA8-9647-90B98299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40154-31FE-4BE1-99E3-7C644ECD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INTERPERSONAL SKILLS (3 Hours) Speaking: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BFDB6-A666-4C3F-A77E-0F0B933B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INTERPERSONAL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61BEF-36FF-4256-859A-E57D4A29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A4DAF-8F8E-44A2-B48D-2EE669BC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FEF8A-C66D-4665-9A02-11F3548D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6/9</a:t>
            </a:r>
          </a:p>
        </p:txBody>
      </p:sp>
    </p:spTree>
    <p:extLst>
      <p:ext uri="{BB962C8B-B14F-4D97-AF65-F5344CB8AC3E}">
        <p14:creationId xmlns:p14="http://schemas.microsoft.com/office/powerpoint/2010/main" val="4035393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D9908-C8AD-440D-85C0-A045D00D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04F16-F3DB-4941-95AB-D82BD86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160AF-700E-414B-ACB1-CE296B31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135AE-61A2-4EF3-AC69-39368DE1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22E7D-BB50-41AD-9C33-1071EB6D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a Short Biography of an Achiever Based on given reflections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Sentence patterns.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Vocabulary Development: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Idioms and Phrases.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5BEC5-6660-43DA-B02F-F27983EA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A87B7-BDCA-40AF-9622-BFACB17F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697BA-3DCF-4E12-B871-E921C980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C932D-D7A0-454A-B419-858CE223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7/9</a:t>
            </a:r>
          </a:p>
        </p:txBody>
      </p:sp>
    </p:spTree>
    <p:extLst>
      <p:ext uri="{BB962C8B-B14F-4D97-AF65-F5344CB8AC3E}">
        <p14:creationId xmlns:p14="http://schemas.microsoft.com/office/powerpoint/2010/main" val="14965791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3A56F3-996B-47A5-AA11-859E3D01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89B8E-01D3-4FBA-B2C8-2321E6E0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FD05D-82DC-4A9A-8BE0-D930B1E3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4A2DA-E859-44E2-9890-29F90AC3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C9D4E-A5CE-49D2-A07F-D697680B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30619-0B60-4C1C-897B-66733CC9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90A76-4351-4789-BB94-45FA8633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INTERPERSONAL SKILLS (3 Hours) Speaking: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9DAD3-BD3F-43F9-9E5C-4376F06D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DE4F8-A843-48AD-A242-279E1647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8EAFC-FE57-4DCC-91F8-C2C00A64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Role Play Exercises Based on Workplace Contexts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45704-D034-4481-98D1-63AD1732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89F4C-9CEA-410C-AC8D-7E186B7C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13325-CFAA-4FD6-918F-A47715A5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Introducing Oneself - PEP Talks- Personal Empowerment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B12F8-5327-4DFC-9F01-4BD1612E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7EBF9-EDE1-451B-A5FE-D93D76F5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3339E-D662-46D9-BB05-8FC1632E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Participating in Group Discussion and Debates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A786B-AE8A-4360-A0F8-81D4D7D3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ABF5C-57CD-41F7-B77F-681A2DF1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9D7896-F43B-443D-A56A-8CF7F4BF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Giving Technical Presentation.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4A086-9749-42C3-9465-CACA6CB8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592BBB-895D-4888-B310-27A86059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890C6-A9BA-41B6-A595-E61A54E9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Reading the Interview of an Achiever (Skimming and Scanning) (Case Studies).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D9C4F-5DAC-4786-9BC7-803FF273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01CC7E-B67A-4586-B488-C7ED6703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A1E875-18B8-4E35-B0D8-C6074B8F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Writing a Short Biography of an Achiever Based on given reflections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05402-6F19-4A05-8140-5353D882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54C72C-1268-40DF-8BCC-F6B1F162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4326BD-08E3-4519-A58C-4288A216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15420-73D7-4214-BAD0-4430583F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8/9</a:t>
            </a:r>
          </a:p>
        </p:txBody>
      </p:sp>
    </p:spTree>
    <p:extLst>
      <p:ext uri="{BB962C8B-B14F-4D97-AF65-F5344CB8AC3E}">
        <p14:creationId xmlns:p14="http://schemas.microsoft.com/office/powerpoint/2010/main" val="2025430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C0220-4FC1-44F6-A233-61A2D6E0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1BENGL106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AA843-4095-4B26-86C6-1E52C413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B3EEC-DD3E-468F-B6AA-69FA4E2F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FEF67-FB9A-45A9-8D30-39D32418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INTERPERSONAL, SKILLS, Speaking, Role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F262D-ECCD-497D-9EAA-112890D2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DC3D6-9B5B-4AC3-8EF2-7DB3D67F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33E38-8CE7-47A5-8D26-A343E297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Communication Skills | 1BENGL106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B6377-9256-4610-AC92-578BA22A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Unit 2 | 9/9</a:t>
            </a:r>
          </a:p>
        </p:txBody>
      </p:sp>
    </p:spTree>
    <p:extLst>
      <p:ext uri="{BB962C8B-B14F-4D97-AF65-F5344CB8AC3E}">
        <p14:creationId xmlns:p14="http://schemas.microsoft.com/office/powerpoint/2010/main" val="56029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2026-08-24T06:38:47.3100000Z</dcterms:created>
  <dcterms:modified xsi:type="dcterms:W3CDTF">2026-08-24T06:38:47.3100000Z</dcterms:modified>
</coreProperties>
</file>