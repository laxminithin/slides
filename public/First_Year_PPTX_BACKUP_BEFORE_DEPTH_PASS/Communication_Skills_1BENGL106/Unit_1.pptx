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335a736ff4431" /><Relationship Type="http://schemas.openxmlformats.org/officeDocument/2006/relationships/extended-properties" Target="/docProps/app.xml" Id="R710ac7034e074785" /><Relationship Type="http://schemas.openxmlformats.org/officeDocument/2006/relationships/officeDocument" Target="/ppt/presentation.xml" Id="Rfb43ddabb8e744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4c92a9bede46d5"/>
  </p:sldMasterIdLst>
  <p:notesMasterIdLst>
    <p:notesMasterId xmlns:r="http://schemas.openxmlformats.org/officeDocument/2006/relationships" r:id="Re6698cf5cb57418f"/>
  </p:notesMasterIdLst>
  <p:sldIdLst>
    <p:sldId xmlns:r="http://schemas.openxmlformats.org/officeDocument/2006/relationships" id="256" r:id="R326d9d27c1254924"/>
    <p:sldId xmlns:r="http://schemas.openxmlformats.org/officeDocument/2006/relationships" id="257" r:id="R219bbeb9f4164eba"/>
    <p:sldId xmlns:r="http://schemas.openxmlformats.org/officeDocument/2006/relationships" id="258" r:id="R474a94f9a1134b23"/>
    <p:sldId xmlns:r="http://schemas.openxmlformats.org/officeDocument/2006/relationships" id="259" r:id="R2e8ce4e3bb0f49f6"/>
    <p:sldId xmlns:r="http://schemas.openxmlformats.org/officeDocument/2006/relationships" id="260" r:id="Rf2eb7a16e8fa4619"/>
    <p:sldId xmlns:r="http://schemas.openxmlformats.org/officeDocument/2006/relationships" id="261" r:id="R051c934a8d324c3b"/>
    <p:sldId xmlns:r="http://schemas.openxmlformats.org/officeDocument/2006/relationships" id="262" r:id="R2ec2944284bf4e2e"/>
    <p:sldId xmlns:r="http://schemas.openxmlformats.org/officeDocument/2006/relationships" id="263" r:id="R258b413780e649de"/>
    <p:sldId xmlns:r="http://schemas.openxmlformats.org/officeDocument/2006/relationships" id="264" r:id="R6927efdba5ec4d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46339bbc4a464d" /><Relationship Type="http://schemas.openxmlformats.org/officeDocument/2006/relationships/slideMaster" Target="/ppt/slideMasters/slideMaster1.xml" Id="Rbb4c92a9bede46d5" /><Relationship Type="http://schemas.openxmlformats.org/officeDocument/2006/relationships/notesMaster" Target="/ppt/notesMasters/notesMaster1.xml" Id="Re6698cf5cb57418f" /><Relationship Type="http://schemas.openxmlformats.org/officeDocument/2006/relationships/presProps" Target="/ppt/presProps.xml" Id="Ra06e3923dedd4ae6" /><Relationship Type="http://schemas.openxmlformats.org/officeDocument/2006/relationships/tableStyles" Target="/ppt/tableStyles.xml" Id="R2ad3cd82a0b44c8f" /><Relationship Type="http://schemas.openxmlformats.org/officeDocument/2006/relationships/slide" Target="/ppt/slides/slide1.xml" Id="R326d9d27c1254924" /><Relationship Type="http://schemas.openxmlformats.org/officeDocument/2006/relationships/slide" Target="/ppt/slides/slide2.xml" Id="R219bbeb9f4164eba" /><Relationship Type="http://schemas.openxmlformats.org/officeDocument/2006/relationships/slide" Target="/ppt/slides/slide3.xml" Id="R474a94f9a1134b23" /><Relationship Type="http://schemas.openxmlformats.org/officeDocument/2006/relationships/slide" Target="/ppt/slides/slide4.xml" Id="R2e8ce4e3bb0f49f6" /><Relationship Type="http://schemas.openxmlformats.org/officeDocument/2006/relationships/slide" Target="/ppt/slides/slide5.xml" Id="Rf2eb7a16e8fa4619" /><Relationship Type="http://schemas.openxmlformats.org/officeDocument/2006/relationships/slide" Target="/ppt/slides/slide6.xml" Id="R051c934a8d324c3b" /><Relationship Type="http://schemas.openxmlformats.org/officeDocument/2006/relationships/slide" Target="/ppt/slides/slide7.xml" Id="R2ec2944284bf4e2e" /><Relationship Type="http://schemas.openxmlformats.org/officeDocument/2006/relationships/slide" Target="/ppt/slides/slide8.xml" Id="R258b413780e649de" /><Relationship Type="http://schemas.openxmlformats.org/officeDocument/2006/relationships/slide" Target="/ppt/slides/slide9.xml" Id="R6927efdba5ec4d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81f762dcb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b76425b0f46c3" /><Relationship Type="http://schemas.openxmlformats.org/officeDocument/2006/relationships/notesMaster" Target="/ppt/notesMasters/notesMaster1.xml" Id="R695e306443d7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7e7ca6b054725" /><Relationship Type="http://schemas.openxmlformats.org/officeDocument/2006/relationships/notesMaster" Target="/ppt/notesMasters/notesMaster1.xml" Id="R10f12abbea514a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1564b5e5ee4905" /><Relationship Type="http://schemas.openxmlformats.org/officeDocument/2006/relationships/notesMaster" Target="/ppt/notesMasters/notesMaster1.xml" Id="Rfeccf1c866c24d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2638564bec46ba" /><Relationship Type="http://schemas.openxmlformats.org/officeDocument/2006/relationships/notesMaster" Target="/ppt/notesMasters/notesMaster1.xml" Id="R85edc0a3716d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8bc227f014490" /><Relationship Type="http://schemas.openxmlformats.org/officeDocument/2006/relationships/notesMaster" Target="/ppt/notesMasters/notesMaster1.xml" Id="R85190b9c59bb48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08f5b6dd141c3" /><Relationship Type="http://schemas.openxmlformats.org/officeDocument/2006/relationships/notesMaster" Target="/ppt/notesMasters/notesMaster1.xml" Id="Rd72ad77536e943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2493e787a8444b" /><Relationship Type="http://schemas.openxmlformats.org/officeDocument/2006/relationships/notesMaster" Target="/ppt/notesMasters/notesMaster1.xml" Id="Raeef82796d3b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b1e59c3474db9" /><Relationship Type="http://schemas.openxmlformats.org/officeDocument/2006/relationships/notesMaster" Target="/ppt/notesMasters/notesMaster1.xml" Id="R0c71982c337648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160851bb04459" /><Relationship Type="http://schemas.openxmlformats.org/officeDocument/2006/relationships/notesMaster" Target="/ppt/notesMasters/notesMaster1.xml" Id="Rf900ff5a957548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06948683146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581877f7e4fcd" /><Relationship Type="http://schemas.openxmlformats.org/officeDocument/2006/relationships/slideLayout" Target="/ppt/slideLayouts/slideLayout1.xml" Id="R09bd516e456f45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d516e456f45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8b92655224dd5" /><Relationship Type="http://schemas.openxmlformats.org/officeDocument/2006/relationships/notesSlide" Target="/ppt/notesSlides/notesSlide1.xml" Id="R5760c050e1ae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c3c37d9d340b1" /><Relationship Type="http://schemas.openxmlformats.org/officeDocument/2006/relationships/notesSlide" Target="/ppt/notesSlides/notesSlide2.xml" Id="R7662c2002d9a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d4d3fbe3646b3" /><Relationship Type="http://schemas.openxmlformats.org/officeDocument/2006/relationships/notesSlide" Target="/ppt/notesSlides/notesSlide3.xml" Id="R0174498ead29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4ebeb46014438" /><Relationship Type="http://schemas.openxmlformats.org/officeDocument/2006/relationships/notesSlide" Target="/ppt/notesSlides/notesSlide4.xml" Id="R65316f5f0fff4a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7e3d61ab45f0" /><Relationship Type="http://schemas.openxmlformats.org/officeDocument/2006/relationships/notesSlide" Target="/ppt/notesSlides/notesSlide5.xml" Id="Rbe43c2546b28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a59bc993d4032" /><Relationship Type="http://schemas.openxmlformats.org/officeDocument/2006/relationships/notesSlide" Target="/ppt/notesSlides/notesSlide6.xml" Id="R18bfd016ff6347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4db6c5c914515" /><Relationship Type="http://schemas.openxmlformats.org/officeDocument/2006/relationships/notesSlide" Target="/ppt/notesSlides/notesSlide7.xml" Id="R45fa8b44478d48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619c8d2234070" /><Relationship Type="http://schemas.openxmlformats.org/officeDocument/2006/relationships/notesSlide" Target="/ppt/notesSlides/notesSlide8.xml" Id="Rf12857468ab043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9cbe231b4a40" /><Relationship Type="http://schemas.openxmlformats.org/officeDocument/2006/relationships/notesSlide" Target="/ppt/notesSlides/notesSlide9.xml" Id="R57ef35cd517e49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7C008-E14B-43FF-A5FE-5CF8988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47D48-1C78-4937-B074-94B19F8C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COMMUNICATION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0AE00-21A0-47FD-AEFC-6EFB4F74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79592-71C7-4E98-A758-E6B585A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D201-EC62-4BE8-930D-6FF7AB9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3E99F-1318-4528-B76A-81F1B49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DC41B-8139-4298-8DCF-03F86DDA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04F41-60A5-4FAE-9B06-CE4CE853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5E696-80D8-4607-9E92-9EF6617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766DC-B38C-478D-A19C-B8179C4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78454-C90F-4077-A631-042A9C02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752A-09F2-4AEA-9AD3-782003B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D7B42-DA38-461F-95F2-5E936DB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C883B-168C-4D40-B3F0-603FE91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E50C3-350D-413E-A674-5B6E47C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1/9</a:t>
            </a:r>
          </a:p>
        </p:txBody>
      </p:sp>
    </p:spTree>
    <p:extLst>
      <p:ext uri="{BB962C8B-B14F-4D97-AF65-F5344CB8AC3E}">
        <p14:creationId xmlns:p14="http://schemas.microsoft.com/office/powerpoint/2010/main" val="79932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C4DDC-55B0-463E-9E60-55DC2A93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D9A47-2F52-4B52-A6E8-673F5C9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B998B-53C5-431B-8CE8-9B9B5C5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26A6F-50AE-4D74-90ED-14BA67F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73360-E173-4242-993F-09CE3DD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2590E-A9DD-4652-92E6-3F38188C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9C538-886A-4E6F-A5DC-78215863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19475-99E8-4C7F-BAE9-1EFF7463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80A2F-FDB3-4CE3-8C8A-554A1039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27B99-824F-4DCD-BB06-4279265C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63DF4-89C4-4399-9886-A1F2E856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D99B1-F320-477E-80B0-AB8C704C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6A05A-32AA-4310-A7B1-12116B2A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COMMUNICATION SKILLS (3 Hours) Glimpses of Essential English for Engineers (General Overview).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Communication Skills: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Verbal and Non-Verbal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Chronemics and Barriers.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Word Classification - Parts of Speech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C8887-DDA0-4CF1-BA00-A88528E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BBC62-B499-4B2A-A339-3D436377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2/9</a:t>
            </a:r>
          </a:p>
        </p:txBody>
      </p:sp>
    </p:spTree>
    <p:extLst>
      <p:ext uri="{BB962C8B-B14F-4D97-AF65-F5344CB8AC3E}">
        <p14:creationId xmlns:p14="http://schemas.microsoft.com/office/powerpoint/2010/main" val="497872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5B963-6578-400B-BEF9-206E158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E56F1-6787-4F53-8C1E-47B6113C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7E889-0B57-4CD3-BE71-E640C5FD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73E9B-46D2-499A-8521-79F9B0D1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0B542-FE02-4805-890F-BB168D49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8D26F-F179-4736-8138-5A4B4D00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Glimpses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C8D1C-1182-47E0-927A-319F336F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Essential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2809-0430-4830-A68A-485F616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4230-6D9C-4E18-8398-1475826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86F98-1C4E-434C-A6D6-6D12793A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Sentence structures.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Speaking &amp; Listening: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Listening to English Pronunciation - English Phonemes - Intelligible Accent - Speech Organs- Syllable Structures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Intonation, and Practice.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2F00B-85DF-4720-9D5E-A0001CB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18A80-BDC6-4B7A-B65D-FC59197F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3/9</a:t>
            </a:r>
          </a:p>
        </p:txBody>
      </p:sp>
    </p:spTree>
    <p:extLst>
      <p:ext uri="{BB962C8B-B14F-4D97-AF65-F5344CB8AC3E}">
        <p14:creationId xmlns:p14="http://schemas.microsoft.com/office/powerpoint/2010/main" val="913742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6C1FF-ADED-49BD-8FCC-544C84ED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3905C-74D9-4E86-A0CF-FEE8EFE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CF776-A177-403D-BE36-A53351B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FE964-F99C-4FEA-949E-25A9785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COMMUNICATION SKILLS (3 Hours) Glimpses of Essential English for Engineers (General Overview).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Communication Skills: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Verbal and Non-Verbal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Chronemics and Barriers.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Word Classification - Parts of Speech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Sentence structures.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3023-55D9-44B3-81DC-F9C35EF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82861-8139-4011-927D-527AC351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6DE4E-C7B0-4CF2-AAF7-77768B3B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671A0-0FB0-424B-9F23-BFCA6BA8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B780F-1730-46EB-B8D7-ED33868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1B208-E9AE-4672-B059-EB788D6B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6A285-96AB-4FA7-A3BA-335EB89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83A4-0E96-4E61-981C-0BEE0F9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072BF-CAA2-438A-9515-D1C03F9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B800A-F243-4B59-8DB9-6BDE5563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A127-A09C-49FB-AE73-50B55B5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9A512-267B-457A-88A2-9294E88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AE985-ED1E-4C47-B351-E36F99D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BC1FB-4D84-4234-A203-3EDE8F6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4/9</a:t>
            </a:r>
          </a:p>
        </p:txBody>
      </p:sp>
    </p:spTree>
    <p:extLst>
      <p:ext uri="{BB962C8B-B14F-4D97-AF65-F5344CB8AC3E}">
        <p14:creationId xmlns:p14="http://schemas.microsoft.com/office/powerpoint/2010/main" val="848288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F9364-4F88-41ED-A3C7-C218527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EC795-BFA1-4E63-BF11-47FF0F9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98D8F-24AB-4388-A2A9-962A4CA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D792E-736D-481D-9842-7680ED8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0F728-6EDF-44EA-8B26-BD8661B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0C10-F5E8-4965-B5FB-A378B79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CAA2D-55F9-4492-919A-8969161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7D4C6-8B43-45E0-99DC-ACB86FC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238B3-DF53-437E-82BC-1AD50D5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9B65F-7F75-4C49-B2C8-3576705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25157-824F-476B-9AB8-246EED9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AE482-31BE-45F0-9958-5ACA5811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50F23-9618-4C5C-8498-41D2DB3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DCBAB-D16F-4829-93F6-C2C1695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049E2-F39B-400E-A8E8-9BD3434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5/9</a:t>
            </a:r>
          </a:p>
        </p:txBody>
      </p:sp>
    </p:spTree>
    <p:extLst>
      <p:ext uri="{BB962C8B-B14F-4D97-AF65-F5344CB8AC3E}">
        <p14:creationId xmlns:p14="http://schemas.microsoft.com/office/powerpoint/2010/main" val="1822937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C43A6-8FBA-43DF-82F8-F84FF11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E120A-5E59-4F8F-9D91-5FB48CB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5D34-18C1-46EC-BC8C-6F04D2E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9C17-043C-4AFF-B679-EBDCADF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D6646-D9C3-4132-9E1E-21E9AC34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COMMUNICATION SKILLS (3 Hours) Glimpses of Essential English for Engineers (General Overview).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3A6A3-5787-45ED-817C-B0C8F66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COMMUNICATION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73F1F-FA20-44E4-88C6-6866E52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D587F-62C7-426A-8701-CDD5ADB3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6DCCB-97F3-47D6-A7A9-2173ADA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6/9</a:t>
            </a:r>
          </a:p>
        </p:txBody>
      </p:sp>
    </p:spTree>
    <p:extLst>
      <p:ext uri="{BB962C8B-B14F-4D97-AF65-F5344CB8AC3E}">
        <p14:creationId xmlns:p14="http://schemas.microsoft.com/office/powerpoint/2010/main" val="340790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41951-C85D-4593-97C4-37A215E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E0F4B-DF58-4EAB-830F-9FE2A19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B0F98-27CA-4749-8AC5-669DA9B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5DDA6-DE5B-42B7-9FCD-4B2E7DB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D059A-B059-4F98-AE3F-3DDD2A5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Speaking &amp; Listening: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Listening to English Pronunciation - English Phonemes - Intelligible Accent - Speech Organs- Syllable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Intonation, and Practice.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Teaching Methodology TBTL (Task-Based Teaching Learning) Language Lab Quiklrn.com Digital Tools ALL 44 sounds of English in 75 minutes - https://www.youtube.com/watch?v=QxQUapA-2w4&amp;t=51s.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2CAB1-EEE4-4D99-B724-DE2DFAA8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2ADBC-1E0E-47A0-9AD7-E65A30D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19C15-8E26-43FB-9325-CBCF459F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B9D20-2C02-448C-9BD1-0BB9E7B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7/9</a:t>
            </a:r>
          </a:p>
        </p:txBody>
      </p:sp>
    </p:spTree>
    <p:extLst>
      <p:ext uri="{BB962C8B-B14F-4D97-AF65-F5344CB8AC3E}">
        <p14:creationId xmlns:p14="http://schemas.microsoft.com/office/powerpoint/2010/main" val="2017145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0A098-1FB8-4641-8FC8-4D67BEC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0B6B4-506D-40D6-82B0-69673AC5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01503-8301-44C6-83E5-D57BFD7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ECFB5-2534-4768-8B4D-16117907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2367-234B-43CC-B48E-37FC674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B32A6-5D78-49CB-83FB-DC236EF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C68FC-FFCF-4DBC-AD67-02DC339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COMMUNICATION SKILLS (3 Hours) Glimpses of Essential English for Engineers (General Overview).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78858-3F8B-46BF-A965-77BFA947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D0FA0-C167-4F67-8949-3BC4BDA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58E01-9D20-4ECF-979C-409D8E0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Communication Skills: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6A1EC-9A91-4ED5-9358-98E6D3A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B1E54-AD3C-416F-89A7-8B504280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2E8AA-1604-492A-A697-C5A22A91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Verbal and Non-Verbal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9A362-3060-4489-BC2D-43D240C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84407-F8BB-4BF4-BC16-7F18631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4751C-CEDC-440F-BEAC-A4E0F0C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Chronemics and Barriers.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65F18-05A3-40D9-847A-33FFF21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9C801-D694-4923-9D2B-663FC2E2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9F366-460C-4DC6-A009-824B4A2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Word Classification - Parts of Speech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56A5D-54EA-45A7-A6EC-B5A11959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EC0E2-5E94-47AB-8DF6-6654E53D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5F7A0-1D59-4156-85AD-D86AFA6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Sentence structures.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35381-5623-4891-8979-C746D2B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A43DE-C798-4C7A-B91F-2A0218E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371C4-486D-4293-AE85-7B6E0F18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Speaking &amp; Listening: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F1C5D-C9D2-475E-9404-CF14FB0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5A424-DC2D-42DD-AA97-712F3EF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6495D-F0C3-48F0-AC94-792BCFDA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B47D3-9A5F-403F-8B91-752FF218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8/9</a:t>
            </a:r>
          </a:p>
        </p:txBody>
      </p:sp>
    </p:spTree>
    <p:extLst>
      <p:ext uri="{BB962C8B-B14F-4D97-AF65-F5344CB8AC3E}">
        <p14:creationId xmlns:p14="http://schemas.microsoft.com/office/powerpoint/2010/main" val="235494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93D1F-4AB8-4F13-9C9B-FFF29D9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DE6CE-5277-4C3B-BB0D-5EF7A307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984C3-579E-4B9E-95E3-05CDC20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199B5-9882-451F-844F-24121CA4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COMMUNICATION, SKILLS, Glimpses, Essential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7E04F-FE93-4302-BBE9-6400D1C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AB34D-F129-4B71-BE36-C7D9FF4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C557D-239B-4E1A-B549-E02BAEB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4FCF-2003-4711-9603-DB72CBB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1 | 9/9</a:t>
            </a:r>
          </a:p>
        </p:txBody>
      </p:sp>
    </p:spTree>
    <p:extLst>
      <p:ext uri="{BB962C8B-B14F-4D97-AF65-F5344CB8AC3E}">
        <p14:creationId xmlns:p14="http://schemas.microsoft.com/office/powerpoint/2010/main" val="2074732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2026-08-24T06:38:47.2500000Z</dcterms:created>
  <dcterms:modified xsi:type="dcterms:W3CDTF">2026-08-24T06:38:47.2500000Z</dcterms:modified>
</coreProperties>
</file>