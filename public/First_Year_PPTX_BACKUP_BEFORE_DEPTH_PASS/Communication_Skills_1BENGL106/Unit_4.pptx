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62b3a0edf34e2e" /><Relationship Type="http://schemas.openxmlformats.org/officeDocument/2006/relationships/extended-properties" Target="/docProps/app.xml" Id="R7cd98f7dbe344971" /><Relationship Type="http://schemas.openxmlformats.org/officeDocument/2006/relationships/officeDocument" Target="/ppt/presentation.xml" Id="Ra7ba1ff127674e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d2790b05e046cf"/>
  </p:sldMasterIdLst>
  <p:notesMasterIdLst>
    <p:notesMasterId xmlns:r="http://schemas.openxmlformats.org/officeDocument/2006/relationships" r:id="R4fa7531018fa454a"/>
  </p:notesMasterIdLst>
  <p:sldIdLst>
    <p:sldId xmlns:r="http://schemas.openxmlformats.org/officeDocument/2006/relationships" id="256" r:id="R54575a2d0b564a72"/>
    <p:sldId xmlns:r="http://schemas.openxmlformats.org/officeDocument/2006/relationships" id="257" r:id="R622d922e080948d5"/>
    <p:sldId xmlns:r="http://schemas.openxmlformats.org/officeDocument/2006/relationships" id="258" r:id="Ra1bed079f5194ff9"/>
    <p:sldId xmlns:r="http://schemas.openxmlformats.org/officeDocument/2006/relationships" id="259" r:id="R12ed21d685534e3b"/>
    <p:sldId xmlns:r="http://schemas.openxmlformats.org/officeDocument/2006/relationships" id="260" r:id="Rf46c211c3cee4a94"/>
    <p:sldId xmlns:r="http://schemas.openxmlformats.org/officeDocument/2006/relationships" id="261" r:id="R66a542c03bff4065"/>
    <p:sldId xmlns:r="http://schemas.openxmlformats.org/officeDocument/2006/relationships" id="262" r:id="R46c5cf223a734a8b"/>
    <p:sldId xmlns:r="http://schemas.openxmlformats.org/officeDocument/2006/relationships" id="263" r:id="Rf200b8f738004210"/>
    <p:sldId xmlns:r="http://schemas.openxmlformats.org/officeDocument/2006/relationships" id="264" r:id="R3094b1ca474b43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b5c970b54149df" /><Relationship Type="http://schemas.openxmlformats.org/officeDocument/2006/relationships/slideMaster" Target="/ppt/slideMasters/slideMaster1.xml" Id="Rb4d2790b05e046cf" /><Relationship Type="http://schemas.openxmlformats.org/officeDocument/2006/relationships/notesMaster" Target="/ppt/notesMasters/notesMaster1.xml" Id="R4fa7531018fa454a" /><Relationship Type="http://schemas.openxmlformats.org/officeDocument/2006/relationships/presProps" Target="/ppt/presProps.xml" Id="Ra99006594e2c40a7" /><Relationship Type="http://schemas.openxmlformats.org/officeDocument/2006/relationships/tableStyles" Target="/ppt/tableStyles.xml" Id="R190b7bc3c6874bbc" /><Relationship Type="http://schemas.openxmlformats.org/officeDocument/2006/relationships/slide" Target="/ppt/slides/slide1.xml" Id="R54575a2d0b564a72" /><Relationship Type="http://schemas.openxmlformats.org/officeDocument/2006/relationships/slide" Target="/ppt/slides/slide2.xml" Id="R622d922e080948d5" /><Relationship Type="http://schemas.openxmlformats.org/officeDocument/2006/relationships/slide" Target="/ppt/slides/slide3.xml" Id="Ra1bed079f5194ff9" /><Relationship Type="http://schemas.openxmlformats.org/officeDocument/2006/relationships/slide" Target="/ppt/slides/slide4.xml" Id="R12ed21d685534e3b" /><Relationship Type="http://schemas.openxmlformats.org/officeDocument/2006/relationships/slide" Target="/ppt/slides/slide5.xml" Id="Rf46c211c3cee4a94" /><Relationship Type="http://schemas.openxmlformats.org/officeDocument/2006/relationships/slide" Target="/ppt/slides/slide6.xml" Id="R66a542c03bff4065" /><Relationship Type="http://schemas.openxmlformats.org/officeDocument/2006/relationships/slide" Target="/ppt/slides/slide7.xml" Id="R46c5cf223a734a8b" /><Relationship Type="http://schemas.openxmlformats.org/officeDocument/2006/relationships/slide" Target="/ppt/slides/slide8.xml" Id="Rf200b8f738004210" /><Relationship Type="http://schemas.openxmlformats.org/officeDocument/2006/relationships/slide" Target="/ppt/slides/slide9.xml" Id="R3094b1ca474b43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3949c7c34749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7305d2d4da47f2" /><Relationship Type="http://schemas.openxmlformats.org/officeDocument/2006/relationships/notesMaster" Target="/ppt/notesMasters/notesMaster1.xml" Id="R7815c788234f42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cd9d47c7b148c7" /><Relationship Type="http://schemas.openxmlformats.org/officeDocument/2006/relationships/notesMaster" Target="/ppt/notesMasters/notesMaster1.xml" Id="R15323cfc451745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44a86edb434b65" /><Relationship Type="http://schemas.openxmlformats.org/officeDocument/2006/relationships/notesMaster" Target="/ppt/notesMasters/notesMaster1.xml" Id="Rb0dcbdc6858745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2ef99451454c02" /><Relationship Type="http://schemas.openxmlformats.org/officeDocument/2006/relationships/notesMaster" Target="/ppt/notesMasters/notesMaster1.xml" Id="Rb98b838c320148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afe3261fa54a6e" /><Relationship Type="http://schemas.openxmlformats.org/officeDocument/2006/relationships/notesMaster" Target="/ppt/notesMasters/notesMaster1.xml" Id="R15149f554af64a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d5a8fab83f4b27" /><Relationship Type="http://schemas.openxmlformats.org/officeDocument/2006/relationships/notesMaster" Target="/ppt/notesMasters/notesMaster1.xml" Id="Rbc827637ba484b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b0edd21bdf4a6d" /><Relationship Type="http://schemas.openxmlformats.org/officeDocument/2006/relationships/notesMaster" Target="/ppt/notesMasters/notesMaster1.xml" Id="R58127576f51943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0c85526ea74ce1" /><Relationship Type="http://schemas.openxmlformats.org/officeDocument/2006/relationships/notesMaster" Target="/ppt/notesMasters/notesMaster1.xml" Id="R561bb381a94940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04ca75cd114cd1" /><Relationship Type="http://schemas.openxmlformats.org/officeDocument/2006/relationships/notesMaster" Target="/ppt/notesMasters/notesMaster1.xml" Id="R555abc9c44ba4b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6def2772246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ec71984a9f4920" /><Relationship Type="http://schemas.openxmlformats.org/officeDocument/2006/relationships/slideLayout" Target="/ppt/slideLayouts/slideLayout1.xml" Id="R88cca0dea5f349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cca0dea5f349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c968aa8f845b2" /><Relationship Type="http://schemas.openxmlformats.org/officeDocument/2006/relationships/notesSlide" Target="/ppt/notesSlides/notesSlide1.xml" Id="R6def055bb9e040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6f920b93e4d01" /><Relationship Type="http://schemas.openxmlformats.org/officeDocument/2006/relationships/notesSlide" Target="/ppt/notesSlides/notesSlide2.xml" Id="R36bf9bb6708948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9c5974351481e" /><Relationship Type="http://schemas.openxmlformats.org/officeDocument/2006/relationships/notesSlide" Target="/ppt/notesSlides/notesSlide3.xml" Id="Rb0bb2996145d40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eb6e74ef14c54" /><Relationship Type="http://schemas.openxmlformats.org/officeDocument/2006/relationships/notesSlide" Target="/ppt/notesSlides/notesSlide4.xml" Id="Rbcb7adb7fd8342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6df3fc9cd4451" /><Relationship Type="http://schemas.openxmlformats.org/officeDocument/2006/relationships/notesSlide" Target="/ppt/notesSlides/notesSlide5.xml" Id="Rcf2fca6e8f8b4a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cd4b7069a4260" /><Relationship Type="http://schemas.openxmlformats.org/officeDocument/2006/relationships/notesSlide" Target="/ppt/notesSlides/notesSlide6.xml" Id="R7b03217fa3864b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ea00ca05e4e75" /><Relationship Type="http://schemas.openxmlformats.org/officeDocument/2006/relationships/notesSlide" Target="/ppt/notesSlides/notesSlide7.xml" Id="R23c8dcc54b6c47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de6ab21b844b9" /><Relationship Type="http://schemas.openxmlformats.org/officeDocument/2006/relationships/notesSlide" Target="/ppt/notesSlides/notesSlide8.xml" Id="R95382836661340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c0843963d4caf" /><Relationship Type="http://schemas.openxmlformats.org/officeDocument/2006/relationships/notesSlide" Target="/ppt/notesSlides/notesSlide9.xml" Id="R112d49e438dc4e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254C1-8883-402C-82AA-F49BD3F5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7DDB3-6994-4B89-95A6-1931F8CE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ENGLISH IN DIGITAL WORLD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73382-58DC-4BCF-ADA4-41C7F857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Communication Skills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1BENGL106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73380-DF83-49F1-979C-03E8A8D5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7AF2F-C1B9-461B-8BEB-A7D8940A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AEE02-72D9-4DE6-A59C-A88280EF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DE646-5F30-49E3-83F2-F2301BC9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85CCB-9402-4E47-BE73-4B00B19B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A77A3-1582-47A5-B6CD-AAFC8DB2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FE217-F79F-4954-B773-D2C4C3A9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B9BDD-4AAD-460F-B492-DD7665B5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D652A-0299-43C6-90B5-A8A72DFF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F965F-D142-4AD6-BAC6-3CE2BB43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8E182-638F-4349-8291-D80C674F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0830A-41E6-4859-BE4C-9AB49E5A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1/9</a:t>
            </a:r>
          </a:p>
        </p:txBody>
      </p:sp>
    </p:spTree>
    <p:extLst>
      <p:ext uri="{BB962C8B-B14F-4D97-AF65-F5344CB8AC3E}">
        <p14:creationId xmlns:p14="http://schemas.microsoft.com/office/powerpoint/2010/main" val="216469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2D459-E212-4DD8-A7FF-6C05173A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C7419-0A6D-40E5-8F20-EF7D52B9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2FE48-B38B-4067-91E2-95FDA470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CBE6B-A4C6-4BE6-A70A-058791B3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F1035-B5CB-40B9-AD4B-348C58D3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0E9AD-4374-43C1-965A-844C18D7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DA997-9E9C-4A0A-9BFA-89B9A019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7D554-5867-4469-A4E6-68A6B5E0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23DA3-2262-4E0E-8952-DB54BE9F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9102A-E1A7-4D84-9805-47C99C88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2F492-E283-4B0E-BD92-0D51371D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498FE-B433-4C05-81F4-215A2EC6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CC709-AEE9-4278-A892-BCF2D22A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ENGLISH IN DIGITAL WORLD (3 Hours) Writing: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Framing of search terms / keywords in search engines/ Commands for search on open AIs - Tools to support synchronous communication such as webinar platforms, and asynchronous communication such as forums and social media - Online communication - Types - pros and cons of online communication.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Acceptable online roles and behaviours - Netiquettes - Etiquettes of social media.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Problems and opportunities in handling digital resources -Tools to check grammar.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Citing information accurately from source material - Plagiarism - Infringement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6AB72-1A72-4297-94B8-54D1BF4F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B0922-DEF1-4C3D-972E-263B19CB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2/9</a:t>
            </a:r>
          </a:p>
        </p:txBody>
      </p:sp>
    </p:spTree>
    <p:extLst>
      <p:ext uri="{BB962C8B-B14F-4D97-AF65-F5344CB8AC3E}">
        <p14:creationId xmlns:p14="http://schemas.microsoft.com/office/powerpoint/2010/main" val="1312166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27F95-D8B3-4E74-8B41-5C6C850C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578E4-6E0B-4DCA-A7D0-1AFCBDB7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823CD-4CA2-4FE1-852A-BA385D5A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02984-5E00-4F75-91E4-9272A781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50426-3EE7-4BFC-9D9E-E3652085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DIGITAL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F6858-3533-4184-8B98-61F5592C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DD046-7E94-4741-9839-07FC5576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Writing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E6EB3-C57A-472A-A7B5-BA4AE311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Framing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14906-209A-486B-86FE-BCB31249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4E911-41F9-4A20-A4FB-A16A83E7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Importance of academic integrity.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Pedagogy TBTL (Task-Based Teaching Learning) Language Lab Quiklrn.com Digital Tools Google Meet - Integrated with Gmail, free for students Google Classroom - Forum, assignments, comments Assessment Techniques and Tools Write a short essay (150-200 words) on the problems and opportunities.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Evaluation rubric (structure, coherence, grammar).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Grammar assessment rubric (before vs after comparison, understanding of corrections).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02BE0-80B6-457B-B078-2D08E317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9B000-B4E9-43F4-B51F-DCCCE427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3/9</a:t>
            </a:r>
          </a:p>
        </p:txBody>
      </p:sp>
    </p:spTree>
    <p:extLst>
      <p:ext uri="{BB962C8B-B14F-4D97-AF65-F5344CB8AC3E}">
        <p14:creationId xmlns:p14="http://schemas.microsoft.com/office/powerpoint/2010/main" val="9317557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95726-DFD6-4B93-9333-CBE8720E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D94C3-4A78-4F6D-AB39-3D4DA1F7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46101-532E-41B6-AEB3-2B427BDA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B3259-DDC8-4C1B-9C25-DDA97982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ENGLISH IN DIGITAL WORLD (3 Hours) Writing: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Framing of search terms / keywords in search engines/ Commands for search on open AIs - Tools to support sy...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Acceptable online roles and behaviours - Netiquettes - Etiquettes of social media.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Problems and opportunities in handling digital resources -Tools to check grammar.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Citing information accurately from source material - Plagiarism - Infringement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Importance of academic integrity.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E1064-4D90-42E3-89AE-BB365C76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C17E1-FEB0-4155-AB21-87EC931E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3665D-7B73-433B-8BA3-4EF23466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F736D-4184-4209-91D0-4E6F5082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1FAC9-5BBF-4A4D-9CE3-731ADA36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AF968-F6C0-459D-9368-ED802419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4E083-60B7-4218-BBC9-8CF057D4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95673-7820-426B-8832-D6F8DCE9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E3036-EAB4-4A23-94AC-F3BA9639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EFE60-F23F-4CB3-8884-A090121B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8C477-67AB-4393-A459-BC507C29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66365-0C5C-489D-902E-A496ECFF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F8511-5B09-47E4-9372-824DC5A3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38EFA-C6F7-4F12-83E1-D0D226A9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4/9</a:t>
            </a:r>
          </a:p>
        </p:txBody>
      </p:sp>
    </p:spTree>
    <p:extLst>
      <p:ext uri="{BB962C8B-B14F-4D97-AF65-F5344CB8AC3E}">
        <p14:creationId xmlns:p14="http://schemas.microsoft.com/office/powerpoint/2010/main" val="13354456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D42D5-F4E3-45CA-9D97-75FDA2B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843EA-35A3-4BE1-BBCC-EE93528F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31EA4-3B7C-46D3-BD31-7B9A083C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97364-18C4-479B-A7EB-4E421239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9CE45-9589-4350-AF7D-CA9E663B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ADE55-70E4-4A1B-831E-44D93313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3315F-9ADC-4A54-A7D9-9A07EA63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C63C5-6276-41A6-8D82-2325C85C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178DC-4796-46BC-9F6A-BE7C005A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2D286-1C4A-4968-A13E-888CB92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286B3-561E-433E-8651-4CAE4B0D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547CE-6A83-4C35-91D5-5A24FA32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74675-220A-457C-8B0A-CE3D48A1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C7E77-A73D-45BF-8B7F-F59066CB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48A6A-DE90-4260-9857-269AF4B0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5/9</a:t>
            </a:r>
          </a:p>
        </p:txBody>
      </p:sp>
    </p:spTree>
    <p:extLst>
      <p:ext uri="{BB962C8B-B14F-4D97-AF65-F5344CB8AC3E}">
        <p14:creationId xmlns:p14="http://schemas.microsoft.com/office/powerpoint/2010/main" val="12984013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6EAEB-A205-438B-BC79-82A3A0E4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EA913-1ADE-4F3A-8F99-ED94BEF0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F00CF-6CBD-41AB-9F06-2B586CFF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DBD10-A214-4BC9-B626-AEA993C1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D65AD-B038-4CCE-A1B5-48218B1E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ENGLISH IN DIGITAL WORLD (3 Hours) Writing: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8DAD1-530F-4B72-BAF7-F9905DC3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ENGLISH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E9E6C-F0E9-4A55-BD51-3D80DD3D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02D61-E126-42AF-9EBB-F7260271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D8179-DDB5-4BC3-94D1-65F69911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6/9</a:t>
            </a:r>
          </a:p>
        </p:txBody>
      </p:sp>
    </p:spTree>
    <p:extLst>
      <p:ext uri="{BB962C8B-B14F-4D97-AF65-F5344CB8AC3E}">
        <p14:creationId xmlns:p14="http://schemas.microsoft.com/office/powerpoint/2010/main" val="9163738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5703B-71C0-4B4D-B63A-CFC7B17B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E9755-3465-4625-92D0-0120D08F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98122-2EC4-4328-847D-55E3ECC6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BA2D6-71C2-4BF5-AF9E-06E3DAD4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E5BFC-EF20-43B9-B0C7-2E1B009B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Pedagogy TBTL (Task-Based Teaching Learning) Language Lab Quiklrn.com Digital Tools Google Meet - Integrated with Gmail, free for students Google Classroom - Forum, assignments, comments Assessment Techniques and Tools Write a short essay (150-200 words) on the problems and opportunities.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Evaluation rubric (structure, coherence, grammar).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Grammar assessment rubric (before vs after comparison, understanding of corrections).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FC7F1-64E7-48F2-88CA-D9E8A49F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F731C-BA02-4B14-8AE0-127D7AF7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45455-6907-46B8-9027-26721665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7F071-3F07-4C86-A2E4-8E8C60B6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7/9</a:t>
            </a:r>
          </a:p>
        </p:txBody>
      </p:sp>
    </p:spTree>
    <p:extLst>
      <p:ext uri="{BB962C8B-B14F-4D97-AF65-F5344CB8AC3E}">
        <p14:creationId xmlns:p14="http://schemas.microsoft.com/office/powerpoint/2010/main" val="8116619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498FAE-570B-4131-A5BD-EC60FB92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B886D-E344-417E-8AFC-045E7B93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4C2A0-186C-4092-9F83-FF80E568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7F78C-1FCD-4436-8001-828351BE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A4835-472A-4BF0-8122-1E11BFB2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B425E-A25F-4A84-B262-49FE7D4F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F4055-E867-4B74-8BCF-2FEA6574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ENGLISH IN DIGITAL WORLD (3 Hours) Writing: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B5313-8425-4347-867C-7AC093A8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AAC9C-0C9D-4083-B0BD-3C0CDCD0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01776-B16F-4E94-B90F-187C72AA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Framing of search terms / keywords in search engines/ Commands for search on open AIs - Tools 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36497-ABCC-4270-9F55-1287D678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C4D4E-98F9-4855-9CF8-2CC8009E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F879A-88E0-499E-874C-7570BF8E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Acceptable online roles and behaviours - Netiquettes - Etiquettes of social media.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F134E-FE01-46B1-949F-51F7D3FB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44590-38D5-477D-8D1A-84B92775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D6C3C-2BD6-4325-ACEE-962B97CA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Problems and opportunities in handling digital resources -Tools to check grammar.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6F8C0-0512-4C53-A86C-B9589C2E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0108A-DDF1-4C55-B7EE-C0C15000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08DA3-7841-44DC-8301-ACCDB48A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Citing information accurately from source material - Plagiarism - Infringement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6992C0-6EC9-432F-9C37-D15457E9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6F684-D83A-4CEE-8A36-46F2B630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B83D0-1520-4C0F-9AE9-8E879077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Importance of academic integrity.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9FB4EA-DB47-450D-81BA-8E56A340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85F333-5592-4E9A-A5A6-1068DCAB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11B3B7-7423-4F1F-87B2-C77A69F6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Pedagogy TBTL (Task-Based Teaching Learning) Language Lab Quiklrn.com Digital Tools Google Meet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840AF4-D5DB-43D6-A0FF-5521C3F8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FC37E2-A4D6-43B0-9BC1-7C886589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0D47B3-0631-4B5C-848B-713D1FF0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DD5087-7FE7-4C7B-8A71-C383BAA2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8/9</a:t>
            </a:r>
          </a:p>
        </p:txBody>
      </p:sp>
    </p:spTree>
    <p:extLst>
      <p:ext uri="{BB962C8B-B14F-4D97-AF65-F5344CB8AC3E}">
        <p14:creationId xmlns:p14="http://schemas.microsoft.com/office/powerpoint/2010/main" val="11442858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E5B94-6DBD-4545-9505-94944352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448A2-9432-4B26-9B97-6C187D79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8A121-08C2-4529-B0C9-89741310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9DE42-A766-4D34-8717-50D24889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ENGLISH, DIGITAL, WORLD, Writing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F3926-9078-4B64-9730-89A31F5F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E67D3-7A86-409D-A212-ABB062F8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AE967-A108-44C1-A594-5C809BEB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1E5FB-1166-4811-8E58-6EC234DB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9/9</a:t>
            </a:r>
          </a:p>
        </p:txBody>
      </p:sp>
    </p:spTree>
    <p:extLst>
      <p:ext uri="{BB962C8B-B14F-4D97-AF65-F5344CB8AC3E}">
        <p14:creationId xmlns:p14="http://schemas.microsoft.com/office/powerpoint/2010/main" val="1102442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2026-08-24T06:38:47.4310000Z</dcterms:created>
  <dcterms:modified xsi:type="dcterms:W3CDTF">2026-08-24T06:38:47.4310000Z</dcterms:modified>
</coreProperties>
</file>