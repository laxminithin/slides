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372918d5a440dd" /><Relationship Type="http://schemas.openxmlformats.org/officeDocument/2006/relationships/extended-properties" Target="/docProps/app.xml" Id="R681049a0a7b948b2" /><Relationship Type="http://schemas.openxmlformats.org/officeDocument/2006/relationships/officeDocument" Target="/ppt/presentation.xml" Id="R3eb329e3d42240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23abe700914503"/>
  </p:sldMasterIdLst>
  <p:notesMasterIdLst>
    <p:notesMasterId xmlns:r="http://schemas.openxmlformats.org/officeDocument/2006/relationships" r:id="Rcc242d63d9bd45f6"/>
  </p:notesMasterIdLst>
  <p:sldIdLst>
    <p:sldId xmlns:r="http://schemas.openxmlformats.org/officeDocument/2006/relationships" id="256" r:id="Ra982e84957084d97"/>
    <p:sldId xmlns:r="http://schemas.openxmlformats.org/officeDocument/2006/relationships" id="257" r:id="R18be711add414b6e"/>
    <p:sldId xmlns:r="http://schemas.openxmlformats.org/officeDocument/2006/relationships" id="258" r:id="Rb1d376001d5843c8"/>
    <p:sldId xmlns:r="http://schemas.openxmlformats.org/officeDocument/2006/relationships" id="259" r:id="R3fd51e934ed6447d"/>
    <p:sldId xmlns:r="http://schemas.openxmlformats.org/officeDocument/2006/relationships" id="260" r:id="Rc54ea82d59e64b38"/>
    <p:sldId xmlns:r="http://schemas.openxmlformats.org/officeDocument/2006/relationships" id="261" r:id="R251cec3804424e09"/>
    <p:sldId xmlns:r="http://schemas.openxmlformats.org/officeDocument/2006/relationships" id="262" r:id="R226999297a534f7c"/>
    <p:sldId xmlns:r="http://schemas.openxmlformats.org/officeDocument/2006/relationships" id="263" r:id="R206eef766be04b43"/>
    <p:sldId xmlns:r="http://schemas.openxmlformats.org/officeDocument/2006/relationships" id="264" r:id="Rd56675e33c334f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b394100c594c9f" /><Relationship Type="http://schemas.openxmlformats.org/officeDocument/2006/relationships/slideMaster" Target="/ppt/slideMasters/slideMaster1.xml" Id="Re123abe700914503" /><Relationship Type="http://schemas.openxmlformats.org/officeDocument/2006/relationships/notesMaster" Target="/ppt/notesMasters/notesMaster1.xml" Id="Rcc242d63d9bd45f6" /><Relationship Type="http://schemas.openxmlformats.org/officeDocument/2006/relationships/presProps" Target="/ppt/presProps.xml" Id="R1324e5371335444f" /><Relationship Type="http://schemas.openxmlformats.org/officeDocument/2006/relationships/tableStyles" Target="/ppt/tableStyles.xml" Id="R63614423306b4667" /><Relationship Type="http://schemas.openxmlformats.org/officeDocument/2006/relationships/slide" Target="/ppt/slides/slide1.xml" Id="Ra982e84957084d97" /><Relationship Type="http://schemas.openxmlformats.org/officeDocument/2006/relationships/slide" Target="/ppt/slides/slide2.xml" Id="R18be711add414b6e" /><Relationship Type="http://schemas.openxmlformats.org/officeDocument/2006/relationships/slide" Target="/ppt/slides/slide3.xml" Id="Rb1d376001d5843c8" /><Relationship Type="http://schemas.openxmlformats.org/officeDocument/2006/relationships/slide" Target="/ppt/slides/slide4.xml" Id="R3fd51e934ed6447d" /><Relationship Type="http://schemas.openxmlformats.org/officeDocument/2006/relationships/slide" Target="/ppt/slides/slide5.xml" Id="Rc54ea82d59e64b38" /><Relationship Type="http://schemas.openxmlformats.org/officeDocument/2006/relationships/slide" Target="/ppt/slides/slide6.xml" Id="R251cec3804424e09" /><Relationship Type="http://schemas.openxmlformats.org/officeDocument/2006/relationships/slide" Target="/ppt/slides/slide7.xml" Id="R226999297a534f7c" /><Relationship Type="http://schemas.openxmlformats.org/officeDocument/2006/relationships/slide" Target="/ppt/slides/slide8.xml" Id="R206eef766be04b43" /><Relationship Type="http://schemas.openxmlformats.org/officeDocument/2006/relationships/slide" Target="/ppt/slides/slide9.xml" Id="Rd56675e33c334f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820917cab543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595ea43cc34712" /><Relationship Type="http://schemas.openxmlformats.org/officeDocument/2006/relationships/notesMaster" Target="/ppt/notesMasters/notesMaster1.xml" Id="Rd89d1d8bdc104a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c5814dd7a14a38" /><Relationship Type="http://schemas.openxmlformats.org/officeDocument/2006/relationships/notesMaster" Target="/ppt/notesMasters/notesMaster1.xml" Id="R211741e78a6841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15cf5f7ce14c74" /><Relationship Type="http://schemas.openxmlformats.org/officeDocument/2006/relationships/notesMaster" Target="/ppt/notesMasters/notesMaster1.xml" Id="R91f01b96c9b349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292139b01f41c0" /><Relationship Type="http://schemas.openxmlformats.org/officeDocument/2006/relationships/notesMaster" Target="/ppt/notesMasters/notesMaster1.xml" Id="R8bfbd293a2604a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e22ac8d16548d8" /><Relationship Type="http://schemas.openxmlformats.org/officeDocument/2006/relationships/notesMaster" Target="/ppt/notesMasters/notesMaster1.xml" Id="R4538a32c37e347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dde3c959944398" /><Relationship Type="http://schemas.openxmlformats.org/officeDocument/2006/relationships/notesMaster" Target="/ppt/notesMasters/notesMaster1.xml" Id="Rb9c45a31485942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163b4e12c349d9" /><Relationship Type="http://schemas.openxmlformats.org/officeDocument/2006/relationships/notesMaster" Target="/ppt/notesMasters/notesMaster1.xml" Id="Rb7719c23106643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51dc90744a4b62" /><Relationship Type="http://schemas.openxmlformats.org/officeDocument/2006/relationships/notesMaster" Target="/ppt/notesMasters/notesMaster1.xml" Id="R02f2bcb9108544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1d6b3bca64403b" /><Relationship Type="http://schemas.openxmlformats.org/officeDocument/2006/relationships/notesMaster" Target="/ppt/notesMasters/notesMaster1.xml" Id="R14e2c0e1e27149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e34f66cd0646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1a50559ecf437d" /><Relationship Type="http://schemas.openxmlformats.org/officeDocument/2006/relationships/slideLayout" Target="/ppt/slideLayouts/slideLayout1.xml" Id="R4bffe0cd4b1247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ffe0cd4b1247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2a75c4af74b96" /><Relationship Type="http://schemas.openxmlformats.org/officeDocument/2006/relationships/notesSlide" Target="/ppt/notesSlides/notesSlide1.xml" Id="R4c119908b9a44e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fc30b2e9948e0" /><Relationship Type="http://schemas.openxmlformats.org/officeDocument/2006/relationships/notesSlide" Target="/ppt/notesSlides/notesSlide2.xml" Id="R3dcf04af8c9746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fcf445ec34d4a" /><Relationship Type="http://schemas.openxmlformats.org/officeDocument/2006/relationships/notesSlide" Target="/ppt/notesSlides/notesSlide3.xml" Id="Raaeccd4cfa1047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f074555e546f0" /><Relationship Type="http://schemas.openxmlformats.org/officeDocument/2006/relationships/notesSlide" Target="/ppt/notesSlides/notesSlide4.xml" Id="Raba405ea56334d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1bc2fa9614a19" /><Relationship Type="http://schemas.openxmlformats.org/officeDocument/2006/relationships/notesSlide" Target="/ppt/notesSlides/notesSlide5.xml" Id="Rd0a3760d100c49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d61bc2095a482d" /><Relationship Type="http://schemas.openxmlformats.org/officeDocument/2006/relationships/notesSlide" Target="/ppt/notesSlides/notesSlide6.xml" Id="R7aeabbcef7db46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a6ecb38c6459b" /><Relationship Type="http://schemas.openxmlformats.org/officeDocument/2006/relationships/notesSlide" Target="/ppt/notesSlides/notesSlide7.xml" Id="Rf5c712fe541c40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9fb1e56f549f6" /><Relationship Type="http://schemas.openxmlformats.org/officeDocument/2006/relationships/notesSlide" Target="/ppt/notesSlides/notesSlide8.xml" Id="R4ebb11f7d2d041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d5e32242148db" /><Relationship Type="http://schemas.openxmlformats.org/officeDocument/2006/relationships/notesSlide" Target="/ppt/notesSlides/notesSlide9.xml" Id="R61c468e0bc654b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34863A-9C0B-4A28-AFE1-C0D955B4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61DF3-0748-48D2-BD97-95EF397F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Bioinspired Engineering: History and scope of biomimetics/biomimicry, Examples involving a) Bioinspired materials: nacre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EDF90-1CE1-4B5A-8703-E7F0B904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Elements of Biotechnology and Biomimetics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1BEBT105/205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63AEC9-37A2-4415-996A-DE07D37B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Bioinspired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33C458-CB9F-4E40-B921-B33F1509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6E9EA-2FC1-4C13-B82B-30CB9551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Engineering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7E91FD-EC47-4A43-B435-34928569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A832A5-DBDE-423D-9D00-E70F852B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History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3B5985-05CD-4B2E-8099-B249B758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9BE5B4-731C-465B-A070-9BE4CC8A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90D4F6-5F2B-4B83-825D-8A807CB7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A49502-1C58-413D-B131-842516DD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biomimetics/biomimicry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6997F9-8EC5-427F-A1EB-2DB4C450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EB135C-725A-441C-9753-AEF4FEEF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Biotechnology and Biomimetics | 1BEBT105/205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15BDA6-7D70-44BA-A040-72FD5E78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1/9</a:t>
            </a:r>
          </a:p>
        </p:txBody>
      </p:sp>
    </p:spTree>
    <p:extLst>
      <p:ext uri="{BB962C8B-B14F-4D97-AF65-F5344CB8AC3E}">
        <p14:creationId xmlns:p14="http://schemas.microsoft.com/office/powerpoint/2010/main" val="8933715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7B546D-2B0F-4FB4-B071-BBC15E89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B411D-2208-44CF-8551-6B2FCF73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B76AE-BC4E-4842-BFD6-44C865E9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8E1349-948D-4FFC-A98F-05FB38E9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817D4-E733-4D59-BF7A-A6E4FB5A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5BD80-4241-490E-845A-3F9EB89F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EF880-6CFE-4BC6-8150-3A530106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F632F-4A40-4798-8D8D-A4CD107D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18E800-72D4-4588-AF53-7422518F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7B8531-153E-4E15-9384-4AC0B1D4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B5ED81-74E9-430F-B4F9-24015ABF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D72984-7F5D-4FF5-8407-61029027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9A30D0-B4E3-4B70-A09D-2EC88D00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Bioinspired Engineering: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History and scope of biomimetics/biomimicry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Examples involving a) Bioinspired materials: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nacre, bone, spider silk, cuticle-based composites, b) Self-cleaning surfaces and biocement c) artificial blood.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termite mound passive cooling, d) Bioinspired mechan isms: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6799EC-B1FE-42A9-B2F2-6F4A0948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Biotechnology and Biomimetics | 1BEBT105/205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3959E5-CE86-43DD-A5D6-40F9FE63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2/9</a:t>
            </a:r>
          </a:p>
        </p:txBody>
      </p:sp>
    </p:spTree>
    <p:extLst>
      <p:ext uri="{BB962C8B-B14F-4D97-AF65-F5344CB8AC3E}">
        <p14:creationId xmlns:p14="http://schemas.microsoft.com/office/powerpoint/2010/main" val="9528064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7A8AF0-5994-4B23-BCA3-30DABECA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B6EB34-1F6E-4E3C-9529-9FD29E10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707151-5331-43AA-A438-73841670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7AC2D2-E32F-4F57-B845-C10D5AF2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Bioinspired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9EEE4E-FE9D-4232-84A7-C8E79D04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Engineering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0653A-7CBC-4702-BD0C-8A8B0498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History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0D9652-75B1-4B97-AE63-779166D2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4BFC4A-47E3-45E8-96D5-529C1537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biomimetics/biomimicry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639178-2AF3-4D66-9854-43B4A412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4D87BA-AD37-4607-B17F-FE22CA6B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hygromorphic actuators, fish/bird locomotion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Seashell -based, spider web -inspired, and insect eye -inspired innovations, mosquito proboscis inspired needles, e) Medical devices and drug delivery inspired by biology (Exosomes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VLPs), f) Bioinspired energy (artificial photosynthesis).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Number of Hours: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258FDE-6192-4827-990B-E948F60A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Biotechnology and Biomimetics | 1BEBT105/205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977313-679E-43D3-83D4-0A82E48C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3/9</a:t>
            </a:r>
          </a:p>
        </p:txBody>
      </p:sp>
    </p:spTree>
    <p:extLst>
      <p:ext uri="{BB962C8B-B14F-4D97-AF65-F5344CB8AC3E}">
        <p14:creationId xmlns:p14="http://schemas.microsoft.com/office/powerpoint/2010/main" val="17989959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424D8C-B4EE-426F-BBA4-9D627029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470237-0A28-4350-8E90-A5E837C3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D4CA87-7413-42BB-A2BA-D36AA142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3D897A-DA36-415B-B3C2-97E894E7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Bioinspired Engineering: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History and scope of biomimetics/biomimicry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Examples involving a) Bioinspired materials: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nacre, bone, spider silk, cuticle-based composites, b) Self-cleaning surfaces and biocement c) artificial b...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termite mound passive cooling, d) Bioinspired mechan isms: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hygromorphic actuators, fish/bird locomotion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4460AF-202B-4467-9D20-3A332501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00F18B-C498-44EA-8FC5-EF4EF9BE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4DB2FD-2C92-413B-B813-58775170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Bioinspired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DA071F-3ED9-4246-87D5-286C2C50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A8BDD6-0B3F-4803-A292-CC87C99D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Engineering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17E4FB-EF82-4DC6-A221-1BCCC148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5303FF-CEBE-4DD2-B809-642D25FD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B181A5-A2C5-40F2-9235-FCAFD774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E52A87-B7F2-4072-9C46-779FB9E5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800EEE-1387-46CF-A2EF-AA69775D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30406B-8062-439B-9DA1-D8BF26BD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biomimetics/biomimicry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09404C-C13A-4A28-82A0-A41538E7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6B3838-9D43-4B8C-9071-5797CEAD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Biotechnology and Biomimetics | 1BEBT105/205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A17F8F-1651-4D04-8026-55EF7D67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4/9</a:t>
            </a:r>
          </a:p>
        </p:txBody>
      </p:sp>
    </p:spTree>
    <p:extLst>
      <p:ext uri="{BB962C8B-B14F-4D97-AF65-F5344CB8AC3E}">
        <p14:creationId xmlns:p14="http://schemas.microsoft.com/office/powerpoint/2010/main" val="2239694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90C1C6-302B-4261-98CF-76F2EE77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3E8736-53E6-4481-93A4-B504E6A4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C48DD5-F0D7-4B60-B730-C9BC04D4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4D1913-97A2-4B7D-BA7B-D417B332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76F3B3-54CA-4A65-A168-0F8D5963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036FCC-05F3-4033-9DAE-C53E2CDD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1CEDE9-FDCA-4A1E-B5D1-59C070B0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C01B61-EA83-4FF8-85F6-39F26295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6934B0-5597-4683-948C-9AE19229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8E8732-BB5A-4A7F-A3FD-4F34BD56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A04CB5-74E8-4558-8A2C-42C66E24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A6A3F9-6F9F-4C0C-AEBF-2BEDACCE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836907-3D2B-4B35-B87A-558A0C37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41F826-2ABD-4293-A5F2-F328871C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Biotechnology and Biomimetics | 1BEBT105/205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861159-7226-4BBA-95D8-8CA90DAB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5/9</a:t>
            </a:r>
          </a:p>
        </p:txBody>
      </p:sp>
    </p:spTree>
    <p:extLst>
      <p:ext uri="{BB962C8B-B14F-4D97-AF65-F5344CB8AC3E}">
        <p14:creationId xmlns:p14="http://schemas.microsoft.com/office/powerpoint/2010/main" val="18625349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FC883A-4FB7-4433-A687-7C553A33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CF173-D33E-4F11-AE0F-E9CB5A70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A04A79-9380-4852-84AF-0AE4B39C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BB2AC-DC05-4F17-87F1-2C52ACCB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77955-2E3C-4228-B1E7-AC92AD6F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Bioinspired Engineering: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84C29-CDD2-42F3-9DD8-B233BD0B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Bioinspired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8D4512-8C29-4501-A74F-45E124B6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6AD359-910E-43EF-8CD0-99AD1E55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Biotechnology and Biomimetics | 1BEBT105/205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F368AD-1195-433A-9B86-73260D14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6/9</a:t>
            </a:r>
          </a:p>
        </p:txBody>
      </p:sp>
    </p:spTree>
    <p:extLst>
      <p:ext uri="{BB962C8B-B14F-4D97-AF65-F5344CB8AC3E}">
        <p14:creationId xmlns:p14="http://schemas.microsoft.com/office/powerpoint/2010/main" val="12478221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9E5288-B20A-4BDB-8F3F-2A01CBA9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92ADA-F648-466E-BB70-B5503312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E3A6E6-781A-4EE6-B315-D4A0BEBE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A9B8D5-97B4-4678-B341-F24A2D21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2F63B-5479-4D4A-B473-5EE11061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Seashell -based, spider web -inspired, and insect eye -inspired innovations, mosquito proboscis inspired needles, e) Medical devices and drug delivery inspired by biology (Exosomes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VLPs), f) Bioinspired energy (artificial photosynthesis).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Number of Hours: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8 PCC-PEC-OEC (3 Credits)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FEB379-70AA-499F-90A0-39F63D8B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E8A2D1-BA65-406B-AEA2-176AC174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BFFCB-5B47-4E28-8A7E-9CBA4EBC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Biotechnology and Biomimetics | 1BEBT105/205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834C70-52CE-4C90-9EE2-800CD4E8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7/9</a:t>
            </a:r>
          </a:p>
        </p:txBody>
      </p:sp>
    </p:spTree>
    <p:extLst>
      <p:ext uri="{BB962C8B-B14F-4D97-AF65-F5344CB8AC3E}">
        <p14:creationId xmlns:p14="http://schemas.microsoft.com/office/powerpoint/2010/main" val="12837255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0A5FE1-BA09-49EC-8409-68296957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3BF01-0FC0-455D-A407-A0659E19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5B4262-DEA2-4DB0-A476-F4C6BC7E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B8B44-46BF-4655-82FF-66B978B1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5B63C5-70D7-4038-B757-CD0C62A6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4D3156-AB3D-4A9C-8339-D2944203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565488-AD00-4000-A031-B79B425B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Bioinspired Engineering: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43CDEE-419C-4BA7-B706-4E817BC9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81783C-64C1-49C2-817C-A3E24317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764672-A547-4762-A92C-2440DE48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History and scope of biomimetics/biomimicry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1F9294-D476-4009-B543-4B3BBB7A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C3A4EA-5F99-4226-819E-9509DD91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38477A-5C15-4AE0-99C3-1611B110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Examples involving a) Bioinspired materials: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3D6457-A0EC-4E44-A6EB-9171B4A4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49C381-8AF8-4606-98B2-0B85BD14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70C8E0-CD6D-4E5A-BB18-C0B5A476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nacre, bone, spider silk, cuticle-based composites, b) Self-cleaning surfaces and biocement c) 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3A45E7-5716-4419-8AC4-AFD9F7D1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457622-07C6-46CA-B6CE-56F8562C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907EC1-C5E8-4339-B87D-3D5A0004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termite mound passive cooling, d) Bioinspired mechan isms: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64230F-6EED-4A36-9902-F50228F9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8859D6-C437-4734-933F-F1BA8BEE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4E3292-71A5-4539-8792-C5BB8C61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hygromorphic actuators, fish/bird locomotion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96777D-0BC3-4F22-9704-E2713EA5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B24F16-121C-469B-8634-7BDE373B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C7398F-68DF-4FB0-9265-6A15DFFD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Seashell -based, spider web -inspired, and insect eye -inspired innovations, mosquito proboscis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124072-8C75-406B-AB45-46D333A6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D58EEA-9355-4321-A2E2-60CC1543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76CFE8-7A31-4CE1-B733-0EB388FC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Biotechnology and Biomimetics | 1BEBT105/205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66CE60-E3C7-4F55-A7F7-1055EBFD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8/9</a:t>
            </a:r>
          </a:p>
        </p:txBody>
      </p:sp>
    </p:spTree>
    <p:extLst>
      <p:ext uri="{BB962C8B-B14F-4D97-AF65-F5344CB8AC3E}">
        <p14:creationId xmlns:p14="http://schemas.microsoft.com/office/powerpoint/2010/main" val="13756648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347EA8-E995-48FF-A0CB-8889776B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05EDA7-6DF2-443D-AE1B-03059EBA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80C537-7B8F-4B05-B769-C1E964DD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30E1C-1FBE-4C09-AA9C-8A4CA578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Bioinspired, Engineering, History, scope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7C983-BE76-4401-B064-8A355932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7FE69-C6D1-4825-BD64-4BF5C30B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4BBA9B-32AA-47E1-986A-8B325CDC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Biotechnology and Biomimetics | 1BEBT105/205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B5884E-E0D4-4EF0-B1C7-A59306A8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9/9</a:t>
            </a:r>
          </a:p>
        </p:txBody>
      </p:sp>
    </p:spTree>
    <p:extLst>
      <p:ext uri="{BB962C8B-B14F-4D97-AF65-F5344CB8AC3E}">
        <p14:creationId xmlns:p14="http://schemas.microsoft.com/office/powerpoint/2010/main" val="20932389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2026-08-24T06:38:44.8270000Z</dcterms:created>
  <dcterms:modified xsi:type="dcterms:W3CDTF">2026-08-24T06:38:44.8270000Z</dcterms:modified>
</coreProperties>
</file>