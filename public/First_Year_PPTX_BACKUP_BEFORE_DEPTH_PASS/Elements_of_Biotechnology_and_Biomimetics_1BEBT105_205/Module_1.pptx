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90df26ae594f44" /><Relationship Type="http://schemas.openxmlformats.org/officeDocument/2006/relationships/extended-properties" Target="/docProps/app.xml" Id="Rc4f5d54e7caf46d3" /><Relationship Type="http://schemas.openxmlformats.org/officeDocument/2006/relationships/officeDocument" Target="/ppt/presentation.xml" Id="R8618a7dfb530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82816d3a04b14"/>
  </p:sldMasterIdLst>
  <p:notesMasterIdLst>
    <p:notesMasterId xmlns:r="http://schemas.openxmlformats.org/officeDocument/2006/relationships" r:id="R61c7f939c59546d4"/>
  </p:notesMasterIdLst>
  <p:sldIdLst>
    <p:sldId xmlns:r="http://schemas.openxmlformats.org/officeDocument/2006/relationships" id="256" r:id="R7b758b2ef2cd4e7c"/>
    <p:sldId xmlns:r="http://schemas.openxmlformats.org/officeDocument/2006/relationships" id="257" r:id="R372e7e46cff74560"/>
    <p:sldId xmlns:r="http://schemas.openxmlformats.org/officeDocument/2006/relationships" id="258" r:id="R2efab1063e9a416c"/>
    <p:sldId xmlns:r="http://schemas.openxmlformats.org/officeDocument/2006/relationships" id="259" r:id="Raaba3e355fdc4661"/>
    <p:sldId xmlns:r="http://schemas.openxmlformats.org/officeDocument/2006/relationships" id="260" r:id="Rf4c65bb9564c48ce"/>
    <p:sldId xmlns:r="http://schemas.openxmlformats.org/officeDocument/2006/relationships" id="261" r:id="Rb3bda932aa6f476e"/>
    <p:sldId xmlns:r="http://schemas.openxmlformats.org/officeDocument/2006/relationships" id="262" r:id="R2a485075165c433b"/>
    <p:sldId xmlns:r="http://schemas.openxmlformats.org/officeDocument/2006/relationships" id="263" r:id="R1c2adb2755be45b1"/>
    <p:sldId xmlns:r="http://schemas.openxmlformats.org/officeDocument/2006/relationships" id="264" r:id="Rcf9e13a307a144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8854a6aafd4178" /><Relationship Type="http://schemas.openxmlformats.org/officeDocument/2006/relationships/slideMaster" Target="/ppt/slideMasters/slideMaster1.xml" Id="R8c882816d3a04b14" /><Relationship Type="http://schemas.openxmlformats.org/officeDocument/2006/relationships/notesMaster" Target="/ppt/notesMasters/notesMaster1.xml" Id="R61c7f939c59546d4" /><Relationship Type="http://schemas.openxmlformats.org/officeDocument/2006/relationships/presProps" Target="/ppt/presProps.xml" Id="R61fec3ebf9f74914" /><Relationship Type="http://schemas.openxmlformats.org/officeDocument/2006/relationships/tableStyles" Target="/ppt/tableStyles.xml" Id="R1958d363a0b040be" /><Relationship Type="http://schemas.openxmlformats.org/officeDocument/2006/relationships/slide" Target="/ppt/slides/slide1.xml" Id="R7b758b2ef2cd4e7c" /><Relationship Type="http://schemas.openxmlformats.org/officeDocument/2006/relationships/slide" Target="/ppt/slides/slide2.xml" Id="R372e7e46cff74560" /><Relationship Type="http://schemas.openxmlformats.org/officeDocument/2006/relationships/slide" Target="/ppt/slides/slide3.xml" Id="R2efab1063e9a416c" /><Relationship Type="http://schemas.openxmlformats.org/officeDocument/2006/relationships/slide" Target="/ppt/slides/slide4.xml" Id="Raaba3e355fdc4661" /><Relationship Type="http://schemas.openxmlformats.org/officeDocument/2006/relationships/slide" Target="/ppt/slides/slide5.xml" Id="Rf4c65bb9564c48ce" /><Relationship Type="http://schemas.openxmlformats.org/officeDocument/2006/relationships/slide" Target="/ppt/slides/slide6.xml" Id="Rb3bda932aa6f476e" /><Relationship Type="http://schemas.openxmlformats.org/officeDocument/2006/relationships/slide" Target="/ppt/slides/slide7.xml" Id="R2a485075165c433b" /><Relationship Type="http://schemas.openxmlformats.org/officeDocument/2006/relationships/slide" Target="/ppt/slides/slide8.xml" Id="R1c2adb2755be45b1" /><Relationship Type="http://schemas.openxmlformats.org/officeDocument/2006/relationships/slide" Target="/ppt/slides/slide9.xml" Id="Rcf9e13a307a144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8e7eb3035e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80325844104266" /><Relationship Type="http://schemas.openxmlformats.org/officeDocument/2006/relationships/notesMaster" Target="/ppt/notesMasters/notesMaster1.xml" Id="Rbe8a4399c5554e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bbfcab4d81403a" /><Relationship Type="http://schemas.openxmlformats.org/officeDocument/2006/relationships/notesMaster" Target="/ppt/notesMasters/notesMaster1.xml" Id="Rdf7d80ae5f9a4b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6242f7cc824dae" /><Relationship Type="http://schemas.openxmlformats.org/officeDocument/2006/relationships/notesMaster" Target="/ppt/notesMasters/notesMaster1.xml" Id="Ra0db1a27e3f34b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623c7c05f48c5" /><Relationship Type="http://schemas.openxmlformats.org/officeDocument/2006/relationships/notesMaster" Target="/ppt/notesMasters/notesMaster1.xml" Id="Rda7849608a57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364d0eb96a4145" /><Relationship Type="http://schemas.openxmlformats.org/officeDocument/2006/relationships/notesMaster" Target="/ppt/notesMasters/notesMaster1.xml" Id="R627c31da6f9448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0d8206d19f4fe5" /><Relationship Type="http://schemas.openxmlformats.org/officeDocument/2006/relationships/notesMaster" Target="/ppt/notesMasters/notesMaster1.xml" Id="R4ecc699a3f4247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5f738182424434" /><Relationship Type="http://schemas.openxmlformats.org/officeDocument/2006/relationships/notesMaster" Target="/ppt/notesMasters/notesMaster1.xml" Id="Rdcb334fe2ce4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75c22b5fb74e32" /><Relationship Type="http://schemas.openxmlformats.org/officeDocument/2006/relationships/notesMaster" Target="/ppt/notesMasters/notesMaster1.xml" Id="R52467e58259c4d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470484a4d94574" /><Relationship Type="http://schemas.openxmlformats.org/officeDocument/2006/relationships/notesMaster" Target="/ppt/notesMasters/notesMaster1.xml" Id="R72e81e3e8bfb43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9d430b3e846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f7d1a121ee40d2" /><Relationship Type="http://schemas.openxmlformats.org/officeDocument/2006/relationships/slideLayout" Target="/ppt/slideLayouts/slideLayout1.xml" Id="R2328e000ac6b4e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28e000ac6b4e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0515d3b4b43ca" /><Relationship Type="http://schemas.openxmlformats.org/officeDocument/2006/relationships/notesSlide" Target="/ppt/notesSlides/notesSlide1.xml" Id="Refbeebb12f4944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68cf922234f94" /><Relationship Type="http://schemas.openxmlformats.org/officeDocument/2006/relationships/notesSlide" Target="/ppt/notesSlides/notesSlide2.xml" Id="R435aeb455a7b4b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2bd0862104002" /><Relationship Type="http://schemas.openxmlformats.org/officeDocument/2006/relationships/notesSlide" Target="/ppt/notesSlides/notesSlide3.xml" Id="R302ac1fe317548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f68a5eb5940df" /><Relationship Type="http://schemas.openxmlformats.org/officeDocument/2006/relationships/notesSlide" Target="/ppt/notesSlides/notesSlide4.xml" Id="R5776ff946001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e55d2d4748f5" /><Relationship Type="http://schemas.openxmlformats.org/officeDocument/2006/relationships/notesSlide" Target="/ppt/notesSlides/notesSlide5.xml" Id="Rda0c79f578e649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d64f80b2d4285" /><Relationship Type="http://schemas.openxmlformats.org/officeDocument/2006/relationships/notesSlide" Target="/ppt/notesSlides/notesSlide6.xml" Id="Rbd38df9f80444d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67adb9e0f4841" /><Relationship Type="http://schemas.openxmlformats.org/officeDocument/2006/relationships/notesSlide" Target="/ppt/notesSlides/notesSlide7.xml" Id="R479a3e1de72341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561fd381f4fdb" /><Relationship Type="http://schemas.openxmlformats.org/officeDocument/2006/relationships/notesSlide" Target="/ppt/notesSlides/notesSlide8.xml" Id="R282e55b6c29c43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254f6f8414de8" /><Relationship Type="http://schemas.openxmlformats.org/officeDocument/2006/relationships/notesSlide" Target="/ppt/notesSlides/notesSlide9.xml" Id="R58af428a2f4a43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912D0-0032-438E-BE92-E6B2D7C1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71F26-8F76-4867-AD03-063D7968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Basics of Biology: Structure and functions of prokaryotic and eukaryotic cells. Central dogma of Biology (DNA to RNA to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51854-6C69-40B4-A71F-3E911789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EBB30-DE5B-4654-B3FF-43F8947C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3B03-D419-453B-A041-C2AABE14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EC01C-AF91-4423-B7F0-0477DA63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83715-1BE8-4C4B-89D6-5738F16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6F2A9-F95B-4F50-9501-C2E5D8C3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18A19-346B-471A-A913-AEFC20E4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31F70-BE01-44BF-A33F-16CB1AA7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A71F5-485D-49B8-92B8-6C4B5914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2DA6A-1EC6-4F76-B73E-0E823B6F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prokaryotic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FC8AA-50F8-4CBA-96F2-595CA36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9858D-F95E-4DBF-B883-4D1B0F0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DEFDB-73F7-4709-B4AC-128DCC8D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999571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DDE6A-0C5C-4893-A32E-3DAA6866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9CC65-E748-470A-B1E0-65A61E9E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D38A1-2B39-4877-A059-2650BB5F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D4926-EA16-45CE-BDFE-65148E3B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371A9-90FF-4B7D-9169-F03A540F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86152-4EC9-4A70-9AEF-E462A057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A4BB3-7F22-449E-895D-D876AA4A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0902A-A25C-40EA-AB92-D1FE585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36800-BADF-4A64-8171-10A50E3E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46F1D-E14A-4363-B0A6-E415DBF0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0018-D7B1-4F6D-AF5E-E2B0B6CF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0A506-C2F6-476B-ACF2-75AFCF8E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1F0F2-D360-4B12-A628-C1055108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Basics of Biology: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Structure and functions of prokaryotic and eukaryotic cells.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Central dogma of Biology (DNA to RNA to Protein)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Biomolecules of life - Carbohydrates (examples of Mono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Polysaccharides)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3C6D7-AB41-4B8A-A8E8-FE622B6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A0A3F-9DC6-429A-AFA1-5B34DD1C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576113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F94EF-159D-44F1-BE6C-A340F10B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D5226-3007-46FA-90EA-422132D8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E16F2-88AA-4C51-A139-FAAAB55E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F07D6-FEBA-4F13-B445-45BE55A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Basics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53A09-EE3C-4EB2-AEC0-B71B5EB7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8CBC8-0A36-4FD8-99C8-9F0F643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B06DF-9740-459C-8B39-4D830C6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82B37-3508-4AA6-8130-2CD6CC2E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prokaryotic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003F3-48F1-4AA7-ACE0-11E15723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eukaryotic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8FAD3-DFE8-4A65-861A-F9CE56B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Proteins (examples of enzymes, structural proteins, transport proteins, regulatory proteins, and hormones)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4BEC9-A779-44DC-9C92-E773FBC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0670A-5EB1-4AD7-BF0E-B02BA1C9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447503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BCE78-9DEB-4755-89DC-1C10FE0F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49590-5E55-4A6F-80BE-6EFD4C1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F9FE7-84F0-41B3-B087-F1CB4411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BEEF1-FD98-4F2F-9AB0-AFECF04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Basics of Biology: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Structure and functions of prokaryotic and eukaryotic cells.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Central dogma of Biology (DNA to RNA to Protein)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Biomolecules of life - Carbohydrates (examples of Mono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Polysaccharides)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Proteins (examples of enzymes, structural proteins, transport proteins, regulatory proteins, and hormones) 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41418-6CA5-41F4-81C9-F037E249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0384A-4C66-493E-91A2-E072916D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FA6F-5F37-4FE2-9663-63980E8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7F4DD-C001-4CE6-ACE5-5C61906C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B410F-22F4-4D90-AC95-40048FAC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CF7E1-7457-4957-8C21-ADDB2660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694C4-8C30-4D74-B2D7-4A943DA1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AFB3A-15A4-4EAC-960F-735360C5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C35FC-8612-4197-9A4D-6088792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functions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A3D71-4FF7-45CE-80CE-E625193D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68A3A-EA0D-4581-8208-82B9252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prokaryotic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9A27E-E658-48CB-9DAA-5C36EEE4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A8E25-2BF9-4602-9AEB-3E4A52D3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E6734-6C4A-4C12-9341-6F76F52B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597413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157D3-7732-47EA-95D2-16DF418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7D5E-E745-414F-89EB-A96ABCE6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005C3-79A7-406D-831B-FADC81CA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CA17B-8FF6-4BCC-A21D-2901E1E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A86A4-BE4E-461F-9BCE-649A1540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4F265-61C0-4860-A56D-C84439FE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A703-FC77-4C92-BB89-A375317C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79CCD-4EF3-4754-BC5C-39B78761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6E0D9-B0AB-43B7-A52B-7FBF2635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F5052-3030-4DE4-8C61-F4B5902C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F82FE-8A77-4D4B-90AD-39087123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50907-21D8-4A69-BAD9-29222E5B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8C2FF-987C-4691-A0F5-49BB6A78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51CA5-70DA-4701-8373-9FB8DA16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8FE58-0DC9-4ADF-9AA2-CBA7D9BE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651229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78123-E781-43FE-BB46-C5CDA0D5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D44A3-ACF5-4178-BC38-9D520AE2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13469-99AC-4C6F-8DA9-ED5C5A5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96FA9-11D3-4364-AF9B-F68F9659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0ABA8-6209-47F3-979D-2FE6A8F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Basics of Biology: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22D3E-75DB-469B-90AC-DA7D325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Basics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5B9AF-C79E-4438-90F1-D1CBD018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C0C1A-3A37-4EA6-8D95-13668E8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B40BA-96F1-4961-AE6E-6CEB410B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974387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BD441-AABB-40AE-9315-E42D6C97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B6730-C08F-4320-AA12-6E4ACA43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B3571-CEFD-47B7-915C-318F7DB7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FDAA0-7951-4279-8617-1E0B2D1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BDDCD-9F21-4B0D-9B6D-A42FA82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184EE-B887-45F0-BE12-A8918CCD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F1C7A-25E2-46BA-9D42-FED2327C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62B57-0B87-4D8A-8739-AC25416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1F0B8-75F0-4378-AAC6-970082B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478470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35914-023A-4B17-8B61-F3E5FEFF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21380-EF2A-4B61-ACD5-C82B1760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0C05D-F871-44AB-997C-F3C5A84B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39220-1795-4D6E-B447-D3E341E4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29B4F-29EC-4E5D-8A6A-9F2BA107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02DB7-3EF3-4872-B9CB-3B74C73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C0789-973D-46F9-A965-CBF5D8D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Basics of Biology: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C07E3-71A1-45F8-A29F-846871B1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15CA9-4475-4E39-A4E3-2444A57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2C974-ADD4-4678-A082-F637A74B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Structure and functions of prokaryotic and eukaryotic cells.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C96F1-7D68-4BF8-A1C0-278BC46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BE097-3645-4C85-A753-0247EC58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B4483-C02C-41DB-874F-F82CFB99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Central dogma of Biology (DNA to RNA to Protein)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97D45-1843-4257-99BF-CD90711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78CF0-576D-4BC8-BE5B-332695E3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09EEB-0E1E-4FFA-A714-301D2FDA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Biomolecules of life - Carbohydrates (examples of Mono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EDFE9-675B-4D42-A490-B5595F85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27266-C1F2-4C15-9C2E-52330299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E7B72-7140-4B4A-87E3-6F07B947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Polysaccharides)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9922B-7DD3-4EED-9C98-7144BB45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6C3C0-B33E-4FC0-9485-596D1AB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F4DD3-6B86-4A82-9546-E74E7964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Proteins (examples of enzymes, structural proteins, transport proteins, regulatory proteins, 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4C9C7-3354-4AE8-911E-474AABC2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26094-5723-43A4-B2B4-DB6AE35F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CBBD3-307C-4A42-9AE8-A0ADCA6A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42C27-D499-4132-AB78-A782A8B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8D681-AEE8-4DDE-AD30-53F7AE66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FCB19-3534-4EB7-AD4A-85E02829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34395-BC57-430B-B736-5326EAB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9604303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8CC08-0AEB-4AFD-B0A1-CB6352F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31477-520A-4A1F-A595-748FCDB0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8C873-07FA-4F69-9941-7772F9F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698F4-A598-49F9-9F81-47BB7141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Basics, Biology, Structure, functions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8345E-8BA0-4691-8D50-9C032B7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81678-9198-4CC6-A4D0-DCE33E5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C37D9-58AC-46B4-BEA5-6B55EB3C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8F139-C25E-4F43-9DA6-9F49B073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329365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2026-08-24T06:38:44.5870000Z</dcterms:created>
  <dcterms:modified xsi:type="dcterms:W3CDTF">2026-08-24T06:38:44.5870000Z</dcterms:modified>
</coreProperties>
</file>