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848111cd24eeb" /><Relationship Type="http://schemas.openxmlformats.org/officeDocument/2006/relationships/extended-properties" Target="/docProps/app.xml" Id="Rd0b33df68c6a4faf" /><Relationship Type="http://schemas.openxmlformats.org/officeDocument/2006/relationships/officeDocument" Target="/ppt/presentation.xml" Id="R513a56e4a0c7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8a4b982c35413f"/>
  </p:sldMasterIdLst>
  <p:notesMasterIdLst>
    <p:notesMasterId xmlns:r="http://schemas.openxmlformats.org/officeDocument/2006/relationships" r:id="R5efa9171f0874ffa"/>
  </p:notesMasterIdLst>
  <p:sldIdLst>
    <p:sldId xmlns:r="http://schemas.openxmlformats.org/officeDocument/2006/relationships" id="256" r:id="Rd2db8e1a48124541"/>
    <p:sldId xmlns:r="http://schemas.openxmlformats.org/officeDocument/2006/relationships" id="257" r:id="Ra09400f8105745da"/>
    <p:sldId xmlns:r="http://schemas.openxmlformats.org/officeDocument/2006/relationships" id="258" r:id="R84810614b92a4df3"/>
    <p:sldId xmlns:r="http://schemas.openxmlformats.org/officeDocument/2006/relationships" id="259" r:id="Rdcb540f439f1487b"/>
    <p:sldId xmlns:r="http://schemas.openxmlformats.org/officeDocument/2006/relationships" id="260" r:id="Rc4041972461f453d"/>
    <p:sldId xmlns:r="http://schemas.openxmlformats.org/officeDocument/2006/relationships" id="261" r:id="Raf3e136e39824c3d"/>
    <p:sldId xmlns:r="http://schemas.openxmlformats.org/officeDocument/2006/relationships" id="262" r:id="R8cd9ba3d4bd14288"/>
    <p:sldId xmlns:r="http://schemas.openxmlformats.org/officeDocument/2006/relationships" id="263" r:id="R4ddadde35eaf4701"/>
    <p:sldId xmlns:r="http://schemas.openxmlformats.org/officeDocument/2006/relationships" id="264" r:id="R2e82ec8f0eec47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c7cec9e7cc4b9f" /><Relationship Type="http://schemas.openxmlformats.org/officeDocument/2006/relationships/slideMaster" Target="/ppt/slideMasters/slideMaster1.xml" Id="Re28a4b982c35413f" /><Relationship Type="http://schemas.openxmlformats.org/officeDocument/2006/relationships/notesMaster" Target="/ppt/notesMasters/notesMaster1.xml" Id="R5efa9171f0874ffa" /><Relationship Type="http://schemas.openxmlformats.org/officeDocument/2006/relationships/presProps" Target="/ppt/presProps.xml" Id="R0521886f143f4c19" /><Relationship Type="http://schemas.openxmlformats.org/officeDocument/2006/relationships/tableStyles" Target="/ppt/tableStyles.xml" Id="Rc3045d52ad234366" /><Relationship Type="http://schemas.openxmlformats.org/officeDocument/2006/relationships/slide" Target="/ppt/slides/slide1.xml" Id="Rd2db8e1a48124541" /><Relationship Type="http://schemas.openxmlformats.org/officeDocument/2006/relationships/slide" Target="/ppt/slides/slide2.xml" Id="Ra09400f8105745da" /><Relationship Type="http://schemas.openxmlformats.org/officeDocument/2006/relationships/slide" Target="/ppt/slides/slide3.xml" Id="R84810614b92a4df3" /><Relationship Type="http://schemas.openxmlformats.org/officeDocument/2006/relationships/slide" Target="/ppt/slides/slide4.xml" Id="Rdcb540f439f1487b" /><Relationship Type="http://schemas.openxmlformats.org/officeDocument/2006/relationships/slide" Target="/ppt/slides/slide5.xml" Id="Rc4041972461f453d" /><Relationship Type="http://schemas.openxmlformats.org/officeDocument/2006/relationships/slide" Target="/ppt/slides/slide6.xml" Id="Raf3e136e39824c3d" /><Relationship Type="http://schemas.openxmlformats.org/officeDocument/2006/relationships/slide" Target="/ppt/slides/slide7.xml" Id="R8cd9ba3d4bd14288" /><Relationship Type="http://schemas.openxmlformats.org/officeDocument/2006/relationships/slide" Target="/ppt/slides/slide8.xml" Id="R4ddadde35eaf4701" /><Relationship Type="http://schemas.openxmlformats.org/officeDocument/2006/relationships/slide" Target="/ppt/slides/slide9.xml" Id="R2e82ec8f0eec47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9a50b41c344f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7a00c067b540cc" /><Relationship Type="http://schemas.openxmlformats.org/officeDocument/2006/relationships/notesMaster" Target="/ppt/notesMasters/notesMaster1.xml" Id="Rfe29517e9e8a44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c303c8a15c490a" /><Relationship Type="http://schemas.openxmlformats.org/officeDocument/2006/relationships/notesMaster" Target="/ppt/notesMasters/notesMaster1.xml" Id="R2f575019448d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178c36780641f1" /><Relationship Type="http://schemas.openxmlformats.org/officeDocument/2006/relationships/notesMaster" Target="/ppt/notesMasters/notesMaster1.xml" Id="R9b30181eabe3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7350c1a444480b" /><Relationship Type="http://schemas.openxmlformats.org/officeDocument/2006/relationships/notesMaster" Target="/ppt/notesMasters/notesMaster1.xml" Id="R2c02ed5d681c49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d86d832624966" /><Relationship Type="http://schemas.openxmlformats.org/officeDocument/2006/relationships/notesMaster" Target="/ppt/notesMasters/notesMaster1.xml" Id="Rd912f4d585894f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71948b43dd4bd9" /><Relationship Type="http://schemas.openxmlformats.org/officeDocument/2006/relationships/notesMaster" Target="/ppt/notesMasters/notesMaster1.xml" Id="R86b245f2d68c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1022c617840f0" /><Relationship Type="http://schemas.openxmlformats.org/officeDocument/2006/relationships/notesMaster" Target="/ppt/notesMasters/notesMaster1.xml" Id="R4ad13355178e4c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f959f866f947e2" /><Relationship Type="http://schemas.openxmlformats.org/officeDocument/2006/relationships/notesMaster" Target="/ppt/notesMasters/notesMaster1.xml" Id="R2506c4d906f643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c0f980fba74bd0" /><Relationship Type="http://schemas.openxmlformats.org/officeDocument/2006/relationships/notesMaster" Target="/ppt/notesMasters/notesMaster1.xml" Id="R74b17802b229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a3af0c31f42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8f0df5d095452a" /><Relationship Type="http://schemas.openxmlformats.org/officeDocument/2006/relationships/slideLayout" Target="/ppt/slideLayouts/slideLayout1.xml" Id="R0cf8d898ab674c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f8d898ab674c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7279d440446a6" /><Relationship Type="http://schemas.openxmlformats.org/officeDocument/2006/relationships/notesSlide" Target="/ppt/notesSlides/notesSlide1.xml" Id="Rb0b782b89cd241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91f6b458c4d5d" /><Relationship Type="http://schemas.openxmlformats.org/officeDocument/2006/relationships/notesSlide" Target="/ppt/notesSlides/notesSlide2.xml" Id="R4186ce050ab4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f48712de14159" /><Relationship Type="http://schemas.openxmlformats.org/officeDocument/2006/relationships/notesSlide" Target="/ppt/notesSlides/notesSlide3.xml" Id="Ra9da2d46c4c245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687853cbe4685" /><Relationship Type="http://schemas.openxmlformats.org/officeDocument/2006/relationships/notesSlide" Target="/ppt/notesSlides/notesSlide4.xml" Id="R475c7bba133b46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9a2fcc9ea4074" /><Relationship Type="http://schemas.openxmlformats.org/officeDocument/2006/relationships/notesSlide" Target="/ppt/notesSlides/notesSlide5.xml" Id="R52dcee3cf5454b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ba90d596c4f43" /><Relationship Type="http://schemas.openxmlformats.org/officeDocument/2006/relationships/notesSlide" Target="/ppt/notesSlides/notesSlide6.xml" Id="Rf819ea73126a4a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e2d3f053e4a60" /><Relationship Type="http://schemas.openxmlformats.org/officeDocument/2006/relationships/notesSlide" Target="/ppt/notesSlides/notesSlide7.xml" Id="R938f9f010adc4e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d74356be408b" /><Relationship Type="http://schemas.openxmlformats.org/officeDocument/2006/relationships/notesSlide" Target="/ppt/notesSlides/notesSlide8.xml" Id="R69ba774558b644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529f827164458" /><Relationship Type="http://schemas.openxmlformats.org/officeDocument/2006/relationships/notesSlide" Target="/ppt/notesSlides/notesSlide9.xml" Id="R13061e02b73e42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6B0F28-30B1-400A-A413-21E49E11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D65C6F-6FB9-4454-BCB9-CDEEBF0A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AI application in Biological Research Role of AI in genomics (flow chart). Role of AI in drug development (flow chart),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DF167-9890-463E-B768-B99679F7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Biotechnology and Biomimetics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1BEBT105/205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7A229-811A-4405-BCE0-EF7426EB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E7BA0-5DDC-4D65-99D8-E8802CD5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0FF99-3E65-402E-BD60-BB695C3F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Biological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ACD63-1CFC-40B5-8D80-1FDF9A85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68522-D1BF-47E0-AE90-5BE1DC0B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4F414-9FDD-4366-AF7B-BA8E751F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BB9FC-2461-4347-A5EC-32251CE2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64605-BB3B-447E-A08A-317BBB43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F7ADA-EE1D-4F5D-8091-28750F03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genomics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02B4A-3C66-4720-A612-3F546169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EA9BF-72F6-4E80-BAC2-4A4DA1CC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D868C-0120-4D3A-B784-7A7727D8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7214573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57A130-F856-4C4E-9F72-5D89776C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43F5F-32EF-4CD2-B051-F3BC59C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4A414-A7B9-4832-A521-8CF36D85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5394F-51F3-4DEE-92F8-CD3677A3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C3288-8EF2-4DEC-847D-86F266AD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709FE-5E2D-43B0-859C-2A0DA9D6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3A8C3-45CD-4471-AC8F-2E6DC846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3F62E-F239-45CB-98BD-287D36CC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CF806-A69B-4833-9679-8389161B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464BF-E5B5-4384-BF1E-FAFC21E1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FE387-F9BE-4333-9BF9-8CA29F6F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D40DB-715C-4BFA-B0BA-F462EBAB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EB445-0679-45CE-B8AE-0747F0A1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 application in Biological Research Role of AI in genomics (flow chart).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of AI in drug development (flow chart)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AI-assisted target (receptor) design and ligand (inhibitor) design (flow chart)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 in medical imaging and disease diagnosis (flow chart)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 -driven personalized medicine and predictive healthcare (flow chart)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F8D996-7DC2-4849-94E4-180778AC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CF23F-9058-4B43-ADB2-7C280D46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4507144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4075-4DE5-4925-8977-10829D96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374C6-7E29-44F6-80E6-15D4F3AA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1AB52-890C-4985-A220-AC2D8E55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D2D72-384A-4094-81BA-043BD6A0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BED8E-C073-43E4-918F-A0F9A01F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Biological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552D6B-3C55-4B3E-BF63-66EFE0E2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2EB39-1072-4F82-BA19-29E0EAF2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1EFC6-84FD-4DA6-9483-14069658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genomics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9E1463-2A24-435E-AACA-78BFDA3F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C316A3-1100-469C-A3A9-758771A7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of AI in agriculture and crop improvement (flow chart)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of AI in fermentation industry and bioprocess optimization (flow chart)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of AI in Protein and enzyme engineering (flow chart)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Role of AI in biosensors and diagnostics (flow chart).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B2351-2F01-438A-B6DD-DEE37CF8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ABDC30-F8C4-4D92-9B3F-ABC6D5F1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676321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DC2AE5-69C0-4C05-95E2-B711B118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FC521-5FCB-42FF-8374-9B2CC389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264BA-3ED7-4473-BAE9-BEE15681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A43AE-1C4F-49F1-848C-D85F0A59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 application in Biological Research Role of AI in genomics (flow chart).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of AI in drug development (flow chart)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AI-assisted target (receptor) design and ligand (inhibitor) design (flow chart)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 in medical imaging and disease diagnosis (flow chart)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 -driven personalized medicine and predictive healthcare (flow chart)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of AI in agriculture and crop improvement (flow chart)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C0B0-DA7A-487E-994C-78936041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B7276-9FE0-4EBB-883A-60B691B1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5B19FE-C048-495D-9365-7B937306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2520E2-6FD3-43D1-BDF6-12C4B69C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5B7E8-9107-4129-8AF8-21B7D9E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Biological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2C0FF-C942-4A04-8C5C-ABC7B4DD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EE30B-079C-4344-9B84-30A7ADA8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Research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DE711-79CF-4D3A-AF3D-8D05F584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A0F8FB-79FC-4C8F-8FA7-5FEB4E7B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DC3A4E-57BB-4E5F-A373-1FBAE792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49623-DA10-46C3-B331-3F6AAB6B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genomics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3AE7C-24AD-4D03-913D-AF96CE8E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0A1B5-5DA9-4B81-BBA5-C347E468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5ED783-749E-4902-BB09-84EF4BDD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5936649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86B5A-676E-49D7-AA5F-5815FD10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7B8B7-37EB-4AFC-B22C-C5D96996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DD9EC0-1AF5-4FB2-ADBE-BCD1A2E1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2DCAA-D1E5-473B-8B09-ADAEA09E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9CF09-3A9E-4AC9-8599-2D7C73D9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4A06B9-42D8-49DC-985B-9D667FD2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60524-2E3A-45B7-8C64-6D39C58C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17FEC-2063-46B5-9F5F-122E5278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752B0B-21F7-46CE-8986-39BB2BDF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31C9F-DD4A-4590-B567-ECC935DA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B95FA-3D7C-4FB9-B4EA-97DF00F9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F43F17-A813-4289-BF19-DD774957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5A8EA-2D12-4454-B6C5-7573C5BE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7B7BA1-539B-4BBB-A51A-2D46A6D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38FC6E-ADCC-44FA-9585-11FA29BE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893523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CF20C-09F7-4ADC-8CA9-7E93DD24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6BC62-36D2-4B2B-A9D2-AEFF900F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6DE22-BCAF-4776-9D01-CAB2509A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61878-3AE6-4066-A6CA-85FB47B0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49ADA-9B10-4922-9345-18EAD7D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AI application in Biological Research Role of AI in genomics (flow chart).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B8FB5-0438-4440-B51C-C6E8C48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application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2E6B3C-1444-4500-8CD3-08013163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C5DE6-2132-49BE-9330-82F80C9E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41D43-F162-4A40-915E-6DBAF200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20631226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C1377-F9C7-4FB1-89C4-D3BEBC22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C34E9-C0F0-4D06-B1C2-1747904F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F124D-5B22-44B5-A7D4-29437FB6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D382C-CFA1-4AFE-8F48-844B7BF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6E609-FFF3-4015-B239-2CB0A93E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of AI in fermentation industry and bioprocess optimization (flow chart)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of AI in Protein and enzyme engineering (flow chart)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Role of AI in biosensors and diagnostics (flow chart).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5A88C0-FEE3-4DF6-B197-D3B87258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F8675-15DD-4F75-AFD5-73093A51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0334E-2C74-430A-9AF6-78E42C4F7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7CD1F-D69D-49DB-9284-3F62D021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368665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5C236-20AD-41FD-A432-93DE9569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62C2C-61EF-48D5-9527-41A9DC6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822B2-74B5-4FB6-9065-FE927B16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05AA0-8627-4939-843E-42DED8C0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A4C79-38A0-4BE6-8656-B2609F76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5CAD9-070E-4411-B0C9-52E629BE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2C581-5CF3-4A73-9C37-F9EEA81E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 application in Biological Research Role of AI in genomics (flow chart).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8C4AA-046C-4978-9103-C26FD539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1A15E-FE9C-43C9-8056-F6279EEC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DF485-D5D2-4DC0-9655-8FF6D42A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of AI in drug development (flow chart)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32875-1BAA-42A5-A6BF-693F71D8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0F705-5322-48A2-9E36-95E22990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04475E-E74B-4E4C-BC95-ADD50406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AI-assisted target (receptor) design and ligand (inhibitor) design (flow chart)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864AC-6AE6-4DB7-B2B4-BC5AFAA6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1DDBF5-BA95-48EB-8564-14725FC5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9C0B8-28E7-4679-BE53-EB1B792B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 in medical imaging and disease diagnosis (flow chart)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58E92-35AC-4E1E-8D4C-8AA5F3A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4DF930-94BB-405F-BD22-2B0E0EF2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78DAAA-354F-4E01-B1C2-7129062A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 -driven personalized medicine and predictive healthcare (flow chart)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D11C4-49AE-445F-8F01-4F0626FE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1418B7-5530-482D-AFE9-DD1E533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E2B026-5453-4CC5-9395-8EEC4FD9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of AI in agriculture and crop improvement (flow chart)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C65A4-2293-485F-B490-48228FF8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7C367-DE7B-401D-AABF-50D69D17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7F151C-6ECB-4A88-ABCB-7BE0ECB9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Role of AI in fermentation industry and bioprocess optimization (flow chart)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4637A-A3B7-4959-9AD8-0C0D155E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8B12C0-9238-4618-B829-D0AD0E0C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32F76-F69A-4AFA-8F04-AD47BD5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50878-4920-4776-98FF-31B22DF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6160269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311FD4-A7CE-4694-9303-F73488A7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1BEBT105/205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87ECE-9A0E-4741-81C2-1D7E8910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E6D04-E893-4BE9-A389-D41EA403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210ED-ABD6-4224-A2B0-54A6D0C6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application, Biological, Research, Role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536EC-B2D0-4819-A042-3D089826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AC5AA-C7A6-48C6-8103-AC4AB1C9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A695F-290E-4681-89A1-5CC89008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Biotechnology and Biomimetics | 1BEBT105/205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8A6EA6-8C59-4FB9-AD20-420AB57F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673463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2026-08-24T06:38:44.7640000Z</dcterms:created>
  <dcterms:modified xsi:type="dcterms:W3CDTF">2026-08-24T06:38:44.7640000Z</dcterms:modified>
</coreProperties>
</file>