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e329ed2cd74631" /><Relationship Type="http://schemas.openxmlformats.org/officeDocument/2006/relationships/extended-properties" Target="/docProps/app.xml" Id="Rd17b5266dfe3423e" /><Relationship Type="http://schemas.openxmlformats.org/officeDocument/2006/relationships/officeDocument" Target="/ppt/presentation.xml" Id="R71527f5a3f374b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94ac9126054f85"/>
  </p:sldMasterIdLst>
  <p:notesMasterIdLst>
    <p:notesMasterId xmlns:r="http://schemas.openxmlformats.org/officeDocument/2006/relationships" r:id="R9c06a2bbd32b4129"/>
  </p:notesMasterIdLst>
  <p:sldIdLst>
    <p:sldId xmlns:r="http://schemas.openxmlformats.org/officeDocument/2006/relationships" id="256" r:id="R4f0c3bdc31dd4fa9"/>
    <p:sldId xmlns:r="http://schemas.openxmlformats.org/officeDocument/2006/relationships" id="257" r:id="R6eebf236cc2448f7"/>
    <p:sldId xmlns:r="http://schemas.openxmlformats.org/officeDocument/2006/relationships" id="258" r:id="Ra0637d932c7141c8"/>
    <p:sldId xmlns:r="http://schemas.openxmlformats.org/officeDocument/2006/relationships" id="259" r:id="Ra5c77e10ccb447a8"/>
    <p:sldId xmlns:r="http://schemas.openxmlformats.org/officeDocument/2006/relationships" id="260" r:id="R21781223c88a4b64"/>
    <p:sldId xmlns:r="http://schemas.openxmlformats.org/officeDocument/2006/relationships" id="261" r:id="R6917a07b51544f54"/>
    <p:sldId xmlns:r="http://schemas.openxmlformats.org/officeDocument/2006/relationships" id="262" r:id="R3ebb9745dfd64fb7"/>
    <p:sldId xmlns:r="http://schemas.openxmlformats.org/officeDocument/2006/relationships" id="263" r:id="Rb78c9356712a4c6b"/>
    <p:sldId xmlns:r="http://schemas.openxmlformats.org/officeDocument/2006/relationships" id="264" r:id="R709904ee377c4b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34732da9a64cad" /><Relationship Type="http://schemas.openxmlformats.org/officeDocument/2006/relationships/slideMaster" Target="/ppt/slideMasters/slideMaster1.xml" Id="R6b94ac9126054f85" /><Relationship Type="http://schemas.openxmlformats.org/officeDocument/2006/relationships/notesMaster" Target="/ppt/notesMasters/notesMaster1.xml" Id="R9c06a2bbd32b4129" /><Relationship Type="http://schemas.openxmlformats.org/officeDocument/2006/relationships/presProps" Target="/ppt/presProps.xml" Id="Rb6349b34309f4892" /><Relationship Type="http://schemas.openxmlformats.org/officeDocument/2006/relationships/tableStyles" Target="/ppt/tableStyles.xml" Id="R97a6d20bfc19464f" /><Relationship Type="http://schemas.openxmlformats.org/officeDocument/2006/relationships/slide" Target="/ppt/slides/slide1.xml" Id="R4f0c3bdc31dd4fa9" /><Relationship Type="http://schemas.openxmlformats.org/officeDocument/2006/relationships/slide" Target="/ppt/slides/slide2.xml" Id="R6eebf236cc2448f7" /><Relationship Type="http://schemas.openxmlformats.org/officeDocument/2006/relationships/slide" Target="/ppt/slides/slide3.xml" Id="Ra0637d932c7141c8" /><Relationship Type="http://schemas.openxmlformats.org/officeDocument/2006/relationships/slide" Target="/ppt/slides/slide4.xml" Id="Ra5c77e10ccb447a8" /><Relationship Type="http://schemas.openxmlformats.org/officeDocument/2006/relationships/slide" Target="/ppt/slides/slide5.xml" Id="R21781223c88a4b64" /><Relationship Type="http://schemas.openxmlformats.org/officeDocument/2006/relationships/slide" Target="/ppt/slides/slide6.xml" Id="R6917a07b51544f54" /><Relationship Type="http://schemas.openxmlformats.org/officeDocument/2006/relationships/slide" Target="/ppt/slides/slide7.xml" Id="R3ebb9745dfd64fb7" /><Relationship Type="http://schemas.openxmlformats.org/officeDocument/2006/relationships/slide" Target="/ppt/slides/slide8.xml" Id="Rb78c9356712a4c6b" /><Relationship Type="http://schemas.openxmlformats.org/officeDocument/2006/relationships/slide" Target="/ppt/slides/slide9.xml" Id="R709904ee377c4b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08593be67347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86a5ab62ff417d" /><Relationship Type="http://schemas.openxmlformats.org/officeDocument/2006/relationships/notesMaster" Target="/ppt/notesMasters/notesMaster1.xml" Id="Rb296176604dd4b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8d3cd2bbd44177" /><Relationship Type="http://schemas.openxmlformats.org/officeDocument/2006/relationships/notesMaster" Target="/ppt/notesMasters/notesMaster1.xml" Id="R394a7d8d23f8454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2699f5be7524e31" /><Relationship Type="http://schemas.openxmlformats.org/officeDocument/2006/relationships/notesMaster" Target="/ppt/notesMasters/notesMaster1.xml" Id="R358a492517684b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a234f74b66460c" /><Relationship Type="http://schemas.openxmlformats.org/officeDocument/2006/relationships/notesMaster" Target="/ppt/notesMasters/notesMaster1.xml" Id="Rbb0c53fa7e2f48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aaa13eaecb14574" /><Relationship Type="http://schemas.openxmlformats.org/officeDocument/2006/relationships/notesMaster" Target="/ppt/notesMasters/notesMaster1.xml" Id="Rdf2aa930f9c146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b28df302564e26" /><Relationship Type="http://schemas.openxmlformats.org/officeDocument/2006/relationships/notesMaster" Target="/ppt/notesMasters/notesMaster1.xml" Id="R1e2ea8f72e1e497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2ae5e21b5ad41d9" /><Relationship Type="http://schemas.openxmlformats.org/officeDocument/2006/relationships/notesMaster" Target="/ppt/notesMasters/notesMaster1.xml" Id="Rbeff345922f042a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ab8865c003d43ac" /><Relationship Type="http://schemas.openxmlformats.org/officeDocument/2006/relationships/notesMaster" Target="/ppt/notesMasters/notesMaster1.xml" Id="R1f6cd0dee2624df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5dfa824d7864591" /><Relationship Type="http://schemas.openxmlformats.org/officeDocument/2006/relationships/notesMaster" Target="/ppt/notesMasters/notesMaster1.xml" Id="R6a8bd1193c904d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742a3c422f48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bd696000944e92" /><Relationship Type="http://schemas.openxmlformats.org/officeDocument/2006/relationships/slideLayout" Target="/ppt/slideLayouts/slideLayout1.xml" Id="R8a972595e4b946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972595e4b946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bb320d9a88478a" /><Relationship Type="http://schemas.openxmlformats.org/officeDocument/2006/relationships/notesSlide" Target="/ppt/notesSlides/notesSlide1.xml" Id="R64567c228f8840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d24720902f4a79" /><Relationship Type="http://schemas.openxmlformats.org/officeDocument/2006/relationships/notesSlide" Target="/ppt/notesSlides/notesSlide2.xml" Id="R5ad032bbddf149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5812301e2b4086" /><Relationship Type="http://schemas.openxmlformats.org/officeDocument/2006/relationships/notesSlide" Target="/ppt/notesSlides/notesSlide3.xml" Id="Rc7eff92372ed48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b0b395d8444779" /><Relationship Type="http://schemas.openxmlformats.org/officeDocument/2006/relationships/notesSlide" Target="/ppt/notesSlides/notesSlide4.xml" Id="R63de7c7662414f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222c45363a4c60" /><Relationship Type="http://schemas.openxmlformats.org/officeDocument/2006/relationships/notesSlide" Target="/ppt/notesSlides/notesSlide5.xml" Id="R390a2013f9df411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56fe99f0b94a73" /><Relationship Type="http://schemas.openxmlformats.org/officeDocument/2006/relationships/notesSlide" Target="/ppt/notesSlides/notesSlide6.xml" Id="R4b77f611acfe4d9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0611658e4c4762" /><Relationship Type="http://schemas.openxmlformats.org/officeDocument/2006/relationships/notesSlide" Target="/ppt/notesSlides/notesSlide7.xml" Id="R071ad147698a4d2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5f0b69d02341c8" /><Relationship Type="http://schemas.openxmlformats.org/officeDocument/2006/relationships/notesSlide" Target="/ppt/notesSlides/notesSlide8.xml" Id="R9e72c64f2cb44ef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919bd56fa941b7" /><Relationship Type="http://schemas.openxmlformats.org/officeDocument/2006/relationships/notesSlide" Target="/ppt/notesSlides/notesSlide9.xml" Id="R7b9e13120f5c4a9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F38486-2F67-4AC2-B930-B1109041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A89D04-2D94-431E-A268-98A51F26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Biotechnology Processes &amp; Sustainability Bioprocess stages: Case study of Bio Ethanol production from agri -waste-qualit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4D0365-D74A-4C87-9A2C-627D3774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Elements of Biotechnology and Biomimetics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1BEBT105/205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32853E-7A6F-4930-A2BF-7263DF51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Biotechnology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F7034C-C198-4C67-BBC4-422FE3183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75D43F-FA5C-438E-AF44-3C86349E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A869E4-1CA0-4550-B6DF-B43F38B8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82C7A6-032A-47A0-AA87-F6B74DA5E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Sustainability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7B4957-E87C-4576-8FF9-D30A8A8B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18ACC7-5B43-4FD4-8981-60978CB7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Bioprocess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47A872-0574-4A51-81B4-354389E4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6EEA05-96DA-4283-BA40-ABD8E3AA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stages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89DC6B-3E7B-4B15-BEBB-3AEBCE815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0B9C9B-4D31-4D26-906C-BC99C0B83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Biotechnology and Biomimetics | 1BEBT105/205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E6D4F8-6C5F-4526-9A10-660521FDF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1/9</a:t>
            </a:r>
          </a:p>
        </p:txBody>
      </p:sp>
    </p:spTree>
    <p:extLst>
      <p:ext uri="{BB962C8B-B14F-4D97-AF65-F5344CB8AC3E}">
        <p14:creationId xmlns:p14="http://schemas.microsoft.com/office/powerpoint/2010/main" val="2071866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B78F65-A6FD-45AA-BC70-7A07E495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E38F56-D990-45CF-B3CC-FB5CC76F8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862557-1DE6-49A2-8A5E-0E3AE284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C1B821-3471-4651-95EA-F2BBFF9D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331356-8ACD-4518-A65D-BB1A0DFF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75F163-55B7-4413-ACD0-16E9185B6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BB956E-5F09-4F06-9767-2C5D437F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216926-D4F6-4B5B-9051-199F21B8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0A27DB-A179-4B68-97AC-A7943A10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B2EEAE-E08E-493C-9C53-7B307FCA7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E70DA2-2732-4668-AB28-846D230C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D17C5E-1519-4E14-B0A2-7EED19C8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CF65A1-A591-4C0F-BF79-A3B2A671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Biotechnology Processes &amp; Sustainability Bioprocess stages: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Case study of Bio Ethanol production from agri -waste-qualitative (steps in upstream, and downstream processing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Biosafety levels, containment, cGMP/GLP and IPR issues).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Circular bioeconomy and biotechnology's role in UN SDGs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Ethical, legal, and social issues in biotechnology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F207A6-C045-44EF-A53F-C4469781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Biotechnology and Biomimetics | 1BEBT105/205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81D209-9E4E-4A33-A0A2-5452D725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2/9</a:t>
            </a:r>
          </a:p>
        </p:txBody>
      </p:sp>
    </p:spTree>
    <p:extLst>
      <p:ext uri="{BB962C8B-B14F-4D97-AF65-F5344CB8AC3E}">
        <p14:creationId xmlns:p14="http://schemas.microsoft.com/office/powerpoint/2010/main" val="12030689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54899C-1385-44C4-8D7F-1EF58D851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792847-1BF7-4F3E-922B-27F557E8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C7D62B-0A84-4044-AB38-EE9765613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D91AE1-AD5D-4A2E-A2A8-EAB5B545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Biotechnology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47B19D-43BB-4347-A8E5-192B6476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Processes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684DC1-94B6-4038-BCB6-13EF2C94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Sustainability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13E734-BF3F-4268-B5A9-A65D02BF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Bioprocess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653A42-518D-4334-9728-FE9CDD1B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stages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94B204-06EA-4DB7-B64B-E7F64FB8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16148F-BC5E-4F1A-80C8-4D061B0D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GI tags, specific case studies related to Basmati or Turmeric.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Number of Hours: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77B115-F4A1-49AE-AC76-782F1CFC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Biotechnology and Biomimetics | 1BEBT105/205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7EEA43-1BBD-4542-A00E-92E42107F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3/9</a:t>
            </a:r>
          </a:p>
        </p:txBody>
      </p:sp>
    </p:spTree>
    <p:extLst>
      <p:ext uri="{BB962C8B-B14F-4D97-AF65-F5344CB8AC3E}">
        <p14:creationId xmlns:p14="http://schemas.microsoft.com/office/powerpoint/2010/main" val="20399499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74D788-98A9-4FFD-A55F-DBE824A8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1E3D18-7C36-452C-9642-72D3A7032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7CD49B-6532-4554-83C1-E767442D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641536-56FB-47AA-AF48-082887A3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Biotechnology Processes &amp; Sustainability Bioprocess stages: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Case study of Bio Ethanol production from agri -waste-qualitative (steps in upstream, and downstream proces...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Biosafety levels, containment, cGMP/GLP and IPR issues).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Circular bioeconomy and biotechnology's role in UN SDGs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Ethical, legal, and social issues in biotechnology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GI tags, specific case studies related to Basmati or Turmeric.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B1BF01-ECDC-43D0-B134-1350BEF3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65503E-15FD-4E60-AD70-0312ED2E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05EF04-126C-49C2-B9E2-750FAD13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Biotechnology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03C64F-089B-4519-B51C-B9B6E758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9F50C7-49E7-4457-B42D-F4820AF9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590D94-13A1-4565-AFD9-7A9434F9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844E44-283F-41A0-AED0-778289E8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Sustainability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B8EE68-3BD6-49E0-B3D7-5EB523DF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94161C-07AF-4338-AE4A-AA311BE0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Bioprocess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35C01F-89B5-4C46-8B1E-C49BFC30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BBA8D6-7F43-4472-BB71-F6B1BA20F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stages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C338C9-B188-44E9-9531-8F3EC4ED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20EE81-40C9-4F8A-B12F-2238CFC9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Biotechnology and Biomimetics | 1BEBT105/205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BBED47-F483-4E20-B8E2-51FA4A6E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4/9</a:t>
            </a:r>
          </a:p>
        </p:txBody>
      </p:sp>
    </p:spTree>
    <p:extLst>
      <p:ext uri="{BB962C8B-B14F-4D97-AF65-F5344CB8AC3E}">
        <p14:creationId xmlns:p14="http://schemas.microsoft.com/office/powerpoint/2010/main" val="12282618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ADEF6A-898C-45A0-96D2-EAA5849B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093BBC-260E-4A8F-A526-0D872327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8517A6-64FF-4B69-9E2E-8A501779A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BBB098-91DC-4609-88D9-9D0E9F53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8D86B5-292A-452E-AE9A-60633EE2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448E13-DEA9-434A-8796-AAEC358B1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F643BF-DEF9-435E-8C57-16AB3E30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791FF9-BC18-4F2E-978E-83F49A2C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5AA966-FF0E-4B4C-8EB1-09F7480DE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ACF268-5C12-4BA0-BB98-EE9A3114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D1185C-89A9-472B-956C-42739E86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B24F37-4613-45D2-9C92-A4D7BEE2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CC6186-C502-4B1A-8A6E-F3F52E8C2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777226-6347-4F41-8954-6040C9A42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Biotechnology and Biomimetics | 1BEBT105/205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4DB4F4-019A-46B3-9399-2A86D64A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5/9</a:t>
            </a:r>
          </a:p>
        </p:txBody>
      </p:sp>
    </p:spTree>
    <p:extLst>
      <p:ext uri="{BB962C8B-B14F-4D97-AF65-F5344CB8AC3E}">
        <p14:creationId xmlns:p14="http://schemas.microsoft.com/office/powerpoint/2010/main" val="3347438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B7A3E8-82F9-4D54-A625-85290EF5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0D476B-73CD-4736-8D58-F520E29E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2D7B24-0417-4F56-A33D-ADEB568D8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D6703D-762E-4529-B4A4-130A74BDD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822BE7-19E6-467D-95BD-BBA51C49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Biotechnology Processes &amp; Sustainability Bioprocess stages: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F0B263-4D3C-4E77-BC65-CD0272EA2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Biotechnology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626292-8176-4582-80AE-3ED90513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305168-0F20-438D-8729-0FAD8CFB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Biotechnology and Biomimetics | 1BEBT105/205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85EC8F-6108-4BA6-8278-5E89921E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6/9</a:t>
            </a:r>
          </a:p>
        </p:txBody>
      </p:sp>
    </p:spTree>
    <p:extLst>
      <p:ext uri="{BB962C8B-B14F-4D97-AF65-F5344CB8AC3E}">
        <p14:creationId xmlns:p14="http://schemas.microsoft.com/office/powerpoint/2010/main" val="10593706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6BACD2-FF6D-422C-BBAE-C1FE38B3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B07446-E94D-40E5-9BD0-B9885D7B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115863-8BA6-4783-A1C7-7A9515DE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F9B2EB-97C4-433F-928D-303373EE1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0E352D-65D1-415C-9C1B-42761EDB7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Number of Hours: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5A2429-180B-450B-9FC7-7FD135B34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01ABE0-5393-4813-9BB0-9C365B73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818B81-9089-45AB-B239-CB813BBE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Biotechnology and Biomimetics | 1BEBT105/205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341D93-E44D-4E69-B637-5A5C43DD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7/9</a:t>
            </a:r>
          </a:p>
        </p:txBody>
      </p:sp>
    </p:spTree>
    <p:extLst>
      <p:ext uri="{BB962C8B-B14F-4D97-AF65-F5344CB8AC3E}">
        <p14:creationId xmlns:p14="http://schemas.microsoft.com/office/powerpoint/2010/main" val="13801751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4BABAC-ED6E-4847-9DA8-7E743364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9F5264-15B5-4BDB-A073-78BB1A0F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ED8091-1F44-447D-837E-AD672DD7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2D9D61-C271-4C28-A481-19AB5F78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A2417D-482B-4EF3-B15A-55A42903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30D5D4-2A03-4759-863A-B9DFC9BC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361AB6-660E-44DE-B972-FEB029F0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Biotechnology Processes &amp; Sustainability Bioprocess stages: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09EF39-7F89-42A2-9645-7CFAEE93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FE6BF4-9D96-4335-BEB2-89D7BB27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FE2F87-607D-4128-B07B-E89E36A76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Case study of Bio Ethanol production from agri -waste-qualitative (steps in upstream, and downs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E12A3B-4D00-4694-A64C-53BE378B3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86C09D-363B-48A5-97CF-0101D05B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C1B2B5-C087-4046-9F2B-858D736E9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Biosafety levels, containment, cGMP/GLP and IPR issues).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85597F-BE8F-4388-A20A-C9D24AD1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46D4E8-E08E-4438-998A-D6595A74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5219F0-B7A1-4E8A-B766-DBCBF5B4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Circular bioeconomy and biotechnology's role in UN SDGs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ECAE85-E22B-4F5E-8130-4975F738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DC12E2-988A-4DB4-888F-71535600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BE2835-AB90-46BF-BD0E-C1BA9968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Ethical, legal, and social issues in biotechnology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F88AAF-5379-47B1-800B-2A26E3B0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30D143-3F67-4225-98E2-94F27ADB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6DE796-B94F-48FA-B511-87AA5F120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GI tags, specific case studies related to Basmati or Turmeric.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F08DE2-AD6C-46EA-AA8F-0E222331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3478F4-C983-4CE6-8DE1-6957433C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880EAF-5BE0-4C0C-BD4B-0F9B8DF26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Number of Hours: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44FCAB-AFBD-4FF6-BE25-20102D356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314BA3-9D8C-4C6D-8275-3752A8AA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016E04-83BB-4549-BE62-C01DB6B44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Biotechnology and Biomimetics | 1BEBT105/205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C27A0B-C8F8-4B10-A145-2E85501F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8/9</a:t>
            </a:r>
          </a:p>
        </p:txBody>
      </p:sp>
    </p:spTree>
    <p:extLst>
      <p:ext uri="{BB962C8B-B14F-4D97-AF65-F5344CB8AC3E}">
        <p14:creationId xmlns:p14="http://schemas.microsoft.com/office/powerpoint/2010/main" val="14979357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605D0E-4CD8-4E4C-BE2D-CD1DC1AB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346D5-D73D-4A58-B3C1-9CFE2C926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F484C1-CB40-4A74-94BF-5AD51882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1A34F7-A962-487D-8204-EC03F04C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Biotechnology, Processes, Sustainability, Bioprocess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3FBE83-3F12-4BF2-9F6D-0DCC7601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9A9160-362D-4295-9652-A3C04151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50057C-3AC3-4087-9FEB-BAA07093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Biotechnology and Biomimetics | 1BEBT105/205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BB2F44-4F02-47F5-A8D5-02E1C25F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9/9</a:t>
            </a:r>
          </a:p>
        </p:txBody>
      </p:sp>
    </p:spTree>
    <p:extLst>
      <p:ext uri="{BB962C8B-B14F-4D97-AF65-F5344CB8AC3E}">
        <p14:creationId xmlns:p14="http://schemas.microsoft.com/office/powerpoint/2010/main" val="15253229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2026-08-24T06:38:44.7050000Z</dcterms:created>
  <dcterms:modified xsi:type="dcterms:W3CDTF">2026-08-24T06:38:44.7050000Z</dcterms:modified>
</coreProperties>
</file>