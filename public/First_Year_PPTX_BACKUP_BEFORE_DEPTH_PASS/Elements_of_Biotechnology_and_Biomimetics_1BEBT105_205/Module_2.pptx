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db1624c7f4f43" /><Relationship Type="http://schemas.openxmlformats.org/officeDocument/2006/relationships/extended-properties" Target="/docProps/app.xml" Id="Rb16a119116f34b03" /><Relationship Type="http://schemas.openxmlformats.org/officeDocument/2006/relationships/officeDocument" Target="/ppt/presentation.xml" Id="R47f66294f559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9fdb8b2574b9d"/>
  </p:sldMasterIdLst>
  <p:notesMasterIdLst>
    <p:notesMasterId xmlns:r="http://schemas.openxmlformats.org/officeDocument/2006/relationships" r:id="R2565478799e54a13"/>
  </p:notesMasterIdLst>
  <p:sldIdLst>
    <p:sldId xmlns:r="http://schemas.openxmlformats.org/officeDocument/2006/relationships" id="256" r:id="Rae276ad889c34b7d"/>
    <p:sldId xmlns:r="http://schemas.openxmlformats.org/officeDocument/2006/relationships" id="257" r:id="R28489c7228fb4f46"/>
    <p:sldId xmlns:r="http://schemas.openxmlformats.org/officeDocument/2006/relationships" id="258" r:id="R292f00dcbe1c46c5"/>
    <p:sldId xmlns:r="http://schemas.openxmlformats.org/officeDocument/2006/relationships" id="259" r:id="R26d87da819e54a43"/>
    <p:sldId xmlns:r="http://schemas.openxmlformats.org/officeDocument/2006/relationships" id="260" r:id="R3082cac7c31f4d67"/>
    <p:sldId xmlns:r="http://schemas.openxmlformats.org/officeDocument/2006/relationships" id="261" r:id="Rf4e086729a2a4b19"/>
    <p:sldId xmlns:r="http://schemas.openxmlformats.org/officeDocument/2006/relationships" id="262" r:id="R933040c06cd74f4b"/>
    <p:sldId xmlns:r="http://schemas.openxmlformats.org/officeDocument/2006/relationships" id="263" r:id="Red596cea8af246a4"/>
    <p:sldId xmlns:r="http://schemas.openxmlformats.org/officeDocument/2006/relationships" id="264" r:id="Rba3fe86499944b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88ee7406ad44b2" /><Relationship Type="http://schemas.openxmlformats.org/officeDocument/2006/relationships/slideMaster" Target="/ppt/slideMasters/slideMaster1.xml" Id="R5c49fdb8b2574b9d" /><Relationship Type="http://schemas.openxmlformats.org/officeDocument/2006/relationships/notesMaster" Target="/ppt/notesMasters/notesMaster1.xml" Id="R2565478799e54a13" /><Relationship Type="http://schemas.openxmlformats.org/officeDocument/2006/relationships/presProps" Target="/ppt/presProps.xml" Id="R5d683bed3da64d2a" /><Relationship Type="http://schemas.openxmlformats.org/officeDocument/2006/relationships/tableStyles" Target="/ppt/tableStyles.xml" Id="Rd36f5e72ca0b46cf" /><Relationship Type="http://schemas.openxmlformats.org/officeDocument/2006/relationships/slide" Target="/ppt/slides/slide1.xml" Id="Rae276ad889c34b7d" /><Relationship Type="http://schemas.openxmlformats.org/officeDocument/2006/relationships/slide" Target="/ppt/slides/slide2.xml" Id="R28489c7228fb4f46" /><Relationship Type="http://schemas.openxmlformats.org/officeDocument/2006/relationships/slide" Target="/ppt/slides/slide3.xml" Id="R292f00dcbe1c46c5" /><Relationship Type="http://schemas.openxmlformats.org/officeDocument/2006/relationships/slide" Target="/ppt/slides/slide4.xml" Id="R26d87da819e54a43" /><Relationship Type="http://schemas.openxmlformats.org/officeDocument/2006/relationships/slide" Target="/ppt/slides/slide5.xml" Id="R3082cac7c31f4d67" /><Relationship Type="http://schemas.openxmlformats.org/officeDocument/2006/relationships/slide" Target="/ppt/slides/slide6.xml" Id="Rf4e086729a2a4b19" /><Relationship Type="http://schemas.openxmlformats.org/officeDocument/2006/relationships/slide" Target="/ppt/slides/slide7.xml" Id="R933040c06cd74f4b" /><Relationship Type="http://schemas.openxmlformats.org/officeDocument/2006/relationships/slide" Target="/ppt/slides/slide8.xml" Id="Red596cea8af246a4" /><Relationship Type="http://schemas.openxmlformats.org/officeDocument/2006/relationships/slide" Target="/ppt/slides/slide9.xml" Id="Rba3fe86499944b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87f977b25a46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9e530a585545ad" /><Relationship Type="http://schemas.openxmlformats.org/officeDocument/2006/relationships/notesMaster" Target="/ppt/notesMasters/notesMaster1.xml" Id="R61c720475e0f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6cb162a87454c" /><Relationship Type="http://schemas.openxmlformats.org/officeDocument/2006/relationships/notesMaster" Target="/ppt/notesMasters/notesMaster1.xml" Id="R0d4be56a3db645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7d41e1cc6a45b5" /><Relationship Type="http://schemas.openxmlformats.org/officeDocument/2006/relationships/notesMaster" Target="/ppt/notesMasters/notesMaster1.xml" Id="R6a2c2a212da34f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5d18c8307438d" /><Relationship Type="http://schemas.openxmlformats.org/officeDocument/2006/relationships/notesMaster" Target="/ppt/notesMasters/notesMaster1.xml" Id="R03bdc84263a24e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a82e83ec2b4423" /><Relationship Type="http://schemas.openxmlformats.org/officeDocument/2006/relationships/notesMaster" Target="/ppt/notesMasters/notesMaster1.xml" Id="R8be2870414e443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7b15c2c3a0417c" /><Relationship Type="http://schemas.openxmlformats.org/officeDocument/2006/relationships/notesMaster" Target="/ppt/notesMasters/notesMaster1.xml" Id="Rb1164dc25df14e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9679a7b7ca4d82" /><Relationship Type="http://schemas.openxmlformats.org/officeDocument/2006/relationships/notesMaster" Target="/ppt/notesMasters/notesMaster1.xml" Id="R6d9ffc4f2cd340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09c60c0ac04279" /><Relationship Type="http://schemas.openxmlformats.org/officeDocument/2006/relationships/notesMaster" Target="/ppt/notesMasters/notesMaster1.xml" Id="R3a6e62e7f3c648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f59300d680417a" /><Relationship Type="http://schemas.openxmlformats.org/officeDocument/2006/relationships/notesMaster" Target="/ppt/notesMasters/notesMaster1.xml" Id="Rf3db25a1276649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a53ab46a843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87fc3080d4413f" /><Relationship Type="http://schemas.openxmlformats.org/officeDocument/2006/relationships/slideLayout" Target="/ppt/slideLayouts/slideLayout1.xml" Id="R37c092e0c1db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092e0c1db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8118a3aac4d0e" /><Relationship Type="http://schemas.openxmlformats.org/officeDocument/2006/relationships/notesSlide" Target="/ppt/notesSlides/notesSlide1.xml" Id="R0bc89740f9e249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69aed6cb241a9" /><Relationship Type="http://schemas.openxmlformats.org/officeDocument/2006/relationships/notesSlide" Target="/ppt/notesSlides/notesSlide2.xml" Id="R6cc6593e939a43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26ed9efa54101" /><Relationship Type="http://schemas.openxmlformats.org/officeDocument/2006/relationships/notesSlide" Target="/ppt/notesSlides/notesSlide3.xml" Id="R19e9e5cf50e5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931cfafa5451d" /><Relationship Type="http://schemas.openxmlformats.org/officeDocument/2006/relationships/notesSlide" Target="/ppt/notesSlides/notesSlide4.xml" Id="Rc7a60cd116d847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0ae8653840b7" /><Relationship Type="http://schemas.openxmlformats.org/officeDocument/2006/relationships/notesSlide" Target="/ppt/notesSlides/notesSlide5.xml" Id="Rfd5f5e1648764d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9751e70484c44" /><Relationship Type="http://schemas.openxmlformats.org/officeDocument/2006/relationships/notesSlide" Target="/ppt/notesSlides/notesSlide6.xml" Id="R272492938ec44b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64f36a8734752" /><Relationship Type="http://schemas.openxmlformats.org/officeDocument/2006/relationships/notesSlide" Target="/ppt/notesSlides/notesSlide7.xml" Id="R16ff1f4b478645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1f268d6eb4884" /><Relationship Type="http://schemas.openxmlformats.org/officeDocument/2006/relationships/notesSlide" Target="/ppt/notesSlides/notesSlide8.xml" Id="R1e8cbbb8bc5b4a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b1a8500cb4e0d" /><Relationship Type="http://schemas.openxmlformats.org/officeDocument/2006/relationships/notesSlide" Target="/ppt/notesSlides/notesSlide9.xml" Id="Ra39c5c6d683047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B611D-5009-4480-960D-565F6557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AA163-E83D-4CDB-8F72-D111FF97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Overview of Biotechnology: History, scope, and branches/types of biotechnology such as medical biotechnology (red) - foc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375FB-8D10-4B3B-B23D-E25267C3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E09C8-EA54-4DDE-913A-CC481971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AB9CB-9D72-4CBD-A9C3-C752423E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C934-7332-4E82-866D-EC035289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58FD6-AF36-4562-8ECF-60A68298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095BD-75A9-413B-B6B0-0A7D58C0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4EDBC-68B5-45B7-9AD7-52B24AEC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F320E-BE4F-42D0-AB9C-7931B8EA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4F316-A33E-46DC-9C3E-D3547FF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D6AF7-7628-4F80-801A-F212E32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branches/types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66FF7-8A72-428D-972D-A2E1DC0E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4D65B-409B-446D-A996-AEB83B94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183F6-D374-46C7-920D-8AA013EB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653534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89239-8308-4A56-B0EF-7047D41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2C5E7-A850-4188-9737-60742718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9A017-B7C7-4246-93E1-3DA7289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48677-D98C-4EB1-9F06-CA4A0E3B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6D176-BF8A-4D80-9C1F-0D1296D0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84C81-8D31-47EF-9F76-701CA8CC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9F22C-7EF9-420A-8D53-46B34182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E768A-1D28-4A2F-B621-310567CB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0702D-5562-4EA4-B678-DB89679E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5DEE3-1211-4791-AE7B-9D5588CA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BA618-9C62-448B-B9D6-FBFE44E9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A66A3-6993-49F9-8206-E9B0B506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C4E50-E6E8-48BD-930F-4DB082F3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Overview of Biotechnology: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History, scope, and branches/types of biotechnology such as medical biotechnology (red) - focusing on healthcare;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agricultural biotechnology (green)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improving crops and livestock;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industrial biotechnology (white):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02565-CF35-4950-9288-F98E7F17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09597-5EE0-42C9-A5B7-A00B2168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609989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DCFDE-4156-45EF-835E-16B63039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73CED-6A80-4BEE-BE4E-1E9434B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9F29D-787B-485A-9424-021CE1D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B4347-37AC-463C-A59B-0C3D4683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CD43B-0B39-462D-AA76-B49519D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Biotechnology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1DDB3-0EC5-437A-9C54-346AFE21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C2E74-0A8F-45E4-9C5F-A0E07C05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73405-704E-4BAB-AC24-DBE8360D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branches/types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17DDF-3DFE-4813-A46D-1CDB6ECA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E115D-F3D8-4D48-97A7-ED1935A4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using biological systems for industrial processes;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environmental biotechnology (grey/brown):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focu sed on environmental protection and remediation;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marine biotechnology (blue):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4BF69-BDE8-475E-AAAA-077A92C3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91730-E87E-48A0-AC48-68F73FC1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8811471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D653C-FCDC-4CD0-8EC5-213D6365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F79C4-DC3C-49A8-87A3-3B15970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73AE6-C1FC-44CF-848A-112AFD2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BF66-86DC-40CA-9778-2B51A52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Overview of Biotechnology: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History, scope, and branches/types of biotechnology such as medical biotechnology (red) - focusing on healt...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agricultural biotechnology (green)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improving crops and livestock;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industrial biotechnology (white):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using biological systems for industrial processes;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7032F-C60C-4CC7-AD52-C5E3EA24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BBEF0-E99D-4C0A-A2CD-C00B38E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9E364-BD73-4BB8-B197-AED3D0E8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16F7C-45DD-4371-BB21-A2F35F2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A7526-804F-47B9-B992-151514D3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Biotechnology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94940-1115-42D3-A5DC-C8AC1C51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19C13-C7F8-46FF-9EB1-4B9D678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83D5A-DF47-4130-8D27-DC956144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795A1-11C6-482E-92A1-81062B3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0690C-0829-47C7-8942-3578A938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B8883-1A1D-49A9-8960-42BB23AD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branches/types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40452-68CA-4416-9D28-60285EB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4C6AC-1CD6-4847-A12B-F88F31E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BB13C-1F18-47A3-BE08-1AA0D3B5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693387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2636E-1A42-4842-8BD4-AAF67A31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A73A4-7027-4677-9CB1-88BAB01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F2725-DDC6-46B1-B2A6-C0D89EC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F5600-A23F-4E5E-AE15-A8A2F264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A495E-C722-4B28-A47E-EB61EAA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8638-CF9A-4F50-B637-C6FE10C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011FF-29F3-4015-B2A2-A791ACC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07CC8-765F-47D9-8784-2E6BEE86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6BA96-5387-41AB-8831-0B05F9E0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C09D7-38F5-4DBE-BBEE-9CBDE180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DEE79-613C-41C6-93B9-53F6620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D158C-7A80-475D-9DCE-02F9EA31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9535E-7044-4117-8BFA-E5E8B1D3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210D7-9B6D-4123-8B72-9E45AA8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1E1B3-B575-477C-A1FE-71203103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635034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CE67F-30EF-4CC3-95C2-90026CA9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59EBF-2C33-45B9-9F3A-FDBA6BE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F2A19-8FCE-48EA-883B-67039B72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3BA28-B557-48A4-AB0C-D616A3ED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C09F6-C30C-42BE-801D-304FAC75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Overview of Biotechnology: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5B8B5-5B8F-4BAA-94AE-44D60A2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Overview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403C1-DC1A-4997-9151-7CE9242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9983B-18E0-4A08-9490-C166BB8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FE2C7-D07F-404B-B0B8-4306EBBD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789014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07536-D33C-43DB-A743-22653A33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EAA38-914F-4ADF-B3ED-43EEE595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DB566-BC43-4F0D-BE37-E8656EBF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D85EF-3CDD-4B9A-9E31-444964B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456D1-468A-4AAD-9C42-9B860A2C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environmental biotechnology (grey/brown):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focu sed on environmental protection and remediation;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marine biotechnology (blue):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(oil slick), yellow biotechnology (food production),:probiotics and bioinformatics/computational biology;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337AE-2655-4C7A-BF6A-646198DE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779BB-E678-4F37-AFB0-C75385D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8BE23-38BF-49BA-97C7-29D251C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449BF-6A42-4472-904C-E366AD8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702219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23C04-9C74-4F01-82F6-B5DD6400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D34B5-A0CA-4DC1-81A4-9D213ADF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FAE35-A71A-44D1-99F2-BD5786D4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C65AA-4D36-473D-A74B-278D198D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77933-5669-42FC-A723-36CC160F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36AA7-6AF3-4643-89C4-0B820C50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D52C2-17A3-47E4-A279-8EB1E821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Overview of Biotechnology: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F3211-214F-4206-8DC5-2C7C3A40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0DE8F-9234-4E19-AB1D-88192C35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DEA0F-29DA-4024-A830-99087792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History, scope, and branches/types of biotechnology such as medical biotechnology (red) -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07231-1323-4BAC-A994-A8F8089E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1122D-9005-4F46-BEB8-CB2481BC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B4EA4-0535-41B1-ABD9-FEF44780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agricultural biotechnology (green) 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7904E-BC25-4F48-935C-5F26B0DA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E30D8-61BC-4D8F-BC7C-41C7FDF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EB2D8-2301-4F35-875F-D1B4686A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improving crops and livestock;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EF3A5-10B7-4470-B463-B879A815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A56FC-7EC8-4FE6-8F98-79FD527A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0B3E9-CECA-4EA8-B147-0DAADAF3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industrial biotechnology (white):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A34DA-3574-49D0-B96A-A6C0686D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00C52-A7D6-4FD5-AFC5-00E9B4EC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7F554-E0FD-46D1-866D-E1CE4895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using biological systems for industrial processes;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B0C81-AB99-49AE-B892-AA9C4AA4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FFCB6-9696-4927-83EB-D0AFFEF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C0362-4C1A-4DA6-AAD2-A12F4EAA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environmental biotechnology (grey/brown):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2C55D-4B49-4993-92E0-DCD646C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F47ED-5BEA-41E4-AA68-0A4B9CD9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D55FA-EED0-4D20-8AB3-CA8E95CF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1130B-3054-4ABB-9716-84908CE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597469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953CD-5E5E-4CF4-96B0-89CA7967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410FE-455C-44D0-8CAA-76031116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DBEF9-6A7C-4C23-8123-7AA1C490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3D136-4198-4164-AF37-65570A6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Overview, Biotechnology, History, scope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2BB4-827E-4C9C-A728-02E58615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51CE-6EE9-4525-8673-100298E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C3A16-700F-4739-91C2-2D446114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DB0CD-9689-43CC-853A-0E12807D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877719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2026-08-24T06:38:44.6460000Z</dcterms:created>
  <dcterms:modified xsi:type="dcterms:W3CDTF">2026-08-24T06:38:44.6460000Z</dcterms:modified>
</coreProperties>
</file>