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172e37c5e7430c" /><Relationship Type="http://schemas.openxmlformats.org/officeDocument/2006/relationships/extended-properties" Target="/docProps/app.xml" Id="Rd6780cdfbcb845ed" /><Relationship Type="http://schemas.openxmlformats.org/officeDocument/2006/relationships/officeDocument" Target="/ppt/presentation.xml" Id="R1c7bd7ee5b0c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60268e9a2f49c2"/>
  </p:sldMasterIdLst>
  <p:notesMasterIdLst>
    <p:notesMasterId xmlns:r="http://schemas.openxmlformats.org/officeDocument/2006/relationships" r:id="R71773b89d7714363"/>
  </p:notesMasterIdLst>
  <p:sldIdLst>
    <p:sldId xmlns:r="http://schemas.openxmlformats.org/officeDocument/2006/relationships" id="256" r:id="R7c842944c2ec4c31"/>
    <p:sldId xmlns:r="http://schemas.openxmlformats.org/officeDocument/2006/relationships" id="257" r:id="Rf8eba8233dc94d88"/>
    <p:sldId xmlns:r="http://schemas.openxmlformats.org/officeDocument/2006/relationships" id="258" r:id="R738c7cb565034582"/>
    <p:sldId xmlns:r="http://schemas.openxmlformats.org/officeDocument/2006/relationships" id="259" r:id="Rfbe1cf77955b42ba"/>
    <p:sldId xmlns:r="http://schemas.openxmlformats.org/officeDocument/2006/relationships" id="260" r:id="R48b34f37136d4aef"/>
    <p:sldId xmlns:r="http://schemas.openxmlformats.org/officeDocument/2006/relationships" id="261" r:id="Rdf4da350477e4e48"/>
    <p:sldId xmlns:r="http://schemas.openxmlformats.org/officeDocument/2006/relationships" id="262" r:id="Rbc5b6e8a54394905"/>
    <p:sldId xmlns:r="http://schemas.openxmlformats.org/officeDocument/2006/relationships" id="263" r:id="R9b2a6aa2c80241fd"/>
    <p:sldId xmlns:r="http://schemas.openxmlformats.org/officeDocument/2006/relationships" id="264" r:id="R92f7fc4020d642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f46f44a3264a99" /><Relationship Type="http://schemas.openxmlformats.org/officeDocument/2006/relationships/slideMaster" Target="/ppt/slideMasters/slideMaster1.xml" Id="Rb260268e9a2f49c2" /><Relationship Type="http://schemas.openxmlformats.org/officeDocument/2006/relationships/notesMaster" Target="/ppt/notesMasters/notesMaster1.xml" Id="R71773b89d7714363" /><Relationship Type="http://schemas.openxmlformats.org/officeDocument/2006/relationships/presProps" Target="/ppt/presProps.xml" Id="R3e126ae4ba044c9c" /><Relationship Type="http://schemas.openxmlformats.org/officeDocument/2006/relationships/tableStyles" Target="/ppt/tableStyles.xml" Id="R1e9c82aa26504356" /><Relationship Type="http://schemas.openxmlformats.org/officeDocument/2006/relationships/slide" Target="/ppt/slides/slide1.xml" Id="R7c842944c2ec4c31" /><Relationship Type="http://schemas.openxmlformats.org/officeDocument/2006/relationships/slide" Target="/ppt/slides/slide2.xml" Id="Rf8eba8233dc94d88" /><Relationship Type="http://schemas.openxmlformats.org/officeDocument/2006/relationships/slide" Target="/ppt/slides/slide3.xml" Id="R738c7cb565034582" /><Relationship Type="http://schemas.openxmlformats.org/officeDocument/2006/relationships/slide" Target="/ppt/slides/slide4.xml" Id="Rfbe1cf77955b42ba" /><Relationship Type="http://schemas.openxmlformats.org/officeDocument/2006/relationships/slide" Target="/ppt/slides/slide5.xml" Id="R48b34f37136d4aef" /><Relationship Type="http://schemas.openxmlformats.org/officeDocument/2006/relationships/slide" Target="/ppt/slides/slide6.xml" Id="Rdf4da350477e4e48" /><Relationship Type="http://schemas.openxmlformats.org/officeDocument/2006/relationships/slide" Target="/ppt/slides/slide7.xml" Id="Rbc5b6e8a54394905" /><Relationship Type="http://schemas.openxmlformats.org/officeDocument/2006/relationships/slide" Target="/ppt/slides/slide8.xml" Id="R9b2a6aa2c80241fd" /><Relationship Type="http://schemas.openxmlformats.org/officeDocument/2006/relationships/slide" Target="/ppt/slides/slide9.xml" Id="R92f7fc4020d642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bf27208cc346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bc7b5afe7449a4" /><Relationship Type="http://schemas.openxmlformats.org/officeDocument/2006/relationships/notesMaster" Target="/ppt/notesMasters/notesMaster1.xml" Id="R1e17360dfc8446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25818fbddf4dff" /><Relationship Type="http://schemas.openxmlformats.org/officeDocument/2006/relationships/notesMaster" Target="/ppt/notesMasters/notesMaster1.xml" Id="R7fd6b62bea8441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421fcacdb6447d" /><Relationship Type="http://schemas.openxmlformats.org/officeDocument/2006/relationships/notesMaster" Target="/ppt/notesMasters/notesMaster1.xml" Id="R8e426ad4fe8d41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0d11511cf14cd8" /><Relationship Type="http://schemas.openxmlformats.org/officeDocument/2006/relationships/notesMaster" Target="/ppt/notesMasters/notesMaster1.xml" Id="R07ee613cb0754f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8152f833054a21" /><Relationship Type="http://schemas.openxmlformats.org/officeDocument/2006/relationships/notesMaster" Target="/ppt/notesMasters/notesMaster1.xml" Id="Raeda54918291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e114d672fe4c6b" /><Relationship Type="http://schemas.openxmlformats.org/officeDocument/2006/relationships/notesMaster" Target="/ppt/notesMasters/notesMaster1.xml" Id="Rf746b4e5ef6248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621e8234584d7f" /><Relationship Type="http://schemas.openxmlformats.org/officeDocument/2006/relationships/notesMaster" Target="/ppt/notesMasters/notesMaster1.xml" Id="R0b29dc36717e49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b829e3eb914a3b" /><Relationship Type="http://schemas.openxmlformats.org/officeDocument/2006/relationships/notesMaster" Target="/ppt/notesMasters/notesMaster1.xml" Id="Rf3811f90cc4a44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64d48b9ac540e6" /><Relationship Type="http://schemas.openxmlformats.org/officeDocument/2006/relationships/notesMaster" Target="/ppt/notesMasters/notesMaster1.xml" Id="R9d1f3ee8611e4f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df8066f0f45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bf4a423f0e4685" /><Relationship Type="http://schemas.openxmlformats.org/officeDocument/2006/relationships/slideLayout" Target="/ppt/slideLayouts/slideLayout1.xml" Id="R3df474512a7642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f474512a7642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45cbacbc8402c" /><Relationship Type="http://schemas.openxmlformats.org/officeDocument/2006/relationships/notesSlide" Target="/ppt/notesSlides/notesSlide1.xml" Id="Racb7d8f9e9ed43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c255fa92542e7" /><Relationship Type="http://schemas.openxmlformats.org/officeDocument/2006/relationships/notesSlide" Target="/ppt/notesSlides/notesSlide2.xml" Id="Rbaded67bdd8846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fb604eca94c63" /><Relationship Type="http://schemas.openxmlformats.org/officeDocument/2006/relationships/notesSlide" Target="/ppt/notesSlides/notesSlide3.xml" Id="Rba62c2dd08694f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80bf4861943ac" /><Relationship Type="http://schemas.openxmlformats.org/officeDocument/2006/relationships/notesSlide" Target="/ppt/notesSlides/notesSlide4.xml" Id="R16ccd44cfaaa41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7e6e139864ed4" /><Relationship Type="http://schemas.openxmlformats.org/officeDocument/2006/relationships/notesSlide" Target="/ppt/notesSlides/notesSlide5.xml" Id="R1511cdce092149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8b248c16b460c" /><Relationship Type="http://schemas.openxmlformats.org/officeDocument/2006/relationships/notesSlide" Target="/ppt/notesSlides/notesSlide6.xml" Id="Rc01d5e94c3a94d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54b54090b4725" /><Relationship Type="http://schemas.openxmlformats.org/officeDocument/2006/relationships/notesSlide" Target="/ppt/notesSlides/notesSlide7.xml" Id="Rca6af5933e8643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b57e595674790" /><Relationship Type="http://schemas.openxmlformats.org/officeDocument/2006/relationships/notesSlide" Target="/ppt/notesSlides/notesSlide8.xml" Id="R4d2c3776d6eb4b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80b01f8874e37" /><Relationship Type="http://schemas.openxmlformats.org/officeDocument/2006/relationships/notesSlide" Target="/ppt/notesSlides/notesSlide9.xml" Id="R305d1902485740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F4398-F297-4844-B2E8-4F762BAD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9C65E-901E-4DC2-BC41-DFEC01FD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Numerical Methods-1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C6BD9-262B-4CBF-974B-14DDB27B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Calculus, Laplace Transforms and Numerical Techniques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1BMATE201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9D1AD-101E-4E99-85E5-7FC00C5B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AA16D-4B80-4ADE-A4A2-656AE3EA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57B4F-C7C8-478B-85FC-0A3249BB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EA7C0-3139-4C77-BD59-1EC59A7E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733E4-1D24-4577-AC83-A8831E16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FF63F-FAEE-461A-9494-E6102FDA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4F919A-09A3-4B06-9A2A-6ED42EA8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2945A-5484-46D0-AF11-0E791650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E613B-47C1-4B6D-8665-8265DFB4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316899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3DAD1-DB57-4D82-9EB9-F6CB7C3C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87923-3FE5-4870-8BD5-7050A436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B2841-AC77-4F75-9E37-19086A3C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AB5E6-3936-408A-840C-67ACB099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6EECA-DAE7-45D8-8933-F3993C26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0F823-6336-4186-9663-3695DFEE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F4026-D528-4B4B-8957-6C5B8052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E3B65-6A18-4C9C-A478-2E4F14FA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C9804-2749-433D-83B5-3B61064C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0A5B6-B248-4527-A467-D5B952D6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018D3-F2C1-4459-9435-85CBCC9B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7B3EA-AF32-4BC6-93AA-0877884E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3AF8F-A7AB-4572-B696-4534ADF1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Methods-1 (8 Hours Theory + 4 Hours Tutorial) Solution of algebraic and transcendental equations: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Regula -Falsi method, and Newton-Raphson method.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Finite Differences and Interpolation: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Forward and backward differences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Interpolation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DCB49-FD4C-4B70-922B-D1EC3A9C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73088-3020-4640-BF02-98A686C5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1650267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E6637-E306-4B29-B424-563C9427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AE449-CDD4-4C1E-B7FF-F4F96451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AE0BB-E49B-4081-8903-10E13F02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2F38B-D452-4E53-AE96-B13F09F2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C7912-039C-487C-9D1A-DE23DBD6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Methods-1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A57D7-9921-4751-9E38-03F6B4EB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A541C-4E21-4974-9AD4-EF63AFA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2B3DE-CB3E-431C-B4F3-C95015F7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algebraic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9EE22-B96B-4691-AA3F-B76DEDD1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transcendental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E8E13-2C1C-4988-9FEA-23EF94BC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Newton forward and backward interpolation formulae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Newton's divided difference interpolation formula and Lagrange's interpolation formula.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Integration: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Trapezoidal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CB9FD-4D3B-4B3E-9C7C-093FF991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5E29D-7E18-429B-B534-48920300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1478245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DAD1F-BD68-42BE-97EC-9AA3DE57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D8A4C-788C-4931-951F-77C12062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45594-390E-41C6-99FF-B2FC60B1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B6656-FF6A-42B6-AAC3-48A74DE1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Methods-1 (8 Hours Theory + 4 Hours Tutorial) Solution of algebraic and transcendental equations: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Regula -Falsi method, and Newton-Raphson method.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Finite Differences and Interpolation: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Forward and backward differences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Interpolation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Newton forward and backward interpolation formulae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C9696-E342-4CF7-A63A-E709C6D6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4E06F-ACF8-485C-B26D-675ECEDB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DC93F-42BB-4C01-8789-E98B0D76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B200B-C19C-42D8-8553-AAD3423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0B3BF-D27A-490B-B4A8-E98C1229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7EA2E-2AE5-4D84-A905-953C53AF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CEAF3-E75D-4B3F-849C-1F9D36D0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98D65-1458-4EB6-B0B7-335CD129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CB033-4D21-4161-AC42-142B7572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F6303-B513-4DA2-9452-871C5C97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CCEC0-5199-4FD4-8928-FAC4867A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1243442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1868C-A299-4B72-9B95-3E67FBFC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A7FDE-1F7A-4E0D-AF93-E223A898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29245-9AC2-4F5F-BA47-078DF8A5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28A31-F514-4209-8602-BA3182BD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D6836-B48B-4C7B-83A6-7A9BC265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62639-1DF2-49F1-A42C-11090722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A7F01-543B-4081-95ED-C8DA2451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F8B6A-F8F7-4D0E-8526-9F4B06A5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5E357-0EF3-4485-9DDC-8D0189AB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F277B-34E0-45CF-98CF-F7CE702F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E1779-F387-4CC8-B14B-9598A80E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BAF10-6DC2-4193-9E95-EFEF391A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1ECF6-FDC2-4AD2-9042-D3710D32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D8929-95CA-4602-BEF5-5150B442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110DA-19EC-4F5F-918B-DB11100D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383472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8FED3-EFD1-4573-8F77-A65DB04F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36B6E-953F-4F19-A73D-D410B999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CEDA0-4045-4186-B9E9-2177D2B0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5C1B4-46A3-4E41-8F0F-6D882193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4B510-2D0E-44A0-843A-407EC6E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Numerical Methods-1 (8 Hours Theory + 4 Hours Tutorial) Solution of algebraic and transcendental equations: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47881-F6AC-4319-829D-3D8871C9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Numerical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71BA8-BD9C-4F62-A06A-F6D15439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B82EB-C050-45DA-AE18-14EF394B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15FE8-6CC5-4CD5-BAE9-15338DA8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73893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9EDA1-3266-449F-842A-7B5E976C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B3E99-9146-49E0-8950-E3ECA67F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661C9-66B4-4145-8DCD-9CB6F47A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3EFCE-2889-4BB0-A4AC-BE5CF046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0E061-B588-4B42-BCAA-C6803493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Newton's divided difference interpolation formula and Lagrange's interpolation formula.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Integration: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Trapezoidal rule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Simpson's 1/3rd rule and Simpson's 3/8th rule.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7B993-6E6F-4FE6-876E-5D4AD152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B1F40-E4D4-4E9B-B8F8-37E7652C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E21DE-0737-41FC-9E79-5EC20993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A6D1C-CBEE-49B4-882F-DA297AAB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204608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49263-D432-4FB4-9ECD-8AC4871A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40429-920D-4396-949D-7B8FF86B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286CE-520C-4083-B4BB-29724609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DF31D-7270-4734-B1FF-90AF3BB2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28CE4-F311-4DFC-9AC1-04011E59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092A0-05EA-4CF5-8E8C-1EA9921B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470C0-DC7E-4139-8AD5-A3FC3260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Methods-1 (8 Hours Theory + 4 Hours Tutorial) Solution of algebraic and transcendenta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3FDFC-61D9-40D9-9BDB-091F03DC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23F86-FB13-43FB-9A3D-78171EA2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7F7EF-1390-409F-89CB-884F4B74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Regula -Falsi method, and Newton-Raphson method.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1910D-473E-40B2-BBF9-6096D4EB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CDE50-5483-4087-8127-65E1C5CC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902F3-C150-4BC5-8525-5D0A952E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Finite Differences and Interpolation: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1F601-E9E8-4E84-A090-E112AF53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91BE9-544F-4188-BBFD-FF2770F1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7CFD4-6DC7-45F3-8693-1E586AA1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Forward and backward differences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4A765-C3AE-4660-BE85-AC17386D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72B71-10F3-435E-95BC-719A5B05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6F605-BBF8-4F3E-9F9A-A88FD278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Interpolation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01CA5-6DB8-45C7-B2F1-41254740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2D6C75-DBE3-4952-8D5D-F7B6E848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FEBD3-E567-40F2-BA95-4409F5DD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Newton forward and backward interpolation formulae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76C394-FF00-412D-ADC9-181F3478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09C90-FD0F-4AB7-A360-A8587340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C0DB7-B615-4ED9-817E-C9AAB911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Newton's divided difference interpolation formula and Lagrange's interpolation formula.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602AC-6C82-4DAC-9737-6DD490E1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514AA-574D-404D-9910-C391F573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DB7469-963B-45DA-821C-C49ACC0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F5AF4-C09A-44FE-9C2E-073B5A0C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568389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C7387-F6D0-4A0F-B030-FC12304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1BMATE201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94278-06B5-4234-9513-11CC6A6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B7957-B81B-41EF-9B15-99145690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85A8A-50F1-4303-9236-9D7B54A6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Numerical, Methods-1, Tutorial, Solution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FFDF1-87D5-4FB3-A858-6816E9F3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46CC8-7EAE-4C74-9979-A0673626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A0882-8F02-43A1-8B65-F4F6B8AE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Calculus, Laplace Transforms and Numerical Techniques | 1BMATE201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A40C1-9FB8-48B4-B9AE-6AFDC6D3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243547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2026-08-24T06:38:51.2690000Z</dcterms:created>
  <dcterms:modified xsi:type="dcterms:W3CDTF">2026-08-24T06:38:51.2690000Z</dcterms:modified>
</coreProperties>
</file>