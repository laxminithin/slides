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7566673e846ee" /><Relationship Type="http://schemas.openxmlformats.org/officeDocument/2006/relationships/extended-properties" Target="/docProps/app.xml" Id="R53231754138745b8" /><Relationship Type="http://schemas.openxmlformats.org/officeDocument/2006/relationships/officeDocument" Target="/ppt/presentation.xml" Id="R32a511996cda4b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0627c244346e9"/>
  </p:sldMasterIdLst>
  <p:notesMasterIdLst>
    <p:notesMasterId xmlns:r="http://schemas.openxmlformats.org/officeDocument/2006/relationships" r:id="R439088ce14ef440e"/>
  </p:notesMasterIdLst>
  <p:sldIdLst>
    <p:sldId xmlns:r="http://schemas.openxmlformats.org/officeDocument/2006/relationships" id="256" r:id="R56e4c155a42049f5"/>
    <p:sldId xmlns:r="http://schemas.openxmlformats.org/officeDocument/2006/relationships" id="257" r:id="R9a90f71853c54fce"/>
    <p:sldId xmlns:r="http://schemas.openxmlformats.org/officeDocument/2006/relationships" id="258" r:id="R7e9c4bd1a5944c5e"/>
    <p:sldId xmlns:r="http://schemas.openxmlformats.org/officeDocument/2006/relationships" id="259" r:id="Rb27295c10ac5404e"/>
    <p:sldId xmlns:r="http://schemas.openxmlformats.org/officeDocument/2006/relationships" id="260" r:id="Rb7753c849cee44d0"/>
    <p:sldId xmlns:r="http://schemas.openxmlformats.org/officeDocument/2006/relationships" id="261" r:id="Raf2498272e0748dc"/>
    <p:sldId xmlns:r="http://schemas.openxmlformats.org/officeDocument/2006/relationships" id="262" r:id="R40607e082a3042e2"/>
    <p:sldId xmlns:r="http://schemas.openxmlformats.org/officeDocument/2006/relationships" id="263" r:id="R5e3b5b5aab3b4042"/>
    <p:sldId xmlns:r="http://schemas.openxmlformats.org/officeDocument/2006/relationships" id="264" r:id="R53adb516918f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df323f9d24b9f" /><Relationship Type="http://schemas.openxmlformats.org/officeDocument/2006/relationships/slideMaster" Target="/ppt/slideMasters/slideMaster1.xml" Id="R0370627c244346e9" /><Relationship Type="http://schemas.openxmlformats.org/officeDocument/2006/relationships/notesMaster" Target="/ppt/notesMasters/notesMaster1.xml" Id="R439088ce14ef440e" /><Relationship Type="http://schemas.openxmlformats.org/officeDocument/2006/relationships/presProps" Target="/ppt/presProps.xml" Id="R30cf1d5de7194b19" /><Relationship Type="http://schemas.openxmlformats.org/officeDocument/2006/relationships/tableStyles" Target="/ppt/tableStyles.xml" Id="R716ef2686d2146fb" /><Relationship Type="http://schemas.openxmlformats.org/officeDocument/2006/relationships/slide" Target="/ppt/slides/slide1.xml" Id="R56e4c155a42049f5" /><Relationship Type="http://schemas.openxmlformats.org/officeDocument/2006/relationships/slide" Target="/ppt/slides/slide2.xml" Id="R9a90f71853c54fce" /><Relationship Type="http://schemas.openxmlformats.org/officeDocument/2006/relationships/slide" Target="/ppt/slides/slide3.xml" Id="R7e9c4bd1a5944c5e" /><Relationship Type="http://schemas.openxmlformats.org/officeDocument/2006/relationships/slide" Target="/ppt/slides/slide4.xml" Id="Rb27295c10ac5404e" /><Relationship Type="http://schemas.openxmlformats.org/officeDocument/2006/relationships/slide" Target="/ppt/slides/slide5.xml" Id="Rb7753c849cee44d0" /><Relationship Type="http://schemas.openxmlformats.org/officeDocument/2006/relationships/slide" Target="/ppt/slides/slide6.xml" Id="Raf2498272e0748dc" /><Relationship Type="http://schemas.openxmlformats.org/officeDocument/2006/relationships/slide" Target="/ppt/slides/slide7.xml" Id="R40607e082a3042e2" /><Relationship Type="http://schemas.openxmlformats.org/officeDocument/2006/relationships/slide" Target="/ppt/slides/slide8.xml" Id="R5e3b5b5aab3b4042" /><Relationship Type="http://schemas.openxmlformats.org/officeDocument/2006/relationships/slide" Target="/ppt/slides/slide9.xml" Id="R53adb516918f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a6748b80ef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f78aac834f4fa6" /><Relationship Type="http://schemas.openxmlformats.org/officeDocument/2006/relationships/notesMaster" Target="/ppt/notesMasters/notesMaster1.xml" Id="R6e47575ad8f648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b495de16c4ae2" /><Relationship Type="http://schemas.openxmlformats.org/officeDocument/2006/relationships/notesMaster" Target="/ppt/notesMasters/notesMaster1.xml" Id="R64b056c9f3d94b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8750c019c48bd" /><Relationship Type="http://schemas.openxmlformats.org/officeDocument/2006/relationships/notesMaster" Target="/ppt/notesMasters/notesMaster1.xml" Id="R9e7ae013b1a1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e880102ee04229" /><Relationship Type="http://schemas.openxmlformats.org/officeDocument/2006/relationships/notesMaster" Target="/ppt/notesMasters/notesMaster1.xml" Id="Re4a7d53ca06a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262600141d427e" /><Relationship Type="http://schemas.openxmlformats.org/officeDocument/2006/relationships/notesMaster" Target="/ppt/notesMasters/notesMaster1.xml" Id="Rbcc7f3a35467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31f8b6110046c1" /><Relationship Type="http://schemas.openxmlformats.org/officeDocument/2006/relationships/notesMaster" Target="/ppt/notesMasters/notesMaster1.xml" Id="R7b387b57c94f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d00f0b35b4d71" /><Relationship Type="http://schemas.openxmlformats.org/officeDocument/2006/relationships/notesMaster" Target="/ppt/notesMasters/notesMaster1.xml" Id="Rea05361d913b49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72dea676544764" /><Relationship Type="http://schemas.openxmlformats.org/officeDocument/2006/relationships/notesMaster" Target="/ppt/notesMasters/notesMaster1.xml" Id="R15473a81c1df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462fbda6ed4598" /><Relationship Type="http://schemas.openxmlformats.org/officeDocument/2006/relationships/notesMaster" Target="/ppt/notesMasters/notesMaster1.xml" Id="Re1b648e199f0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fa88f5cd8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3ecaf0f8b4311" /><Relationship Type="http://schemas.openxmlformats.org/officeDocument/2006/relationships/slideLayout" Target="/ppt/slideLayouts/slideLayout1.xml" Id="Rf39d4b5a5dac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9d4b5a5dac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d0f058a444742" /><Relationship Type="http://schemas.openxmlformats.org/officeDocument/2006/relationships/notesSlide" Target="/ppt/notesSlides/notesSlide1.xml" Id="R566e4b4764a14d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18e177b9a4786" /><Relationship Type="http://schemas.openxmlformats.org/officeDocument/2006/relationships/notesSlide" Target="/ppt/notesSlides/notesSlide2.xml" Id="Rf0bcb8570d564d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f56bae9c24005" /><Relationship Type="http://schemas.openxmlformats.org/officeDocument/2006/relationships/notesSlide" Target="/ppt/notesSlides/notesSlide3.xml" Id="Rfcbc2a3a530d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095616e647f5" /><Relationship Type="http://schemas.openxmlformats.org/officeDocument/2006/relationships/notesSlide" Target="/ppt/notesSlides/notesSlide4.xml" Id="R18618d72160b48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f55310d6349ef" /><Relationship Type="http://schemas.openxmlformats.org/officeDocument/2006/relationships/notesSlide" Target="/ppt/notesSlides/notesSlide5.xml" Id="R82b9740a8331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4eec7432499d" /><Relationship Type="http://schemas.openxmlformats.org/officeDocument/2006/relationships/notesSlide" Target="/ppt/notesSlides/notesSlide6.xml" Id="Ra46199972967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95e59cb574203" /><Relationship Type="http://schemas.openxmlformats.org/officeDocument/2006/relationships/notesSlide" Target="/ppt/notesSlides/notesSlide7.xml" Id="R6eaf3d4303ec46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b797118bb4be0" /><Relationship Type="http://schemas.openxmlformats.org/officeDocument/2006/relationships/notesSlide" Target="/ppt/notesSlides/notesSlide8.xml" Id="Rad4cf592762841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3a677442b4dcf" /><Relationship Type="http://schemas.openxmlformats.org/officeDocument/2006/relationships/notesSlide" Target="/ppt/notesSlides/notesSlide9.xml" Id="Re5b0ff68c767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10127-8D8D-4504-A104-8CFC543D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1D44-7458-4982-8776-5E86D18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Integral Calculus and its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C80E7-D9DA-48F5-AD31-FA8CA94B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E751C-5052-4E5F-AFE2-B7742BB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FE82B-84A7-4B2E-9DCB-A5923CB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CEE17-A55A-40BE-9D86-E7A1AA5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3029F-535D-4B17-A2B2-9959733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01360-C85D-4A99-95B7-F014CBB3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95E25-57F3-48C6-AF44-D1E71AB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FEA23-E438-4CC1-B641-2F304B86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8CEB-201F-454A-B1FA-F6CB189A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6BC2C-B7A0-4FC2-9BD6-7CDB311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631264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1FFE9-147A-4298-929C-A78D3C75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EDD5C-990E-4D28-B7E1-E497E36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5E0C8-2733-4CEB-97C7-B3CADB0B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1B885-C8C0-43BB-96E3-86CAC42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9F042-6B05-420A-B273-636789E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06237-10B1-4B42-B538-02DCB6E8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73CA0-0F41-42A9-9E24-12818E9C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F25FA-7FEC-42E7-A3F6-97C1F05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98350-DD40-417D-947B-07A623B6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0DE69-17CF-475C-BB43-1667AA40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ABAE2-DD3D-4569-9617-642E75A3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B9942-D783-49F9-A0E8-85EA51B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8C081-4BFC-497F-BD8C-D0F0AF32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Integral Calculus and its applications (8 Hours Theory + 4 Hours Tutorial) Multiple Integrals: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Evaluation of double and triple integrals, change of order of integration, changing to polar coordinates.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Areas and volume using double integration.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Definitions, properties, relation between Beta and Gamma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2B982-9554-401E-BEB8-2ADFFAF7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8FEC7-B347-436B-A25F-B7B11761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278819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BAA30-AA24-45F2-9A2E-443034F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88068-2174-4A47-949A-5715F7B6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A35C7-41B7-4344-97F5-FE9A2682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458E7-3E72-427C-864E-76F1E7C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30311-1DE3-4FFD-929E-585861F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0FE75-6E13-431B-A2CB-FB3F51A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2010F-55CF-494C-A990-2C408B3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5061B-6F37-4C21-ACCF-0C2A248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3FAE8-9A12-4AD3-8418-19E04268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2E84A-1965-41C3-9380-2E57BFC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Chapter-7.1,-7.16.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6CEDA-D21C-4C21-A6CB-AB699C5E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C9FAB-C0E8-48D1-9C8B-B06C35F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48975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B56BC-55EF-4546-ADC1-DD8736AD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2B715-4AE2-4F35-A8C5-0C8CF23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154A-50B1-4C60-9B23-8622DFE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2F62C-514F-4004-B86F-31DF71E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Integral Calculus and its applications (8 Hours Theory + 4 Hours Tutorial) Multiple Integrals: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Evaluation of double and triple integrals, change of order of integration, changing to polar coordinates.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Areas and volume using double integration.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Definitions, properties, relation between Beta and Gamma functions.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D0E64-F96F-4CEC-8DE4-C19506D5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7A436-D9B9-496B-9AF7-574DFBF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6A496-36FD-46D6-8F25-9CA44AD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18ECE-771F-4DAF-A49A-AECAED99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6ED6D-213F-40DD-AE8F-373FF162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D9ADE-7A3C-4F00-A540-0530E37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C1F5B-2A99-4B3A-A3D6-2C1C9D4E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CB99F-E534-43B8-AA08-E7C74B9B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9F581-4086-4854-819E-C93103CE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434D2-255B-488A-BD81-C621BBA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E9C25-5AF2-4B50-9F0F-64CF4F3C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831819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AD7E0-6F4B-45C2-A97E-44D0D702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CF8F6-DC0E-48F1-B893-696EB70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D2EAB-7CDE-4CAC-A399-114B884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17B3D-4FD6-4508-ACB1-4D851E4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D2874-A0A2-4D09-A858-EFB5B62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761B3-2160-41C8-A0CB-1DC9A8B7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D4370-7DC9-4142-87D1-CF6E9D0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7B3B4-4AE4-43D7-8580-2CB082E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2992B-9C7F-4153-AAFF-67BB539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72E07-BB9B-4742-81A6-CF2EC61D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40F8A-A7DE-4CDB-946D-D565EB0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9A1BB-F9F7-487C-AC73-F9286F9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ACFC4-7FDD-4285-9987-7EB7673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DF843-A386-4D2B-BEF2-60CA172D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88EF4-214D-453A-9B9E-1810654E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200054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C7F4D-AA5B-4B10-8D32-D046F071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61124-88A7-478E-8956-B90681AC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E94F7-A33B-4630-A9AE-9A816C4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DD251-5D56-451F-8ABB-4C9613A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A1900-AAB3-49CC-A5D0-0432461B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Integral Calculus and its applications (8 Hours Theory + 4 Hours Tutorial) Multiple Integrals: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FBFB2-A67A-4F4A-9184-3FBC3E7A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Integral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14402-502D-4DE1-9903-3C97CDD5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5B3BD-61C2-468D-8A91-2F8E215E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AFF89-A353-45B9-97F8-45428D21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55483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011FB-0F25-4880-9860-EFD88F2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CC379-33AF-42A2-9156-51FB9653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DFA5-93C5-46CB-B373-DFE5C8AD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758FE-D8E5-47F6-AA2F-9A5CBD9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E17CC-8CFD-41C2-A654-A5D91BC1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Chapter-7.1,-7.16.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A382B-F1FE-4F63-89D7-8355ED7C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E4C7B-2D75-4935-92B9-64C9230F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C5C1-6A1D-4C81-B597-EB74E445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1B152-1FFF-4790-AB1E-910D0D8A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089912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E145A-B314-42E2-83ED-4DB5849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DDDD7-9ACA-4727-BCD5-AC930DB9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9A219-9DA8-492A-A0BD-8D7D334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FC2E5-7098-4783-B985-E5CA6BB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7353E-8D58-4184-9134-E9B524D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C3CC8-D2F4-4D8D-A706-BC28EC06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07967-C7CA-45C2-AA3D-E6743E3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Integral Calculus and its applications (8 Hours Theory + 4 Hours Tutorial) Multiple Integrals: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D057F-1CFD-447D-92A5-79B4DC73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0A885-A7C4-41E5-9D67-2F520EA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37A72-B707-4DA0-9D5E-D995E2F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Evaluation of double and triple integrals, change of order of integration, changing to polar 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AD221-00C3-4C36-8582-8EDB36A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D8F75-8E5F-4828-95E8-94F3103F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1A56F-16EE-45A5-88E6-437ED02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Areas and volume using double integration.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C59FB-BC4F-46F5-820E-622CC80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2B9F6-F459-46CB-8B1C-9682282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779D2-46B9-402F-B764-3341D9E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Beta and Gamma functions: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35757-66C3-4CCE-AEDF-2E8C45CA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7DB7F-F494-4B84-95CE-A16F2544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E5791-1A18-4B9F-9046-B66E6C71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Definitions, properties, relation between Beta and Gamma functions.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C1C35-9454-4759-B36F-7309DD10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7FC86-22F9-4C19-8B61-02595B7C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695F4-3DEC-4AFB-A4E0-2C717611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FCA10-4205-4F79-BEBA-BEE11BB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DA3EA-A130-423A-B481-1F0EC0A6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1BE17-454F-46E2-812B-0146BDA7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Chapter-7.1,-7.16.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51D7E-0E01-4490-AFB0-977454E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23B3C-F92F-4A5B-9840-C4C5DB2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FEB00-C161-40D7-814E-FF725670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4E698-3809-4FD1-8462-5461878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30711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314FE-3DC2-4D74-A969-0C6FDF4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DD8CE-F2B5-49C6-A4D6-9D6A9BA8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D6D06-0B32-4F09-88D8-4BD3847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FEBC-9BE3-4DC0-BD65-F5EF2E55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Integral, Calculus, Tutorial, Multiple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B91E9-D814-4967-BC07-EC1224D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C9903-7E3B-45EF-94A1-0AB6B2C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F2954-715B-4C6D-8F3F-553F54E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BADEE-76A1-4697-9F4C-45FD5E6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755236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2026-08-24T06:38:51.1540000Z</dcterms:created>
  <dcterms:modified xsi:type="dcterms:W3CDTF">2026-08-24T06:38:51.1540000Z</dcterms:modified>
</coreProperties>
</file>