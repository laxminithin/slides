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2bd28851f8946d1" /><Relationship Type="http://schemas.openxmlformats.org/officeDocument/2006/relationships/extended-properties" Target="/docProps/app.xml" Id="R0c2622b5a6a944d9" /><Relationship Type="http://schemas.openxmlformats.org/officeDocument/2006/relationships/officeDocument" Target="/ppt/presentation.xml" Id="R9d208e70b674436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38e3860d72e47f5"/>
  </p:sldMasterIdLst>
  <p:notesMasterIdLst>
    <p:notesMasterId xmlns:r="http://schemas.openxmlformats.org/officeDocument/2006/relationships" r:id="R236485407fb54a20"/>
  </p:notesMasterIdLst>
  <p:sldIdLst>
    <p:sldId xmlns:r="http://schemas.openxmlformats.org/officeDocument/2006/relationships" id="256" r:id="Rfc047057f6584c13"/>
    <p:sldId xmlns:r="http://schemas.openxmlformats.org/officeDocument/2006/relationships" id="257" r:id="R20c76a7aed6f4d06"/>
    <p:sldId xmlns:r="http://schemas.openxmlformats.org/officeDocument/2006/relationships" id="258" r:id="R4edbc7c99b964d78"/>
    <p:sldId xmlns:r="http://schemas.openxmlformats.org/officeDocument/2006/relationships" id="259" r:id="R1c6432fb185941b0"/>
    <p:sldId xmlns:r="http://schemas.openxmlformats.org/officeDocument/2006/relationships" id="260" r:id="R4f6e3a5d94064799"/>
    <p:sldId xmlns:r="http://schemas.openxmlformats.org/officeDocument/2006/relationships" id="261" r:id="R381656918e2543a0"/>
    <p:sldId xmlns:r="http://schemas.openxmlformats.org/officeDocument/2006/relationships" id="262" r:id="R82d6704773444c4a"/>
    <p:sldId xmlns:r="http://schemas.openxmlformats.org/officeDocument/2006/relationships" id="263" r:id="Ra24178efac22427a"/>
    <p:sldId xmlns:r="http://schemas.openxmlformats.org/officeDocument/2006/relationships" id="264" r:id="R78dc2eb8df834e6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0df5380f60f469d" /><Relationship Type="http://schemas.openxmlformats.org/officeDocument/2006/relationships/slideMaster" Target="/ppt/slideMasters/slideMaster1.xml" Id="R038e3860d72e47f5" /><Relationship Type="http://schemas.openxmlformats.org/officeDocument/2006/relationships/notesMaster" Target="/ppt/notesMasters/notesMaster1.xml" Id="R236485407fb54a20" /><Relationship Type="http://schemas.openxmlformats.org/officeDocument/2006/relationships/presProps" Target="/ppt/presProps.xml" Id="R7db3f1e07a984247" /><Relationship Type="http://schemas.openxmlformats.org/officeDocument/2006/relationships/tableStyles" Target="/ppt/tableStyles.xml" Id="Rcf39b6707c594b64" /><Relationship Type="http://schemas.openxmlformats.org/officeDocument/2006/relationships/slide" Target="/ppt/slides/slide1.xml" Id="Rfc047057f6584c13" /><Relationship Type="http://schemas.openxmlformats.org/officeDocument/2006/relationships/slide" Target="/ppt/slides/slide2.xml" Id="R20c76a7aed6f4d06" /><Relationship Type="http://schemas.openxmlformats.org/officeDocument/2006/relationships/slide" Target="/ppt/slides/slide3.xml" Id="R4edbc7c99b964d78" /><Relationship Type="http://schemas.openxmlformats.org/officeDocument/2006/relationships/slide" Target="/ppt/slides/slide4.xml" Id="R1c6432fb185941b0" /><Relationship Type="http://schemas.openxmlformats.org/officeDocument/2006/relationships/slide" Target="/ppt/slides/slide5.xml" Id="R4f6e3a5d94064799" /><Relationship Type="http://schemas.openxmlformats.org/officeDocument/2006/relationships/slide" Target="/ppt/slides/slide6.xml" Id="R381656918e2543a0" /><Relationship Type="http://schemas.openxmlformats.org/officeDocument/2006/relationships/slide" Target="/ppt/slides/slide7.xml" Id="R82d6704773444c4a" /><Relationship Type="http://schemas.openxmlformats.org/officeDocument/2006/relationships/slide" Target="/ppt/slides/slide8.xml" Id="Ra24178efac22427a" /><Relationship Type="http://schemas.openxmlformats.org/officeDocument/2006/relationships/slide" Target="/ppt/slides/slide9.xml" Id="R78dc2eb8df834e6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b6c90fe450045f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0ef8538c35a4b81" /><Relationship Type="http://schemas.openxmlformats.org/officeDocument/2006/relationships/notesMaster" Target="/ppt/notesMasters/notesMaster1.xml" Id="R0638571c02514af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7950aa42ed34e04" /><Relationship Type="http://schemas.openxmlformats.org/officeDocument/2006/relationships/notesMaster" Target="/ppt/notesMasters/notesMaster1.xml" Id="Ra4db424d5639477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28c3b54f5b3481f" /><Relationship Type="http://schemas.openxmlformats.org/officeDocument/2006/relationships/notesMaster" Target="/ppt/notesMasters/notesMaster1.xml" Id="R118a4f2061ab4e4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0ca788085d144da" /><Relationship Type="http://schemas.openxmlformats.org/officeDocument/2006/relationships/notesMaster" Target="/ppt/notesMasters/notesMaster1.xml" Id="R9bfe72fc29a44d5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40e16bb0eba43dd" /><Relationship Type="http://schemas.openxmlformats.org/officeDocument/2006/relationships/notesMaster" Target="/ppt/notesMasters/notesMaster1.xml" Id="Rc8fe06a1b2814bc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6d25a26f6e94cb7" /><Relationship Type="http://schemas.openxmlformats.org/officeDocument/2006/relationships/notesMaster" Target="/ppt/notesMasters/notesMaster1.xml" Id="R50c13b3803da478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7d61af4a71c4936" /><Relationship Type="http://schemas.openxmlformats.org/officeDocument/2006/relationships/notesMaster" Target="/ppt/notesMasters/notesMaster1.xml" Id="R0a2c6dca29b742e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6be048624ea4fcd" /><Relationship Type="http://schemas.openxmlformats.org/officeDocument/2006/relationships/notesMaster" Target="/ppt/notesMasters/notesMaster1.xml" Id="Rfe87a9907c6e487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4ffb5556a5843be" /><Relationship Type="http://schemas.openxmlformats.org/officeDocument/2006/relationships/notesMaster" Target="/ppt/notesMasters/notesMaster1.xml" Id="R596017733422436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37cdb55ded4a6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b1a90e6fcfb405e" /><Relationship Type="http://schemas.openxmlformats.org/officeDocument/2006/relationships/slideLayout" Target="/ppt/slideLayouts/slideLayout1.xml" Id="R6271aea28dfc42e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271aea28dfc42e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536fa0eed94c7d" /><Relationship Type="http://schemas.openxmlformats.org/officeDocument/2006/relationships/notesSlide" Target="/ppt/notesSlides/notesSlide1.xml" Id="R1752541c52974cb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96994d670e4bc7" /><Relationship Type="http://schemas.openxmlformats.org/officeDocument/2006/relationships/notesSlide" Target="/ppt/notesSlides/notesSlide2.xml" Id="R87314c43f7814f7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748abc5ecc487c" /><Relationship Type="http://schemas.openxmlformats.org/officeDocument/2006/relationships/notesSlide" Target="/ppt/notesSlides/notesSlide3.xml" Id="R5ffd48c4ae18427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4c8340c2544e26" /><Relationship Type="http://schemas.openxmlformats.org/officeDocument/2006/relationships/notesSlide" Target="/ppt/notesSlides/notesSlide4.xml" Id="R9db33309a7ae452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bff4b2d2314d57" /><Relationship Type="http://schemas.openxmlformats.org/officeDocument/2006/relationships/notesSlide" Target="/ppt/notesSlides/notesSlide5.xml" Id="R357ff3969b31472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0ec27cbbc94d10" /><Relationship Type="http://schemas.openxmlformats.org/officeDocument/2006/relationships/notesSlide" Target="/ppt/notesSlides/notesSlide6.xml" Id="R789960dec13c484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907222f4df48be" /><Relationship Type="http://schemas.openxmlformats.org/officeDocument/2006/relationships/notesSlide" Target="/ppt/notesSlides/notesSlide7.xml" Id="Rce46ae4a2ef54c1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2dac152ca64798" /><Relationship Type="http://schemas.openxmlformats.org/officeDocument/2006/relationships/notesSlide" Target="/ppt/notesSlides/notesSlide8.xml" Id="Rc73f4983bd28466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386ce794f84237" /><Relationship Type="http://schemas.openxmlformats.org/officeDocument/2006/relationships/notesSlide" Target="/ppt/notesSlides/notesSlide9.xml" Id="Re0650b108980482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AF1604-1CD5-4CD7-978F-21BF532D2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8B40D6-5CF6-437D-AE5B-FE58A2535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Laplace transforms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672094-437F-4B6F-B5D7-90701B120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Calculus, Laplace Transforms and Numerical Techniques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1BMATE201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2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math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5F55C3-5154-4CF8-B236-2A5F71F63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790700"/>
            <a:ext cx="114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Given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170029-4EBC-4212-AF2B-23C118CE2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9070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Formula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5D44B4-D412-400D-B852-FB0DC6002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790700"/>
            <a:ext cx="114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Solve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AE39CB-FFCE-491F-BB00-5FFBEB20B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87655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2033"/>
                </a:solidFill>
              </a:defRPr>
            </a:pPr>
            <a:r>
              <a:rPr sz="1950" b="1">
                <a:solidFill>
                  <a:srgbClr val="172033"/>
                </a:solidFill>
              </a:rPr>
              <a:t>f(x) → f'(x) → interpretation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C9794E-2C72-4724-A9B0-F9106028F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43375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A25CCD-79F3-4FB2-8E55-84151CA92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42291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207BC9-0EB9-44A5-A79A-1B3E88AE0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63855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20CC12-981E-491F-98C9-832D930B2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Calculus, Laplace Transforms and Numerical Techniques | 1BMATE201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74AE4D-EA4A-40AB-908F-5BC03F76B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1/9</a:t>
            </a:r>
          </a:p>
        </p:txBody>
      </p:sp>
    </p:spTree>
    <p:extLst>
      <p:ext uri="{BB962C8B-B14F-4D97-AF65-F5344CB8AC3E}">
        <p14:creationId xmlns:p14="http://schemas.microsoft.com/office/powerpoint/2010/main" val="151857888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0AE819-DFD2-4391-A105-77FA3C77A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82EE30-4A91-4E27-8456-847102B85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B61838-2FA4-41D5-9B0B-AF9D36326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FBC4FA-86DB-4A3E-8400-884624D1D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Motivation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0C14E2-61A2-4A28-A4BE-EA9CF87FF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14C447-9C56-4332-8B02-130A5D880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Core formula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941C40-E143-4A2C-8ABE-13ACBB90B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9F079B-787C-42C7-ADCC-6DE495674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Derivation steps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9CB8E1-F4FF-44C3-BECC-DEFFE6A42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839AC3-15AC-496B-9AE5-19E43D9C1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Worked problem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5E91BC-7653-4A63-8D93-E15A65791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DC91E9-2713-4F20-B439-904D53677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Exam checklist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BD5292-3BEC-4F98-AFB6-7DC3CE895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Laplace transforms (8 Hours Theory + 4 Hours Tutorial) Laplace transform s: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Definition and Formulae of Laplace Transform 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Laplace Transforms of elementary functions.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Properties -Linearity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Scaling, shifting property, differentiation in the s domain, division by 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FC58BB-6953-40C4-9878-D5948E2CA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Calculus, Laplace Transforms and Numerical Techniques | 1BMATE201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45A064-6119-4FC4-ADD8-E6F836051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2/9</a:t>
            </a:r>
          </a:p>
        </p:txBody>
      </p:sp>
    </p:spTree>
    <p:extLst>
      <p:ext uri="{BB962C8B-B14F-4D97-AF65-F5344CB8AC3E}">
        <p14:creationId xmlns:p14="http://schemas.microsoft.com/office/powerpoint/2010/main" val="50428529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A92CC8-E5E0-4062-AAAF-EABC5707D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E91345-25AB-4720-984E-1878CA001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2A7FDD-369A-4A3D-9E40-5E3FE3F38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E6C599-8F53-49EC-BC35-A770839BB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Laplace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103AC8-8EDB-4D60-9590-5CA40BD11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transforms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3CE4EF-EA81-4A9A-999A-0CAD58E35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Tutorial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58677D-441B-4968-839E-9CF36C9AD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transform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ABB196-0949-4A42-B12B-04BC451FE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Definition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B00BDD-24B3-4D52-B10F-50F0CC6E8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Formulae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37B3AF-6076-4CE6-99CD-90B0CFB04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Laplace Transforms of periodic function s, square wave, saw -tooth wave, triangular wave, full and half wave rectifier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Heaviside Unit step function.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Inverse Laplace Transforms: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Definition, properties, evaluation of Inverse Laplace Transforms using different methods, and applications to solve ordinary differential equations.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FB6BC7-0CD7-4106-8E46-6EC6F01F2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Calculus, Laplace Transforms and Numerical Techniques | 1BMATE201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51D2EA-CE19-4516-BE53-A9035BA93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3/9</a:t>
            </a:r>
          </a:p>
        </p:txBody>
      </p:sp>
    </p:spTree>
    <p:extLst>
      <p:ext uri="{BB962C8B-B14F-4D97-AF65-F5344CB8AC3E}">
        <p14:creationId xmlns:p14="http://schemas.microsoft.com/office/powerpoint/2010/main" val="138266218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5B2AA2-EF62-46E8-A320-865D87546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A5D4F2-6F30-4008-AF90-5A7C00F2B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D12DFC-ABED-48A6-BF3B-A7A6EB05E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45F613-0F60-4FCE-9D9E-75783B191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Laplace transforms (8 Hours Theory + 4 Hours Tutorial) Laplace transform s: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Definition and Formulae of Laplace Transform 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Laplace Transforms of elementary functions.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Properties -Linearity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Scaling, shifting property, differentiation in the s domain, division by t.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Laplace Transforms of periodic function s, square wave, saw -tooth wave, triangular wave, full and half wav...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657031-10AF-4431-B17F-447F4A090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2BA3CC-8A75-4AFD-AFA1-1506606C6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A866DD-96C5-421E-B4DC-1CF03EFDE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790700"/>
            <a:ext cx="114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Given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B1F2BD-ED4A-4ABF-9AE9-E0E568CDB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9070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Formula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DAEE0A-33C3-4F9A-B96A-CE27BD21F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790700"/>
            <a:ext cx="114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Solve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841EE5-E06B-42CC-AA65-608EC304E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87655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2033"/>
                </a:solidFill>
              </a:defRPr>
            </a:pPr>
            <a:r>
              <a:rPr sz="1950" b="1">
                <a:solidFill>
                  <a:srgbClr val="172033"/>
                </a:solidFill>
              </a:rPr>
              <a:t>f(x) → f'(x) →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2E84ED-8141-41D0-B50A-F04E6884B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43375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C135F8-4CD3-41D1-ABCF-7FF02C658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42291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B6B2AF-E773-4BB3-A99B-3E71F7CE3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63855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0BE1B4-C324-4E39-A585-C77898E72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Calculus, Laplace Transforms and Numerical Techniques | 1BMATE201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B46731-B3F3-4C43-B29F-7E20B3E14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4/9</a:t>
            </a:r>
          </a:p>
        </p:txBody>
      </p:sp>
    </p:spTree>
    <p:extLst>
      <p:ext uri="{BB962C8B-B14F-4D97-AF65-F5344CB8AC3E}">
        <p14:creationId xmlns:p14="http://schemas.microsoft.com/office/powerpoint/2010/main" val="3717775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B0DC70-03B3-4526-8342-205EBE1CE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9F49B5-29B7-4EE8-B80D-8EA85ED10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Worked-solution pattern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2A1DAD-9065-4D3E-AC7F-2C7AFF40C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DFD24A-6E47-4F58-9F22-435BF99CE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Given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E36A22-07D7-400F-BC70-141C3D35D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CEF639-D406-473F-8802-548390F45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Find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FF3D54-8B55-4EC4-90FC-5DF5BF936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FE33BA-E4C2-48EE-88A4-3FC72CB17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Formula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81F809-9939-4CCF-8C52-34DF516B8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5C3EBC-4997-4BAA-B0F0-737322D87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Substitution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FD863D-3370-4C49-B9AA-37C2A4544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424D89-AABC-49C8-B52D-050646484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Calculation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B56B50-9959-40F6-9917-5887B311F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D41CA6-D916-4023-B5C1-7B31AF2EF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Calculus, Laplace Transforms and Numerical Techniques | 1BMATE201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25031D-68A2-4422-9372-6F7058454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5/9</a:t>
            </a:r>
          </a:p>
        </p:txBody>
      </p:sp>
    </p:spTree>
    <p:extLst>
      <p:ext uri="{BB962C8B-B14F-4D97-AF65-F5344CB8AC3E}">
        <p14:creationId xmlns:p14="http://schemas.microsoft.com/office/powerpoint/2010/main" val="132793503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FAF2D5-0731-4A2E-80C7-2E78FC4DF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170FF8-CB64-41DD-AA46-C7E06C1A4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62FBB1-EA62-410C-8960-954388578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82F0BC-D885-4C9B-BE31-18912A7D4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B1B2D0-BCF8-44C7-8DC4-24DC841FB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Laplace transforms (8 Hours Theory + 4 Hours Tutorial) Laplace transform 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56C22A-F60B-4C83-8C99-6823CBE23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Laplace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B07D0F-CF50-41D4-8D6B-A191EA189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FB8C23-3DC7-4510-BA30-BBE7A3EE6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Calculus, Laplace Transforms and Numerical Techniques | 1BMATE201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8F3709-765D-416F-83D4-E63AFCCB1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6/9</a:t>
            </a:r>
          </a:p>
        </p:txBody>
      </p:sp>
    </p:spTree>
    <p:extLst>
      <p:ext uri="{BB962C8B-B14F-4D97-AF65-F5344CB8AC3E}">
        <p14:creationId xmlns:p14="http://schemas.microsoft.com/office/powerpoint/2010/main" val="85716658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021C91-0BD9-4F3D-830E-40A74645F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AAA3C4-EE76-492F-9567-EBDB46A5E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D2F4F6-C6DD-46C9-9A94-905A40FB5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3737AD-E6AB-4821-A520-CEB24E7D3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107B4D-1DFD-4EE8-9AB1-6D71373BF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Heaviside Unit step function.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Inverse Laplace Transforms: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Definition, properties, evaluation of Inverse Laplace Transforms using different methods, and applications to solve ordinary differential equations.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Textbook -1: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8B5F2F-82B1-4437-ACE8-A062AA41C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90229B-2603-4815-B4D8-CCA3CFE4E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9B9059-26C1-4D37-8387-1319C9722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Calculus, Laplace Transforms and Numerical Techniques | 1BMATE201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069571-60FC-4860-9DEE-48BC3349E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7/9</a:t>
            </a:r>
          </a:p>
        </p:txBody>
      </p:sp>
    </p:spTree>
    <p:extLst>
      <p:ext uri="{BB962C8B-B14F-4D97-AF65-F5344CB8AC3E}">
        <p14:creationId xmlns:p14="http://schemas.microsoft.com/office/powerpoint/2010/main" val="136243644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208788E-8DC8-4DCB-AFC6-5A7092BB8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97A8F6-84AD-44ED-A9BE-120E7E236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E20FB2-1BF4-4B8A-B02B-54D267644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B89156-3A89-4941-A815-AEB8BA6CA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9F3480-F6F6-41A0-9DD4-79AF2A19B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28F53A-25EC-4986-A53D-EFB2560D9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D7CF17-CB63-461F-8287-EB7E1E02B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Laplace transforms (8 Hours Theory + 4 Hours Tutorial) Laplace transform s: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10EC91-4D28-49EA-8073-4F21B3176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E62F69-A61B-4765-964E-8811530DC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E2F5C8-CA47-4A86-B710-CA97679CD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Definition and Formulae of Laplace Transform 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785131-E7CA-4D2F-942C-E957C1C66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DEA6A3-38A6-4064-9586-6BF3178F2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ED2DD0-457A-4738-BACB-9B2ED9AB3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Laplace Transforms of elementary functions.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266C99-A341-4659-8027-036691712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E4F4D5-37B3-4E32-B2D1-A4EE562BE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2DC04B-E480-45C7-9D3E-8707536F2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Properties -Linearity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FB8E36-DD7B-4815-A201-FDFD82237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9E06B0-C4B8-49D6-A25F-7BBA47D97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803B35-C9DA-4DCD-8BF5-BA107D1CF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Scaling, shifting property, differentiation in the s domain, division by 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A60B8E-2498-4D17-A1F0-48CCBC9CA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799176-F452-4FF4-8E4D-A1D62BFA6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EFF969-260E-4F39-A336-220D6B3F7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Laplace Transforms of periodic function s, square wave, saw -tooth wave, triangular wave, full 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6F0FD5-75EC-447A-A403-68A5EA366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5D3274-E110-46F0-BBFA-917013B7B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75D1737-3658-4746-A500-C6E0DF384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Heaviside Unit step function.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61D8310-98B5-4CBB-A168-3C908F3C9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E794B44-CC7E-4E65-958F-9959D5FB9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F25802E-C061-4D0D-B49E-BB11472C6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Calculus, Laplace Transforms and Numerical Techniques | 1BMATE201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E6FC0BA-682C-454B-AA7A-7EE314874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8/9</a:t>
            </a:r>
          </a:p>
        </p:txBody>
      </p:sp>
    </p:spTree>
    <p:extLst>
      <p:ext uri="{BB962C8B-B14F-4D97-AF65-F5344CB8AC3E}">
        <p14:creationId xmlns:p14="http://schemas.microsoft.com/office/powerpoint/2010/main" val="187877737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89974D-DCDC-45CD-BFB9-1EE877942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FB9E7F-F824-4F16-A3AF-C514866C7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0421F3-025C-44F7-A6EC-A687958C2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A364C6-55FD-4CA5-9256-E7317A3EB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Laplace, transforms, Tutorial, transform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formulae: write the starting expression, assumptions, and final form.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D972A0-9CDE-4DD7-A3CB-603169CFD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A49F3A-32B7-45AE-BD6B-5E8B71746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D21649-421F-454C-B8CB-1716D5550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Calculus, Laplace Transforms and Numerical Techniques | 1BMATE201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5B8517-54CF-414A-B691-4541D7E18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9/9</a:t>
            </a:r>
          </a:p>
        </p:txBody>
      </p:sp>
    </p:spTree>
    <p:extLst>
      <p:ext uri="{BB962C8B-B14F-4D97-AF65-F5344CB8AC3E}">
        <p14:creationId xmlns:p14="http://schemas.microsoft.com/office/powerpoint/2010/main" val="21040280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2026-08-24T06:38:51.3800000Z</dcterms:created>
  <dcterms:modified xsi:type="dcterms:W3CDTF">2026-08-24T06:38:51.3800000Z</dcterms:modified>
</coreProperties>
</file>