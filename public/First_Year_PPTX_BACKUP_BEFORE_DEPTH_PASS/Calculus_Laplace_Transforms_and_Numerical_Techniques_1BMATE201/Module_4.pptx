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34f37a7a114a95" /><Relationship Type="http://schemas.openxmlformats.org/officeDocument/2006/relationships/extended-properties" Target="/docProps/app.xml" Id="R89fd12e5606e494d" /><Relationship Type="http://schemas.openxmlformats.org/officeDocument/2006/relationships/officeDocument" Target="/ppt/presentation.xml" Id="R21e1a509ed4f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89f80d2a274654"/>
  </p:sldMasterIdLst>
  <p:notesMasterIdLst>
    <p:notesMasterId xmlns:r="http://schemas.openxmlformats.org/officeDocument/2006/relationships" r:id="Rdc02b21bc01249ed"/>
  </p:notesMasterIdLst>
  <p:sldIdLst>
    <p:sldId xmlns:r="http://schemas.openxmlformats.org/officeDocument/2006/relationships" id="256" r:id="Rbe860700d2494a4f"/>
    <p:sldId xmlns:r="http://schemas.openxmlformats.org/officeDocument/2006/relationships" id="257" r:id="Rc03de1c7db96480b"/>
    <p:sldId xmlns:r="http://schemas.openxmlformats.org/officeDocument/2006/relationships" id="258" r:id="R75e2111a4c2a4a7f"/>
    <p:sldId xmlns:r="http://schemas.openxmlformats.org/officeDocument/2006/relationships" id="259" r:id="R4be4d2443c1a407f"/>
    <p:sldId xmlns:r="http://schemas.openxmlformats.org/officeDocument/2006/relationships" id="260" r:id="R3b645ac087a349fc"/>
    <p:sldId xmlns:r="http://schemas.openxmlformats.org/officeDocument/2006/relationships" id="261" r:id="R50f0820f67454f3f"/>
    <p:sldId xmlns:r="http://schemas.openxmlformats.org/officeDocument/2006/relationships" id="262" r:id="R8b97d1a4d5e341e8"/>
    <p:sldId xmlns:r="http://schemas.openxmlformats.org/officeDocument/2006/relationships" id="263" r:id="R6de9d5896329495e"/>
    <p:sldId xmlns:r="http://schemas.openxmlformats.org/officeDocument/2006/relationships" id="264" r:id="Rff51b88ab4a746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fabe79400433b" /><Relationship Type="http://schemas.openxmlformats.org/officeDocument/2006/relationships/slideMaster" Target="/ppt/slideMasters/slideMaster1.xml" Id="Rbc89f80d2a274654" /><Relationship Type="http://schemas.openxmlformats.org/officeDocument/2006/relationships/notesMaster" Target="/ppt/notesMasters/notesMaster1.xml" Id="Rdc02b21bc01249ed" /><Relationship Type="http://schemas.openxmlformats.org/officeDocument/2006/relationships/presProps" Target="/ppt/presProps.xml" Id="R6a7df2c97b2b412a" /><Relationship Type="http://schemas.openxmlformats.org/officeDocument/2006/relationships/tableStyles" Target="/ppt/tableStyles.xml" Id="Rf93eb25d5cb8437e" /><Relationship Type="http://schemas.openxmlformats.org/officeDocument/2006/relationships/slide" Target="/ppt/slides/slide1.xml" Id="Rbe860700d2494a4f" /><Relationship Type="http://schemas.openxmlformats.org/officeDocument/2006/relationships/slide" Target="/ppt/slides/slide2.xml" Id="Rc03de1c7db96480b" /><Relationship Type="http://schemas.openxmlformats.org/officeDocument/2006/relationships/slide" Target="/ppt/slides/slide3.xml" Id="R75e2111a4c2a4a7f" /><Relationship Type="http://schemas.openxmlformats.org/officeDocument/2006/relationships/slide" Target="/ppt/slides/slide4.xml" Id="R4be4d2443c1a407f" /><Relationship Type="http://schemas.openxmlformats.org/officeDocument/2006/relationships/slide" Target="/ppt/slides/slide5.xml" Id="R3b645ac087a349fc" /><Relationship Type="http://schemas.openxmlformats.org/officeDocument/2006/relationships/slide" Target="/ppt/slides/slide6.xml" Id="R50f0820f67454f3f" /><Relationship Type="http://schemas.openxmlformats.org/officeDocument/2006/relationships/slide" Target="/ppt/slides/slide7.xml" Id="R8b97d1a4d5e341e8" /><Relationship Type="http://schemas.openxmlformats.org/officeDocument/2006/relationships/slide" Target="/ppt/slides/slide8.xml" Id="R6de9d5896329495e" /><Relationship Type="http://schemas.openxmlformats.org/officeDocument/2006/relationships/slide" Target="/ppt/slides/slide9.xml" Id="Rff51b88ab4a746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97c5e1b3f47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447ccf96d94e46" /><Relationship Type="http://schemas.openxmlformats.org/officeDocument/2006/relationships/notesMaster" Target="/ppt/notesMasters/notesMaster1.xml" Id="R864c242661b94a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dff96698e04270" /><Relationship Type="http://schemas.openxmlformats.org/officeDocument/2006/relationships/notesMaster" Target="/ppt/notesMasters/notesMaster1.xml" Id="Raaa65a76e7414f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38f4487d084a24" /><Relationship Type="http://schemas.openxmlformats.org/officeDocument/2006/relationships/notesMaster" Target="/ppt/notesMasters/notesMaster1.xml" Id="R64d549f4ad6c40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1d4803215442f1" /><Relationship Type="http://schemas.openxmlformats.org/officeDocument/2006/relationships/notesMaster" Target="/ppt/notesMasters/notesMaster1.xml" Id="R3d787fe9246641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45a7f116674969" /><Relationship Type="http://schemas.openxmlformats.org/officeDocument/2006/relationships/notesMaster" Target="/ppt/notesMasters/notesMaster1.xml" Id="R7ed2a8e9666a46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833e19102449ab" /><Relationship Type="http://schemas.openxmlformats.org/officeDocument/2006/relationships/notesMaster" Target="/ppt/notesMasters/notesMaster1.xml" Id="R6a28aee6bcb246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de9df1d8594c0f" /><Relationship Type="http://schemas.openxmlformats.org/officeDocument/2006/relationships/notesMaster" Target="/ppt/notesMasters/notesMaster1.xml" Id="R2a858f37f50041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e82ef622534f28" /><Relationship Type="http://schemas.openxmlformats.org/officeDocument/2006/relationships/notesMaster" Target="/ppt/notesMasters/notesMaster1.xml" Id="R8ff22b8d04fa48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e254ed646e49bd" /><Relationship Type="http://schemas.openxmlformats.org/officeDocument/2006/relationships/notesMaster" Target="/ppt/notesMasters/notesMaster1.xml" Id="Rae222ff29fc8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54ca038664e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8164d681bc4aea" /><Relationship Type="http://schemas.openxmlformats.org/officeDocument/2006/relationships/slideLayout" Target="/ppt/slideLayouts/slideLayout1.xml" Id="Rc187099ca7c943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87099ca7c943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bbb4bd1af4914" /><Relationship Type="http://schemas.openxmlformats.org/officeDocument/2006/relationships/notesSlide" Target="/ppt/notesSlides/notesSlide1.xml" Id="R1dffdb93487d41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7f3ba0506402f" /><Relationship Type="http://schemas.openxmlformats.org/officeDocument/2006/relationships/notesSlide" Target="/ppt/notesSlides/notesSlide2.xml" Id="R9e3d02045f8c4a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395ae48ca46cb" /><Relationship Type="http://schemas.openxmlformats.org/officeDocument/2006/relationships/notesSlide" Target="/ppt/notesSlides/notesSlide3.xml" Id="Rc668ad2ce9114d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327aa60d142ab" /><Relationship Type="http://schemas.openxmlformats.org/officeDocument/2006/relationships/notesSlide" Target="/ppt/notesSlides/notesSlide4.xml" Id="R386f85486b1c4a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03743cfa147b2" /><Relationship Type="http://schemas.openxmlformats.org/officeDocument/2006/relationships/notesSlide" Target="/ppt/notesSlides/notesSlide5.xml" Id="R3241db76b24848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1dcc2938d449c" /><Relationship Type="http://schemas.openxmlformats.org/officeDocument/2006/relationships/notesSlide" Target="/ppt/notesSlides/notesSlide6.xml" Id="Re6fc1e23bcae48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c49689d1f492a" /><Relationship Type="http://schemas.openxmlformats.org/officeDocument/2006/relationships/notesSlide" Target="/ppt/notesSlides/notesSlide7.xml" Id="Re208dfaef10048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b3fcf945744ce" /><Relationship Type="http://schemas.openxmlformats.org/officeDocument/2006/relationships/notesSlide" Target="/ppt/notesSlides/notesSlide8.xml" Id="Ra13674d61e8644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475d401b342e3" /><Relationship Type="http://schemas.openxmlformats.org/officeDocument/2006/relationships/notesSlide" Target="/ppt/notesSlides/notesSlide9.xml" Id="R7b7c86b5e41547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1BA77-7DA7-40B7-9DF9-A7D9EB88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7176F-70B6-48A7-A8CC-C05E905B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Numerical Methods-2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FC4F0-7518-422D-A0EC-FE4E20D9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EF55A-A5AE-450E-8ECA-353CB5D7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144A1-C7AE-476F-B855-D1D594C3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7DB79-58D1-4E95-BB3B-D26C3EA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0570F-D37F-4A79-A7F6-3C8B232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29862-3B7D-4615-BC08-47EADB92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AE5B3-FF80-458A-B252-F3A187A7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11FB6-858B-4901-92A0-4EDBF2A3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7A8A6-177D-4983-882A-66B6CE0C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A023B-0851-4636-BD5E-BD27490D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793235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577AD-7939-4A17-A3D7-3F98FE62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C029C-5879-4428-A453-89DA5C2D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AE7C4-1756-463C-A1F8-2F2B1F56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43285-E69E-467F-941A-FC2A34EF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B0B6B-8F82-4574-BC0C-E35D7B2A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E5C43-DABB-449F-9F54-07CC730A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2E10F-36D0-4331-A513-051B337E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82C31-0C61-49D0-9E95-643FB967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1EBE7-457B-41DD-B8E5-D1E2945D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F5D23-9667-497D-A5B3-2E7D0C7C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91EEB-DAA5-4087-8383-134D5C8E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1CA4B-B27F-45F2-A202-47BFD65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DCBD1-0FB1-4B24-8B02-87493A15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Methods-2 (8 Hours Theory + 4 Hours Tutorial) 2 Numerical solution of ordinary differential equations of first order and first degree: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Taylor's series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Modified Euler's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Runge-Kutta method of fourth order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Milne's predictor corrector method and Adam-Bashforth predictor-corrector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A79EE-75DE-46A6-88C8-35F84B5A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012EA-6F49-4563-84A7-15540D8E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403675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01E5E-652F-487A-8075-CC5E62AC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A7419-AB1C-47B1-82DA-D6A5DB86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850A0-93B7-4D0C-AE22-F99DBEAC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71C9E-99BC-4059-B327-532ECB54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C3768-E0EE-41E5-8BE0-7A637FCA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Methods-2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F6DD8-1E5A-470A-AFE9-959AB3E6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CC709-6F6B-41E0-A8A1-2D99AFCE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4CB7-C635-4537-BF4B-B98A75B5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5A8AA-FFF3-4E3B-932B-E88FBE84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B38A5-DA81-498B-9591-5BECB97C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Chapter-32.1-32.10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75C93-EBD9-4880-960C-1B835C61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424D0-6BA2-4CEC-B9A9-D289C55D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794604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139F0-C3A9-4F4C-B712-3EDC316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E1937-A176-43F3-A9A9-34431EB9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71B80-D941-4DCA-B875-E8200CC3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CFEC6-FBD4-419F-9308-F7B6C0D1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Methods-2 (8 Hours Theory + 4 Hours Tutorial) 2 Numerical solution of ordinary differential equat...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Taylor's series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Modified Euler's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Runge-Kutta method of fourth order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Milne's predictor corrector method and Adam-Bashforth predictor-corrector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-1: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3A939-EAA0-4912-8C41-316CCE2E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D5C21-4EF5-4F2B-9B79-A1929882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DACE4-DA76-44E9-A6D7-B9834AD4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DBD60-3556-4130-98DE-CC69972A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67676-D70F-463F-AE50-0230592D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2C1CE-82FF-432E-8BCD-72723602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948D8-3601-4763-844E-99B7A11D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AE2C5-8153-40FF-A17F-E7C21CF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BD98E-1716-47C5-9630-D339C74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71BF4-A803-4F2D-A472-ABCD612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FDB5-5CC0-4378-9BA9-48BC9798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982174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FB931-E11F-4A79-9F60-3E1CEB16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B5DC4-DE39-4C31-A1F3-714CFD21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951B2-8E6A-453E-ABAD-CD1A8F10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8ED2D-1F2A-44AA-B51E-CBC18821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15DA9-5CEF-4A77-B2EF-A7D17A19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B1E46-ADB6-4CC6-8262-2BB4825B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60003-4679-4DB9-935B-99AF40B1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9AF77-D939-408D-8E15-825F653C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5389-1395-4D08-8950-A06EE730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FA0FA-CC7C-4D05-9B03-D6EC9DE1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1C152-7772-453F-80A3-197C521B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F2F6E-9B6D-406A-90B7-ED78DA55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B2E54-F5BB-45AC-B127-84AEC850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CC482-80F3-441D-B72C-F9F33D02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C426C-09B7-42F1-BDA5-F2447AD0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426052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EF288-7D7E-42E9-8DB7-C0DA6335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53E70-9248-44DF-B03A-8B46C26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6430A-7747-43B1-A58B-FC57AAF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2AC0E-2F5B-44CF-98BF-7B5C869D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FF610-D2BA-478F-8E77-7E1DE74B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Numerical Methods-2 (8 Hours Theory + 4 Hours Tutorial) 2 Numerical solution of ordinary differential equations of first order and first degree: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55100-B167-43E1-AA91-DEA22EF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99AEF-9622-4E4B-B7B7-4377FACE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251ED-83BF-43FD-93A4-F34ED4D8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F6489-09AF-4DFC-98DB-F67B2A92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002250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829B0-FFF9-4C76-BD10-C1B7F50B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C06A0-7D6E-4BED-A5D1-A358B513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7E7C7-0185-4598-8D86-2F2AB084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443AE-363B-4377-BA0B-49AEF3BD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41952-FC09-4767-AD15-6990CDAB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Chapter-32.1-32.10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2D386-4034-475F-A7F6-6B244DDB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8F04F-D5C6-49F3-9871-73A6C99C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B0393-A680-4249-AE76-1AF0320F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3DAFB-2432-45AB-A119-4312058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5745476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81AD9-B9C3-4F75-8EEC-2C86C53D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20E80-1191-4C72-9515-5D473FFB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6C89A-20B7-4635-8840-3DEFB61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9C58F-387E-41B0-BB42-EF2F8981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06C30-872F-4C00-8B75-72036D79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653AE-5442-4DA3-9707-2388DD8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ED934-BC0E-408F-BF6F-79856207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Methods-2 (8 Hours Theory + 4 Hours Tutorial) 2 Numerical solution of ordinary differ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88C67-5B33-41FD-A466-B03241B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7FE12-870F-4B29-A572-6D7DFC44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4EF5C-6DD6-4663-8A65-E1461391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Taylor's series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D03F0-BAAC-409E-8E61-AF63199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1E320-6511-4964-8DAE-D7239798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787D8-4F0B-443B-A60D-C4332DA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Modified Euler's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52664-FDA0-43E8-9E75-0051F315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0A3FA-56B8-45BC-9E32-3B48B85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3A1FCD-7325-4AE5-B7EB-AB77C0D4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Runge-Kutta method of fourth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86A13-5EAF-49BF-9CBA-F3ED1720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AD067-19C1-4907-966B-BE2CD07D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09C2C-FE8C-4197-92CA-1BABEC9D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Milne's predictor corrector method and Adam-Bashforth predictor-corrector method.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F3F0A-06A8-4D53-8C7E-4D6850B1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BDD3C-37C7-4FEC-BE31-FDC4B72B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F0A9A-7E26-41FC-AD43-63391418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-1: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6A61C-9CD2-488F-870A-C5E6A9FE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8E1EE-2C37-4A11-9D15-F58A287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0AFE3-037D-441E-9A3D-0D1BA6A3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Chapter-32.1-32.10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461DF-9194-4D13-896A-5A6F19B9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E62FC4-24C7-4792-BB90-CF314072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829CD-C94E-4846-B347-F170E69E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F1632-4E25-4B28-B7C9-BF0F04C8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229079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1F508-6B16-413C-B08E-C1BD0A4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E0D5A-7E36-4A6E-BF50-4144DD37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05D3F-BB85-4601-BCA4-9B5232BA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92BBD-0E93-4771-B886-914740AE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Methods-2, Tutorial, solution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E10B8-010B-46D3-81F9-1EDBB8F0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460B9-0E4A-43B7-A729-9CE03B6C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5DA6D-482C-4877-ABD3-4DB5B1F9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3C789-2113-426D-89E9-DF630A0B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911869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2026-08-24T06:38:51.3240000Z</dcterms:created>
  <dcterms:modified xsi:type="dcterms:W3CDTF">2026-08-24T06:38:51.3240000Z</dcterms:modified>
</coreProperties>
</file>