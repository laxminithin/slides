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df6b712a9d4bf0" /><Relationship Type="http://schemas.openxmlformats.org/officeDocument/2006/relationships/extended-properties" Target="/docProps/app.xml" Id="R7f4f19ed01c242d4" /><Relationship Type="http://schemas.openxmlformats.org/officeDocument/2006/relationships/officeDocument" Target="/ppt/presentation.xml" Id="Rb6a0087e24ad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a91a7601b4062"/>
  </p:sldMasterIdLst>
  <p:notesMasterIdLst>
    <p:notesMasterId xmlns:r="http://schemas.openxmlformats.org/officeDocument/2006/relationships" r:id="R56f1e93b511a4dba"/>
  </p:notesMasterIdLst>
  <p:sldIdLst>
    <p:sldId xmlns:r="http://schemas.openxmlformats.org/officeDocument/2006/relationships" id="256" r:id="Rb30a7690984e4124"/>
    <p:sldId xmlns:r="http://schemas.openxmlformats.org/officeDocument/2006/relationships" id="257" r:id="R6a382e54841a472d"/>
    <p:sldId xmlns:r="http://schemas.openxmlformats.org/officeDocument/2006/relationships" id="258" r:id="R59aefc2a77ac4c2d"/>
    <p:sldId xmlns:r="http://schemas.openxmlformats.org/officeDocument/2006/relationships" id="259" r:id="R7efbe3f968f94846"/>
    <p:sldId xmlns:r="http://schemas.openxmlformats.org/officeDocument/2006/relationships" id="260" r:id="Rd55177e935334694"/>
    <p:sldId xmlns:r="http://schemas.openxmlformats.org/officeDocument/2006/relationships" id="261" r:id="Rbb44fa72526541bc"/>
    <p:sldId xmlns:r="http://schemas.openxmlformats.org/officeDocument/2006/relationships" id="262" r:id="R5c622cda4ad94c0f"/>
    <p:sldId xmlns:r="http://schemas.openxmlformats.org/officeDocument/2006/relationships" id="263" r:id="Racd81be0ac0a48bd"/>
    <p:sldId xmlns:r="http://schemas.openxmlformats.org/officeDocument/2006/relationships" id="264" r:id="R5ba69408299847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8bfa621694095" /><Relationship Type="http://schemas.openxmlformats.org/officeDocument/2006/relationships/slideMaster" Target="/ppt/slideMasters/slideMaster1.xml" Id="R7d6a91a7601b4062" /><Relationship Type="http://schemas.openxmlformats.org/officeDocument/2006/relationships/notesMaster" Target="/ppt/notesMasters/notesMaster1.xml" Id="R56f1e93b511a4dba" /><Relationship Type="http://schemas.openxmlformats.org/officeDocument/2006/relationships/presProps" Target="/ppt/presProps.xml" Id="Rda6ef670af8f4c54" /><Relationship Type="http://schemas.openxmlformats.org/officeDocument/2006/relationships/tableStyles" Target="/ppt/tableStyles.xml" Id="Re0ce2d87470a42f2" /><Relationship Type="http://schemas.openxmlformats.org/officeDocument/2006/relationships/slide" Target="/ppt/slides/slide1.xml" Id="Rb30a7690984e4124" /><Relationship Type="http://schemas.openxmlformats.org/officeDocument/2006/relationships/slide" Target="/ppt/slides/slide2.xml" Id="R6a382e54841a472d" /><Relationship Type="http://schemas.openxmlformats.org/officeDocument/2006/relationships/slide" Target="/ppt/slides/slide3.xml" Id="R59aefc2a77ac4c2d" /><Relationship Type="http://schemas.openxmlformats.org/officeDocument/2006/relationships/slide" Target="/ppt/slides/slide4.xml" Id="R7efbe3f968f94846" /><Relationship Type="http://schemas.openxmlformats.org/officeDocument/2006/relationships/slide" Target="/ppt/slides/slide5.xml" Id="Rd55177e935334694" /><Relationship Type="http://schemas.openxmlformats.org/officeDocument/2006/relationships/slide" Target="/ppt/slides/slide6.xml" Id="Rbb44fa72526541bc" /><Relationship Type="http://schemas.openxmlformats.org/officeDocument/2006/relationships/slide" Target="/ppt/slides/slide7.xml" Id="R5c622cda4ad94c0f" /><Relationship Type="http://schemas.openxmlformats.org/officeDocument/2006/relationships/slide" Target="/ppt/slides/slide8.xml" Id="Racd81be0ac0a48bd" /><Relationship Type="http://schemas.openxmlformats.org/officeDocument/2006/relationships/slide" Target="/ppt/slides/slide9.xml" Id="R5ba694082998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2693bc1dc248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b1e69f7c144b6" /><Relationship Type="http://schemas.openxmlformats.org/officeDocument/2006/relationships/notesMaster" Target="/ppt/notesMasters/notesMaster1.xml" Id="R39f94bfb6744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4889dafb34d52" /><Relationship Type="http://schemas.openxmlformats.org/officeDocument/2006/relationships/notesMaster" Target="/ppt/notesMasters/notesMaster1.xml" Id="Rc4fd35f758ec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278645a8f44db" /><Relationship Type="http://schemas.openxmlformats.org/officeDocument/2006/relationships/notesMaster" Target="/ppt/notesMasters/notesMaster1.xml" Id="R09b35fdc1932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1ad5ee1db4ffa" /><Relationship Type="http://schemas.openxmlformats.org/officeDocument/2006/relationships/notesMaster" Target="/ppt/notesMasters/notesMaster1.xml" Id="Re614ecfa251f45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32c332ecf48f3" /><Relationship Type="http://schemas.openxmlformats.org/officeDocument/2006/relationships/notesMaster" Target="/ppt/notesMasters/notesMaster1.xml" Id="R19979b4ef4b8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cc4974bf64d82" /><Relationship Type="http://schemas.openxmlformats.org/officeDocument/2006/relationships/notesMaster" Target="/ppt/notesMasters/notesMaster1.xml" Id="Rdb04ba80df714a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ac4912a4c4cec" /><Relationship Type="http://schemas.openxmlformats.org/officeDocument/2006/relationships/notesMaster" Target="/ppt/notesMasters/notesMaster1.xml" Id="R27d075428bd3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2620559e04ece" /><Relationship Type="http://schemas.openxmlformats.org/officeDocument/2006/relationships/notesMaster" Target="/ppt/notesMasters/notesMaster1.xml" Id="Raea25a4e903c45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a09f6de36a4d0c" /><Relationship Type="http://schemas.openxmlformats.org/officeDocument/2006/relationships/notesMaster" Target="/ppt/notesMasters/notesMaster1.xml" Id="R38090d4a761b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59429d340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2dc37949bd4a64" /><Relationship Type="http://schemas.openxmlformats.org/officeDocument/2006/relationships/slideLayout" Target="/ppt/slideLayouts/slideLayout1.xml" Id="Re53505fecbbb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505fecbbb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6086c2d44d01" /><Relationship Type="http://schemas.openxmlformats.org/officeDocument/2006/relationships/notesSlide" Target="/ppt/notesSlides/notesSlide1.xml" Id="Rd6efef077a1d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09af575514a6b" /><Relationship Type="http://schemas.openxmlformats.org/officeDocument/2006/relationships/notesSlide" Target="/ppt/notesSlides/notesSlide2.xml" Id="Rb1a6843b046748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844f0fbf44409" /><Relationship Type="http://schemas.openxmlformats.org/officeDocument/2006/relationships/notesSlide" Target="/ppt/notesSlides/notesSlide3.xml" Id="R8758d80b8e8547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282174404482d" /><Relationship Type="http://schemas.openxmlformats.org/officeDocument/2006/relationships/notesSlide" Target="/ppt/notesSlides/notesSlide4.xml" Id="R63af95112579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5abe28f345ed" /><Relationship Type="http://schemas.openxmlformats.org/officeDocument/2006/relationships/notesSlide" Target="/ppt/notesSlides/notesSlide5.xml" Id="R6079c69b9798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40ce0fd0240db" /><Relationship Type="http://schemas.openxmlformats.org/officeDocument/2006/relationships/notesSlide" Target="/ppt/notesSlides/notesSlide6.xml" Id="R0c2e74f29ea3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8444cd9b484e" /><Relationship Type="http://schemas.openxmlformats.org/officeDocument/2006/relationships/notesSlide" Target="/ppt/notesSlides/notesSlide7.xml" Id="Rb63801ebd580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b455c57234123" /><Relationship Type="http://schemas.openxmlformats.org/officeDocument/2006/relationships/notesSlide" Target="/ppt/notesSlides/notesSlide8.xml" Id="R22493c49a4584e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68354a51844d3" /><Relationship Type="http://schemas.openxmlformats.org/officeDocument/2006/relationships/notesSlide" Target="/ppt/notesSlides/notesSlide9.xml" Id="Rd85f5cca156a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10754-9381-453D-B540-41FE9D2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3C3CE-D6B5-41D4-95D1-7C67C4C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Vector calculus and its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8F55A-0368-4F97-9B44-D27F8B2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1F5D6-313F-4A28-A8C4-260A3B40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132B1-DEB7-4F43-B815-03799A4B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14F1-9274-4B25-9424-7133FAAC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BFFAB-2CF8-4BB5-85B4-8BFEE3C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388DA-D01C-4E2E-8B00-14B2A1FC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10C2B-1B79-43E0-A1AA-38F72CA9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8C6D7-B40F-41DE-8490-FDAFCA42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DD297-15A7-49B7-82A5-C631C4AC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FA229-56F1-4C0F-9108-2E5159BE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507440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E152C-5EAB-44BC-AD00-2246B5AF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2C801-1EE3-4EE0-BA6B-CB7EFAA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F424B-39FB-4086-9052-59D3C7B6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1CA0E-460C-46D2-90DB-2088AA6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81C8-CC56-4DAB-8DA4-00457FB5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DA42-8294-4CE1-80C2-5EE2488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46B65-F6FB-4C22-B65D-FA1132C2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7C04-DB4F-4652-9028-CF646AD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F4AD-C5A0-400D-9F35-4164FC45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C1DD0-0E96-498A-9CB8-638294F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FAE6-1ED9-428A-83D1-9B1BA05B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E3DDB-62E6-4E3F-A442-D581C36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4E83E-F1E5-4105-92D7-B11DE780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calculus and its applications (8 Hours Theory + 4 Hours Tutorial) Vector differentiation: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Scalar and vector fields, gradient of a scalar field, directional derivatives, divergence of a vector field, solenoidal vector, curl of a vector field, irrotational vector, physical interpretation of gradient, divergence and curl and scalar potential.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 integrals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 of Green's and Stokes' theorem without verification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C9309-BAF5-4074-84BF-3A23226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44DC3-F0A9-42B6-BB8E-02F9E5D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87212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61952-ABB6-4700-8EC8-AF5CEFE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E82FE-2EBE-401C-B6BE-32B2E14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71635-A9E6-4D39-8F2C-49C0303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D5B40-BE90-4F9C-B3CA-E68F343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8365-86AC-4F16-B6B8-65E7CD6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0BF7D-387D-436F-BE42-7D9D432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D6A88-4EC9-4622-9771-9CA65D16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BD3EC-82D9-4C21-8BBA-DB75537A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79873-8FEF-43C7-A516-81CB0FA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3D947-850B-4BFB-8EF7-808AC82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Chapter-8.4- 8.14.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F1F1D-2962-47E9-9F7F-F56A5133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954EB-E793-4AE7-95FF-2C59AC92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301392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E30B3-CD1D-483F-88E5-12B7B36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AF58F-1257-4812-934F-73E2ADC9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185B5-CBB5-41F5-9C94-50099F4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F2913-C42D-4CEC-A1E6-1BE5B6E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calculus and its applications (8 Hours Theory + 4 Hours Tutorial) Vector differentiation: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Scalar and vector fields, gradient of a scalar field, directional derivatives, divergence of a vector field...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 integrals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 of Green's and Stokes' theorem without verification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AE96-B015-4DD1-A6F8-80D77E1A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6344E-0E89-4AA5-BAA5-3F6B36E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1D4E1-0C34-43E9-99B3-5D46EA2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811FD-00D8-4350-95E5-BACA776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D81BE-F1E4-4CCB-9CB2-82D79204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EEF1C-F688-4C5B-B070-D870CB21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9D217-4686-4436-A909-E1CD803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4931D-FDA6-4715-B17B-C93995D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5FB1D-362E-47B1-8303-AC737C19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90741-AEFB-4F5E-A525-2575E1F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01A12-8369-43CE-9B29-C95AAF4F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210185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A8ECA-8F7F-4C3F-9EDE-01EEC8E1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8B42B-F1D4-49E8-95DF-36B8A92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094A8-E671-46D4-ABDA-0F96274D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5C3C-9E1F-4454-9081-B1EC390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A795D-93AC-4A8E-8D03-DA411F33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0001-4F41-47E1-88F9-6F02C4A5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973D3-427B-4099-A5ED-DADCE41C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569F4-02E1-412A-80BA-ED428879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ADC7-A704-4CB4-B7DB-7E91D14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CD363-F716-4D31-ACD9-53E41DED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14A6C-F1A9-435D-8C83-F447DDBD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40FBA-7712-45AC-B38A-08EC277C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8AC86-7BC9-4C54-B12E-3E71BA23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73FB2-41F6-46BF-977F-DF99105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52C96-E91B-4ECB-884B-A9BB5D1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952811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D7726-3B80-4683-911B-0EB5CBB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BA43B-456F-4046-AFAD-C2230F19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8E60D-516A-4120-82F7-F254C2F9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6DADA-65B2-4E9D-B23B-6947C5C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5E15-4133-4AC7-B9EB-743A59EE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Vector calculus and its applications (8 Hours Theory + 4 Hours Tutorial) Vector differentiation: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0EEB0-3E72-4896-9A6A-0517B0F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Vector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DED69-4571-44BB-9DD0-DB90E5BF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C0E79-468E-4806-A9A1-EC5E9E10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D6B24-3510-4AD0-928A-ABA7E23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450821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15FFB-4809-4EDA-8B67-CCD949C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4CF03-7809-49BA-8DAC-C97EF61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2B1C3-D344-4D33-92D2-123061E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D4BCC-BF04-4A03-A727-F82845C6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6C0A-F588-4CF5-BA1F-A962F4A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Chapter-8.4- 8.14.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46A3B-9A9C-4193-9686-D1E47FBA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F65AE-1260-41A5-AFEA-DA5F1BBE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92F38-043E-46FA-99D9-5055333E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60483-0D68-4510-A04D-8A288D1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036093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848ED-D4D8-46B8-ADFA-6084FB25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2CFD2-FCD4-4CAD-BBA4-EC02B9F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EB9D5-DCAA-4061-B6C8-FED778F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26E38-6405-478F-920C-2234D9CF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704E6-6307-4630-B17C-1DFBD706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3807B-C423-4AC6-9395-329CE3AA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E5D1-F529-4082-BBD5-F7BA48FD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calculus and its applications (8 Hours Theory + 4 Hours Tutorial) Vector differentiation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F6A4D-40B2-4877-AF37-AE897A7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AAC05-F5A3-49C1-9403-C34E193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B76D-F343-4F50-831E-DDA788A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Scalar and vector fields, gradient of a scalar field, directional derivatives, divergence of a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75DDD-D0A1-46C2-905F-7EA5E3BA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9453A-D014-408D-B211-A6236C5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F6F15-A0C7-4EC7-BCE7-0903279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Integration: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144DA-9F9A-4079-91A0-460C3586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35169-CE8E-411C-9122-BA7D3CDF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0E241-09A4-4069-96A3-39153AB6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 integrals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4DEA1-A907-433A-8ED2-1180608B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667ED-D7F5-441E-A9B6-36AA63B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89751-0BFD-4FC0-BF09-7EDE4C7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 of Green's and Stokes' theorem without verification problems.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94D0E-7AC4-4B90-9F64-1E7B6C8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C6880-D12F-455A-8CCD-C92E1B7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87598-5FAF-4C48-948A-30ED6BB2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BE634-B32E-4407-8C85-A99F717B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D5E26-F023-4563-B855-B4C317F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81C8-0E17-4D4D-96D2-0C2BA05E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Chapter-8.4- 8.14.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F0EF2-FC5B-4DC3-950E-F7AB6B05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E26AA-E08B-4556-B92D-69139FA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EFDC6-69FA-4A21-BEF6-7FF4C6C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1754B-C894-4E29-8461-A093D84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781026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408CA-D894-4C6C-88E4-E006BFBF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263F3-DB4A-4B7F-BF08-2F3910A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56B1D-F225-420B-82A3-1C2C661E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E71C5-D78A-43F4-9852-8B85342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Vector, calculus, Tutorial, differentiation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21345-923A-4675-9B31-6E29E25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42C7D-DBDB-4B04-B412-7AE16B3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296D8-BC9F-4E03-9873-8F80771B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570A1-2FB4-4308-B8C9-267C1610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104171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2026-08-24T06:38:51.2090000Z</dcterms:created>
  <dcterms:modified xsi:type="dcterms:W3CDTF">2026-08-24T06:38:51.2090000Z</dcterms:modified>
</coreProperties>
</file>