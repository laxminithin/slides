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109848306439e" /><Relationship Type="http://schemas.openxmlformats.org/officeDocument/2006/relationships/extended-properties" Target="/docProps/app.xml" Id="R8f400b073a4c40e2" /><Relationship Type="http://schemas.openxmlformats.org/officeDocument/2006/relationships/officeDocument" Target="/ppt/presentation.xml" Id="R797d2b64d822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b448fd23ae4848"/>
  </p:sldMasterIdLst>
  <p:notesMasterIdLst>
    <p:notesMasterId xmlns:r="http://schemas.openxmlformats.org/officeDocument/2006/relationships" r:id="R290de4d280334262"/>
  </p:notesMasterIdLst>
  <p:sldIdLst>
    <p:sldId xmlns:r="http://schemas.openxmlformats.org/officeDocument/2006/relationships" id="256" r:id="Rd55a092f63254559"/>
    <p:sldId xmlns:r="http://schemas.openxmlformats.org/officeDocument/2006/relationships" id="257" r:id="R433e07b5c1d04733"/>
    <p:sldId xmlns:r="http://schemas.openxmlformats.org/officeDocument/2006/relationships" id="258" r:id="R25a704015eb44d0a"/>
    <p:sldId xmlns:r="http://schemas.openxmlformats.org/officeDocument/2006/relationships" id="259" r:id="R45c2a55d241c403d"/>
    <p:sldId xmlns:r="http://schemas.openxmlformats.org/officeDocument/2006/relationships" id="260" r:id="Rd2f5861526bb4adc"/>
    <p:sldId xmlns:r="http://schemas.openxmlformats.org/officeDocument/2006/relationships" id="261" r:id="Re2a590c18ee94a7d"/>
    <p:sldId xmlns:r="http://schemas.openxmlformats.org/officeDocument/2006/relationships" id="262" r:id="R7e1d1c7376de44ad"/>
    <p:sldId xmlns:r="http://schemas.openxmlformats.org/officeDocument/2006/relationships" id="263" r:id="Rcbd02c9140ac4a27"/>
    <p:sldId xmlns:r="http://schemas.openxmlformats.org/officeDocument/2006/relationships" id="264" r:id="Ra371e7629f104a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71524f2d9e4b91" /><Relationship Type="http://schemas.openxmlformats.org/officeDocument/2006/relationships/slideMaster" Target="/ppt/slideMasters/slideMaster1.xml" Id="R33b448fd23ae4848" /><Relationship Type="http://schemas.openxmlformats.org/officeDocument/2006/relationships/notesMaster" Target="/ppt/notesMasters/notesMaster1.xml" Id="R290de4d280334262" /><Relationship Type="http://schemas.openxmlformats.org/officeDocument/2006/relationships/presProps" Target="/ppt/presProps.xml" Id="R247834ff66614cc8" /><Relationship Type="http://schemas.openxmlformats.org/officeDocument/2006/relationships/tableStyles" Target="/ppt/tableStyles.xml" Id="Re3fd743546fd4490" /><Relationship Type="http://schemas.openxmlformats.org/officeDocument/2006/relationships/slide" Target="/ppt/slides/slide1.xml" Id="Rd55a092f63254559" /><Relationship Type="http://schemas.openxmlformats.org/officeDocument/2006/relationships/slide" Target="/ppt/slides/slide2.xml" Id="R433e07b5c1d04733" /><Relationship Type="http://schemas.openxmlformats.org/officeDocument/2006/relationships/slide" Target="/ppt/slides/slide3.xml" Id="R25a704015eb44d0a" /><Relationship Type="http://schemas.openxmlformats.org/officeDocument/2006/relationships/slide" Target="/ppt/slides/slide4.xml" Id="R45c2a55d241c403d" /><Relationship Type="http://schemas.openxmlformats.org/officeDocument/2006/relationships/slide" Target="/ppt/slides/slide5.xml" Id="Rd2f5861526bb4adc" /><Relationship Type="http://schemas.openxmlformats.org/officeDocument/2006/relationships/slide" Target="/ppt/slides/slide6.xml" Id="Re2a590c18ee94a7d" /><Relationship Type="http://schemas.openxmlformats.org/officeDocument/2006/relationships/slide" Target="/ppt/slides/slide7.xml" Id="R7e1d1c7376de44ad" /><Relationship Type="http://schemas.openxmlformats.org/officeDocument/2006/relationships/slide" Target="/ppt/slides/slide8.xml" Id="Rcbd02c9140ac4a27" /><Relationship Type="http://schemas.openxmlformats.org/officeDocument/2006/relationships/slide" Target="/ppt/slides/slide9.xml" Id="Ra371e7629f10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76740e66b44e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8d3804655426b" /><Relationship Type="http://schemas.openxmlformats.org/officeDocument/2006/relationships/notesMaster" Target="/ppt/notesMasters/notesMaster1.xml" Id="Rd6d9ee273ee548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683f556abe4aec" /><Relationship Type="http://schemas.openxmlformats.org/officeDocument/2006/relationships/notesMaster" Target="/ppt/notesMasters/notesMaster1.xml" Id="R21f1759cb1cb45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fb2b4207224c70" /><Relationship Type="http://schemas.openxmlformats.org/officeDocument/2006/relationships/notesMaster" Target="/ppt/notesMasters/notesMaster1.xml" Id="R88182c846c1644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0495b14ac4866" /><Relationship Type="http://schemas.openxmlformats.org/officeDocument/2006/relationships/notesMaster" Target="/ppt/notesMasters/notesMaster1.xml" Id="R581cb27746814d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7250b4f7a4e8e" /><Relationship Type="http://schemas.openxmlformats.org/officeDocument/2006/relationships/notesMaster" Target="/ppt/notesMasters/notesMaster1.xml" Id="Rad5ebe8a2332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b131c45b4043fa" /><Relationship Type="http://schemas.openxmlformats.org/officeDocument/2006/relationships/notesMaster" Target="/ppt/notesMasters/notesMaster1.xml" Id="Rc4401a6168eb4e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000e5e35304579" /><Relationship Type="http://schemas.openxmlformats.org/officeDocument/2006/relationships/notesMaster" Target="/ppt/notesMasters/notesMaster1.xml" Id="R4add139917234e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485c7527374355" /><Relationship Type="http://schemas.openxmlformats.org/officeDocument/2006/relationships/notesMaster" Target="/ppt/notesMasters/notesMaster1.xml" Id="Rf5bfd02119174e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1a892e4a0f4f2e" /><Relationship Type="http://schemas.openxmlformats.org/officeDocument/2006/relationships/notesMaster" Target="/ppt/notesMasters/notesMaster1.xml" Id="R28969b32a1f6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9392d6a6444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72bbcdf40e49fb" /><Relationship Type="http://schemas.openxmlformats.org/officeDocument/2006/relationships/slideLayout" Target="/ppt/slideLayouts/slideLayout1.xml" Id="Re8dc2716275e43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dc2716275e43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f246e3c8c4f20" /><Relationship Type="http://schemas.openxmlformats.org/officeDocument/2006/relationships/notesSlide" Target="/ppt/notesSlides/notesSlide1.xml" Id="Rd90b20b85c7641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f395896704cb9" /><Relationship Type="http://schemas.openxmlformats.org/officeDocument/2006/relationships/notesSlide" Target="/ppt/notesSlides/notesSlide2.xml" Id="R4bce95054a634c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86f9d8fee4e41" /><Relationship Type="http://schemas.openxmlformats.org/officeDocument/2006/relationships/notesSlide" Target="/ppt/notesSlides/notesSlide3.xml" Id="R89f52d43780448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5c5a5bdb94a0a" /><Relationship Type="http://schemas.openxmlformats.org/officeDocument/2006/relationships/notesSlide" Target="/ppt/notesSlides/notesSlide4.xml" Id="Rf1cd581f5e6d4f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a9a68466a4b56" /><Relationship Type="http://schemas.openxmlformats.org/officeDocument/2006/relationships/notesSlide" Target="/ppt/notesSlides/notesSlide5.xml" Id="R1af9b050cc77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ef319cff34ec2" /><Relationship Type="http://schemas.openxmlformats.org/officeDocument/2006/relationships/notesSlide" Target="/ppt/notesSlides/notesSlide6.xml" Id="R89b0f53b351d4a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58350da464096" /><Relationship Type="http://schemas.openxmlformats.org/officeDocument/2006/relationships/notesSlide" Target="/ppt/notesSlides/notesSlide7.xml" Id="R4d321cd1e00c4c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2a9876146419c" /><Relationship Type="http://schemas.openxmlformats.org/officeDocument/2006/relationships/notesSlide" Target="/ppt/notesSlides/notesSlide8.xml" Id="R176c245f794045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d0373277c475f" /><Relationship Type="http://schemas.openxmlformats.org/officeDocument/2006/relationships/notesSlide" Target="/ppt/notesSlides/notesSlide9.xml" Id="R50631413b2024a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19905-F8AE-45E4-AE69-34387C1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4A079-9444-4545-BEB9-AFBA1599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User-defined Functions: Introduction, Need for User -defined Functions, A Multi -functional Program, Elements of User -d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D4012-68B2-4832-8301-F23AE19C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76C67-10F1-4BEE-95C5-C530EF5F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D2016-EA18-4145-813C-655FAE7B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60AF2-B304-4504-9E5D-681D7E2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1BFCC-B6EF-4724-9304-D0584B94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7B18C-BC93-463B-B721-30991DE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8B948-8C90-42F6-BD19-A9C95CB9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E6361-F2EA-411D-8AFE-79A9924C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4B609-D23E-408C-BA83-228ABBD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4C65B-D75D-4CE6-A518-A6E021E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3B802-DB0A-47A4-9B8B-8BF3CD9B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5E19F-C4EF-4499-B55F-F9EB070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0337A-DFB6-413A-B635-C980EE5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967846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4ACCC-2D52-489B-9716-6A65246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F8B3D-7932-47DF-9504-57791D97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41CC7-FA11-4128-97BE-39237E45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982F5-F2D6-4AA0-A196-5F6025B2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ABC6C-31EB-4DB9-B894-42597A23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13A44-3F26-4F48-A738-4125FC4B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9CAED-9ED5-474B-831B-3E2C0DF6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8786A-3017-414C-87C7-B472D72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185FC-7BB7-46BC-9FBA-29AA8E2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23FC5-F53E-4699-9854-E0C8C05F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15079-E157-4344-BB06-95519E94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714D8-3CA1-43AB-A47C-A9B9B12C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07EA9-BCDB-47F2-A7AB-5D375DC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User-defined Functions: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Need for User -defined Functions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 Multi -functional Program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Elements of User -defined Functions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059B7-C056-4248-BFED-3B116360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1B014-651C-49B5-825C-3B5A1482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065291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9FD74-9ABE-4C55-BBB5-5B0CEFCE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ADD1C-2C5F-439F-BED1-65C99F3E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1BFAD-DDFE-443B-B795-2B5DB83A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563F0-171B-4ED7-B81E-79B1870E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User-defined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1322C-E473-49EE-AFB5-A9DE8576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ED125-AD29-488A-96F0-AF6BBBC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DDFE0-D99B-4F5C-AC21-13D04E9B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10443-4DF8-465B-853A-04BA5FCB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E57B6-ACA7-4E8F-BE8E-C5F9E920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Multi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F1820-F62E-41AA-90CD-33963447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Function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Return Values and their Types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Function Calls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Function Declaration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038D6-0097-40A6-BFA0-14AAB646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12AA2-CD1E-4015-B22A-07BC3343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903673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63DBA-8EC9-4D8F-9654-B96F59A6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BB99-F14E-4E1A-A626-44025DF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5AD49-A7DC-4B97-8FA3-A44C3413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5876C-9A77-4462-AF0F-3D0D086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User-defined Functions: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Need for User -defined Functions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 Multi -functional Program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Elements of User -defined Functions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Function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000E1-BF9F-4BA6-AE32-9117486C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F75DA-ED2F-4C23-96DD-22A62AEA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11614-9114-49F7-B707-AB169B4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AA5D7-270E-4C50-A358-5148321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52AE1-93CD-4D3F-9EBD-EB1D0AAD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E5249-45B5-4E0B-9621-C9276BC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93D28-2367-4FF9-A37B-643DAFF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B5A69-38AB-452D-9F25-40288496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3FBD2-1728-40BE-90A9-F8128E7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960AB-1811-436F-8061-63C5FA9F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0A6EA-A12F-4A54-A249-BA5A139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7F25D-D5ED-47EE-8D24-C3692163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22DD5-8DA5-46E5-B004-00C9A3AE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0C269-EB20-4B2C-88D2-1E1E03E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422634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0F4B4-28DD-484E-8BEF-017A4975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0A682-90DE-43A9-9F12-784D3D3F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B5122-D28E-4941-9FD3-1098125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6559B-E974-45F3-B2C0-0BCE590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8F0A3-94AF-494F-9EF1-93F86ED0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28668-3945-4D9C-9E3D-F689B32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3A1E-AD0B-4E46-8986-50974D73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838BC-8C63-470A-BA16-D513923A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405EC-C4A4-4C54-ADA8-D37D7D3E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960AB-8F9D-48DB-A6D6-B90A967F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4BCB8-FCF9-49A6-9282-B79F488F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CB1D6-F3D1-492C-ABDC-9535894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879C7-0EC0-43D8-9090-9B85EAA3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684DE-112C-4FDA-941F-4ECCD664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CB34E-6C4A-48FE-8BFE-1419F12B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2105838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328B2-5654-4F1F-B4D6-B948AE3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A6EF5-CAB9-4DFF-9BD4-79341E30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7B9E2-111D-45A3-AFDC-6B9FDB51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27F40-1907-411C-A906-D81415BD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5CF20-E9B5-44F0-8075-B518806D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User-defined Functions: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A8F06-94E8-4FFD-8B90-CD6F9C89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User-defined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B875F-F5E7-4D75-94F4-D292A8B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F32A1-3BA2-4A08-8269-9E0A351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9D07C-F416-4FBF-96EB-39A13B3F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483982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834B7-B7FD-4F13-8386-C29D4690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81075-139A-47F9-A288-FCCC5F7C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6CCC9-FA14-412A-BB2E-074CF841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4C338-C2D9-45D9-A918-41142D98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C346A-4324-4B82-A031-86E929A2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Return Values and their Types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Function Calls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Function Declaration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 Arguments and no Return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36CE1-0DC7-4642-966B-65353C22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AA7F3-5A7F-427B-8BBA-60D5801F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24570-C405-4C3A-A587-1AF18466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C374B-F653-4294-BB0F-12D26A9A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2037342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4D7C1-9D15-46D5-B30D-EB81BE65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C1FA9-DE89-493D-84CE-F4941C5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951EC-4D21-445B-8231-CF52612E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92CFC-402D-4620-9702-C12397C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42085-A02C-49F9-952B-2A8097FB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0693A-95B9-490C-9C66-7CE187D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FD13D-CEA6-42A3-9478-D2F0D20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User-defined Functions: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73A7C-F6DD-4899-BE9F-E66E16C9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9F7DE-29DE-4FA9-B65D-C1F68797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9C965-8261-4080-9DB0-9F143CA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83C5D-0692-48FB-877F-EAB05C7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6E184-2A00-4B7E-8B22-FAF0B139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96BD4-B830-4E24-BEC4-5E52DFB6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Need for User -defined Functions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39101-27F1-4999-9DAD-23C70A66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AC405-B3E6-4B7E-85CE-EAE59159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E7AF8-6791-4F1D-8EA1-E248ED4A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 Multi -functional Program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72E2E-5FAE-4C47-AE51-F03CF3D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C1593-F5AE-484D-B4C9-4064050D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4AC0C-5085-4F6C-9690-335E4392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Elements of User -defined Functions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0FAB6-2274-46D8-9E12-BAC32AF6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0F8CD-6397-4E48-BEA0-67E697A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B2CF3-3079-4DF8-A521-6B157C7A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Function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73F5B-B492-42A2-AAB6-FDFD3C1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1B690-7455-493D-8C55-EE08086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8EE7A-F7DA-4416-8064-356014A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Return Values and their Types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F618C-42E2-4E37-A77F-9194AEBA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DB902-A128-41B3-995A-63D63B41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9A338-45AC-4E57-B857-B86F7FC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F5C01-0C53-4E69-B153-14CD9CA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8072875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13A95-D930-490A-9D3E-EB971436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BF80B-178C-4936-A9E2-57F0B6B0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DEBD3-0CEB-43A8-9053-7C7C8721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B9DB5-87FA-4429-95C0-398A961E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User-defined, Functions, Need, User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D5536-E25E-4BBC-94AF-5C100EE9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4043D-24A3-4AB1-B6CE-1971CE58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AD969-3143-48AB-B808-9DB785C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63901-CA3F-4FBE-B890-609F2213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814903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2026-08-24T06:38:54.9380000Z</dcterms:created>
  <dcterms:modified xsi:type="dcterms:W3CDTF">2026-08-24T06:38:54.9380000Z</dcterms:modified>
</coreProperties>
</file>