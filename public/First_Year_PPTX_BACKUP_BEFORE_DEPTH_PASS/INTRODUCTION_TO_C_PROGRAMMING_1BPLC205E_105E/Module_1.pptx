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0296850e84d2c" /><Relationship Type="http://schemas.openxmlformats.org/officeDocument/2006/relationships/extended-properties" Target="/docProps/app.xml" Id="R8f48e875894846bf" /><Relationship Type="http://schemas.openxmlformats.org/officeDocument/2006/relationships/officeDocument" Target="/ppt/presentation.xml" Id="R68ac3dfada3e4a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60d2c38b22439f"/>
  </p:sldMasterIdLst>
  <p:notesMasterIdLst>
    <p:notesMasterId xmlns:r="http://schemas.openxmlformats.org/officeDocument/2006/relationships" r:id="Rf63b0c8fa55a4879"/>
  </p:notesMasterIdLst>
  <p:sldIdLst>
    <p:sldId xmlns:r="http://schemas.openxmlformats.org/officeDocument/2006/relationships" id="256" r:id="Rbc5313bc32bb400f"/>
    <p:sldId xmlns:r="http://schemas.openxmlformats.org/officeDocument/2006/relationships" id="257" r:id="R4ddf7d5065404857"/>
    <p:sldId xmlns:r="http://schemas.openxmlformats.org/officeDocument/2006/relationships" id="258" r:id="Rbd1e16ca42b441f0"/>
    <p:sldId xmlns:r="http://schemas.openxmlformats.org/officeDocument/2006/relationships" id="259" r:id="R4929ed8585354813"/>
    <p:sldId xmlns:r="http://schemas.openxmlformats.org/officeDocument/2006/relationships" id="260" r:id="Rf689a15ebcc44b4a"/>
    <p:sldId xmlns:r="http://schemas.openxmlformats.org/officeDocument/2006/relationships" id="261" r:id="R3243f6e9169247ac"/>
    <p:sldId xmlns:r="http://schemas.openxmlformats.org/officeDocument/2006/relationships" id="262" r:id="R8a4318f94b844e27"/>
    <p:sldId xmlns:r="http://schemas.openxmlformats.org/officeDocument/2006/relationships" id="263" r:id="Rd837875c503d4f46"/>
    <p:sldId xmlns:r="http://schemas.openxmlformats.org/officeDocument/2006/relationships" id="264" r:id="R46cc8b056cb448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78e0230af84137" /><Relationship Type="http://schemas.openxmlformats.org/officeDocument/2006/relationships/slideMaster" Target="/ppt/slideMasters/slideMaster1.xml" Id="R4660d2c38b22439f" /><Relationship Type="http://schemas.openxmlformats.org/officeDocument/2006/relationships/notesMaster" Target="/ppt/notesMasters/notesMaster1.xml" Id="Rf63b0c8fa55a4879" /><Relationship Type="http://schemas.openxmlformats.org/officeDocument/2006/relationships/presProps" Target="/ppt/presProps.xml" Id="R783b403ddeef4152" /><Relationship Type="http://schemas.openxmlformats.org/officeDocument/2006/relationships/tableStyles" Target="/ppt/tableStyles.xml" Id="R2aee7b9aafb34e2c" /><Relationship Type="http://schemas.openxmlformats.org/officeDocument/2006/relationships/slide" Target="/ppt/slides/slide1.xml" Id="Rbc5313bc32bb400f" /><Relationship Type="http://schemas.openxmlformats.org/officeDocument/2006/relationships/slide" Target="/ppt/slides/slide2.xml" Id="R4ddf7d5065404857" /><Relationship Type="http://schemas.openxmlformats.org/officeDocument/2006/relationships/slide" Target="/ppt/slides/slide3.xml" Id="Rbd1e16ca42b441f0" /><Relationship Type="http://schemas.openxmlformats.org/officeDocument/2006/relationships/slide" Target="/ppt/slides/slide4.xml" Id="R4929ed8585354813" /><Relationship Type="http://schemas.openxmlformats.org/officeDocument/2006/relationships/slide" Target="/ppt/slides/slide5.xml" Id="Rf689a15ebcc44b4a" /><Relationship Type="http://schemas.openxmlformats.org/officeDocument/2006/relationships/slide" Target="/ppt/slides/slide6.xml" Id="R3243f6e9169247ac" /><Relationship Type="http://schemas.openxmlformats.org/officeDocument/2006/relationships/slide" Target="/ppt/slides/slide7.xml" Id="R8a4318f94b844e27" /><Relationship Type="http://schemas.openxmlformats.org/officeDocument/2006/relationships/slide" Target="/ppt/slides/slide8.xml" Id="Rd837875c503d4f46" /><Relationship Type="http://schemas.openxmlformats.org/officeDocument/2006/relationships/slide" Target="/ppt/slides/slide9.xml" Id="R46cc8b056cb448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c09294bda748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89e33a96824d6c" /><Relationship Type="http://schemas.openxmlformats.org/officeDocument/2006/relationships/notesMaster" Target="/ppt/notesMasters/notesMaster1.xml" Id="Rd8bdcbf063b449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de74f06fe4eed" /><Relationship Type="http://schemas.openxmlformats.org/officeDocument/2006/relationships/notesMaster" Target="/ppt/notesMasters/notesMaster1.xml" Id="R9537726aaa2d44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da9dcd9b804ad8" /><Relationship Type="http://schemas.openxmlformats.org/officeDocument/2006/relationships/notesMaster" Target="/ppt/notesMasters/notesMaster1.xml" Id="Rc748a91ade67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7a595bfe044e8f" /><Relationship Type="http://schemas.openxmlformats.org/officeDocument/2006/relationships/notesMaster" Target="/ppt/notesMasters/notesMaster1.xml" Id="R99f25d42df684f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9aaf0fdc74427b" /><Relationship Type="http://schemas.openxmlformats.org/officeDocument/2006/relationships/notesMaster" Target="/ppt/notesMasters/notesMaster1.xml" Id="Rb627a3d8f8a745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0234052ab4aff" /><Relationship Type="http://schemas.openxmlformats.org/officeDocument/2006/relationships/notesMaster" Target="/ppt/notesMasters/notesMaster1.xml" Id="R0c0682e108f141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faa1edd5104961" /><Relationship Type="http://schemas.openxmlformats.org/officeDocument/2006/relationships/notesMaster" Target="/ppt/notesMasters/notesMaster1.xml" Id="R9b429ebc38194a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229e6dc24443bf" /><Relationship Type="http://schemas.openxmlformats.org/officeDocument/2006/relationships/notesMaster" Target="/ppt/notesMasters/notesMaster1.xml" Id="R5762b383b5f64c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9cc8b0517c4812" /><Relationship Type="http://schemas.openxmlformats.org/officeDocument/2006/relationships/notesMaster" Target="/ppt/notesMasters/notesMaster1.xml" Id="Red9d16a99f02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7354146114d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6ed6288de41ed" /><Relationship Type="http://schemas.openxmlformats.org/officeDocument/2006/relationships/slideLayout" Target="/ppt/slideLayouts/slideLayout1.xml" Id="Rb305ddf8c5fa4c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05ddf8c5fa4c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cd6e3d18440ac" /><Relationship Type="http://schemas.openxmlformats.org/officeDocument/2006/relationships/notesSlide" Target="/ppt/notesSlides/notesSlide1.xml" Id="R33e8a3fae6cc41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73ea048734053" /><Relationship Type="http://schemas.openxmlformats.org/officeDocument/2006/relationships/notesSlide" Target="/ppt/notesSlides/notesSlide2.xml" Id="Ra2480ada05b1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1238f742246f1" /><Relationship Type="http://schemas.openxmlformats.org/officeDocument/2006/relationships/notesSlide" Target="/ppt/notesSlides/notesSlide3.xml" Id="Rf6ea8ca1a081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95212f9a9467c" /><Relationship Type="http://schemas.openxmlformats.org/officeDocument/2006/relationships/notesSlide" Target="/ppt/notesSlides/notesSlide4.xml" Id="R67288059193e49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b6d9447b24c2b" /><Relationship Type="http://schemas.openxmlformats.org/officeDocument/2006/relationships/notesSlide" Target="/ppt/notesSlides/notesSlide5.xml" Id="Rd28b1cbfcb4e4b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57bfa28954329" /><Relationship Type="http://schemas.openxmlformats.org/officeDocument/2006/relationships/notesSlide" Target="/ppt/notesSlides/notesSlide6.xml" Id="R256bd5ed9bdb4c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4af4ffb26414c" /><Relationship Type="http://schemas.openxmlformats.org/officeDocument/2006/relationships/notesSlide" Target="/ppt/notesSlides/notesSlide7.xml" Id="R1ac691d980bc49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a155bf84741e5" /><Relationship Type="http://schemas.openxmlformats.org/officeDocument/2006/relationships/notesSlide" Target="/ppt/notesSlides/notesSlide8.xml" Id="R7f7ad4b397e54e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070639501480f" /><Relationship Type="http://schemas.openxmlformats.org/officeDocument/2006/relationships/notesSlide" Target="/ppt/notesSlides/notesSlide9.xml" Id="Re2bfa98d160a4e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222FA-B9C6-4339-97B8-1E47A1E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5D604-BB1D-4A4A-9028-BC1B42FB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Flowchart and Algorithms: Art of Programming through Algorithms &amp; Flowcharts. Overview of C: History of C, Importance 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55CB5-42D8-4017-BB69-0F110084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C403B-6560-47E1-8766-A2C3FF86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F6348-9554-4102-AA26-639DCD1F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005CB-CC71-475B-81FD-034B6CC3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1F514-B71A-4313-91F0-2A6D0F40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4E147-8304-4D28-92DE-AFF7B143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186E7-752C-466E-A934-3D248822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82FF9-CC2F-4B1F-8D7A-ABF53EFC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49B07-18ED-45EF-9818-582E791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F3B52-2290-480B-B5B1-081638BC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278E0-2E18-45A1-BA59-50269E2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C624B-D122-4C95-B29F-849D27A9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15F60-92AA-4FC8-900F-5F24BA97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663024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219A9-03CE-4FE1-9DAB-40503DB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B7110-C704-4375-8C24-96174F8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F4674-899A-4557-A2F3-ECD6576C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85993-10F8-4F2E-B87D-C731F99E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6704D-51CD-4148-B3BE-17D37435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7F9D5-196C-4AE1-8C00-6AD775CF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F0E80-BD5C-4FA7-8119-42BB823D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91387-141F-40D7-8C12-A2BBFFD0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C7161-6905-4765-92C6-9B5F59F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20280-5D26-4F85-BDEE-06596CE3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1A8F2-3919-43E4-BC1E-57A42504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A6F44-2BD8-44AC-BED2-AF29211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6216B-5D93-498A-B719-8C4C8758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Flowchart and Algorithms: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Art of Programming through Algorithms &amp; Flowcharts.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Overview of C: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History of C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Importance of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CEFFF-2FE6-49CF-8883-D6EA6033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04D13-D691-4AE7-9B74-6226154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882097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CEA1D-3AED-4540-8DE8-D9DCE57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CA8F6-276F-42F4-8A00-8244CDF9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047D7-DE80-4A8A-ABA5-B8DAE61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C4A3-6B1A-4D22-BD41-56EC9DAC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Flowchart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0452B-EE43-48D0-AE7C-F65A7557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8786D-BE3B-4C5D-BADB-1D7B4A56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Programming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6FBF3-3757-46EB-9082-02859A15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A8C58-4397-4C5E-9711-585633B8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Flowcharts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7F507-03E9-4C9E-863B-5B192210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1DE89-C224-4666-9132-9C84E05A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 Structure of C Programs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Programming Style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Compiling and Executing a ‘C' Program.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Variables and Data Types: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1BD34-0C24-42E9-A606-85E37DB2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021AB-15E1-456B-AB2F-72F68877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639292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9040A-892C-4DC6-8658-1E51E33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7D9D8-C8AD-49B0-BF12-B9059F53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9DC8E-B770-41EA-AEA0-B6C6405F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A404B-15AC-4105-BF11-4BCE5DFB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Flowchart and Algorithms: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Art of Programming through Algorithms &amp; Flowcharts.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Overview of C: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History of C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Importance of C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Structure of C Programs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4B340-95A5-4321-A0E7-38CCB171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9E843-404A-46E8-9214-8D537E25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DA77D-20E4-4886-871E-61D1E6A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C5222-62B8-4600-9D80-521E8110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8865D-C140-4F32-A1AF-9E3466F4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B46E1-94B7-4790-8AE8-F624545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BFFD3-E21F-46DD-81A0-3F33AFC9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4D9A6-544B-4D99-8049-3AC58792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1BBDC-8BCE-4DFD-A9D3-C93937B1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6FCBB-9098-4C73-967E-93C2C16A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4370C-4473-44F4-9BA3-75D5EFE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2D75E-7D5F-4123-8760-96BF8E11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6E1B8-B053-4899-BC0A-2BFF413E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9AC34-2313-4B63-8AD6-33FD40B1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827012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0DBAB-3D3D-409F-9009-B77FD24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B8C78-6E9F-4B91-89FA-5D999CAF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F30EE-910F-4961-ABCE-B123B26B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D7C2A-A329-4B10-B8A9-31CCCCCD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F64B1-53D4-49BA-9C3A-F30080BE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93A1D-45EB-43D3-86DA-3DCB3A9A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EAC3E-DB75-4E64-88FC-F477FB1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EDC4B-1C88-4AB3-BF6D-9AD23E6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A0B33-19F8-44D8-AE8F-70E6D709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39D27-934C-4978-B50C-36DD50D7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781AE-486A-4ED6-97D6-C82F7E20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DF7AC-20D4-4D93-AFDA-7CB21EDD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655FC-CF58-4835-B835-7DA539F0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65630-7A46-4FEC-AC86-F2B9B1F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834DF-73D9-444C-8A1C-FF36D54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771117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DEF81-CE14-4881-8A73-2C4E6343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FC7C8-3289-48F1-83AC-20A3BF4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F1CC5-B10F-4506-BBC7-F12B6DCC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CEE00-8D7A-49AE-A903-5FD29FF6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59120-12C7-4392-B9E1-82251439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Flowchart and Algorithms: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6A666-8A45-4EEC-8B8C-89E8C14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Flowchart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01FCC-D0FA-4A6E-A45C-4C653BAD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CB957-C7F6-4AE6-AF3B-0D49496D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F84B0-528A-4F39-851E-5778D58B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2094420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4C03E-7503-4C24-8A4C-50DFEBC5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F5F63-70CA-4A1C-B9E0-90C1AAD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AA27C-F94C-45A4-BD79-6A0BC1A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019F4-C2FF-48EC-86D8-9B9CE75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59EBB-8992-4411-8411-66B16DB5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Programming Style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Compiling and Executing a ‘C' Program.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Variables and Data Types: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Character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95A27-E9BA-48D5-8264-8E0FF400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A6372-D750-4F84-95AA-47E3AD8C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60026-1DE9-42E0-970B-7A98FEE9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2AE62-83DC-4994-9244-D601EAFD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731282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F5FE3C-041C-4418-8B77-F4A49FE9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14D12-E34D-42FB-A1F1-BD20143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8F9E0-B5AC-4753-89A5-65819751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C465-5CCA-4D58-8F42-86467D6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86D29-9668-409A-896D-B7A4EDCC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4A840-C1BC-4282-801E-6DBACDE4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0F13B-5874-4D21-8244-E71F1AC4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Flowchart and Algorithms: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3C415-CD12-44FD-ADD0-A2FD4383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F8630-E976-42C0-94F1-37A3AE59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D66B0-9D86-4677-B842-407A2EB0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Art of Programming through Algorithms &amp; Flowcharts.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B1B65-E65E-4319-885C-F82E8B6C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2C10C-D3D9-4E6D-B94A-2B88FBA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DE314-5E4E-467B-933A-315B8398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Overview of C: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136D3-4C91-4BCD-AD5F-70176C01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A4A93-258A-43C7-AF04-C5CE6A0F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EE97C-E07C-43B8-AD76-12A2F83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History of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0601C-938C-4659-9BC8-7FD7264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A33E6-FCAA-40D9-8291-629F2EE8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0A615-FD55-4394-BD0B-823BDA35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Importance of 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A99E8-6EDF-4A86-9644-E2A00744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63742-F60E-4AD7-971A-0BDE0CD0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7B48C-0E0C-43CA-8BC3-E150C974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Basic Structure of C Programs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2EA2A-73E5-48E2-9201-CECF2A75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DE2F6-43C3-4E63-AD8C-83184ED1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2242D-D299-4F22-8DB8-453CEDFE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Programming Style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E61F9-0BF1-4045-870A-19E65B4E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C8B03-2647-47FD-ABDC-7878D7AA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3EB21-707A-45EE-BF1C-6ED9EE75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9380FE-12CA-4BEF-8963-00426F3B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9363757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A9F1D-17E6-4952-B656-986A49B6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34605-EEDF-498F-9DC6-6F4FECF5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00EE2-6800-4483-B3F3-A3C1DBD0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845C1-A08B-47FC-B5B5-C05B7A10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Flowchart, Algorithms, Programming, through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57926-E81E-4F07-8F0C-DBFC470C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76A9F-FDC3-4340-BAD7-B1A7B389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6F3BD-F8E2-4754-ACB0-5CA53991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97FE1-C396-4E40-93BE-851D55C3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451429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2026-08-24T06:38:54.7650000Z</dcterms:created>
  <dcterms:modified xsi:type="dcterms:W3CDTF">2026-08-24T06:38:54.7650000Z</dcterms:modified>
</coreProperties>
</file>