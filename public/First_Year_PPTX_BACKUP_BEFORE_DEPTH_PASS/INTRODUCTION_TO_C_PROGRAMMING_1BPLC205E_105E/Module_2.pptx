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70c3388a5243f2" /><Relationship Type="http://schemas.openxmlformats.org/officeDocument/2006/relationships/extended-properties" Target="/docProps/app.xml" Id="Rab0ceeaa949f47ae" /><Relationship Type="http://schemas.openxmlformats.org/officeDocument/2006/relationships/officeDocument" Target="/ppt/presentation.xml" Id="Rf1236fceba4844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4353c3583f4973"/>
  </p:sldMasterIdLst>
  <p:notesMasterIdLst>
    <p:notesMasterId xmlns:r="http://schemas.openxmlformats.org/officeDocument/2006/relationships" r:id="Ra9bada5b8cc84e9f"/>
  </p:notesMasterIdLst>
  <p:sldIdLst>
    <p:sldId xmlns:r="http://schemas.openxmlformats.org/officeDocument/2006/relationships" id="256" r:id="Rbcc52fed07594368"/>
    <p:sldId xmlns:r="http://schemas.openxmlformats.org/officeDocument/2006/relationships" id="257" r:id="Rf7983f50ab28493c"/>
    <p:sldId xmlns:r="http://schemas.openxmlformats.org/officeDocument/2006/relationships" id="258" r:id="R937be2426ada4e2c"/>
    <p:sldId xmlns:r="http://schemas.openxmlformats.org/officeDocument/2006/relationships" id="259" r:id="Rfdb6e36f35e04257"/>
    <p:sldId xmlns:r="http://schemas.openxmlformats.org/officeDocument/2006/relationships" id="260" r:id="R61bb8be7f4cb4719"/>
    <p:sldId xmlns:r="http://schemas.openxmlformats.org/officeDocument/2006/relationships" id="261" r:id="Rd37861395a8d4960"/>
    <p:sldId xmlns:r="http://schemas.openxmlformats.org/officeDocument/2006/relationships" id="262" r:id="Radf4e532c2644843"/>
    <p:sldId xmlns:r="http://schemas.openxmlformats.org/officeDocument/2006/relationships" id="263" r:id="R5ebb1e86138442a8"/>
    <p:sldId xmlns:r="http://schemas.openxmlformats.org/officeDocument/2006/relationships" id="264" r:id="Rca6f0e9acf7546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d648384e0146d4" /><Relationship Type="http://schemas.openxmlformats.org/officeDocument/2006/relationships/slideMaster" Target="/ppt/slideMasters/slideMaster1.xml" Id="R934353c3583f4973" /><Relationship Type="http://schemas.openxmlformats.org/officeDocument/2006/relationships/notesMaster" Target="/ppt/notesMasters/notesMaster1.xml" Id="Ra9bada5b8cc84e9f" /><Relationship Type="http://schemas.openxmlformats.org/officeDocument/2006/relationships/presProps" Target="/ppt/presProps.xml" Id="Rba176cb22aff4368" /><Relationship Type="http://schemas.openxmlformats.org/officeDocument/2006/relationships/tableStyles" Target="/ppt/tableStyles.xml" Id="R263c2736893e4261" /><Relationship Type="http://schemas.openxmlformats.org/officeDocument/2006/relationships/slide" Target="/ppt/slides/slide1.xml" Id="Rbcc52fed07594368" /><Relationship Type="http://schemas.openxmlformats.org/officeDocument/2006/relationships/slide" Target="/ppt/slides/slide2.xml" Id="Rf7983f50ab28493c" /><Relationship Type="http://schemas.openxmlformats.org/officeDocument/2006/relationships/slide" Target="/ppt/slides/slide3.xml" Id="R937be2426ada4e2c" /><Relationship Type="http://schemas.openxmlformats.org/officeDocument/2006/relationships/slide" Target="/ppt/slides/slide4.xml" Id="Rfdb6e36f35e04257" /><Relationship Type="http://schemas.openxmlformats.org/officeDocument/2006/relationships/slide" Target="/ppt/slides/slide5.xml" Id="R61bb8be7f4cb4719" /><Relationship Type="http://schemas.openxmlformats.org/officeDocument/2006/relationships/slide" Target="/ppt/slides/slide6.xml" Id="Rd37861395a8d4960" /><Relationship Type="http://schemas.openxmlformats.org/officeDocument/2006/relationships/slide" Target="/ppt/slides/slide7.xml" Id="Radf4e532c2644843" /><Relationship Type="http://schemas.openxmlformats.org/officeDocument/2006/relationships/slide" Target="/ppt/slides/slide8.xml" Id="R5ebb1e86138442a8" /><Relationship Type="http://schemas.openxmlformats.org/officeDocument/2006/relationships/slide" Target="/ppt/slides/slide9.xml" Id="Rca6f0e9acf7546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391b71cfe243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4fd785e96c4d6b" /><Relationship Type="http://schemas.openxmlformats.org/officeDocument/2006/relationships/notesMaster" Target="/ppt/notesMasters/notesMaster1.xml" Id="R20d37f491ad144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4f08a8280c4467" /><Relationship Type="http://schemas.openxmlformats.org/officeDocument/2006/relationships/notesMaster" Target="/ppt/notesMasters/notesMaster1.xml" Id="Rf245863537aa45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8e35003929462c" /><Relationship Type="http://schemas.openxmlformats.org/officeDocument/2006/relationships/notesMaster" Target="/ppt/notesMasters/notesMaster1.xml" Id="R402aeed3e98347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d85ff8b258494d" /><Relationship Type="http://schemas.openxmlformats.org/officeDocument/2006/relationships/notesMaster" Target="/ppt/notesMasters/notesMaster1.xml" Id="R25d878de6bd641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81d2f114bc4195" /><Relationship Type="http://schemas.openxmlformats.org/officeDocument/2006/relationships/notesMaster" Target="/ppt/notesMasters/notesMaster1.xml" Id="Rfc28ad99333d48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0522be523d4465" /><Relationship Type="http://schemas.openxmlformats.org/officeDocument/2006/relationships/notesMaster" Target="/ppt/notesMasters/notesMaster1.xml" Id="R1e306e5e23564e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41db9ae5d04ce7" /><Relationship Type="http://schemas.openxmlformats.org/officeDocument/2006/relationships/notesMaster" Target="/ppt/notesMasters/notesMaster1.xml" Id="R4a313f2f1d7546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36c62bdb4e44e4" /><Relationship Type="http://schemas.openxmlformats.org/officeDocument/2006/relationships/notesMaster" Target="/ppt/notesMasters/notesMaster1.xml" Id="Rcb0ca6b1f7d042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92e16026de4790" /><Relationship Type="http://schemas.openxmlformats.org/officeDocument/2006/relationships/notesMaster" Target="/ppt/notesMasters/notesMaster1.xml" Id="R2fd8c6ca1ef342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0522a004e4f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46be4a1d1b4b00" /><Relationship Type="http://schemas.openxmlformats.org/officeDocument/2006/relationships/slideLayout" Target="/ppt/slideLayouts/slideLayout1.xml" Id="Re939cd9c540348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39cd9c540348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9ec7cff054d53" /><Relationship Type="http://schemas.openxmlformats.org/officeDocument/2006/relationships/notesSlide" Target="/ppt/notesSlides/notesSlide1.xml" Id="R7322f557ea1241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9ed14cc704034" /><Relationship Type="http://schemas.openxmlformats.org/officeDocument/2006/relationships/notesSlide" Target="/ppt/notesSlides/notesSlide2.xml" Id="R720ddb4d60884b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b56111cc140fe" /><Relationship Type="http://schemas.openxmlformats.org/officeDocument/2006/relationships/notesSlide" Target="/ppt/notesSlides/notesSlide3.xml" Id="R8bb0fe5d89664d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5db078ceb489e" /><Relationship Type="http://schemas.openxmlformats.org/officeDocument/2006/relationships/notesSlide" Target="/ppt/notesSlides/notesSlide4.xml" Id="R6ceffd1964fa44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4d73de7f24850" /><Relationship Type="http://schemas.openxmlformats.org/officeDocument/2006/relationships/notesSlide" Target="/ppt/notesSlides/notesSlide5.xml" Id="Rb01b6236333847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4155d3e534ddd" /><Relationship Type="http://schemas.openxmlformats.org/officeDocument/2006/relationships/notesSlide" Target="/ppt/notesSlides/notesSlide6.xml" Id="Ra8c2ae008b3045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2e73466ce4cd4" /><Relationship Type="http://schemas.openxmlformats.org/officeDocument/2006/relationships/notesSlide" Target="/ppt/notesSlides/notesSlide7.xml" Id="R72fad6c751ab49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b7e6634f44ff1" /><Relationship Type="http://schemas.openxmlformats.org/officeDocument/2006/relationships/notesSlide" Target="/ppt/notesSlides/notesSlide8.xml" Id="R675673939d734f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aac4468c04f2b" /><Relationship Type="http://schemas.openxmlformats.org/officeDocument/2006/relationships/notesSlide" Target="/ppt/notesSlides/notesSlide9.xml" Id="Rebef40de83bc46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5F8E1-8239-41E1-B46B-2CBC29D9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9F3A8-1CD9-42B2-9158-AB23F25F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Operators: Introduction to Operators, Arithmetic Operators, Relational Operators, Logical Operators, Assignment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A8A50-34AA-499A-9178-E5367118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C PROGRAMMING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1BPLC205E/105E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20DEA-D200-49DF-BA5A-81913AE4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22495-D469-4141-AE7C-E73DFD64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93998-C935-4C3F-8A88-C917FBDD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C1486-6B91-4659-A1A3-D7FB8345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6C1A1-3728-480F-BE09-14076B0F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33551-F0A3-4F62-86EB-B94718EF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7E1C5-9611-48CF-B11B-113F76EC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254A1-2062-40D9-840F-F0D07584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8B5A2-7FE5-443D-9FAF-870BDFB9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DA1A8-DC8E-4379-A525-8BF3DBE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922DF-D223-456D-A0EC-BC83BFE4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F9A04-6A54-4971-94BD-A0B6519F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2468306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57465-D18E-465F-B973-AE762E9F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AF444-D7C1-4DB1-9738-2E5301EA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D6A7C-1D50-46CC-A9A6-7CD21785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AB9AF-3FF4-445A-977D-DE48BFDE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56928-805D-4D20-B979-EEB59666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107B3-40E9-4349-B9BC-7EA8F88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4A18C-3E2B-4BC5-B3E5-C665BCD2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0873C-6818-431D-9DF8-782E3CC9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F726C-FA2E-43C6-926B-B998AC0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AC893-0D0C-4557-B63D-21BEBAAA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0D965-9514-4B5C-B532-FCE81C92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8A024-72C4-4275-84B2-D08AFEFA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25CE3-F505-41D7-98D6-A45FCF64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Operators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Arithmetic Operators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Relational Operators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Logical Operators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Assignment Operators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32207-8250-4EC0-9A43-4404DD47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C33CF-C30C-40D6-80F4-22554BDD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8492885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559A8-8099-4770-B60F-46D55CD8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C5386-EE71-49B4-87A4-1F11E055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4DE79-BD4D-4B79-B644-00501114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C9676-C6E7-400E-BD4E-DA659FBA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Operators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87128-726D-48C1-A1C3-EADDB756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Arithmetic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1265F-FAA3-4F61-9C01-583CFD74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Relational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5935D-0A74-487F-8B3B-DCA2784B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Logical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120BC-E4B7-4D7C-AAE4-2458904E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Assignment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7A9DC-D637-4A33-AE1E-B3CD6A9E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Operator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9D6C6-BB1E-4896-B8BA-6DE5A17A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Increment and Decrement Operators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Conditional Operators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Precedence of Arithmetic Operators.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Decision Making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ACED2-8A8F-42C1-858D-5BA33EB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F951E-0C83-48D8-8EA2-3665B881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518895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77EA4-3CF6-41EF-B405-0FB98813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A9279-D779-4473-AC4E-C360A2D2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D4C23-EEA6-4249-9CAF-F0153F84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40923-A815-4693-AF3A-2F4FF255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Operators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Arithmetic Operators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Relational Operators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Logical Operators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Assignment Operators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Increment and Decrement Operators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33734-F849-42F5-BD46-7F691E6C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D3C0A-80B0-4929-8FA4-D60C2609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A99F0-555C-41B2-AB0D-B0A975DC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F07B0-0293-450D-B9E0-51096DB0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62871-52FF-4020-8844-709A232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D5BFB-94FF-468D-9B5D-72E08B8B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4CFE3-ABE1-4ECC-9D17-6D622DA5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E6C81-223C-482C-B42B-E5259DDD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D3997-659A-46A4-A334-F5DD7AC7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58013-CA02-4892-846C-9DEBAFE4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AB2AE-0895-43F2-B011-A2874B4C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48FDF-5395-409F-A18C-38913A33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C6311-0156-4063-8673-B5C859F8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A828E-89B0-43D5-8328-A936F214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601024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E3792-5544-4C32-A2A5-5A684E76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39940-6B86-415C-937B-FAB4E690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751AD-C66B-429E-A943-189B3B0F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DCAE6-B556-438E-8B6E-CF253BD2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B6DB5-2217-48A2-B0AE-7A59CBC2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442DC-92D0-4CEA-AF8F-8E46871B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822CE-5AAF-4594-B23A-95367429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0E2FE-C960-4A96-89A1-CFB72B55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71CDD-795E-401F-965F-31C754E3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8079A-56D3-481F-9C39-DCC5CD65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0CB7A-0A09-41B9-A0D0-8CD4AF6D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89ED3-1A9F-425D-9B49-CAF8F9AA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27BA5-779C-479A-939A-2C6A1B71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39F13-C46B-46DC-86A8-88BD1B16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A5E31-A2EF-4D69-A954-AC62A6D0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139089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AC691-232D-43AC-AE85-611DA7B5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E5EEA-7B60-49DA-BD95-B94FFB21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3035E-6693-482D-A071-F8737AE6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C7806-666C-4A76-9FB3-444BB99C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6B83E-0990-476A-9968-5FF3A3D7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 to Operators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9D35D-52BD-430C-93D7-3754983F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Operators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10C1C-82B3-43A4-9B4D-DBF1ECBA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8F055-3691-4B72-99CA-C321A10E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12025-811F-4764-BE38-6DABEF21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5689120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7D61F-8C3E-4E68-9BE4-A9CDB55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153DB-D47D-493D-B817-7ADB191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10036-E9CB-4FF3-BCC4-6D5B2056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62899-924B-4EC1-A5F7-45542E36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1699B-EA13-4A07-B6D7-6042BE7F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Conditional Operators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Precedence of Arithmetic Operators.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Decision Making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4343A-8E78-4423-A66D-D25404DD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712A0-01D5-4BE6-A299-53B2351A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C8238-D89D-4E65-BA49-07397512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BA9F3-9A49-4FCE-A5C2-63C4B23D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845225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E84F81-E144-4D84-AA5E-5C5A2BDF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BAED6-9961-4D32-BABD-99CB27CD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60C21-C6A2-4EAC-AFC1-1ED9A522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D02A8-3BA2-4A81-8AD1-9DF6DA12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D5BFC-1755-43AD-94D9-B4997988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822AC-065B-4369-8566-50A05D59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06D6E-B5CA-40FB-9478-9B2FD940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9B50B-22BA-47D2-BDA9-A317991C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DA4CC-1606-4039-9D4C-68FD0CA2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DC3ED-4093-4F51-8D37-01B1611C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Arithmetic Operators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824E7-4B83-476F-B173-06218754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8F2AC-2FA7-4B6D-8859-C6D62484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5C4C7-8351-4F6E-909B-DA39A5B4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Relational Operators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8925B-85D3-4624-8E78-D7B7C4E8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3C396-874A-4015-8874-A19D79B8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9E18D-8C33-4B8A-B5E9-908FC8E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Logical Operators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44BB3-1226-46CA-94BB-1701A885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9D157-9333-4DA7-B45C-294E4EAD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5F9DA-AC26-465B-8CEB-E11852D9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Assignment Operators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D01B1-DDF4-43F0-867C-7A39D856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90A08-1190-4A79-A78C-0C904272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D8D104-B61A-46CD-B3A0-0753885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Increment and Decrement Operators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FBDFA-8740-4FF6-8060-CF54EE23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F2158-54D2-4E75-8458-68CFA51E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25BB24-B136-4A4D-8056-393137F1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Conditional Operators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505500-FA0F-4A51-882C-88194621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83B1-FF17-4BD3-BF7A-87A902B7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080AE0-3FF4-4AD6-8F46-79FBF65B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E42C7-16A7-4691-8EC7-3793A671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65761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5EFD0-B377-4015-9312-DB35FB38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F89E9-70DC-4709-A687-7D0963EB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F234E-D6DD-453E-942E-41A4F82A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66155-85AF-483E-B6BF-B6006FD3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Operators, Arithmetic, Relational, Logical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2D311-3E6C-40BD-8354-16ED279A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67FC3-A27F-4B06-81FB-6519ED53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73332-8246-496B-88C1-2E5AC08B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D108B-6A50-479C-BE96-90DCD9BA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457918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2026-08-24T06:38:54.8220000Z</dcterms:created>
  <dcterms:modified xsi:type="dcterms:W3CDTF">2026-08-24T06:38:54.8220000Z</dcterms:modified>
</coreProperties>
</file>