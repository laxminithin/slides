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ed679e07cd4052" /><Relationship Type="http://schemas.openxmlformats.org/officeDocument/2006/relationships/extended-properties" Target="/docProps/app.xml" Id="R9ea8b2ea3c8b4bc8" /><Relationship Type="http://schemas.openxmlformats.org/officeDocument/2006/relationships/officeDocument" Target="/ppt/presentation.xml" Id="R1de0a0a0e66646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28a3dd2d745c2"/>
  </p:sldMasterIdLst>
  <p:notesMasterIdLst>
    <p:notesMasterId xmlns:r="http://schemas.openxmlformats.org/officeDocument/2006/relationships" r:id="R1eaef1956acd4cab"/>
  </p:notesMasterIdLst>
  <p:sldIdLst>
    <p:sldId xmlns:r="http://schemas.openxmlformats.org/officeDocument/2006/relationships" id="256" r:id="Red9c423550b44932"/>
    <p:sldId xmlns:r="http://schemas.openxmlformats.org/officeDocument/2006/relationships" id="257" r:id="R43b7704a9120445f"/>
    <p:sldId xmlns:r="http://schemas.openxmlformats.org/officeDocument/2006/relationships" id="258" r:id="Rdf4b442a9da74cf0"/>
    <p:sldId xmlns:r="http://schemas.openxmlformats.org/officeDocument/2006/relationships" id="259" r:id="Ref2d1b8aa348462d"/>
    <p:sldId xmlns:r="http://schemas.openxmlformats.org/officeDocument/2006/relationships" id="260" r:id="R0435fa5a7a6d465c"/>
    <p:sldId xmlns:r="http://schemas.openxmlformats.org/officeDocument/2006/relationships" id="261" r:id="R2c0ab29869b1474e"/>
    <p:sldId xmlns:r="http://schemas.openxmlformats.org/officeDocument/2006/relationships" id="262" r:id="Rb6a1a802f39341ee"/>
    <p:sldId xmlns:r="http://schemas.openxmlformats.org/officeDocument/2006/relationships" id="263" r:id="R864dbf11415e40ec"/>
    <p:sldId xmlns:r="http://schemas.openxmlformats.org/officeDocument/2006/relationships" id="264" r:id="Rae3f903d4b394a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997df3f07540a7" /><Relationship Type="http://schemas.openxmlformats.org/officeDocument/2006/relationships/slideMaster" Target="/ppt/slideMasters/slideMaster1.xml" Id="R8c328a3dd2d745c2" /><Relationship Type="http://schemas.openxmlformats.org/officeDocument/2006/relationships/notesMaster" Target="/ppt/notesMasters/notesMaster1.xml" Id="R1eaef1956acd4cab" /><Relationship Type="http://schemas.openxmlformats.org/officeDocument/2006/relationships/presProps" Target="/ppt/presProps.xml" Id="R1d575d7653e4403d" /><Relationship Type="http://schemas.openxmlformats.org/officeDocument/2006/relationships/tableStyles" Target="/ppt/tableStyles.xml" Id="R3c339e8bcab04555" /><Relationship Type="http://schemas.openxmlformats.org/officeDocument/2006/relationships/slide" Target="/ppt/slides/slide1.xml" Id="Red9c423550b44932" /><Relationship Type="http://schemas.openxmlformats.org/officeDocument/2006/relationships/slide" Target="/ppt/slides/slide2.xml" Id="R43b7704a9120445f" /><Relationship Type="http://schemas.openxmlformats.org/officeDocument/2006/relationships/slide" Target="/ppt/slides/slide3.xml" Id="Rdf4b442a9da74cf0" /><Relationship Type="http://schemas.openxmlformats.org/officeDocument/2006/relationships/slide" Target="/ppt/slides/slide4.xml" Id="Ref2d1b8aa348462d" /><Relationship Type="http://schemas.openxmlformats.org/officeDocument/2006/relationships/slide" Target="/ppt/slides/slide5.xml" Id="R0435fa5a7a6d465c" /><Relationship Type="http://schemas.openxmlformats.org/officeDocument/2006/relationships/slide" Target="/ppt/slides/slide6.xml" Id="R2c0ab29869b1474e" /><Relationship Type="http://schemas.openxmlformats.org/officeDocument/2006/relationships/slide" Target="/ppt/slides/slide7.xml" Id="Rb6a1a802f39341ee" /><Relationship Type="http://schemas.openxmlformats.org/officeDocument/2006/relationships/slide" Target="/ppt/slides/slide8.xml" Id="R864dbf11415e40ec" /><Relationship Type="http://schemas.openxmlformats.org/officeDocument/2006/relationships/slide" Target="/ppt/slides/slide9.xml" Id="Rae3f903d4b394a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344dd4674248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03c44c6b354846" /><Relationship Type="http://schemas.openxmlformats.org/officeDocument/2006/relationships/notesMaster" Target="/ppt/notesMasters/notesMaster1.xml" Id="R0b0df82ef35d44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a41a9ae5684459" /><Relationship Type="http://schemas.openxmlformats.org/officeDocument/2006/relationships/notesMaster" Target="/ppt/notesMasters/notesMaster1.xml" Id="Rbe9ce45ed76a4e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96ea33028741f2" /><Relationship Type="http://schemas.openxmlformats.org/officeDocument/2006/relationships/notesMaster" Target="/ppt/notesMasters/notesMaster1.xml" Id="R5c085adae67c4a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c469021a8f40b2" /><Relationship Type="http://schemas.openxmlformats.org/officeDocument/2006/relationships/notesMaster" Target="/ppt/notesMasters/notesMaster1.xml" Id="R3529cf5a012a4f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e0e3640c704de3" /><Relationship Type="http://schemas.openxmlformats.org/officeDocument/2006/relationships/notesMaster" Target="/ppt/notesMasters/notesMaster1.xml" Id="Rd42a3c3c14df49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6cc3d0942b43a6" /><Relationship Type="http://schemas.openxmlformats.org/officeDocument/2006/relationships/notesMaster" Target="/ppt/notesMasters/notesMaster1.xml" Id="Rb068d782152f4d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1669dde35847bc" /><Relationship Type="http://schemas.openxmlformats.org/officeDocument/2006/relationships/notesMaster" Target="/ppt/notesMasters/notesMaster1.xml" Id="Ree83368b73704a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ca580573af4c25" /><Relationship Type="http://schemas.openxmlformats.org/officeDocument/2006/relationships/notesMaster" Target="/ppt/notesMasters/notesMaster1.xml" Id="R013650139e8c4e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a4a0c4a9ac4571" /><Relationship Type="http://schemas.openxmlformats.org/officeDocument/2006/relationships/notesMaster" Target="/ppt/notesMasters/notesMaster1.xml" Id="Re16b75593d884d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f0ded2d1340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484ac62e6345b8" /><Relationship Type="http://schemas.openxmlformats.org/officeDocument/2006/relationships/slideLayout" Target="/ppt/slideLayouts/slideLayout1.xml" Id="R644199b6a2e745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4199b6a2e745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64e2108e84e1c" /><Relationship Type="http://schemas.openxmlformats.org/officeDocument/2006/relationships/notesSlide" Target="/ppt/notesSlides/notesSlide1.xml" Id="R126858e2483145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bff49fe894a1b" /><Relationship Type="http://schemas.openxmlformats.org/officeDocument/2006/relationships/notesSlide" Target="/ppt/notesSlides/notesSlide2.xml" Id="R1693b37102a942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ebc4745a94a69" /><Relationship Type="http://schemas.openxmlformats.org/officeDocument/2006/relationships/notesSlide" Target="/ppt/notesSlides/notesSlide3.xml" Id="R229a2ea6aab441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45be3cc77409c" /><Relationship Type="http://schemas.openxmlformats.org/officeDocument/2006/relationships/notesSlide" Target="/ppt/notesSlides/notesSlide4.xml" Id="R495b1bed713540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d9a3f2cd14092" /><Relationship Type="http://schemas.openxmlformats.org/officeDocument/2006/relationships/notesSlide" Target="/ppt/notesSlides/notesSlide5.xml" Id="R668129b4f75e40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e49a188ff4a72" /><Relationship Type="http://schemas.openxmlformats.org/officeDocument/2006/relationships/notesSlide" Target="/ppt/notesSlides/notesSlide6.xml" Id="Rbb005d9048bb43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c7793ba564701" /><Relationship Type="http://schemas.openxmlformats.org/officeDocument/2006/relationships/notesSlide" Target="/ppt/notesSlides/notesSlide7.xml" Id="R94cc2bfe00674a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65f24c9b7418b" /><Relationship Type="http://schemas.openxmlformats.org/officeDocument/2006/relationships/notesSlide" Target="/ppt/notesSlides/notesSlide8.xml" Id="R4ac796b18f304f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abe5fb0394a79" /><Relationship Type="http://schemas.openxmlformats.org/officeDocument/2006/relationships/notesSlide" Target="/ppt/notesSlides/notesSlide9.xml" Id="R266d5edfeeb14b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9BF6A-1694-464D-A113-94FC9424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957EE-3564-4241-B15B-3C80236D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Arrays and Strings: Introduction, Declaration and Initialization of One -dimensional and Two-Dimensional Arrays, Declari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4386E-4138-48FF-9093-3334AE06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C PROGRAMMING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1BPLC205E/105E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96CC7-6A04-472A-9A56-4474D872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EC0CE-6D44-4BD5-B083-BD3B8A20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81E11-E752-4C96-9B76-9498AE6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4FC2F-E186-40E4-970E-C39D26E0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FC741-915D-4B24-90A5-606FF34D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665DA-B5DB-482E-B5B7-758A19D3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1066E-2832-42E9-A569-DEAF59FC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26F89-6947-4624-93A0-B53FF77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CE416-7902-4DF2-AFA7-C710B6D9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AF235-4023-467B-8EAA-06388901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AED2A-66B5-4BCB-843D-D48616DA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3BE4D-368D-4402-9DC9-974ED97D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387766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43176-1C1F-493F-B144-E5FA6092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4F7CD-837A-4706-8060-57CF611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632DF-D9B9-4A93-9B46-C79EB882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21247-02F7-4A4E-9B81-D38AB981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AE0BF-E4E0-4B96-8CCC-494F4FC3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0A89E-A832-474B-8448-7E20B815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D6225-55E7-4587-BB3F-B463AACA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7B27F-B5E9-4840-91EC-8A5ABC7F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CE7B5-67BA-4378-9776-DCB0B1F9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DA80F-DD67-4E63-976B-79F5FB81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D4E67-C660-464F-B01B-7FE422D5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40534-C1F4-4B02-AEA3-E1F8A245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5526A-0BCC-4F10-953B-BF9B9115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Arrays and Strings: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Declaration and Initialization of One -dimensional and Two-Dimensional Arrays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Declaring and Initializing String Variables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Example programs using arrays ,Reading Strings from Terminal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95DB8-BD73-445E-9ABF-546D18D2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0B3CE-FA59-4E1F-815F-846ED550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546149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E204B-1143-4384-9CA0-1E4342A7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EC6DF-4214-4413-836A-2715AB43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818B0-3BBA-4722-9303-961E79A5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38959-553A-44C5-83BD-1B863C95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Arrays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7A249-A0F0-4182-8533-74455480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35F67-0F1B-469C-BC29-F1E237DF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Declaration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75A3E-4104-408C-BC61-95428473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Initialization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3D1ED-993A-4442-976F-8E387A6A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dimensional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664F3-92B8-4105-9140-83744F77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Two-Dimensional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09886-FCFD-431A-A5B4-967DFE7E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Writing Strings to Screen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Arithmetic Operations on Characters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Comparison of Two Strings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String-handling Functions.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E5DDD-9732-4FAD-8255-382FB19E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85F73-0C52-4454-A056-46910FF6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839387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536F9-EE62-46F6-90FB-61621592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E2293-6E79-419E-8A88-4D7E75EF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16433-2A5E-4285-938A-8A4C6251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9B9F0-928C-4661-AB04-88C7F986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Arrays and Strings: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Declaration and Initialization of One -dimensional and Two-Dimensional Arrays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Declaring and Initializing String Variables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Example programs using arrays ,Reading Strings from Terminal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Strings to Screen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1AB3E-6783-432B-84EC-8B960C6D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E3DD6-DF15-42F9-B600-8076305B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58D59-76F8-45C5-9B76-4EA5823C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1E2F3-3DD8-4D77-AD70-ABC9E841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7DCC9-6B92-475A-89B3-3B42CDFD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5E664-E79C-444A-B15F-00AC430A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D47C5-143F-4939-99BC-630F4929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DC419-4176-463A-BA25-37C671F6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FD9B5-3CAB-4974-9212-85B84CEE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A44A5-3367-4FDD-BAD4-657C4A1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7ED8C-694E-4040-B2FB-8D90ED35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66C82-4E49-4F27-9891-7B477449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37829-3B04-4D2D-8A6F-F2E7E7A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9C6A9-958D-43F2-9456-83F97646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2125666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D3B57-8346-410E-BE98-2C68DF4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59FD1-A461-4616-87E0-D5423F80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95D52-78F0-4709-8AB9-1E127EC7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B13AC-37DC-459B-AB99-C02C276B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0F9EC-CF28-4029-B209-51DAEB9B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2E384-FDD3-4BA5-9910-61A05BD7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04056-D694-4199-9D91-378FFA3C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5727E-95EA-418B-9640-050E81CC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64EF4-D96E-4512-B787-9E0C088B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A06E1-512B-4DC3-B146-79175DAB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8D0CE-5F3E-452E-938B-6487AC0B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22050-F7DA-4D1C-96E5-2C9F5B1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7DD77-ECB5-44BD-8599-2934F57A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07CFE-DF9F-4552-BE61-FF7042B7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E00A6-C5BF-4227-B1DF-B7F7554C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625420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D6295-9F7F-43AB-87C1-DF211DA5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7B41C-8245-4692-B86D-09CA1D78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5A36C-4E79-4DC5-8499-5AC1927B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C1A79-BE5C-459A-B963-62B021AA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AA829-A993-4D36-AB2A-EB57595B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Arrays and Strings: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17C1A-9FB2-48B4-874A-A8ED3FFC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Arrays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F0632-BE8A-4BC4-A8BE-952B5E56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F7ACE-B466-464A-AFE4-F5706C97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105A3-3B2E-4F7E-A960-5E23462D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158929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99F9A-C58F-472C-A4F9-599B5E89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BB64A-7867-4D90-9CE4-C231C3CE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DACDE-F86D-4DEE-BA0F-4A0C42D6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88C64-16C5-4CCC-8B58-150F0073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F2936-0A5B-4F4B-ABBB-72288395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Arithmetic Operations on Characters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Comparison of Two Strings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String-handling Functions.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3168E-5820-4DFB-BA50-FD109E60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FAEAD-3B68-4A5A-AFE5-6C1BBAF2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8D907-BFC1-4ECA-85C9-5FCDDAA4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487C0-2BBA-44B0-B7A8-79180A98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703740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E1D3ED-7026-45CF-8260-4EAD4C1D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36D52-C491-4B71-8B91-B7AA7F99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DD530-29AE-4AF9-B2B7-BE7E26F6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9A693-F47F-4869-8050-57BE124C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A9F40-D0AE-409E-A77C-2EB3536D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03328-A87B-40B6-81A3-BC292676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A3145-3C77-4621-B497-54840EA5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Arrays and Strings: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784F9-0769-45BB-9F3D-85B3C69D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E5A60-317A-42A3-B5F2-7009B13F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A6072-BFAA-4506-9A21-29C4B8AC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F6A2E-D89C-45AF-80B1-2CAB3F3F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7A3A8-F649-41DF-8C9C-AF4EE39E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A163D-1D0E-41DF-A6B8-C1FEF9E0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Declaration and Initialization of One -dimensional and Two-Dimensional Arrays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1F0E7-5F8E-4585-AE1F-4080528B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4767A-E244-40A3-863B-D7940A75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0261F-2A1A-49F4-A523-46402BCB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Declaring and Initializing String Variables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60619-D48F-44C6-AC11-1A5FD005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455184-7C14-47ED-9E99-81D80BDD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98145-B3A2-4F02-B285-B6701BE2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Example programs using arrays ,Reading Strings from Terminal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ED5FC-07A8-405C-942C-203F3DD2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E6D66-9CBD-4A90-B2DA-282B4258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68117-3811-4E62-A22A-1DA8DE1F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Writing Strings to Screen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E0AB5-788D-4D12-98A3-B4497862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F4A63-23ED-402B-A212-CB6E30EB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237D1-A208-4A15-BD81-C336B164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Arithmetic Operations on Characters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4A4216-C29F-4669-B77D-F33DD69C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5D1E97-D200-44F5-8BF8-434287B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E5F8DD-AD2B-4311-851D-FC0E37A3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F6C717-4DE3-464B-BBF1-F8C3B8DC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247708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95018-BB87-4AF8-A75F-2E5AA00D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01D4C-E64E-4F9C-992B-BE9AC84F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7D184-3D9A-46CC-BC4B-254F23EF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D3C00-B40F-42D4-B4C7-AF18805E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Arrays, Strings, Declaration, Initialization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88185-D8D3-4D3D-A274-E1D19BEB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98FA3-9C5F-4733-AB10-28013817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F5351-366D-48DF-AF54-0CD1B731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F82E4-841E-4725-9F5E-65E44A1B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213602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2026-08-24T06:38:54.8800000Z</dcterms:created>
  <dcterms:modified xsi:type="dcterms:W3CDTF">2026-08-24T06:38:54.8800000Z</dcterms:modified>
</coreProperties>
</file>