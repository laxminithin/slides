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92081109c4c22" /><Relationship Type="http://schemas.openxmlformats.org/officeDocument/2006/relationships/extended-properties" Target="/docProps/app.xml" Id="R0c5f55d36789451a" /><Relationship Type="http://schemas.openxmlformats.org/officeDocument/2006/relationships/officeDocument" Target="/ppt/presentation.xml" Id="R622350bb73bc4b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fbc6cdc356949cb"/>
  </p:sldMasterIdLst>
  <p:notesMasterIdLst>
    <p:notesMasterId xmlns:r="http://schemas.openxmlformats.org/officeDocument/2006/relationships" r:id="Rb347a0dfbd4642e6"/>
  </p:notesMasterIdLst>
  <p:sldIdLst>
    <p:sldId xmlns:r="http://schemas.openxmlformats.org/officeDocument/2006/relationships" id="256" r:id="Re406c9e9a8644fde"/>
    <p:sldId xmlns:r="http://schemas.openxmlformats.org/officeDocument/2006/relationships" id="257" r:id="Rd27cda8f14684f08"/>
    <p:sldId xmlns:r="http://schemas.openxmlformats.org/officeDocument/2006/relationships" id="258" r:id="R48af96e7193d4eed"/>
    <p:sldId xmlns:r="http://schemas.openxmlformats.org/officeDocument/2006/relationships" id="259" r:id="R579334afd53c4e13"/>
    <p:sldId xmlns:r="http://schemas.openxmlformats.org/officeDocument/2006/relationships" id="260" r:id="Rfe94929d206f4643"/>
    <p:sldId xmlns:r="http://schemas.openxmlformats.org/officeDocument/2006/relationships" id="261" r:id="R415096a62d0148e6"/>
    <p:sldId xmlns:r="http://schemas.openxmlformats.org/officeDocument/2006/relationships" id="262" r:id="Re9cff6a8b8334db4"/>
    <p:sldId xmlns:r="http://schemas.openxmlformats.org/officeDocument/2006/relationships" id="263" r:id="R88ec504721c54d20"/>
    <p:sldId xmlns:r="http://schemas.openxmlformats.org/officeDocument/2006/relationships" id="264" r:id="R1d5436febf964a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ff448b80e8e4dc2" /><Relationship Type="http://schemas.openxmlformats.org/officeDocument/2006/relationships/slideMaster" Target="/ppt/slideMasters/slideMaster1.xml" Id="Rffbc6cdc356949cb" /><Relationship Type="http://schemas.openxmlformats.org/officeDocument/2006/relationships/notesMaster" Target="/ppt/notesMasters/notesMaster1.xml" Id="Rb347a0dfbd4642e6" /><Relationship Type="http://schemas.openxmlformats.org/officeDocument/2006/relationships/presProps" Target="/ppt/presProps.xml" Id="Re1f5199d284d4a56" /><Relationship Type="http://schemas.openxmlformats.org/officeDocument/2006/relationships/tableStyles" Target="/ppt/tableStyles.xml" Id="Re48b8b7bd6334828" /><Relationship Type="http://schemas.openxmlformats.org/officeDocument/2006/relationships/slide" Target="/ppt/slides/slide1.xml" Id="Re406c9e9a8644fde" /><Relationship Type="http://schemas.openxmlformats.org/officeDocument/2006/relationships/slide" Target="/ppt/slides/slide2.xml" Id="Rd27cda8f14684f08" /><Relationship Type="http://schemas.openxmlformats.org/officeDocument/2006/relationships/slide" Target="/ppt/slides/slide3.xml" Id="R48af96e7193d4eed" /><Relationship Type="http://schemas.openxmlformats.org/officeDocument/2006/relationships/slide" Target="/ppt/slides/slide4.xml" Id="R579334afd53c4e13" /><Relationship Type="http://schemas.openxmlformats.org/officeDocument/2006/relationships/slide" Target="/ppt/slides/slide5.xml" Id="Rfe94929d206f4643" /><Relationship Type="http://schemas.openxmlformats.org/officeDocument/2006/relationships/slide" Target="/ppt/slides/slide6.xml" Id="R415096a62d0148e6" /><Relationship Type="http://schemas.openxmlformats.org/officeDocument/2006/relationships/slide" Target="/ppt/slides/slide7.xml" Id="Re9cff6a8b8334db4" /><Relationship Type="http://schemas.openxmlformats.org/officeDocument/2006/relationships/slide" Target="/ppt/slides/slide8.xml" Id="R88ec504721c54d20" /><Relationship Type="http://schemas.openxmlformats.org/officeDocument/2006/relationships/slide" Target="/ppt/slides/slide9.xml" Id="R1d5436febf964a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a41df67ec84a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6061fb37c8424b" /><Relationship Type="http://schemas.openxmlformats.org/officeDocument/2006/relationships/notesMaster" Target="/ppt/notesMasters/notesMaster1.xml" Id="Rbae755abea544c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b6173f0d627458a" /><Relationship Type="http://schemas.openxmlformats.org/officeDocument/2006/relationships/notesMaster" Target="/ppt/notesMasters/notesMaster1.xml" Id="Ra7b3fd676094493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55e3c523914dd4" /><Relationship Type="http://schemas.openxmlformats.org/officeDocument/2006/relationships/notesMaster" Target="/ppt/notesMasters/notesMaster1.xml" Id="Rd2797a38df73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285ea1585514f64" /><Relationship Type="http://schemas.openxmlformats.org/officeDocument/2006/relationships/notesMaster" Target="/ppt/notesMasters/notesMaster1.xml" Id="R10f4071cd8bb4af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2b4e8b185b04fb1" /><Relationship Type="http://schemas.openxmlformats.org/officeDocument/2006/relationships/notesMaster" Target="/ppt/notesMasters/notesMaster1.xml" Id="Rd1f484f2a0ec49e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8fe7cde47a4212" /><Relationship Type="http://schemas.openxmlformats.org/officeDocument/2006/relationships/notesMaster" Target="/ppt/notesMasters/notesMaster1.xml" Id="R5d1a268ec8d5469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5064b2ec7f426f" /><Relationship Type="http://schemas.openxmlformats.org/officeDocument/2006/relationships/notesMaster" Target="/ppt/notesMasters/notesMaster1.xml" Id="Rbce387008c4f46b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97971d3e2d94ab9" /><Relationship Type="http://schemas.openxmlformats.org/officeDocument/2006/relationships/notesMaster" Target="/ppt/notesMasters/notesMaster1.xml" Id="Rd72a621bd5c24b3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e3a38c2bf7d4bf2" /><Relationship Type="http://schemas.openxmlformats.org/officeDocument/2006/relationships/notesMaster" Target="/ppt/notesMasters/notesMaster1.xml" Id="R47dd0a9f59da404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7769e41acd455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06cb43ba8b460e" /><Relationship Type="http://schemas.openxmlformats.org/officeDocument/2006/relationships/slideLayout" Target="/ppt/slideLayouts/slideLayout1.xml" Id="R8cb78415bbb647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b78415bbb647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fec1e65ba94eae" /><Relationship Type="http://schemas.openxmlformats.org/officeDocument/2006/relationships/notesSlide" Target="/ppt/notesSlides/notesSlide1.xml" Id="R76ef5598907c4b6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c578bfa3da4f18" /><Relationship Type="http://schemas.openxmlformats.org/officeDocument/2006/relationships/notesSlide" Target="/ppt/notesSlides/notesSlide2.xml" Id="R33506550123b4d2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14ff502aa48d7" /><Relationship Type="http://schemas.openxmlformats.org/officeDocument/2006/relationships/notesSlide" Target="/ppt/notesSlides/notesSlide3.xml" Id="Rb597b7258c524c0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cc2ea84f8642f1" /><Relationship Type="http://schemas.openxmlformats.org/officeDocument/2006/relationships/notesSlide" Target="/ppt/notesSlides/notesSlide4.xml" Id="Rf0291a496aea4aa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a7413ae8cd47c5" /><Relationship Type="http://schemas.openxmlformats.org/officeDocument/2006/relationships/notesSlide" Target="/ppt/notesSlides/notesSlide5.xml" Id="R43394e407fd145a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b25b8908b248ee" /><Relationship Type="http://schemas.openxmlformats.org/officeDocument/2006/relationships/notesSlide" Target="/ppt/notesSlides/notesSlide6.xml" Id="Re13b56158a3b4d8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138baedbbd42a6" /><Relationship Type="http://schemas.openxmlformats.org/officeDocument/2006/relationships/notesSlide" Target="/ppt/notesSlides/notesSlide7.xml" Id="Rf4c6f80a863e40a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a8d321d2a44b33" /><Relationship Type="http://schemas.openxmlformats.org/officeDocument/2006/relationships/notesSlide" Target="/ppt/notesSlides/notesSlide8.xml" Id="R4de389686d424e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ba0f6dbea40b6" /><Relationship Type="http://schemas.openxmlformats.org/officeDocument/2006/relationships/notesSlide" Target="/ppt/notesSlides/notesSlide9.xml" Id="R9e9f1a3edab346b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B41344-D0CA-4586-B595-491CF8094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BFC847-5283-4E56-8B3E-B618D6F3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7239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72033"/>
                </a:solidFill>
              </a:defRPr>
            </a:pPr>
            <a:r>
              <a:rPr sz="3000" b="1">
                <a:solidFill>
                  <a:srgbClr val="172033"/>
                </a:solidFill>
              </a:rPr>
              <a:t>Structures and Pointers: Introduction, Defining a Structure, Declaring and Accessing Structure Variables and Members, 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C67787-F66C-42FB-AF63-13EA44DDB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95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Subject: INTRODUCTION TO C PROGRAMMING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Code: 1BPLC205E/105E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Semester: I/II</a:t>
            </a:r>
          </a:p>
          <a:p xmlns:a="http://schemas.openxmlformats.org/drawingml/2006/main">
            <a:pPr algn="l">
              <a:defRPr sz="1650" b="0">
                <a:solidFill>
                  <a:srgbClr val="172033"/>
                </a:solidFill>
              </a:defRPr>
            </a:pPr>
            <a:r>
              <a:rPr sz="1650" b="0">
                <a:solidFill>
                  <a:srgbClr val="172033"/>
                </a:solidFill>
              </a:rPr>
              <a:t>• Teaching focus: programming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89705E-F8B6-4771-BFA8-D02B948E2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9E55A3-045D-46B0-9667-15E0F58DE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05568B-E91F-49F3-920B-F52FAA61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F32CE7-F3BF-423C-B6BE-D52759E7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ADEC0B-94B0-48DA-ADE1-340060D5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5352AF-7C47-4E16-8CA2-88190B2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C0AE09-DD20-42D0-90B1-1D8914B6C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FD2C234-E585-4B47-BA58-E306F448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F7B2AF-2EBB-4B1A-8460-7CFD7DF3C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A6C84D-BD60-4FE2-A291-9E3C92DB6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480521-27FE-462A-BD56-7987E8DE8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611782-AA17-4970-BB5A-207A1773B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1/9</a:t>
            </a:r>
          </a:p>
        </p:txBody>
      </p:sp>
    </p:spTree>
    <p:extLst>
      <p:ext uri="{BB962C8B-B14F-4D97-AF65-F5344CB8AC3E}">
        <p14:creationId xmlns:p14="http://schemas.microsoft.com/office/powerpoint/2010/main" val="206418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F360DF-FAC7-440B-B30F-86C255A2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61F6DB-F7A2-46F3-B251-950918DD2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Learning route for this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A2B442-98A2-47B3-981E-92027846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5857DD-EF23-4AA7-B7E7-DC9EFB196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611C5-EE2C-4C4E-8A8E-20900810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3A4B2-64D3-4FB1-8267-1434CB30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9BA05B-AB08-4179-A6BE-F7ADBA400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ABDC727-BED6-426B-8260-C9D1E44E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Pseudocode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9DB2A8-1306-4582-9041-C452CB43C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B0555D-2E96-422C-A020-0EC94D1C1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102111-9B37-462C-8DAF-A3E7A9AD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3241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6DAAFC-6D93-4527-8BA9-EC54FD124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1526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Common errors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6D751E-BE65-41B7-A472-916AA1865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171950"/>
            <a:ext cx="9620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Structures and Pointers: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Defining a Structure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Declaring and Accessing Structure Variables and Members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Structure Initialization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9C3F0D-1DCC-4324-9FF7-139D0D8B4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7F6846-D310-4718-9132-2787EAC96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2/9</a:t>
            </a:r>
          </a:p>
        </p:txBody>
      </p:sp>
    </p:spTree>
    <p:extLst>
      <p:ext uri="{BB962C8B-B14F-4D97-AF65-F5344CB8AC3E}">
        <p14:creationId xmlns:p14="http://schemas.microsoft.com/office/powerpoint/2010/main" val="4232717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094C70-DCF2-4B70-808D-CA67BDB4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D697B1-5C73-4709-B79B-0F4E076F6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Core concepts from the official syllabus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A68ACE-B711-41AB-A492-FCA91D0E3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2518D3-530A-4DA9-A57A-4979BF1B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Structures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76045D-FF75-4911-A940-CF3CE095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Pointers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E5EDB1-E8ED-4D38-B20B-AE6B672D2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79070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0E788-F8B0-4A87-8804-F419AE100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Structure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B2AD4D-974A-4004-8511-0E08EBD0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Declaring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D2A2FB-2E58-41F1-B753-3737141E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67050"/>
            <a:ext cx="304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6A1114-CD57-48C6-A0FD-9FB7FD97A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86300"/>
            <a:ext cx="9334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Copying and Comparing Structure Variables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Array of Structures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Arrays within Structures.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</a:defRPr>
            </a:pPr>
            <a:r>
              <a:rPr sz="1350" b="0">
                <a:solidFill>
                  <a:srgbClr val="172033"/>
                </a:solidFill>
              </a:rPr>
              <a:t>• 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8D5561-69B0-4433-A482-177E917D9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934EFA-6114-4539-B86D-7D0722AF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3/9</a:t>
            </a:r>
          </a:p>
        </p:txBody>
      </p:sp>
    </p:spTree>
    <p:extLst>
      <p:ext uri="{BB962C8B-B14F-4D97-AF65-F5344CB8AC3E}">
        <p14:creationId xmlns:p14="http://schemas.microsoft.com/office/powerpoint/2010/main" val="6666755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4321C2-E3BA-4CF2-BA61-4865412B8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210060-A54D-4B53-A373-9CF3DAFB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Concept explanation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19D02E-2660-4DFB-B2D3-556922AB8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09EE0D-7B0F-4B35-ABBF-A0B0EA851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81150"/>
            <a:ext cx="4953000" cy="350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Structures and Pointers: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Defining a Structure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Declaring and Accessing Structure Variables and Members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Structure Initialization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Copying and Comparing Structure Variables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02DDF3-7425-481D-BB14-AF459C5E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391150"/>
            <a:ext cx="1524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Instructor move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17EE20-137D-4A7A-92D3-8BB5AB721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5381625"/>
            <a:ext cx="6572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Pause after each idea and ask students to connect it to the next step.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E5E556-5E84-4CE3-ADFD-6E4471A10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Problem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81A05-F2C1-425A-BC15-9F7DC2F89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26BAA4-6888-42D1-A845-F5A60A0DA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Algorithm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7314C7-2762-4211-A719-7E693A249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C1E77E-DF26-4979-83A6-3FCD59A74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Code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651393-A2DC-4C33-A5D3-783991E6C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94477-67DC-413A-82B7-54BCE701C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Dry run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2E23BC-9216-4FB8-A6A7-87903A9ED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7175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063F51C-D875-4349-8C03-E04DBC99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0030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8BAF85-33C2-4FC4-804C-CA9D0698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886200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Trace variables before trusting the answer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21B9FD-E580-48B0-BF0F-E92BA502B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0B9581-3551-4E88-A8B2-777BD2E78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4/9</a:t>
            </a:r>
          </a:p>
        </p:txBody>
      </p:sp>
    </p:spTree>
    <p:extLst>
      <p:ext uri="{BB962C8B-B14F-4D97-AF65-F5344CB8AC3E}">
        <p14:creationId xmlns:p14="http://schemas.microsoft.com/office/powerpoint/2010/main" val="1987292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6816C9-5A62-4A1E-83D6-60F12BC0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A20270-B15F-45DC-AD1B-7C6881890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Algorithm and dry-run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E8CDC-1355-423E-AD13-38613005F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93DBFA-D318-45A3-A4FA-2DAB6D40A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Input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57FFAB-1D2A-45FF-B0A1-A5EC20070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174DDB-E761-4A2A-8F3C-E25A7BA4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7B6A53-93D3-48E6-90F1-80BB46B7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0DD5892-429F-4FC7-8C4E-A9838EA2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Loop/decision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D37846-DBC6-4D9E-A6F0-117EDE3C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56B8A-7FAC-48A7-92F3-3F9162510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DE9FE"/>
          </a:solidFill>
          <a:ln xmlns:a="http://schemas.openxmlformats.org/drawingml/2006/main" w="9525">
            <a:solidFill>
              <a:srgbClr val="6D28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State change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71977C4-6929-44B4-BE4D-AEC85B803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1866900"/>
            <a:ext cx="209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F6B7A"/>
                </a:solidFill>
              </a:defRPr>
            </a:pPr>
            <a:r>
              <a:rPr sz="2100" b="1">
                <a:solidFill>
                  <a:srgbClr val="5F6B7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0800CF-4AA4-484B-A05D-B3EAC1528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695450"/>
            <a:ext cx="17811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E2823-82B6-4FF9-BFD7-9C0A064C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24300"/>
            <a:ext cx="93345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Use the syllabus terms while solving; do not answer only with the final result.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Show intermediate reasoning so students can locate the step where mistakes enter.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• Close the example by explaining what the result means in engineering or professional practice.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8EBC09-EE4E-4F46-AF44-21C61D218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9E47364-6645-44D6-A1E5-BB856C3C1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5/9</a:t>
            </a:r>
          </a:p>
        </p:txBody>
      </p:sp>
    </p:spTree>
    <p:extLst>
      <p:ext uri="{BB962C8B-B14F-4D97-AF65-F5344CB8AC3E}">
        <p14:creationId xmlns:p14="http://schemas.microsoft.com/office/powerpoint/2010/main" val="11632522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BB93DA-0EFD-4572-BD9D-2DD126736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1554C1-650E-47FB-A923-DE2D818F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Classroom example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D99AC-2789-427D-A794-55875AC2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0F753-8D0F-4943-A723-D31A207A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00200"/>
            <a:ext cx="2286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2563E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 prompt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E4534C-8530-4360-ADA0-DFA5E8082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562100"/>
            <a:ext cx="7239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Structures and Pointers: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D05035-0715-4834-8ADB-C2E95890F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09850"/>
            <a:ext cx="8953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Identify the relevant concept: Structures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State the rule or principle using syllabus language.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Work through one small case visibly on the board.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Ask students which assumption would change the answer.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B4CDE-2002-4064-B2A1-DAC5A9D8E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143500"/>
            <a:ext cx="876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Exam angle: a complete answer names the concept, shows the working, and states the interpretation.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09B292-AC61-4C21-A3BC-FB74E3447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ADBB4-A842-49D6-9A06-F7209627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6/9</a:t>
            </a:r>
          </a:p>
        </p:txBody>
      </p:sp>
    </p:spTree>
    <p:extLst>
      <p:ext uri="{BB962C8B-B14F-4D97-AF65-F5344CB8AC3E}">
        <p14:creationId xmlns:p14="http://schemas.microsoft.com/office/powerpoint/2010/main" val="8492103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1F0FE5-D458-491B-9FF2-B8D14CE2B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950C3-8DD2-46CF-B07C-A35DDB275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Applications and common mistakes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DB988BC-91D4-4C6F-83B6-7C3150FC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699613-2EAD-4234-9E97-93610B634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00200"/>
            <a:ext cx="2095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Applications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2C2FA2-3850-431E-BCAA-536AB959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476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Array of Structures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Arrays within Structures.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Introduction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Understanding Pointers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FFD5D-382A-4020-A5B3-DF41498DE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00200"/>
            <a:ext cx="2286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853321-2C70-4333-906B-1522C14D3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66950"/>
            <a:ext cx="42862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Writing only definitions without explanation.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Skipping intermediate working or assumptions.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Mixing similar terms without a comparison.</a:t>
            </a:r>
          </a:p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• Not linking the result back to the application.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1E015C-968F-4CB7-B58D-E11FFDBC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9CDA4-522D-4041-9AA0-ABC503066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7/9</a:t>
            </a:r>
          </a:p>
        </p:txBody>
      </p:sp>
    </p:spTree>
    <p:extLst>
      <p:ext uri="{BB962C8B-B14F-4D97-AF65-F5344CB8AC3E}">
        <p14:creationId xmlns:p14="http://schemas.microsoft.com/office/powerpoint/2010/main" val="8630192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9F26360-AA3A-445C-A1F0-18E520A4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A53CF-F999-4951-83CE-9F1A4BD4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Syllabus coverage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FBF637-447D-45F1-B196-7CF05608B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4782F8-B353-4BCE-82F3-838DF20FF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049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Syllabus topic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2688F-91BF-427C-9EDE-9A44D0217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50495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Teaching treatment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EE5E28-0B65-405B-BB5C-427D4C8F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5049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D28D9"/>
                </a:solidFill>
              </a:defRPr>
            </a:pPr>
            <a:r>
              <a:rPr sz="1125" b="1">
                <a:solidFill>
                  <a:srgbClr val="6D28D9"/>
                </a:solidFill>
              </a:rPr>
              <a:t>Status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1D5FE2-3AC3-4213-AFE6-78D8E9AF1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859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Structures and Pointers: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D65AD6-7EE9-43D2-8360-4396F2DF8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8859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EEBAFF-6B8A-431C-8CB8-44FF0DE73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8859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EB10E0-5562-4514-A6F4-9CACFF5D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384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Introduction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FC1118-B57D-4952-9028-97E5A08DA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384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A4598C-5A09-48A9-B39A-BE69EDCA8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4384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85E24-5369-4A03-90EF-79CE190C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908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Defining a Structure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0C1CBE-F870-4802-962C-A14EC9155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9908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E2C55D-CC19-4DA6-A4DE-CF974389D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CDCA8C-68A1-41DB-A5D0-3C5658C4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433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Declaring and Accessing Structure Variables and Members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327F14-84CD-4546-B165-F6C61F5FC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5433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31B05AD-CD40-4329-9B22-402AAA970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94C26-FFDD-4D21-B659-56C63104B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957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Structure Initialization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04A443-4ACF-4153-8FE0-122FD7290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0957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59F51B7-DA53-4125-8702-463D2BF4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3E13C0-CC77-4E83-BDD7-0AB7E6E8A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Copying and Comparing Structure Variables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C0F70D-5301-44F6-815B-133E04DD9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9BEBED-8857-453A-8171-C36E76B4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64820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B36A7F-75F2-41AF-84DD-A6973B7B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00650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Array of Structures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B08D52-95BD-44A0-82E4-E2C11B60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200650"/>
            <a:ext cx="31432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72033"/>
                </a:solidFill>
              </a:defRPr>
            </a:pPr>
            <a:r>
              <a:rPr sz="900" b="0">
                <a:solidFill>
                  <a:srgbClr val="172033"/>
                </a:solidFill>
              </a:rPr>
              <a:t>Explained with concept, working, example, and exam 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10A243-5555-4E2B-9984-72A6514AB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5200650"/>
            <a:ext cx="11430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033"/>
                </a:solidFill>
              </a:defRPr>
            </a:pPr>
            <a:r>
              <a:rPr sz="900" b="1">
                <a:solidFill>
                  <a:srgbClr val="172033"/>
                </a:solidFill>
              </a:rPr>
              <a:t>COVERED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102D25-FC9D-4597-A617-4549DB9C1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D47C851-3C1C-4A45-8548-E84DE33F2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8/9</a:t>
            </a:r>
          </a:p>
        </p:txBody>
      </p:sp>
    </p:spTree>
    <p:extLst>
      <p:ext uri="{BB962C8B-B14F-4D97-AF65-F5344CB8AC3E}">
        <p14:creationId xmlns:p14="http://schemas.microsoft.com/office/powerpoint/2010/main" val="9047536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29CCB2-16DC-4B86-8348-9011C689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1BPLC205E/105E |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79A59A-9112-4FE4-BECA-60D6904AC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81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72033"/>
                </a:solidFill>
              </a:defRPr>
            </a:pPr>
            <a:r>
              <a:rPr sz="2625" b="1">
                <a:solidFill>
                  <a:srgbClr val="172033"/>
                </a:solidFill>
              </a:rPr>
              <a:t>Module recap and exam preparation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6BD964-AFC9-4F78-9DF4-A0D7E0193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solidFill>
              <a:srgbClr val="D7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805B24-53D7-4328-8341-6EFD555BF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19250"/>
            <a:ext cx="95250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Key definitions: Structures, Pointers, Defining, Structure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diagrams: use a labelled flow, setup, circuit, graph, or concept map where relevant.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Important algorithms: show pseudocode and dry-run table before code.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Common mistakes: avoid skipped steps, unsupported claims, and unlabeled diagrams.</a:t>
            </a:r>
          </a:p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• Practice: prepare short-answer, application, and worked-example questions from the listed topics.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F081CA-14ED-4319-BFBB-D4A50D0CC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010150"/>
            <a:ext cx="2476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652C8-FEBF-4EF7-97C9-E1BD056A1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010150"/>
            <a:ext cx="6705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No repository-verified previous VTU questions were found for this module, so none are fabricated here.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E82D3B-DF5D-47F4-A48D-2C09BEFD9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619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INTRODUCTION TO C PROGRAMMING | 1BPLC205E/105E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4814FC-6684-47C8-8794-F634C4065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65341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B7A"/>
                </a:solidFill>
              </a:defRPr>
            </a:pPr>
            <a:r>
              <a:rPr sz="825" b="0">
                <a:solidFill>
                  <a:srgbClr val="5F6B7A"/>
                </a:solidFill>
              </a:rPr>
              <a:t>Module 5 | 9/9</a:t>
            </a:r>
          </a:p>
        </p:txBody>
      </p:sp>
    </p:spTree>
    <p:extLst>
      <p:ext uri="{BB962C8B-B14F-4D97-AF65-F5344CB8AC3E}">
        <p14:creationId xmlns:p14="http://schemas.microsoft.com/office/powerpoint/2010/main" val="20200959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2026-08-24T06:38:54.9940000Z</dcterms:created>
  <dcterms:modified xsi:type="dcterms:W3CDTF">2026-08-24T06:38:54.9940000Z</dcterms:modified>
</coreProperties>
</file>