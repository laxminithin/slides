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e6464450441cf" /><Relationship Type="http://schemas.openxmlformats.org/officeDocument/2006/relationships/extended-properties" Target="/docProps/app.xml" Id="R3475063c40f34b4e" /><Relationship Type="http://schemas.openxmlformats.org/officeDocument/2006/relationships/officeDocument" Target="/ppt/presentation.xml" Id="Rb2f42feb7ccc44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fff930c964b1f"/>
  </p:sldMasterIdLst>
  <p:notesMasterIdLst>
    <p:notesMasterId xmlns:r="http://schemas.openxmlformats.org/officeDocument/2006/relationships" r:id="Re014829417944c65"/>
  </p:notesMasterIdLst>
  <p:sldIdLst>
    <p:sldId xmlns:r="http://schemas.openxmlformats.org/officeDocument/2006/relationships" id="256" r:id="Rd7ef8f376b134b37"/>
    <p:sldId xmlns:r="http://schemas.openxmlformats.org/officeDocument/2006/relationships" id="257" r:id="R55fae27fbc1f4d20"/>
    <p:sldId xmlns:r="http://schemas.openxmlformats.org/officeDocument/2006/relationships" id="258" r:id="R84d8a7f9d3764b40"/>
    <p:sldId xmlns:r="http://schemas.openxmlformats.org/officeDocument/2006/relationships" id="259" r:id="R655f01cc9fe64f88"/>
    <p:sldId xmlns:r="http://schemas.openxmlformats.org/officeDocument/2006/relationships" id="260" r:id="Rf9320a6b12b44f40"/>
    <p:sldId xmlns:r="http://schemas.openxmlformats.org/officeDocument/2006/relationships" id="261" r:id="Rf40eb1981e1948c1"/>
    <p:sldId xmlns:r="http://schemas.openxmlformats.org/officeDocument/2006/relationships" id="262" r:id="Rdd9b139b82a24e61"/>
    <p:sldId xmlns:r="http://schemas.openxmlformats.org/officeDocument/2006/relationships" id="263" r:id="R1a5823c57c084363"/>
    <p:sldId xmlns:r="http://schemas.openxmlformats.org/officeDocument/2006/relationships" id="264" r:id="R43e33dc7196d4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3621ed07b04c6c" /><Relationship Type="http://schemas.openxmlformats.org/officeDocument/2006/relationships/slideMaster" Target="/ppt/slideMasters/slideMaster1.xml" Id="R6c5fff930c964b1f" /><Relationship Type="http://schemas.openxmlformats.org/officeDocument/2006/relationships/notesMaster" Target="/ppt/notesMasters/notesMaster1.xml" Id="Re014829417944c65" /><Relationship Type="http://schemas.openxmlformats.org/officeDocument/2006/relationships/presProps" Target="/ppt/presProps.xml" Id="Rc07e750e5cd14c16" /><Relationship Type="http://schemas.openxmlformats.org/officeDocument/2006/relationships/tableStyles" Target="/ppt/tableStyles.xml" Id="Rd7f5b679cd6243c0" /><Relationship Type="http://schemas.openxmlformats.org/officeDocument/2006/relationships/slide" Target="/ppt/slides/slide1.xml" Id="Rd7ef8f376b134b37" /><Relationship Type="http://schemas.openxmlformats.org/officeDocument/2006/relationships/slide" Target="/ppt/slides/slide2.xml" Id="R55fae27fbc1f4d20" /><Relationship Type="http://schemas.openxmlformats.org/officeDocument/2006/relationships/slide" Target="/ppt/slides/slide3.xml" Id="R84d8a7f9d3764b40" /><Relationship Type="http://schemas.openxmlformats.org/officeDocument/2006/relationships/slide" Target="/ppt/slides/slide4.xml" Id="R655f01cc9fe64f88" /><Relationship Type="http://schemas.openxmlformats.org/officeDocument/2006/relationships/slide" Target="/ppt/slides/slide5.xml" Id="Rf9320a6b12b44f40" /><Relationship Type="http://schemas.openxmlformats.org/officeDocument/2006/relationships/slide" Target="/ppt/slides/slide6.xml" Id="Rf40eb1981e1948c1" /><Relationship Type="http://schemas.openxmlformats.org/officeDocument/2006/relationships/slide" Target="/ppt/slides/slide7.xml" Id="Rdd9b139b82a24e61" /><Relationship Type="http://schemas.openxmlformats.org/officeDocument/2006/relationships/slide" Target="/ppt/slides/slide8.xml" Id="R1a5823c57c084363" /><Relationship Type="http://schemas.openxmlformats.org/officeDocument/2006/relationships/slide" Target="/ppt/slides/slide9.xml" Id="R43e33dc7196d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4cb7c8c69c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c98c6197dc44e5" /><Relationship Type="http://schemas.openxmlformats.org/officeDocument/2006/relationships/notesMaster" Target="/ppt/notesMasters/notesMaster1.xml" Id="R9b7bcba82de74d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691ab51a284165" /><Relationship Type="http://schemas.openxmlformats.org/officeDocument/2006/relationships/notesMaster" Target="/ppt/notesMasters/notesMaster1.xml" Id="Rb57111721517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5f5678a42a4410" /><Relationship Type="http://schemas.openxmlformats.org/officeDocument/2006/relationships/notesMaster" Target="/ppt/notesMasters/notesMaster1.xml" Id="R5881dfe5585040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87c7d9e2594da0" /><Relationship Type="http://schemas.openxmlformats.org/officeDocument/2006/relationships/notesMaster" Target="/ppt/notesMasters/notesMaster1.xml" Id="R1943f84b738e4d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7d677bf3e445a2" /><Relationship Type="http://schemas.openxmlformats.org/officeDocument/2006/relationships/notesMaster" Target="/ppt/notesMasters/notesMaster1.xml" Id="R4b826743504046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ab77722b84409e" /><Relationship Type="http://schemas.openxmlformats.org/officeDocument/2006/relationships/notesMaster" Target="/ppt/notesMasters/notesMaster1.xml" Id="R78334a199c3443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a95b82a577482a" /><Relationship Type="http://schemas.openxmlformats.org/officeDocument/2006/relationships/notesMaster" Target="/ppt/notesMasters/notesMaster1.xml" Id="Re09cb80a891746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6e9071e1f04cb4" /><Relationship Type="http://schemas.openxmlformats.org/officeDocument/2006/relationships/notesMaster" Target="/ppt/notesMasters/notesMaster1.xml" Id="Refd043c6f5f84a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144689dbe34c02" /><Relationship Type="http://schemas.openxmlformats.org/officeDocument/2006/relationships/notesMaster" Target="/ppt/notesMasters/notesMaster1.xml" Id="R4e4b15030f3b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91d00d35343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9f74e1f3a440c" /><Relationship Type="http://schemas.openxmlformats.org/officeDocument/2006/relationships/slideLayout" Target="/ppt/slideLayouts/slideLayout1.xml" Id="Raa25866089ae4c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25866089ae4c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2815ee5594e6b" /><Relationship Type="http://schemas.openxmlformats.org/officeDocument/2006/relationships/notesSlide" Target="/ppt/notesSlides/notesSlide1.xml" Id="R7c7462d3c0444e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5141b9ce442ab" /><Relationship Type="http://schemas.openxmlformats.org/officeDocument/2006/relationships/notesSlide" Target="/ppt/notesSlides/notesSlide2.xml" Id="Rb55b39be20224a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930fb45d3447a" /><Relationship Type="http://schemas.openxmlformats.org/officeDocument/2006/relationships/notesSlide" Target="/ppt/notesSlides/notesSlide3.xml" Id="Rcd691561ea65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ff06aa47245a5" /><Relationship Type="http://schemas.openxmlformats.org/officeDocument/2006/relationships/notesSlide" Target="/ppt/notesSlides/notesSlide4.xml" Id="Rfb18b2a7f10d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5edd32b6b4c8b" /><Relationship Type="http://schemas.openxmlformats.org/officeDocument/2006/relationships/notesSlide" Target="/ppt/notesSlides/notesSlide5.xml" Id="R59e92b88e5a94e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5eb084104716" /><Relationship Type="http://schemas.openxmlformats.org/officeDocument/2006/relationships/notesSlide" Target="/ppt/notesSlides/notesSlide6.xml" Id="Reb3a9fca3ecf48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e18746ee40ac" /><Relationship Type="http://schemas.openxmlformats.org/officeDocument/2006/relationships/notesSlide" Target="/ppt/notesSlides/notesSlide7.xml" Id="R4e82fcffcbc847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88a071a4242d4" /><Relationship Type="http://schemas.openxmlformats.org/officeDocument/2006/relationships/notesSlide" Target="/ppt/notesSlides/notesSlide8.xml" Id="Rb0ab7e089a044f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f1da1aa2c45cc" /><Relationship Type="http://schemas.openxmlformats.org/officeDocument/2006/relationships/notesSlide" Target="/ppt/notesSlides/notesSlide9.xml" Id="Rb0040258aeb84d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E2443-2473-4ACD-92C5-47A7A7B7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79D80-5AA1-44CC-9E5A-AB8BDF19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9833B-6015-4164-8B23-3840FEFF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Balake Kannada (Kannada for Usage)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1BKBK109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4FC33-F01C-4E94-AACB-6230BEC7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AE316-E353-48A2-9A70-7E017DD3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7554-3E53-4FC8-B86C-24ED72B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E2010-9DBD-426E-80B2-CCC9FD3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EC35C-0FD6-475A-83E9-0B4ED426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874C4-EFD5-48B7-B84C-745E950A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B6B5F-ED16-4526-BF7D-346CAAD9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F9DC1-0B85-40AD-B256-523C5B8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BC176-5D7C-4D37-B9EB-8A667A5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F9E82-8DB8-43CE-8C2F-370E9E1D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472AF-26F7-40AF-91EF-554C746B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62C24-5503-4A2B-88BD-1F9D2F05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874537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EB361-0847-498B-8FD7-47C95A6A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41F05-4D9A-45A8-BD7A-5D5F8695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7B3A8-0233-42BD-9BB5-B22DAE57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275BD-727E-4333-820A-B463182A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13B16-E5D7-44F3-A186-2445882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EC599-B493-4BE8-8CA1-AD303F0C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8A770-9EA7-4A80-B018-0190E768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8F3CB-EECA-4EF2-983F-3170BB3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7B882-3E03-4784-8FFC-53D2EF8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2B324-88B5-4CBE-9B22-D04FEF87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EFBDE-35EB-483F-93C8-2A2C8474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07DAA-A97E-4269-BCF3-B4C3C4FB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A100D-6744-4ED8-8B2C-9BB9C0E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Necessity of learning a local language.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Methods to learn the Kannada language.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Easy learning of a Kannada Language: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0B2A4-54C0-42A7-8129-75C8175D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3341D-B50C-4D03-89E7-011A189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517786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A8E75-70FA-4D68-BF3E-CD4EF21F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D3761-D5C9-4511-A45B-B1F73A9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BC18A-1885-4259-AAB3-26033A3E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D4ED2-AC19-44E5-9F9C-8A97C105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pedagogy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0DE2A-663B-4394-8F48-303F1B17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Necessity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DA1D1-C262-4301-86D0-1A6D52A8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228DC-6734-4C15-AE9D-BC4481C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6659B-0E1B-4BC0-95CF-6A309D9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415C4-62F5-4282-A6E5-9BA0B70B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86A59-0035-44DD-B76B-C25757A2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 few tips.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Hints for correct and polite conservation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Listening and Speaking Activities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Key to Transcription 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BD065-4C2A-4378-B97B-9EEF07D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299C1-F71E-4DC9-B8B2-D5F4509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009772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E07B8-0B93-42B2-86ED-666CE5CD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ECB5A-E5F1-4C76-8ECB-39448CDC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2C45C-E239-4180-B09E-31C17CE8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CF19F-1F6E-4624-9813-EF348A8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(03 hours of pedagogy) 1.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Necessity of learning a local language.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Methods to learn the Kannada language.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Easy learning of a Kannada Language: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 few tips.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8DDEC-CF61-46DA-AD23-8DB1D1F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85E34-2A07-4E29-9B80-27AF8739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8B7EF-CED6-46A9-B195-B26D01B7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9D40F-F3F3-474E-B7F0-B82B5034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DBBEB-4B0B-486D-99FD-CAE761F4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4167-05B0-49F1-AB07-A1BB06E2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3DE99-E84E-4CE2-9231-F7CD00F2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B2FF2-05A2-4B3F-BE97-3E0872E4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9A6A3-6B4E-4301-8B40-2160436E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BB7EA-D520-41B2-B34C-7789E697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44DCF-2402-4356-997A-A92A561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DCE0E-A79B-4A82-BB11-10939672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15EA4-48F2-4686-824D-7A24D9B9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4AA63-A3DE-4D7B-A1BD-9C63D78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431134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EA78C-DB33-4096-8AA6-54DD4BF1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1351B-CB38-456F-AE50-3666FE3F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4BB3C-37BF-4A64-ABA4-EB5CA5F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7EBDB-CC69-44CA-9C02-80C5B177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8C314-C4D0-495D-8489-74DE7479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97B9E-06DE-41DB-9700-F7922656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CA7CE-6DAF-4C39-A15D-3CC52AE6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A077C-1B02-4266-A31F-26EED876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CDF2A-51CC-4705-9D73-7065100B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FD043-DDB4-42D2-9DFA-A3F819EB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0094D-AEF1-4D40-A405-4A05F831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BDD85-0114-4C82-814A-92C0219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FDA7D-0E43-4923-885C-C73158F4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809AB-DBD9-4C0B-84C0-AF7DBE4C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20164-1426-407F-84D2-7CA6D8E9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797869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9B125-B56A-4809-A0E6-DBE3AD4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B6360-B31B-4DDB-95D0-F4CF925C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EB69B-66F6-48B6-B92A-883C29C0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2E163-D9B2-4CEC-A40F-C30D11B0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2D010-AA7D-4AC4-9511-79841F71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555FB-A6B9-4AE6-AC48-066E74A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pedagogy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B2B2C-82E1-4FB4-85B5-BF558DC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1A737-D06B-4C88-BEF9-4DD33808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51C8A-BBE4-41FC-A76F-08DD5D55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847869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CA400-EBE2-4DBE-8F07-74FFA12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3BF33-3781-4DAA-917E-18FEDB6E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8CDB-577D-4A45-B6B2-2E3BF96B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00186-5B76-45E8-8704-63EC6EF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7C6E0-3289-48D8-9628-1AC8FCE7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Hints for correct and polite conservation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Listening and Speaking Activities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Key to Transcription 3.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็ ಯ౾ ౨ಕ, ๬ ౷ಮ౲ ๰ ಚಕ/๸ීඌ ತ ๬ ವბක ಮಗำ ಮൡ ౨ ಪ౳ ๎ ౬ಥბಕ ಪದಗำ - Personal Pronouns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FD1AF-8D7F-43F6-8690-F6DC3695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3D595-5004-4A74-AEE4-7588033F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78FDA-6D9B-4774-A591-991A8FCC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A72D4-BFF1-44CD-B118-09F90809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286997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9342D0-3BC2-4D34-B9E3-3F3EA63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0BCFF-CE89-4BA1-B732-1EC03900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700CD-4811-4C6C-8487-E78F38E2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3E60B-E85A-472F-9670-8449E497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1B49C-5125-4583-9806-AAE2FDD3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F0D65-8B23-4222-BC83-90FDA29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87E0A-49D3-4800-9F5B-2D4AC188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(03 hours of pedagogy) 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CC0C6-D9FE-4AE4-AF85-9ADB9E7E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67AA2-016F-469F-AB2C-2AB3E88D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C8C5D-7617-4DC9-A259-8373B2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9F969-F35F-4184-A6E7-88B0B154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E019B-7A06-43C8-8B74-C17AE2F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6BFC1-3A67-473B-B8C8-9D70892D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Necessity of learning a local language.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5CD83-7C81-42DB-8CC2-1D22A7FC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8A08E-81C7-4035-8075-4C0D69F5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57EA2-486D-464C-8242-689E6119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Methods to learn the Kannada language.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EE478-F812-4D5C-B0CD-6CEF2163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59084-D67D-404F-A67B-2F3274C8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1FAA6-8AE6-40A1-893C-AC229F4F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Easy learning of a Kannada Language: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9675A-01F1-4DFA-B579-76C2B35F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8ACBD-B363-49C5-BA35-B52CB797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2F33D-06FF-4AD9-B01A-12C2345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 few tips.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C413F-4C8F-49B2-AD75-24F8E4C3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7F9C4-1876-4C16-87B5-E07FC6B4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1BCD3-38B1-4F2F-B91A-835ABC55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Hints for correct and polite conservation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FC228-1463-42F4-BB05-1E6FFF9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52CC0-38D9-43E2-8761-E81ED13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9B4C4-8C55-49C0-9015-A6A22AA0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D97FB6-9325-4730-AA90-47BE3964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535006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2C7A0-B632-4891-8E5B-E50D0E9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1BKBK109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A37EF-BBFE-4447-8863-F4C2C70A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EDAF1-DC65-41D0-861D-B6DF3F7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B1072-CAB9-4ABB-92C8-8F74C790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pedagogy, Necessity, learning, local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5185-9BED-4306-BF33-C9B28BF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4AE52-573C-4265-82E7-C70E0F5B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DD89A-951B-4953-94E8-0B579991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Balake Kannada (Kannada for Usage) | 1BKBK109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D0F39-1D22-427A-9B11-0D4887D5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964621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2026-08-24T06:38:49.7740000Z</dcterms:created>
  <dcterms:modified xsi:type="dcterms:W3CDTF">2026-08-24T06:38:49.7740000Z</dcterms:modified>
</coreProperties>
</file>