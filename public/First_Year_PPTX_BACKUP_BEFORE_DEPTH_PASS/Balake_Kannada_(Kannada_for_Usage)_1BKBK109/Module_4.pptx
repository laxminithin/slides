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e2e0aada8f4a3e" /><Relationship Type="http://schemas.openxmlformats.org/officeDocument/2006/relationships/extended-properties" Target="/docProps/app.xml" Id="Rfcebc7480ab24934" /><Relationship Type="http://schemas.openxmlformats.org/officeDocument/2006/relationships/officeDocument" Target="/ppt/presentation.xml" Id="Rde965f15b2184f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4b0aa63914dff"/>
  </p:sldMasterIdLst>
  <p:notesMasterIdLst>
    <p:notesMasterId xmlns:r="http://schemas.openxmlformats.org/officeDocument/2006/relationships" r:id="R654a3989301b48f7"/>
  </p:notesMasterIdLst>
  <p:sldIdLst>
    <p:sldId xmlns:r="http://schemas.openxmlformats.org/officeDocument/2006/relationships" id="256" r:id="R2fbcd55f38ff46a7"/>
    <p:sldId xmlns:r="http://schemas.openxmlformats.org/officeDocument/2006/relationships" id="257" r:id="R869f1326982e4041"/>
    <p:sldId xmlns:r="http://schemas.openxmlformats.org/officeDocument/2006/relationships" id="258" r:id="Rae258dd725c24c7e"/>
    <p:sldId xmlns:r="http://schemas.openxmlformats.org/officeDocument/2006/relationships" id="259" r:id="R031330a3b7174988"/>
    <p:sldId xmlns:r="http://schemas.openxmlformats.org/officeDocument/2006/relationships" id="260" r:id="Raa6266f919e9489b"/>
    <p:sldId xmlns:r="http://schemas.openxmlformats.org/officeDocument/2006/relationships" id="261" r:id="R13f27b9d09a841ed"/>
    <p:sldId xmlns:r="http://schemas.openxmlformats.org/officeDocument/2006/relationships" id="262" r:id="R7379adbfae8a4207"/>
    <p:sldId xmlns:r="http://schemas.openxmlformats.org/officeDocument/2006/relationships" id="263" r:id="R4c8c81e1177a4413"/>
    <p:sldId xmlns:r="http://schemas.openxmlformats.org/officeDocument/2006/relationships" id="264" r:id="R131754074c95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9abfa1c7f4419" /><Relationship Type="http://schemas.openxmlformats.org/officeDocument/2006/relationships/slideMaster" Target="/ppt/slideMasters/slideMaster1.xml" Id="Rb4c4b0aa63914dff" /><Relationship Type="http://schemas.openxmlformats.org/officeDocument/2006/relationships/notesMaster" Target="/ppt/notesMasters/notesMaster1.xml" Id="R654a3989301b48f7" /><Relationship Type="http://schemas.openxmlformats.org/officeDocument/2006/relationships/presProps" Target="/ppt/presProps.xml" Id="R8b70747abc21490f" /><Relationship Type="http://schemas.openxmlformats.org/officeDocument/2006/relationships/tableStyles" Target="/ppt/tableStyles.xml" Id="R93495f5f236a4449" /><Relationship Type="http://schemas.openxmlformats.org/officeDocument/2006/relationships/slide" Target="/ppt/slides/slide1.xml" Id="R2fbcd55f38ff46a7" /><Relationship Type="http://schemas.openxmlformats.org/officeDocument/2006/relationships/slide" Target="/ppt/slides/slide2.xml" Id="R869f1326982e4041" /><Relationship Type="http://schemas.openxmlformats.org/officeDocument/2006/relationships/slide" Target="/ppt/slides/slide3.xml" Id="Rae258dd725c24c7e" /><Relationship Type="http://schemas.openxmlformats.org/officeDocument/2006/relationships/slide" Target="/ppt/slides/slide4.xml" Id="R031330a3b7174988" /><Relationship Type="http://schemas.openxmlformats.org/officeDocument/2006/relationships/slide" Target="/ppt/slides/slide5.xml" Id="Raa6266f919e9489b" /><Relationship Type="http://schemas.openxmlformats.org/officeDocument/2006/relationships/slide" Target="/ppt/slides/slide6.xml" Id="R13f27b9d09a841ed" /><Relationship Type="http://schemas.openxmlformats.org/officeDocument/2006/relationships/slide" Target="/ppt/slides/slide7.xml" Id="R7379adbfae8a4207" /><Relationship Type="http://schemas.openxmlformats.org/officeDocument/2006/relationships/slide" Target="/ppt/slides/slide8.xml" Id="R4c8c81e1177a4413" /><Relationship Type="http://schemas.openxmlformats.org/officeDocument/2006/relationships/slide" Target="/ppt/slides/slide9.xml" Id="R131754074c95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bd79f69d1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e5e6b281f24a8b" /><Relationship Type="http://schemas.openxmlformats.org/officeDocument/2006/relationships/notesMaster" Target="/ppt/notesMasters/notesMaster1.xml" Id="R58d268033ba541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6f36624d2b4dd5" /><Relationship Type="http://schemas.openxmlformats.org/officeDocument/2006/relationships/notesMaster" Target="/ppt/notesMasters/notesMaster1.xml" Id="Ra8f7ad303c0449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9c9a89b8264e49" /><Relationship Type="http://schemas.openxmlformats.org/officeDocument/2006/relationships/notesMaster" Target="/ppt/notesMasters/notesMaster1.xml" Id="R18685c176a37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d324c4e574cac" /><Relationship Type="http://schemas.openxmlformats.org/officeDocument/2006/relationships/notesMaster" Target="/ppt/notesMasters/notesMaster1.xml" Id="R1913c41e5bab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cdd50257448ee" /><Relationship Type="http://schemas.openxmlformats.org/officeDocument/2006/relationships/notesMaster" Target="/ppt/notesMasters/notesMaster1.xml" Id="Ra1e59edfd898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f10eb19ea4df6" /><Relationship Type="http://schemas.openxmlformats.org/officeDocument/2006/relationships/notesMaster" Target="/ppt/notesMasters/notesMaster1.xml" Id="R5affbafc203c48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e8444dd544385" /><Relationship Type="http://schemas.openxmlformats.org/officeDocument/2006/relationships/notesMaster" Target="/ppt/notesMasters/notesMaster1.xml" Id="R2666d62d96974c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96e6ac3c974d7b" /><Relationship Type="http://schemas.openxmlformats.org/officeDocument/2006/relationships/notesMaster" Target="/ppt/notesMasters/notesMaster1.xml" Id="R1be1490b84d2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a4776605ed4102" /><Relationship Type="http://schemas.openxmlformats.org/officeDocument/2006/relationships/notesMaster" Target="/ppt/notesMasters/notesMaster1.xml" Id="R533bd1c607e34f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d16b7ec14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5a5e4966164bce" /><Relationship Type="http://schemas.openxmlformats.org/officeDocument/2006/relationships/slideLayout" Target="/ppt/slideLayouts/slideLayout1.xml" Id="Rf6c050b32689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050b32689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cd8540ce34469" /><Relationship Type="http://schemas.openxmlformats.org/officeDocument/2006/relationships/notesSlide" Target="/ppt/notesSlides/notesSlide1.xml" Id="R56577556151d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3eb8a78354f5d" /><Relationship Type="http://schemas.openxmlformats.org/officeDocument/2006/relationships/notesSlide" Target="/ppt/notesSlides/notesSlide2.xml" Id="Rdd1815a246b5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cbb9e7f474d00" /><Relationship Type="http://schemas.openxmlformats.org/officeDocument/2006/relationships/notesSlide" Target="/ppt/notesSlides/notesSlide3.xml" Id="Rd69d132104374f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d12d1dde4816" /><Relationship Type="http://schemas.openxmlformats.org/officeDocument/2006/relationships/notesSlide" Target="/ppt/notesSlides/notesSlide4.xml" Id="Rf0f7a6e693ff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3ee991c44fa0" /><Relationship Type="http://schemas.openxmlformats.org/officeDocument/2006/relationships/notesSlide" Target="/ppt/notesSlides/notesSlide5.xml" Id="R827e17a9e7df49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57c3712f4461f" /><Relationship Type="http://schemas.openxmlformats.org/officeDocument/2006/relationships/notesSlide" Target="/ppt/notesSlides/notesSlide6.xml" Id="R94fa4e19c8c24f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e98de1c4244e3" /><Relationship Type="http://schemas.openxmlformats.org/officeDocument/2006/relationships/notesSlide" Target="/ppt/notesSlides/notesSlide7.xml" Id="R0a489bea7d7e41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76789696e4031" /><Relationship Type="http://schemas.openxmlformats.org/officeDocument/2006/relationships/notesSlide" Target="/ppt/notesSlides/notesSlide8.xml" Id="R7431d0d3a76042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a505061674cb5" /><Relationship Type="http://schemas.openxmlformats.org/officeDocument/2006/relationships/notesSlide" Target="/ppt/notesSlides/notesSlide9.xml" Id="R031f51c69e8542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C1C5D-6FD4-4D5E-8362-041DD6E6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69EC5-1E2E-4C3F-AABB-96ECDB8C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D61D-3EA5-472D-80BB-B4D56FC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95D3A-BBF2-4540-9827-F80D021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FF983-404F-4A9F-A690-C8682B22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D3EE-61F8-4234-B196-F6C3E62E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07297-E7EA-4742-B1D1-A17B53E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571C3-F4E3-43D4-BF2C-F73B2F6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F7CFF-FFF1-407F-958F-6607915A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967CD-AC04-4350-B804-AEBEC55C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76C59-29E8-4FC7-A9E4-2FE0FE5A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233C1-EDBE-49F1-B887-5641D47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AE038-5052-4C05-942E-D2139D5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2F1BF-533B-45D0-95A5-26024298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ED3D-7095-4D81-8F63-7269F7E6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129443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5743C-162E-4F7A-99AB-F3FB966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231C-17C0-440E-85F3-243CE84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44650-55F4-406F-AFF8-E2AE2B0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5759D-0BE7-4EBC-B320-5504BE4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BC2AD-20B3-4791-8BC9-31D1E24E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C2E48-F460-4AC3-8718-6B790757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AEA3F-725C-40A4-864C-DBFB8FA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E2ECF-065E-4439-9D04-D57BAF55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2111E-8B61-41DE-8EC1-9BBE9E0B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0219D-E916-4E6F-AF29-953CDCDF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C31ED-4CA6-460E-AE2C-4BAAFDB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9BEEE-1ED9-4C18-8789-063EA7B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45CDD-0EC7-4B70-8DFB-91D0A9C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ಅಪ౭ ൕ / ಒඪ౭ ಡ, ඛඃბ ಶನ, ඲ ౳ೕ൞ ౺ಹ ಮൡ ಒ൞ ౨ಯ ಆಥბง ಪ ಪದಗำ ಮൡ ౨ ฿ ಕ౲ಗำ Permission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Commands, encouraging and Urging words (Imperative words and sentences) 2.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๬෥ ನ౲ ๸ූ ಷൕ ಗಳย ౵ ൽ౷ ൟೕಯ เ ಭ౾ ౨ ಪ౳ತ౲ಯಗำ ಮൡ ౨ ๸ ಭವඛ ೕಯ ಪ౳ ౽ರಗำ Accusative Cases and Potential Forms used in General Communication 3.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"ಇฆ ಮൡ ౨ ಇರಲ౵" ಸ๻ ಯಕ ౾ ౳ ෴ಪದಗำ , ๸ූ ವ౲ ๰ ಚಕ ಮൡ ౨ ඛ๤උ ಥბಕ ౾ ౳ ෴ ಪದಗำ - Helping Verbs "iru and iralla"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BB806-BF0A-4370-89EC-40C4E49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3F901-2145-47EE-9709-5C6A0A60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066321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1915F-42A4-4DD2-ACDE-1AD61E86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3B1B-53B7-4FBC-85FF-9F696C5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32D88-F085-4C36-AC9A-59DAF745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DD99D-8062-4483-85AE-12756F2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8175B-E2CE-4077-8A42-BF5485CD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Permission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526EB-7FF4-4C72-A914-71066094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288F2-7315-4358-AA6E-304880A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encouraging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A999A-7D9F-4C3E-9686-26E27096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Urging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8A3EB-781B-46BA-B94B-62F2BAD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DF0AA-8E42-4E22-BC5E-B86709D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Corresponding Future and Negation Verbs 4.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ຄ ೕยಃ (ತರತಮ) , ๸ී ಧ ๰ ಚಕ, ವ๯ ౨ ๰ ಚಕ ಪ౳ತ౲ಯಗำ ಮൡ ౨ ඛ๤උ ಥბಕ ಪದಗಳ ಬಳಃ- Comparitive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Relationship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Identification and Negation 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BCA57-621E-4AAC-A7D3-6BBC0737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6EF1D-B9DC-4C66-B0E7-4DA9921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821744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6F7D3-D69D-4A93-ACEF-7D346E8F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9110B-702F-4793-BCEA-FC57BB0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AA115-7556-4A92-B61A-8F55622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FD77C-4FA8-4DD7-B42C-47490C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ಅಪ౭ ൕ / ಒඪ౭ ಡ, ඛඃბ ಶನ, ඲ ౳ೕ൞ ౺ಹ ಮൡ ಒ൞ ౨ಯ ಆಥბง ಪ ಪದಗำ ಮൡ ౨ ฿ ಕ౲ಗำ Permission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Commands, encouraging and Urging words (Imperative words and sentences) 2.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๬෥ ನ౲ ๸ූ ಷൕ ಗಳย ౵ ൽ౷ ൟೕಯ เ ಭ౾ ౨ ಪ౳ತ౲ಯಗำ ಮൡ ౨ ๸ ಭವඛ ೕಯ ಪ౳ ౽ರಗำ Accusative Cases and Potential Forms used in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"ಇฆ ಮൡ ౨ ಇರಲ౵" ಸ๻ ಯಕ ౾ ౳ ෴ಪದಗำ , ๸ූ ವ౲ ๰ ಚಕ ಮൡ ౨ ඛ๤උ ಥბಕ ౾ ౳ ෴ ಪದಗำ - Helping Verbs "iru and iralla"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Corresponding Future and Negation Verbs 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A159E-268D-476A-BA98-8D7AAEE2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91C5E-6A2B-4D1C-9D1F-FCB2279B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13959-93D3-4B6D-ADCA-1D60886C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50696-B41B-4621-8FA7-EEF5BF76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6C074-984A-4F00-B334-67A59F9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01660-E1EE-4EEF-A2CF-6BA8C17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CC574-0663-4518-A987-969449B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D2787-00FF-411E-AA5C-72442D4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8272-2AAD-4C73-8F48-2EB37FA8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1939-64D4-4951-AE29-1C6FA23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6A9AF-F200-4A88-B9E5-BEA74DB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43213-E2D3-412E-9C53-8FAB6CC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ABCD0-86F3-40CA-8099-6A75388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3ECEA-12AD-43F1-A266-5A7A444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198711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5A09F-66DD-4894-8F9E-484B2918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79B09-52FC-4C79-A1FC-BF226780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9B7BB-F33A-4A94-A7D2-E9B2E50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F26ED-D904-425A-9219-D215D008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78493-539D-4339-A452-75975FB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88C38-1863-4A71-9385-6BA45BE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0E31E-423F-4BD7-9A50-59000D54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79913-C36A-434E-AEE3-6BFC839F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DE1BB-2985-4D56-A072-9A1984D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C854-FB2C-43EE-B1CC-CF43A0AD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41018-3DFC-4E61-985A-905B08C2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6C747-88E5-4C2B-AD1E-75505AB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7965-E00D-4948-8153-664B5FF0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74F59-3FBF-4343-91F6-A5A29C50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55F3A-FAF9-494B-8976-B2A2664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388969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B95E-2292-4100-91F4-BED71DE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A5FB8-9917-4B26-AB0E-0588651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A1AAD-8FE2-4836-BCBE-556EABA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A601-3A75-441C-8ED9-48779257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EE58-1017-483A-B46F-712D75C4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9E143-7EDB-47C0-8635-618C5969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0DBA9-BFFA-4052-93C9-051B920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4CED2-05AD-4B9C-8284-C36746B0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4AA05-A369-41D0-AFFE-F51B6DC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42898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CF7D0-BE9E-4101-8A93-2460C93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AAB99-71E4-462D-BE12-0360D6BE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5CE48-D017-4D17-9061-BF982E3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8C3E0-A0AA-4E02-8359-04E5EFF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E0E40-BAF6-43EA-BD4F-71C5E9A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ຄ ೕยಃ (ತರತಮ) , ๸ී ಧ ๰ ಚಕ, ವ๯ ౨ ๰ ಚಕ ಪ౳ತ౲ಯಗำ ಮൡ ౨ ඛ๤උ ಥბಕ ಪದಗಳ ಬಳಃ- Comparitive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Relationship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Identification and Negation 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07077-58BB-4544-A4EF-4F7A5DE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49CD8-47EB-4958-A0CD-8CB39F8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995B-566E-41B4-96AD-B0732AF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AC5A2-EABF-4240-A156-DBFE2804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449828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E732B-1756-4375-ADB3-22F3550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B893-8331-4197-8985-7253C77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CFDAD-9952-43C9-8243-65356C0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59226-7D50-4F58-BB61-ABDF5BC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608FC-D25B-43E1-B65E-05B5D32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69884-610C-4CFF-9C7B-9CC9CA4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FC679-5660-4E21-8D8E-E09C114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7F30B-0C6A-494F-98EE-DD0626AE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F824E-54A6-4884-81A6-3926CEE3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E37F2-7E7F-4126-8C9C-FC831539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ಅಪ౭ ൕ / ಒඪ౭ ಡ, ඛඃბ ಶನ, ඲ ౳ೕ൞ ౺ಹ ಮൡ ಒ൞ ౨ಯ ಆಥბง ಪ ಪದಗำ ಮൡ ౨ ฿ ಕ౲ಗำ Permission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A80DD-5BD3-459D-BADB-B6E29280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D2DB0-898A-4747-8778-6F376F4A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00B3-BF6C-4510-B7C9-58F7B85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Commands, encouraging and Urging words (Imperative words and sentences)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2296F-34F4-476F-921E-B544AFEA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FD18B-3C49-428D-A171-DBBFC29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CB919-FF3E-4B61-83E4-942E9B1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๬෥ ನ౲ ๸ූ ಷൕ ಗಳย ౵ ൽ౷ ൟೕಯ เ ಭ౾ ౨ ಪ౳ತ౲ಯಗำ ಮൡ ౨ ๸ ಭವඛ ೕಯ ಪ౳ ౽ರಗำ Accusative Cases and Potential Fo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A5D72-FDA2-46A3-9CA1-4DFA7CB2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F7517-A8AC-42F8-8209-BA474632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E3F94-418D-4B48-93BE-5FB1387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"ಇฆ ಮൡ ౨ ಇರಲ౵" ಸ๻ ಯಕ ౾ ౳ ෴ಪದಗำ , ๸ූ ವ౲ ๰ ಚಕ ಮൡ ౨ ඛ๤උ ಥბಕ ౾ ౳ ෴ ಪದಗำ - Helping Verbs "iru and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016F9-7CF1-4FCE-977A-C552B40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E00DE-EC46-4B47-A446-70F61E1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5D3AE-C4EE-4EE5-8993-679A0B2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Corresponding Future and Negation Verbs 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7384A-54E5-44B3-8EAB-DF8361D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49312-D910-4CDB-895F-2091E77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19DBB-D780-48AD-81A8-8C98AEFF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ຄ ೕยಃ (ತರತಮ) , ๸ී ಧ ๰ ಚಕ, ವ๯ ౨ ๰ ಚಕ ಪ౳ತ౲ಯಗำ ಮൡ ౨ ඛ๤උ ಥბಕ ಪದಗಳ ಬಳಃ- Comparitive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F6A1E-E10E-4A9A-886B-583AA96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A2DDB-5FD8-4434-A6F1-A52C3B5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B38BD-4A34-4F50-839F-3129C84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9CD60-7FFC-4C04-8D4F-4DF95E37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361108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9A6E4-042B-40BF-A2FD-1669C33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DA0CF-3141-4E18-9261-0AC39B3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615FA-C097-4D0E-8C46-8E397CD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0DE4F-7EB7-4ED3-8877-18783E1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pedagogy, Permission, Commands, encouraging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EF3EB-8D47-47C4-B4ED-3047BF0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033A6-3199-4E77-90BE-8C75BA92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1E545-56C7-4C70-ACEA-FCE34E75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3CAA5-C4D6-4E3A-9EDB-6A1B8DB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030691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2026-08-24T06:38:49.9440000Z</dcterms:created>
  <dcterms:modified xsi:type="dcterms:W3CDTF">2026-08-24T06:38:49.9440000Z</dcterms:modified>
</coreProperties>
</file>