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fdec5b16f449ad" /><Relationship Type="http://schemas.openxmlformats.org/officeDocument/2006/relationships/extended-properties" Target="/docProps/app.xml" Id="Rbd9b72cd0bea4834" /><Relationship Type="http://schemas.openxmlformats.org/officeDocument/2006/relationships/officeDocument" Target="/ppt/presentation.xml" Id="R3e7fec73edf8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0d0de8fa740ba"/>
  </p:sldMasterIdLst>
  <p:notesMasterIdLst>
    <p:notesMasterId xmlns:r="http://schemas.openxmlformats.org/officeDocument/2006/relationships" r:id="R2c02cada709b470f"/>
  </p:notesMasterIdLst>
  <p:sldIdLst>
    <p:sldId xmlns:r="http://schemas.openxmlformats.org/officeDocument/2006/relationships" id="256" r:id="Rf18ca4d5fecf44f0"/>
    <p:sldId xmlns:r="http://schemas.openxmlformats.org/officeDocument/2006/relationships" id="257" r:id="Re3376ecbffd64701"/>
    <p:sldId xmlns:r="http://schemas.openxmlformats.org/officeDocument/2006/relationships" id="258" r:id="Rb9551862528a47ce"/>
    <p:sldId xmlns:r="http://schemas.openxmlformats.org/officeDocument/2006/relationships" id="259" r:id="R9b82086deade43e7"/>
    <p:sldId xmlns:r="http://schemas.openxmlformats.org/officeDocument/2006/relationships" id="260" r:id="R2f2c0897a3bc4f4e"/>
    <p:sldId xmlns:r="http://schemas.openxmlformats.org/officeDocument/2006/relationships" id="261" r:id="Rc78e7a2590614158"/>
    <p:sldId xmlns:r="http://schemas.openxmlformats.org/officeDocument/2006/relationships" id="262" r:id="R839e3ec095114aae"/>
    <p:sldId xmlns:r="http://schemas.openxmlformats.org/officeDocument/2006/relationships" id="263" r:id="R5acc3aeec9194439"/>
    <p:sldId xmlns:r="http://schemas.openxmlformats.org/officeDocument/2006/relationships" id="264" r:id="Ra032904bde8846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60d06e9a544976" /><Relationship Type="http://schemas.openxmlformats.org/officeDocument/2006/relationships/slideMaster" Target="/ppt/slideMasters/slideMaster1.xml" Id="Rca20d0de8fa740ba" /><Relationship Type="http://schemas.openxmlformats.org/officeDocument/2006/relationships/notesMaster" Target="/ppt/notesMasters/notesMaster1.xml" Id="R2c02cada709b470f" /><Relationship Type="http://schemas.openxmlformats.org/officeDocument/2006/relationships/presProps" Target="/ppt/presProps.xml" Id="R0f9a14e27d7c437f" /><Relationship Type="http://schemas.openxmlformats.org/officeDocument/2006/relationships/tableStyles" Target="/ppt/tableStyles.xml" Id="Ra7e922ddddcd4a35" /><Relationship Type="http://schemas.openxmlformats.org/officeDocument/2006/relationships/slide" Target="/ppt/slides/slide1.xml" Id="Rf18ca4d5fecf44f0" /><Relationship Type="http://schemas.openxmlformats.org/officeDocument/2006/relationships/slide" Target="/ppt/slides/slide2.xml" Id="Re3376ecbffd64701" /><Relationship Type="http://schemas.openxmlformats.org/officeDocument/2006/relationships/slide" Target="/ppt/slides/slide3.xml" Id="Rb9551862528a47ce" /><Relationship Type="http://schemas.openxmlformats.org/officeDocument/2006/relationships/slide" Target="/ppt/slides/slide4.xml" Id="R9b82086deade43e7" /><Relationship Type="http://schemas.openxmlformats.org/officeDocument/2006/relationships/slide" Target="/ppt/slides/slide5.xml" Id="R2f2c0897a3bc4f4e" /><Relationship Type="http://schemas.openxmlformats.org/officeDocument/2006/relationships/slide" Target="/ppt/slides/slide6.xml" Id="Rc78e7a2590614158" /><Relationship Type="http://schemas.openxmlformats.org/officeDocument/2006/relationships/slide" Target="/ppt/slides/slide7.xml" Id="R839e3ec095114aae" /><Relationship Type="http://schemas.openxmlformats.org/officeDocument/2006/relationships/slide" Target="/ppt/slides/slide8.xml" Id="R5acc3aeec9194439" /><Relationship Type="http://schemas.openxmlformats.org/officeDocument/2006/relationships/slide" Target="/ppt/slides/slide9.xml" Id="Ra032904bde8846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18cf3d73544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8e5b635724803" /><Relationship Type="http://schemas.openxmlformats.org/officeDocument/2006/relationships/notesMaster" Target="/ppt/notesMasters/notesMaster1.xml" Id="Re5c032d026fc44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79a31bace24963" /><Relationship Type="http://schemas.openxmlformats.org/officeDocument/2006/relationships/notesMaster" Target="/ppt/notesMasters/notesMaster1.xml" Id="R57609486d3c447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071f44ccea447c" /><Relationship Type="http://schemas.openxmlformats.org/officeDocument/2006/relationships/notesMaster" Target="/ppt/notesMasters/notesMaster1.xml" Id="Ra25be7511f8344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04e67005964250" /><Relationship Type="http://schemas.openxmlformats.org/officeDocument/2006/relationships/notesMaster" Target="/ppt/notesMasters/notesMaster1.xml" Id="Re1bc0b7c83cb44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e769f18ea54f1c" /><Relationship Type="http://schemas.openxmlformats.org/officeDocument/2006/relationships/notesMaster" Target="/ppt/notesMasters/notesMaster1.xml" Id="R041785a8832548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1362df01a4475a" /><Relationship Type="http://schemas.openxmlformats.org/officeDocument/2006/relationships/notesMaster" Target="/ppt/notesMasters/notesMaster1.xml" Id="Re832ccb36ad74c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2db41ec62463e" /><Relationship Type="http://schemas.openxmlformats.org/officeDocument/2006/relationships/notesMaster" Target="/ppt/notesMasters/notesMaster1.xml" Id="R52b947e8a25641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ad436cc25644bc" /><Relationship Type="http://schemas.openxmlformats.org/officeDocument/2006/relationships/notesMaster" Target="/ppt/notesMasters/notesMaster1.xml" Id="R32a471f284714d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4e4f3da8304b41" /><Relationship Type="http://schemas.openxmlformats.org/officeDocument/2006/relationships/notesMaster" Target="/ppt/notesMasters/notesMaster1.xml" Id="Rf98a8379be7a43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0fdeeabc54f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a9f42b823c435d" /><Relationship Type="http://schemas.openxmlformats.org/officeDocument/2006/relationships/slideLayout" Target="/ppt/slideLayouts/slideLayout1.xml" Id="R732ca1c9989043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2ca1c9989043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dc3cfa3f74bee" /><Relationship Type="http://schemas.openxmlformats.org/officeDocument/2006/relationships/notesSlide" Target="/ppt/notesSlides/notesSlide1.xml" Id="Re3de75d27c944c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90b4e4ab41cd" /><Relationship Type="http://schemas.openxmlformats.org/officeDocument/2006/relationships/notesSlide" Target="/ppt/notesSlides/notesSlide2.xml" Id="Rf95f5b0281c94f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b1f9d2c2a4e28" /><Relationship Type="http://schemas.openxmlformats.org/officeDocument/2006/relationships/notesSlide" Target="/ppt/notesSlides/notesSlide3.xml" Id="R6e341c71f6e641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848bcb2f84c5b" /><Relationship Type="http://schemas.openxmlformats.org/officeDocument/2006/relationships/notesSlide" Target="/ppt/notesSlides/notesSlide4.xml" Id="R85a2468da2d240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c8cd132d7459c" /><Relationship Type="http://schemas.openxmlformats.org/officeDocument/2006/relationships/notesSlide" Target="/ppt/notesSlides/notesSlide5.xml" Id="R8399108822924c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d557f83b049a9" /><Relationship Type="http://schemas.openxmlformats.org/officeDocument/2006/relationships/notesSlide" Target="/ppt/notesSlides/notesSlide6.xml" Id="R785e71344d6540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5fa58f92446bd" /><Relationship Type="http://schemas.openxmlformats.org/officeDocument/2006/relationships/notesSlide" Target="/ppt/notesSlides/notesSlide7.xml" Id="R4dd2b2514f2748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76730100e46cc" /><Relationship Type="http://schemas.openxmlformats.org/officeDocument/2006/relationships/notesSlide" Target="/ppt/notesSlides/notesSlide8.xml" Id="R16f5034366e54d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913d57f824130" /><Relationship Type="http://schemas.openxmlformats.org/officeDocument/2006/relationships/notesSlide" Target="/ppt/notesSlides/notesSlide9.xml" Id="R709ea96bd3254d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A4B83-379A-44A3-AE89-5ABC9E9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880E1-96C2-4971-AB27-C1CD42D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DAF06-EA92-48EA-BD94-37850C18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5A3D3-938F-4C70-B90A-BBF1CC2B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48C09-8563-4551-AE4B-9D49BBB8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70A91-E1B4-497D-ABD2-7B2E7B33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C5289-1B02-4F14-8C4F-E448471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BBA96-A509-46D8-B623-52EEA74E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EC402-513B-4849-AF7C-FEFA9910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69483-0743-46AA-800E-2735B450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D2C72-294E-4CFC-8460-AEDF47B0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054D2-95C3-473B-9FAF-90A21819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1F8EB-F809-4192-924A-9D746FB8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56B7F-B6D4-4E43-BA5B-D69F6596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22045-0540-460A-89BD-7F741845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3213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C1DDF-84AC-4BCA-B50C-5A7F96DF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B6AB6-83C3-47C8-9FF6-5964126F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EA417-3B9C-400D-A19F-ED061869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0F7A6-A043-4778-AE27-B46501A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8A9D2-1547-405F-BCB4-A8395858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2D93C-9900-4D88-B5AB-51043290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EC08F-CBEC-42CF-9F18-849219FA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3E28C-6162-422B-9067-E6C98D2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90FF5-AFB1-407D-A281-6BA42C81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399A6-BE76-4980-B308-E798D13C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11A41-8E42-4958-9CD0-6FBAFA9F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F5AFE-538F-481B-8BFB-D83B0186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EC4CB-52EA-47FD-81DF-8B93BD07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ක ಮಪದಗಳ ๸ීඋ ಥბಕ ง ಪಗำ , ๸ඃ๻ ಸ౭ದ ಪ౳ ๔ ౬ಗำ ಮൡ ౨ ๸ී ಧ฿ ಚಕ ක ಮಪದಗำ - Possessive forms of nouns, dubitive question and Relative nouns 2.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ಞ ಣ, ಪค෥ ಣ ಮൡ ౨ ವಣბಬಣ౧ เ๕ ಷಣಗำ , ๸ಌ౲ ฿ ಚಕಗำ Qualitative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Quantitative and Colour Adjectives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Numerals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2A149-07A2-496F-B6D4-47587EC8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C0B21-978F-4A81-8E3B-BEDEA2C3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976741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8A6F5-7BBF-454D-9120-4E83F7E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38701-9092-4B9D-8E85-ACD45672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0802C-FCDC-40F9-B336-273D4C2C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437C8-9431-48DA-97F8-E7C730A4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56730-9036-4E0F-9DA9-B5F9FFA9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Possessive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9F596-D0B7-45F1-8E26-D51D13B8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2189A-FA9D-43EE-84DF-E1E31425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nouns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8F34F-7ED4-46A5-8D2A-8383AF49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dubitive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0297B-AD14-4501-91C3-BAAD6A9C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03D3C-5A9F-4C3A-8606-946484E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PÁgÀPÀ gÀÆ¥ÀUÀ¼ÀÄ ªÀÄvÀÄÛ «¨sÀQÛ ¥ÀævÀåAiÀÄUÀ¼ÀÄ -¸À¥ÀÛ«Ä «¨sÀQÛ ¥ÀævÀåAiÀÄ - (D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C°è) -Predictive Forms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Locative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18025-C27A-4C3F-A19D-20CEE9D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8B14F-5C8B-4C3F-A4FA-89C59671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630772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99FF5-0F59-404D-8F8A-42777C0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2CF07-3482-49A9-8B0F-AEA951A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99280-B8CE-4099-8C0D-3DE6CA1B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8936E-8F0D-425F-8E49-F5F8626A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ක ಮಪದಗಳ ๸ීඋ ಥბಕ ง ಪಗำ , ๸ඃ๻ ಸ౭ದ ಪ౳ ๔ ౬ಗำ ಮൡ ౨ ๸ී ಧ฿ ಚಕ ක ಮಪದಗำ - Possessive forms of nouns, dubitive questi...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ಞ ಣ, ಪค෥ ಣ ಮൡ ౨ ವಣბಬಣ౧ เ๕ ಷಣಗำ , ๸ಌ౲ ฿ ಚಕಗำ Qualitative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Quantitative and Colour Adjectives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Numerals 3.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PÁgÀPÀ gÀÆ¥ÀUÀ¼ÀÄ ªÀÄvÀÄÛ «¨sÀQÛ ¥ÀævÀåAiÀÄUÀ¼ÀÄ -¸À¥ÀÛ«Ä «¨sÀQÛ ¥ÀævÀåAiÀÄ - (D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4C036-7A6D-482D-9E62-7AAD4508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AA92F-7923-4C73-847A-62E9311D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67029-E1C8-4711-A0A5-7ADD45EC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C32CD-5DA1-4874-BC82-08730F55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E859B-16A9-4A03-9150-932D8AD0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BE91-D8F4-4BC7-9DE7-56284EAD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D7525-F1B8-4D5A-B7E5-E1559148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83665-62B2-44D5-A980-2C11783A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55A11-C1E5-4619-BFC2-B018B6C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00B00-3E2F-497D-9723-1B2CF6B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32361-6681-4B9C-BE08-E486213F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B2EDE-8302-44AD-BECF-78F39918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1DAF0-CF9E-429C-A533-1376D6C2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C9E63-5A8C-41E9-8863-EFD339E1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572349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A7D15-84E4-42A6-BCCC-A3FE2EE8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D86B4-F082-4C22-8DDA-1007B9C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C6791-FFC8-4F2B-BA82-54E1FBE1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95627-8577-40AE-A86F-15723B6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3412F-645D-4690-AF8F-4F75A076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2357-6E10-41DD-904D-B48FC4BA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334C3-0D85-4CDC-A508-EC60EFDA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43F3C-1DB8-4459-9759-D19B8DBD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D6A5C-A518-43B7-A730-4494DCE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788C2-81F7-4620-A128-1A8EE127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3792C-74DF-4E42-85DA-D9B21C19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4B0F4-E1CA-4085-9A53-402E7AD3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AD1A6-2FB8-4C10-A555-F37A9565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62229-B02E-4ECE-862C-83447FD9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326B7-C8D6-49D0-ABAA-B855FECF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299201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091FC-3006-46FD-9A14-99E452F5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024AA-0C38-4BF8-8A1C-8A43EBAA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C1E54-76EC-403D-A76F-C3BC2F6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CEE84-D3F6-4280-BF25-5E69C6AD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423F3-79AE-4C96-92F3-9A77A5D4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C2CA5-6748-4349-85D9-433CE63D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1C186-40CB-4A5B-B186-9A433CE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CC2AF-C27A-4455-B424-71942D4E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D2BC9-0D60-491E-A23E-059EED2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486233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7DF4F-97B0-465F-954A-DC8F771E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9A0C4-04D2-43B4-B535-D63E60FB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C0DEE-A230-4BC6-9054-46A91E60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D593E-7D8C-46BC-A24D-9716B260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EEEF7-8886-4024-92F7-A39E907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C°è) -Predictive Forms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Locative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ABA6F-8400-4760-BC03-600FCE21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87C95-C9C2-4561-A9E4-CDA27B1B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B3C3C-F053-4001-AA7D-3B153692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AC804-2DA2-477D-A142-41A40542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371914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543028-406D-46A3-A5A8-B46ECF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680A9-CCBA-4FB2-949E-792994A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C0E1E-D548-408D-8BA5-53B3F44A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34937-892F-40B5-8AF2-1F264366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0816C-CACD-4243-9C5D-58E45F0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91414-93B0-48BB-A948-116AF6B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0C0DA-F4A6-48FB-BAB0-F759CD7C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A651-C86A-4389-9F39-EBBF411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246EA-9DF8-4B59-A0D6-A3D4E509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4DF02-A991-434B-8D79-9717EBE9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ක ಮಪದಗಳ ๸ීඋ ಥბಕ ง ಪಗำ , ๸ඃ๻ ಸ౭ದ ಪ౳ ๔ ౬ಗำ ಮൡ ౨ ๸ී ಧ฿ ಚಕ ක ಮಪದಗำ - Possessive forms of nouns, dub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56576-075E-4C52-B602-51FF9288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26A8A-5B95-40B8-9047-1F1FD40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3A9A7-99FB-4332-AAE9-23D2F39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ಞ ಣ, ಪค෥ ಣ ಮൡ ౨ ವಣბಬಣ౧ เ๕ ಷಣಗำ , ๸ಌ౲ ฿ ಚಕಗำ Qualitative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C5654-9CF0-4810-8A9E-284AE2D6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D60E0-8ECE-4276-8622-AB515BB2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B8F44-0CD8-42F8-A2DB-79A3312A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Quantitative and Colour Adjectives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77F4D-97F1-4DE6-9C59-687722C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63B15-4BAE-466E-9817-0B98CF02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73113-C76E-4B5A-8C57-40DAFF6C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Numerals 3.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6B0C5-92B4-4A13-8A0C-412FB54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935DA-3233-4C47-B380-EB5264BD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F9575-58CC-4908-9D18-D9349388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PÁgÀPÀ gÀÆ¥ÀUÀ¼ÀÄ ªÀÄvÀÄÛ «¨sÀQÛ ¥ÀævÀåAiÀÄUÀ¼ÀÄ -¸À¥ÀÛ«Ä «¨sÀQÛ ¥ÀævÀåAiÀÄ - (D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DF4C5-7140-4C00-9446-C03D778F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FB2D7-E1D0-4A5C-B0CC-29F8E4A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947D5-1812-4F74-829A-2B16721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C°è) -Predictive Forms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48B5E-5447-4AB9-A5FF-6562A1FD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70E058-929D-4279-A47F-1BB7B06C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5596D-7AE2-4AAB-B117-6210235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AB655-B4E6-4C4A-A3BE-0D9E6102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567216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C05DD-D8F3-46DF-AD84-D133239E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BBDD8-67E7-4D93-9F45-23D2BF49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250E6-6B6B-46DE-BDEF-272FCFFC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705D3-1F58-4B48-994E-89DF0655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pedagogy, Possessive, forms, nouns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480B7-346E-47D2-B2DF-A493744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148DE-3D13-4A68-B998-C16D176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EABAB-BA28-46A5-8FA4-FB5329B4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CE12A-D63D-4F42-A318-99ACEB9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551507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2026-08-24T06:38:49.8330000Z</dcterms:created>
  <dcterms:modified xsi:type="dcterms:W3CDTF">2026-08-24T06:38:49.8330000Z</dcterms:modified>
</coreProperties>
</file>