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f3c124b474c5d" /><Relationship Type="http://schemas.openxmlformats.org/officeDocument/2006/relationships/extended-properties" Target="/docProps/app.xml" Id="R332983c4db2f4d41" /><Relationship Type="http://schemas.openxmlformats.org/officeDocument/2006/relationships/officeDocument" Target="/ppt/presentation.xml" Id="R4a94e22ca779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e762afd484457"/>
  </p:sldMasterIdLst>
  <p:notesMasterIdLst>
    <p:notesMasterId xmlns:r="http://schemas.openxmlformats.org/officeDocument/2006/relationships" r:id="Rfdf3a474e3c3472a"/>
  </p:notesMasterIdLst>
  <p:sldIdLst>
    <p:sldId xmlns:r="http://schemas.openxmlformats.org/officeDocument/2006/relationships" id="256" r:id="Rdc9bfe3b2ba54473"/>
    <p:sldId xmlns:r="http://schemas.openxmlformats.org/officeDocument/2006/relationships" id="257" r:id="Rcca9ea5985fc477b"/>
    <p:sldId xmlns:r="http://schemas.openxmlformats.org/officeDocument/2006/relationships" id="258" r:id="R55d0ed6b6b99406e"/>
    <p:sldId xmlns:r="http://schemas.openxmlformats.org/officeDocument/2006/relationships" id="259" r:id="R02fbd01abe27419b"/>
    <p:sldId xmlns:r="http://schemas.openxmlformats.org/officeDocument/2006/relationships" id="260" r:id="Rf404625427ad40f6"/>
    <p:sldId xmlns:r="http://schemas.openxmlformats.org/officeDocument/2006/relationships" id="261" r:id="R596e803141104553"/>
    <p:sldId xmlns:r="http://schemas.openxmlformats.org/officeDocument/2006/relationships" id="262" r:id="R8270ff41b27948de"/>
    <p:sldId xmlns:r="http://schemas.openxmlformats.org/officeDocument/2006/relationships" id="263" r:id="Re1f1892add514108"/>
    <p:sldId xmlns:r="http://schemas.openxmlformats.org/officeDocument/2006/relationships" id="264" r:id="R960b704cd15141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03f3b40e0481d" /><Relationship Type="http://schemas.openxmlformats.org/officeDocument/2006/relationships/slideMaster" Target="/ppt/slideMasters/slideMaster1.xml" Id="R817e762afd484457" /><Relationship Type="http://schemas.openxmlformats.org/officeDocument/2006/relationships/notesMaster" Target="/ppt/notesMasters/notesMaster1.xml" Id="Rfdf3a474e3c3472a" /><Relationship Type="http://schemas.openxmlformats.org/officeDocument/2006/relationships/presProps" Target="/ppt/presProps.xml" Id="Rb4e5cb2f240a4427" /><Relationship Type="http://schemas.openxmlformats.org/officeDocument/2006/relationships/tableStyles" Target="/ppt/tableStyles.xml" Id="R33cceb96ec88490d" /><Relationship Type="http://schemas.openxmlformats.org/officeDocument/2006/relationships/slide" Target="/ppt/slides/slide1.xml" Id="Rdc9bfe3b2ba54473" /><Relationship Type="http://schemas.openxmlformats.org/officeDocument/2006/relationships/slide" Target="/ppt/slides/slide2.xml" Id="Rcca9ea5985fc477b" /><Relationship Type="http://schemas.openxmlformats.org/officeDocument/2006/relationships/slide" Target="/ppt/slides/slide3.xml" Id="R55d0ed6b6b99406e" /><Relationship Type="http://schemas.openxmlformats.org/officeDocument/2006/relationships/slide" Target="/ppt/slides/slide4.xml" Id="R02fbd01abe27419b" /><Relationship Type="http://schemas.openxmlformats.org/officeDocument/2006/relationships/slide" Target="/ppt/slides/slide5.xml" Id="Rf404625427ad40f6" /><Relationship Type="http://schemas.openxmlformats.org/officeDocument/2006/relationships/slide" Target="/ppt/slides/slide6.xml" Id="R596e803141104553" /><Relationship Type="http://schemas.openxmlformats.org/officeDocument/2006/relationships/slide" Target="/ppt/slides/slide7.xml" Id="R8270ff41b27948de" /><Relationship Type="http://schemas.openxmlformats.org/officeDocument/2006/relationships/slide" Target="/ppt/slides/slide8.xml" Id="Re1f1892add514108" /><Relationship Type="http://schemas.openxmlformats.org/officeDocument/2006/relationships/slide" Target="/ppt/slides/slide9.xml" Id="R960b704cd15141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88cdf58039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9ad47a95044cc" /><Relationship Type="http://schemas.openxmlformats.org/officeDocument/2006/relationships/notesMaster" Target="/ppt/notesMasters/notesMaster1.xml" Id="R922ff5e54811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c1d46c61304ed2" /><Relationship Type="http://schemas.openxmlformats.org/officeDocument/2006/relationships/notesMaster" Target="/ppt/notesMasters/notesMaster1.xml" Id="Re61074a28089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b46a38e6b49b6" /><Relationship Type="http://schemas.openxmlformats.org/officeDocument/2006/relationships/notesMaster" Target="/ppt/notesMasters/notesMaster1.xml" Id="R218e97af55064b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146cf774a46d9" /><Relationship Type="http://schemas.openxmlformats.org/officeDocument/2006/relationships/notesMaster" Target="/ppt/notesMasters/notesMaster1.xml" Id="Rcdbe6cc07d6f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6817204a884e95" /><Relationship Type="http://schemas.openxmlformats.org/officeDocument/2006/relationships/notesMaster" Target="/ppt/notesMasters/notesMaster1.xml" Id="Rd42f3eee358c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dd5005b38341b2" /><Relationship Type="http://schemas.openxmlformats.org/officeDocument/2006/relationships/notesMaster" Target="/ppt/notesMasters/notesMaster1.xml" Id="R2c801525124d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2099280fe3422b" /><Relationship Type="http://schemas.openxmlformats.org/officeDocument/2006/relationships/notesMaster" Target="/ppt/notesMasters/notesMaster1.xml" Id="Rfaa3a22b76e449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5a111863ca49c1" /><Relationship Type="http://schemas.openxmlformats.org/officeDocument/2006/relationships/notesMaster" Target="/ppt/notesMasters/notesMaster1.xml" Id="R729324a32eb344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f42c379d554ae9" /><Relationship Type="http://schemas.openxmlformats.org/officeDocument/2006/relationships/notesMaster" Target="/ppt/notesMasters/notesMaster1.xml" Id="Rd096640a8f7b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4e7a1f23f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7611154374302" /><Relationship Type="http://schemas.openxmlformats.org/officeDocument/2006/relationships/slideLayout" Target="/ppt/slideLayouts/slideLayout1.xml" Id="R1d1f82a757d6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1f82a757d6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4dddccc774220" /><Relationship Type="http://schemas.openxmlformats.org/officeDocument/2006/relationships/notesSlide" Target="/ppt/notesSlides/notesSlide1.xml" Id="Rde03acfed98f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d18d68ec04bf3" /><Relationship Type="http://schemas.openxmlformats.org/officeDocument/2006/relationships/notesSlide" Target="/ppt/notesSlides/notesSlide2.xml" Id="Rc0ab4b36e85040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1b3b358e14634" /><Relationship Type="http://schemas.openxmlformats.org/officeDocument/2006/relationships/notesSlide" Target="/ppt/notesSlides/notesSlide3.xml" Id="R39f997416fd040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ce79bd8ac4ed8" /><Relationship Type="http://schemas.openxmlformats.org/officeDocument/2006/relationships/notesSlide" Target="/ppt/notesSlides/notesSlide4.xml" Id="R5b532ddb89be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0d2f0423a488c" /><Relationship Type="http://schemas.openxmlformats.org/officeDocument/2006/relationships/notesSlide" Target="/ppt/notesSlides/notesSlide5.xml" Id="Rb59596ed8ea549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6856367094ab4" /><Relationship Type="http://schemas.openxmlformats.org/officeDocument/2006/relationships/notesSlide" Target="/ppt/notesSlides/notesSlide6.xml" Id="Rbe476de05c014e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ee41dfeff4642" /><Relationship Type="http://schemas.openxmlformats.org/officeDocument/2006/relationships/notesSlide" Target="/ppt/notesSlides/notesSlide7.xml" Id="R7545579b06d14f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8bdea5a9d4616" /><Relationship Type="http://schemas.openxmlformats.org/officeDocument/2006/relationships/notesSlide" Target="/ppt/notesSlides/notesSlide8.xml" Id="Re677cf2a397c40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cab56fb3b415e" /><Relationship Type="http://schemas.openxmlformats.org/officeDocument/2006/relationships/notesSlide" Target="/ppt/notesSlides/notesSlide9.xml" Id="R5cc66dd4597d40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2F27B-0916-4B27-9FF5-DAD1BC28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6894B-8652-4661-8328-1233BA24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6A9CF-3D38-49E5-9F92-4792C77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E889C-58C6-4F0F-B108-ACEA3B8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D7F7F-06D4-4078-9F46-36E85A4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E32E3-667F-44E7-A044-9407A26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04187-7596-4914-A677-8169A7CC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649CA-A6B3-48CB-98A3-46961DD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B1F80-97DC-4A0B-AD56-666CA378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F5B65-5740-4221-8221-90DD694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B97CC-446F-4114-BA82-67DC01BC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C64C8-0826-4E7D-9C80-C41532AA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FED7C-B4D8-41C1-AD1A-82D5FDE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FA0D9-3485-4356-A957-6F321D59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E9C3B-944C-41E0-9D20-0DF94706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316148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CFAB9-B558-463E-86D6-4B63E76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A29C1-01D8-406B-A2BE-48929A11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B8373-5D31-48B0-93CC-B17AA01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819D8-AE28-46BA-8C93-C64F6E4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2EE64-9C2C-4DD2-B896-EA48A20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461E8-803E-4120-B7C2-4034B52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4BFD3-CEEE-4D7F-9608-6CFA07D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635F-F1C8-404E-9098-B749B2C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45478-B849-4CE6-854B-C7D2A04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CD053-7C2B-4BD6-9E3C-8BED03C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05875-327B-4C2C-915E-CC8A332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E32C4-10DB-4CB3-9DEF-37EB67E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F7B33-56B4-4FA2-B2E7-2F671825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ZÀvÀÄyð «¨sÀQÛ ¥ÀævÀåAiÀÄzÀ §¼ÀPÉ ªÀÄvÀÄÛ ¸ÀASÁåªÁZÀPÀUÀ¼ÀÄ - Dative Cases, and Numerals 2.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¸ÀASÁåUÀÄtªÁZÀPÀUÀ¼ÀÄ ªÀÄvÀÄÛ §ºÀÄªÀZÀ£À £ÁªÀÄgÀÆ¥ÀUÀ¼ÀÄ -Ordinal numerals and Plural markers 3.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£ÀÆå£À/¤µÉÃzsÁxÀðPÀ QæAiÀiÁ¥ÀzÀUÀ¼ÀÄ &amp; ªÀtð UÀÄtªÁZÀPÀUÀ¼ÀÄ -Defective/Negative Verbs &amp; Colour Adjectives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DB4FA-98EF-4AF4-BE7C-9F6D241C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0780A-0DD6-497D-B82F-06005C6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72965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B69E7-21D5-4F7B-957A-939B2BA4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F54FB-924B-44E6-AEE4-2903A16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933A7-52E3-45F2-AD8E-65212A58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CB07-C6C0-41B1-9530-27420FC8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EB608-5F7F-4D81-B917-1B5990F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9F7E-8DC6-44EC-B79E-A5F9C42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FA8C-3AFB-45AF-9B46-8EA8F8F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1A5C0-669A-4598-A962-FFD410C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9372E-77E0-4532-B1BA-654BD5F7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0F328-37B0-4D0F-906A-DC23E78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93C00-8C19-4C03-8203-DB3B0FE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F2B7C-9916-4916-AFFB-4ABC6FE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963329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D3895-CDFA-4938-A554-0B8EB910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6C492-2B5B-429F-B9DE-9F78280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41FDD-C5F0-455D-B808-5969D3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E76E-F594-49B8-91B5-CDEA6EE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ZÀvÀÄyð «¨sÀQÛ ¥ÀævÀåAiÀÄzÀ §¼ÀPÉ ªÀÄvÀÄÛ ¸ÀASÁåªÁZÀPÀUÀ¼ÀÄ - Dative Cases, and Numerals 2.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¸ÀASÁåUÀÄtªÁZÀPÀUÀ¼ÀÄ ªÀÄvÀÄÛ §ºÀÄªÀZÀ£À £ÁªÀÄgÀÆ¥ÀUÀ¼ÀÄ -Ordinal numerals and Plural markers 3.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£ÀÆå£À/¤µÉÃzsÁxÀðPÀ QæAiÀiÁ¥ÀzÀUÀ¼ÀÄ &amp; ªÀtð UÀÄtªÁZÀPÀUÀ¼ÀÄ -Defective/Negative Verbs &amp; Colour Adjectives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47FBE-E4EF-4453-8AC0-2E9A61ED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FCE94-3476-4ED0-99F3-8877061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2912C-A01E-41F2-9925-BCD861A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07309-4FDF-46F4-A78C-4C9F7E82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38AE-4426-482D-A033-F911F2A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2D9F4-CFCD-4132-9281-E4AE20D4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0347C-F3B6-43C6-93DC-005B262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2AB0E-8D3A-4C81-9DD0-027FB49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10AA1-4BD5-4750-8469-9775B09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8A419-771F-47B5-80E2-2368C24F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8160C-FD0C-4E4A-80BC-811C6FB6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3674F-F36D-4866-87E1-832179D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0ADB6-63A4-4A7C-8FF8-920F107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76589-13F3-4155-BA9C-FA73E11D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304840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7BFCA-5ABF-4B3A-8C17-81C662C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F8C78-21E0-4465-8635-C6A689B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90FBA-4319-4003-A922-58EC1726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58005-F88A-41D3-80E9-E58F6521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2AA9-C92D-416C-95D5-912F97B4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841A5-A6C5-4CFC-8F0F-F999C42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0142C-C41A-4164-8F08-632C83A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98CD6-A776-4068-81A2-462D7A21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297FC-DC0B-4D65-B03B-20AE94A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F4ADC-6B6D-48BD-9214-20BAA05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A7594-9A0C-4348-8983-49162563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33D07-13CA-4DD0-AC36-3F04141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D66D2-707C-452B-8D3B-8E2C796B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A9357-6488-4517-BDAF-69F9205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B0128-C7D5-4621-B5BE-68D8983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549914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F9E4D-F599-4963-BF9F-0026D7C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11037-0EFD-4BC0-A4B0-F0FB78CE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7126E-C97F-4738-BB15-C713C4DD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F2BCE-C88B-4287-9202-23A9943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7A9CA-1FB9-4A7F-96AC-9CCF9DB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51874-742F-4A8B-888D-640A442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1190-1B08-4866-BCA4-410BA62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63C2-7A76-425E-A990-8C1D1083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3B44F-05D9-4CCD-ABFF-A1D991D6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294484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42433-EA09-4608-8F9D-57C2C32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06D80-B069-4A8F-BA79-18669A0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FE179-BA04-472D-AB57-B1D99F59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1488-4B01-49F0-8C04-A44FC9A8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F32E-2564-4180-8B2F-9D5B15F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EDF50-456A-4D4A-9D0A-CFBA527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D72CA-E3AB-4948-B413-79018ED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6C108-BC35-4E6C-9377-194D029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A6C76-58C3-4147-9467-3BB3715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482254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F2177-ED3A-43F1-8D9B-CBF63AC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659C2-657F-46BB-AE7E-8C2379A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54A52-D464-4498-89EE-05349FB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4A7ED-9E0E-417E-86E3-3C69A05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4DFBD-DCAA-45E3-A614-B76ACA2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E3566-EE6A-458D-8D6B-9A663F9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D9716-1C01-4529-AC61-1F31D11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0C336-776B-4C0C-8FA2-08350AB6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572AD-2DB8-4F14-86C6-C1B9D8A4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E26B3-84D4-48AD-8EA2-D5ECB0F5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ZÀvÀÄyð «¨sÀQÛ ¥ÀævÀåAiÀÄzÀ §¼ÀPÉ ªÀÄvÀÄÛ ¸ÀASÁåªÁZÀPÀUÀ¼ÀÄ - Dative Cases, and Numerals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2F7F0-1D48-42EC-9F24-2F523988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11EC-90C2-492C-8CED-77CDC3EA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3C40-0E32-4C87-8FA6-3CEBCBB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¸ÀASÁåUÀÄtªÁZÀPÀUÀ¼ÀÄ ªÀÄvÀÄÛ §ºÀÄªÀZÀ£À £ÁªÀÄgÀÆ¥ÀUÀ¼ÀÄ -Ordinal numerals and Plural markers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9F12A-04F7-4FC4-AD72-8D8F6903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9F040-1E18-4D59-B599-28047DCD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F2D61-C98C-4F26-906C-B603C4E5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£ÀÆå£À/¤µÉÃzsÁxÀðPÀ QæAiÀiÁ¥ÀzÀUÀ¼ÀÄ &amp; ªÀtð UÀÄtªÁZÀPÀUÀ¼ÀÄ -Defective/Negative Verbs &amp; Colour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A9788-B0D4-4586-9D2D-0F431960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1FDEB-0769-45A4-AAA6-A592BD16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1CD39-50F8-489B-ABE5-15CDEBB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0075F-E71A-4C64-95AC-55B7D09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482539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8663-92B3-4C93-84EA-37DA1E1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A2AA-CDA5-4FBC-B939-A7CC33A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70A6B-CD02-41EB-A02D-B4C816BC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FECA7-4CB6-47A0-B387-F603744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pedagogy, Dative, Cases, Numerals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6F903-FF53-45C3-A289-C687CA8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F4E0E-3BA3-4E37-B7F6-5075E80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9004C-B563-427A-BF9E-5418AC6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44D13-7714-41D9-BECD-12B23FF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752010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2026-08-24T06:38:49.8880000Z</dcterms:created>
  <dcterms:modified xsi:type="dcterms:W3CDTF">2026-08-24T06:38:49.8880000Z</dcterms:modified>
</coreProperties>
</file>