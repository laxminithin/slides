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c190eb0aa54bfb" /><Relationship Type="http://schemas.openxmlformats.org/officeDocument/2006/relationships/extended-properties" Target="/docProps/app.xml" Id="Rdf97789a4aff4654" /><Relationship Type="http://schemas.openxmlformats.org/officeDocument/2006/relationships/officeDocument" Target="/ppt/presentation.xml" Id="R9c5548f408f449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90aed7eb57421f"/>
  </p:sldMasterIdLst>
  <p:notesMasterIdLst>
    <p:notesMasterId xmlns:r="http://schemas.openxmlformats.org/officeDocument/2006/relationships" r:id="Ra0d37064995d49da"/>
  </p:notesMasterIdLst>
  <p:sldIdLst>
    <p:sldId xmlns:r="http://schemas.openxmlformats.org/officeDocument/2006/relationships" id="256" r:id="Red48d5b4d3964818"/>
    <p:sldId xmlns:r="http://schemas.openxmlformats.org/officeDocument/2006/relationships" id="257" r:id="R167516f6c57a49fb"/>
    <p:sldId xmlns:r="http://schemas.openxmlformats.org/officeDocument/2006/relationships" id="258" r:id="R149fb49a122e41a4"/>
    <p:sldId xmlns:r="http://schemas.openxmlformats.org/officeDocument/2006/relationships" id="259" r:id="R10360a643efe419a"/>
    <p:sldId xmlns:r="http://schemas.openxmlformats.org/officeDocument/2006/relationships" id="260" r:id="R81df3ae4e8db4ce0"/>
    <p:sldId xmlns:r="http://schemas.openxmlformats.org/officeDocument/2006/relationships" id="261" r:id="R874527015fdc46f1"/>
    <p:sldId xmlns:r="http://schemas.openxmlformats.org/officeDocument/2006/relationships" id="262" r:id="R6be0ab7daf554bcb"/>
    <p:sldId xmlns:r="http://schemas.openxmlformats.org/officeDocument/2006/relationships" id="263" r:id="Rde35c6453f414f7a"/>
    <p:sldId xmlns:r="http://schemas.openxmlformats.org/officeDocument/2006/relationships" id="264" r:id="Rcfb5c79cfeef4e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e836f560564205" /><Relationship Type="http://schemas.openxmlformats.org/officeDocument/2006/relationships/slideMaster" Target="/ppt/slideMasters/slideMaster1.xml" Id="R9590aed7eb57421f" /><Relationship Type="http://schemas.openxmlformats.org/officeDocument/2006/relationships/notesMaster" Target="/ppt/notesMasters/notesMaster1.xml" Id="Ra0d37064995d49da" /><Relationship Type="http://schemas.openxmlformats.org/officeDocument/2006/relationships/presProps" Target="/ppt/presProps.xml" Id="R642d9ac4b3304633" /><Relationship Type="http://schemas.openxmlformats.org/officeDocument/2006/relationships/tableStyles" Target="/ppt/tableStyles.xml" Id="Rd66fcd84e6c94a0a" /><Relationship Type="http://schemas.openxmlformats.org/officeDocument/2006/relationships/slide" Target="/ppt/slides/slide1.xml" Id="Red48d5b4d3964818" /><Relationship Type="http://schemas.openxmlformats.org/officeDocument/2006/relationships/slide" Target="/ppt/slides/slide2.xml" Id="R167516f6c57a49fb" /><Relationship Type="http://schemas.openxmlformats.org/officeDocument/2006/relationships/slide" Target="/ppt/slides/slide3.xml" Id="R149fb49a122e41a4" /><Relationship Type="http://schemas.openxmlformats.org/officeDocument/2006/relationships/slide" Target="/ppt/slides/slide4.xml" Id="R10360a643efe419a" /><Relationship Type="http://schemas.openxmlformats.org/officeDocument/2006/relationships/slide" Target="/ppt/slides/slide5.xml" Id="R81df3ae4e8db4ce0" /><Relationship Type="http://schemas.openxmlformats.org/officeDocument/2006/relationships/slide" Target="/ppt/slides/slide6.xml" Id="R874527015fdc46f1" /><Relationship Type="http://schemas.openxmlformats.org/officeDocument/2006/relationships/slide" Target="/ppt/slides/slide7.xml" Id="R6be0ab7daf554bcb" /><Relationship Type="http://schemas.openxmlformats.org/officeDocument/2006/relationships/slide" Target="/ppt/slides/slide8.xml" Id="Rde35c6453f414f7a" /><Relationship Type="http://schemas.openxmlformats.org/officeDocument/2006/relationships/slide" Target="/ppt/slides/slide9.xml" Id="Rcfb5c79cfeef4e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00916aa37d4b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e5f3bf8ee24eae" /><Relationship Type="http://schemas.openxmlformats.org/officeDocument/2006/relationships/notesMaster" Target="/ppt/notesMasters/notesMaster1.xml" Id="Re64f1c642a2941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ca85925e9f4337" /><Relationship Type="http://schemas.openxmlformats.org/officeDocument/2006/relationships/notesMaster" Target="/ppt/notesMasters/notesMaster1.xml" Id="Rbc49e388b1e647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8473d0caec46e0" /><Relationship Type="http://schemas.openxmlformats.org/officeDocument/2006/relationships/notesMaster" Target="/ppt/notesMasters/notesMaster1.xml" Id="R0fd397ac20ad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bffe33edd14035" /><Relationship Type="http://schemas.openxmlformats.org/officeDocument/2006/relationships/notesMaster" Target="/ppt/notesMasters/notesMaster1.xml" Id="Rb5072bc0e20740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5c38461b6545d2" /><Relationship Type="http://schemas.openxmlformats.org/officeDocument/2006/relationships/notesMaster" Target="/ppt/notesMasters/notesMaster1.xml" Id="Rbaa19604955f48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78296770d847ee" /><Relationship Type="http://schemas.openxmlformats.org/officeDocument/2006/relationships/notesMaster" Target="/ppt/notesMasters/notesMaster1.xml" Id="R18b66894d9d347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7a7a0e424f4cfb" /><Relationship Type="http://schemas.openxmlformats.org/officeDocument/2006/relationships/notesMaster" Target="/ppt/notesMasters/notesMaster1.xml" Id="R3a4adbf95b9a43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ec41c357c24845" /><Relationship Type="http://schemas.openxmlformats.org/officeDocument/2006/relationships/notesMaster" Target="/ppt/notesMasters/notesMaster1.xml" Id="R4a35d0a5abbd4e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0a848a259e4146" /><Relationship Type="http://schemas.openxmlformats.org/officeDocument/2006/relationships/notesMaster" Target="/ppt/notesMasters/notesMaster1.xml" Id="Rab6e577d530a45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fa8e516a945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1a3eb8b3264078" /><Relationship Type="http://schemas.openxmlformats.org/officeDocument/2006/relationships/slideLayout" Target="/ppt/slideLayouts/slideLayout1.xml" Id="R509e1fdfef8445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9e1fdfef8445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a08190d71493a" /><Relationship Type="http://schemas.openxmlformats.org/officeDocument/2006/relationships/notesSlide" Target="/ppt/notesSlides/notesSlide1.xml" Id="Rea22517b744b4e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c310a9bf74800" /><Relationship Type="http://schemas.openxmlformats.org/officeDocument/2006/relationships/notesSlide" Target="/ppt/notesSlides/notesSlide2.xml" Id="Rdf6dcc76561c46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de3b32f4a4285" /><Relationship Type="http://schemas.openxmlformats.org/officeDocument/2006/relationships/notesSlide" Target="/ppt/notesSlides/notesSlide3.xml" Id="Ra5db3436b1ce4e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7eafdc81c48dc" /><Relationship Type="http://schemas.openxmlformats.org/officeDocument/2006/relationships/notesSlide" Target="/ppt/notesSlides/notesSlide4.xml" Id="Rf19ad3174aa346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82007a12348b9" /><Relationship Type="http://schemas.openxmlformats.org/officeDocument/2006/relationships/notesSlide" Target="/ppt/notesSlides/notesSlide5.xml" Id="R61b908dfecbf4d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74df99c854506" /><Relationship Type="http://schemas.openxmlformats.org/officeDocument/2006/relationships/notesSlide" Target="/ppt/notesSlides/notesSlide6.xml" Id="R8f63566024e04d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5abff75b2415f" /><Relationship Type="http://schemas.openxmlformats.org/officeDocument/2006/relationships/notesSlide" Target="/ppt/notesSlides/notesSlide7.xml" Id="R09012c4a16a14c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3af29583b4bbf" /><Relationship Type="http://schemas.openxmlformats.org/officeDocument/2006/relationships/notesSlide" Target="/ppt/notesSlides/notesSlide8.xml" Id="Rf6e8cbfc910b48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549b583034fd2" /><Relationship Type="http://schemas.openxmlformats.org/officeDocument/2006/relationships/notesSlide" Target="/ppt/notesSlides/notesSlide9.xml" Id="R586e60b7f3d44f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075D3-F03E-4628-A317-A4D04100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86A57-B8FE-4B7B-9E3C-721AFD99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Module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1DD6C-3E37-4006-BB93-FA0AC6CD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Balake Kannada (Kannada for Usage)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1BKBK109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05900-6826-4606-A5F8-180C2182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66335-347D-4565-AAAB-B221CA46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8DDE6-8C55-4B80-80E9-64D78CB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9EF0A-DD71-4710-8711-BB63E3D2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54D81-0961-45BF-8BA8-5C8387F7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A0C2A-F995-43D2-9E03-8619987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F6838-54AC-497D-B21C-5C188EA7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44F1A-1046-4AAF-9092-9B341DE4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D8ECD-0D3C-4212-B68F-0F37FD98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D1F41-5F8E-49F0-9AA0-A2C3E28E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5574D-515A-4255-A41F-00787177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0550B-8752-4EDA-ACC8-AD810E41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6382381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E5B6A-6438-4B09-9490-340F0E06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23486-2B60-4A93-8200-88B9C4FB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CFCCF-2368-45B2-B569-ADDD8A3E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C4A3F-3F21-4D30-BECC-FB092C38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88EF5-50D8-4294-A606-591AC8F0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EBAEF-59CB-4982-9E07-F2954EE5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32181-5EA9-46D2-8828-43DE1AA9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2B371-F615-49A4-AA92-F1BE412C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501C3-893A-4742-95F1-195789C7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5204B-6D23-4951-B416-E1EB992C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DE33D-D1A6-4CE8-B838-DC386091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C75DC-51AF-4AC3-8816-EAACD9D1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A1844-F69C-4D4E-8931-AA99E8E6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(03 hours of pedagogy) 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౽ ಲ ಮൡ ౨ ಸಮಯದ ๻ಟ ౾ ౳ ෴ಪದಗಳ เเ ಧ ಪ౳ ౽ರಗำ -Different types of Tense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Time and Verbs 2.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ඊ , -൬ , - ൡ , - ಇൡ , - ಆಜ, - ಅಲ౵, - ಩ , -ಋ , ಇං , ౾ ౳ ෴ ಪ౳ತ౲ಯಗู ಂൽಡ ේ ತ, ಭเ ಷ౲ ൬ ಮൡ ౨ ವತბ෥ ನ ౽ ಲ ฿ ಕ౲ ರಚච - Formation of Past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Future and Present Tense Sentences with Verb Forms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AAFF0-90BB-40C1-9A08-6C1353C6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9F83B-99CC-4A1B-8921-768D99B2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2023088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29B7F-8C95-4648-91E4-F49451B9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7F96D-301A-49C1-92B6-1A331167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B693A-E6E8-441F-AE3B-9D7B227A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17A05-2FF0-4474-88F4-5F78517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pedagogy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53B92-F58A-44DF-AA4F-5E59D7EF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CAF22-FECA-4F35-BC27-A5930FD4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C56B3-DCF1-48D2-B08E-50762AB1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46BFB-124A-472C-8172-0FF2CF43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Verbs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2E7F4-A796-46C1-ADB4-684659D4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E70E7-9AF3-433B-827F-371DD1E5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Kannada Vocabulary List :๸ූ ಷൕ ಯย ౵ ൽඣ ೕಪ෽ ೕಜ ಕನ౬ಡ ಪದಗำ -Kannada Words in Conversation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37A55-A891-48FE-AFFA-33280854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EB6E4-82E5-4FAA-884F-8CB8481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478379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6909A-1568-4369-9BB7-8B87008F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07932-97AC-443A-82D3-F695CD23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F9A12-1691-4EFC-8D6C-2FC33D9F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A2821-2EFA-40FB-A654-4C478C13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(03 hours of pedagogy) 1.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౽ ಲ ಮൡ ౨ ಸಮಯದ ๻ಟ ౾ ౳ ෴ಪದಗಳ เเ ಧ ಪ౳ ౽ರಗำ -Different types of Tense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Time and Verbs 2.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ඊ , -൬ , - ൡ , - ಇൡ , - ಆಜ, - ಅಲ౵, - ಩ , -ಋ , ಇං , ౾ ౳ ෴ ಪ౳ತ౲ಯಗู ಂൽಡ ේ ತ, ಭเ ಷ౲ ൬ ಮൡ ౨ ವತბ෥ ನ ౽ ಲ ฿ ಕ౲ ರಚච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Future and Present Tense Sentences with Verb Forms 3.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Kannada Vocabulary List :๸ූ ಷൕ ಯย ౵ ൽඣ ೕಪ෽ ೕಜ ಕನ౬ಡ ಪದಗำ -Kannada Words in Conversation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572A4-29A4-4ECC-84D3-B1390974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B94B3-6869-44E2-A5D8-910607CB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846FD-7165-4639-A51B-663DB183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28886-8D76-4F20-BE5A-F1A60B8C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9DB64-91C4-4C1E-8C99-D2DA032B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23C8C-3A5A-44EF-A047-D32D1CE7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941CC-5FAF-455A-A60D-79E8073B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BF329-2EC7-47AC-BEF8-72031292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92B8E-9031-4B18-A4D7-987B63FD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8DAEE-3637-404C-9D07-7F780CC5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D7EEE-CCE2-460F-AC32-1545E4B0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BA6F9-737A-4AB8-A09E-F94FA15C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D9C31-99F8-44C1-B00F-7A643F5F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EC2AA-B63F-4DF0-B311-5DAEA012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4573176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75679-FAEC-49ED-9081-7089ACD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C1D4E-4393-4A3D-829E-CF9EAA89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E549F-F965-4786-9FE3-B22F35BF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6180E-AAE3-4F3F-A476-A38BA721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73872-561F-4ADA-B69F-82C5CBA7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E547F-7DDB-4EF4-AAAA-8D622FBD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A8911-6B38-40E5-BB35-575EEA79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982F1-7411-4BB2-AF65-0E72076C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B5469-4271-4573-B8A4-DBAFEED4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1E2B7-2DDE-4D29-BB87-172F8E42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3F461-33EF-4388-B853-1EE6A2A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EFA72-5CA2-4A2C-93C6-FF8244CA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B4889-1B8B-4354-B560-E5B9DA4E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66C52-F2C3-4D2A-9843-5C082BC2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1D3C0-7B98-4EC7-97F1-8FB97515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559469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C8155-EA41-4BCE-BBB8-094AF353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0B477-ECF8-4970-A69A-E1372FA7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B9171-D1B3-4162-965A-7F2D29B5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031A7-78BD-48A9-AE04-DB91DD1C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B087C-66C7-4DA6-8192-96B291DE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(03 hours of pedagogy)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D11B4-66EF-4442-9A77-C9F6ADBE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10840-B8EE-4AFC-8BA4-705CAF3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DA24F-92D9-440F-BCF6-E47E0B48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923CA-C0CA-4D48-8411-AED651D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753009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87C82-430B-4184-9364-82EDBFBD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AC26E-D680-4060-9C94-2EE1579A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0F309-E909-47EA-B9E0-C5999283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D8226-F8BD-43C1-8AD6-03B102DD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98D5F-9736-4B72-B095-EE5D5AC8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BBBB3-88B0-4A3B-AC43-C31E5C8B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55FC2-DFB6-4D0E-9754-B563A75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34896-B93A-4EAF-B44C-FE6A4637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2FF04-DE11-4306-B747-78E0221F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271493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1DFEF-D26D-4EAB-96C6-7E936E7D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29CAF-3CF0-4298-BDA7-F0CC8AD5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E7868-5418-425B-BE29-71F01465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94244-BD55-4F91-9344-DDECE30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81A29-7BEB-41F1-9AD7-FFFC849F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885DF-83FB-4668-8770-DEF6127F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B52AA-F28E-49D4-BB79-955D9E0A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(03 hours of pedagogy) 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A1BC8-0E42-40A3-8070-900330D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38410-B478-4BD1-B1D7-399E0A14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FFAC1-67A4-48B6-9688-2CA522EE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౽ ಲ ಮൡ ౨ ಸಮಯದ ๻ಟ ౾ ౳ ෴ಪದಗಳ เเ ಧ ಪ౳ ౽ರಗำ -Different types of Tense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09D3C-03D7-41AC-AF39-50CF9490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3D33A-A81E-470C-82FC-F745C3B5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0AE18-ADCE-4520-9FAA-3186C792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Time and Verbs 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52281-4BA8-49F5-B267-FAA46DE2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C1D2B-521B-48AA-990A-CDCD83A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B5875-6DEC-4035-AD89-48669C4B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ඊ , -൬ , - ൡ , - ಇൡ , - ಆಜ, - ಅಲ౵, - ಩ , -ಋ , ಇං , ౾ ౳ ෴ ಪ౳ತ౲ಯಗู ಂൽಡ ේ ತ, ಭเ ಷ౲ ൬ ಮൡ ౨ ವತბ෥ ನ 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B41E7-5C4F-4D4A-AC28-596A0631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21327-D68D-4CC7-96D2-A0AE50FF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2EB95-D257-4AE1-A30A-B680ABCE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Future and Present Tense Sentences with Verb Forms 3.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86DE3-60DE-44C3-81BC-2D7464FD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B3488-D0E7-49DD-AFDE-9ABA84A8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8C203-8B90-4B91-8A52-1951EA7C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Kannada Vocabulary List :๸ූ ಷൕ ಯย ౵ ൽඣ ೕಪ෽ ೕಜ ಕನ౬ಡ ಪದಗำ -Kannada Words in Conversation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730ED1-D404-4ED4-827F-63468C93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EA0B2-7F37-4239-9F84-54A39482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51F197-6EBC-41F9-85E5-DE3576E9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685FBF-F323-46E5-8CDD-50B1195D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171125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91724-5D18-4773-B52B-254D64D1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A9A9E-F476-4EB1-865A-346EC8B4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3F62C-EA90-4E54-8B9D-02D0F6B7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0DA37-41F3-43CB-8842-3CB4EFA2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pedagogy, Different, Tense, Time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20855-B0E0-4F2F-BF2B-A3C5C1D5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EE565-0E10-4CF6-BDD4-FA977A40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6E6B6-EE66-48AC-A9EA-EF00DDBF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D0A6A-D26B-4AE7-BC81-C798CB9E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520702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2026-08-24T06:38:50.0020000Z</dcterms:created>
  <dcterms:modified xsi:type="dcterms:W3CDTF">2026-08-24T06:38:50.0020000Z</dcterms:modified>
</coreProperties>
</file>