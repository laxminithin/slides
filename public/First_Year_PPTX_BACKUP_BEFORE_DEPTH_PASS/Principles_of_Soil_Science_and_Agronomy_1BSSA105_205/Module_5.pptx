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e7b9f29eed34c89" /><Relationship Type="http://schemas.openxmlformats.org/officeDocument/2006/relationships/extended-properties" Target="/docProps/app.xml" Id="Rbeaab8657265480a" /><Relationship Type="http://schemas.openxmlformats.org/officeDocument/2006/relationships/officeDocument" Target="/ppt/presentation.xml" Id="R983b9c3cfff5469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2956e7b56784429"/>
  </p:sldMasterIdLst>
  <p:notesMasterIdLst>
    <p:notesMasterId xmlns:r="http://schemas.openxmlformats.org/officeDocument/2006/relationships" r:id="Re50dcba980634454"/>
  </p:notesMasterIdLst>
  <p:sldIdLst>
    <p:sldId xmlns:r="http://schemas.openxmlformats.org/officeDocument/2006/relationships" id="256" r:id="Rb006599d9796440d"/>
    <p:sldId xmlns:r="http://schemas.openxmlformats.org/officeDocument/2006/relationships" id="257" r:id="Rd97d7d11ec9a4673"/>
    <p:sldId xmlns:r="http://schemas.openxmlformats.org/officeDocument/2006/relationships" id="258" r:id="R07566682ac084a92"/>
    <p:sldId xmlns:r="http://schemas.openxmlformats.org/officeDocument/2006/relationships" id="259" r:id="R6c1f59259ab144c5"/>
    <p:sldId xmlns:r="http://schemas.openxmlformats.org/officeDocument/2006/relationships" id="260" r:id="R30f6b0c25bd34fec"/>
    <p:sldId xmlns:r="http://schemas.openxmlformats.org/officeDocument/2006/relationships" id="261" r:id="R7383c3dc16da4c20"/>
    <p:sldId xmlns:r="http://schemas.openxmlformats.org/officeDocument/2006/relationships" id="262" r:id="R88b0dcb5486a4a86"/>
    <p:sldId xmlns:r="http://schemas.openxmlformats.org/officeDocument/2006/relationships" id="263" r:id="Rfcd189ccf2584c30"/>
    <p:sldId xmlns:r="http://schemas.openxmlformats.org/officeDocument/2006/relationships" id="264" r:id="R529d4e0ab65940b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bac2509cc554de5" /><Relationship Type="http://schemas.openxmlformats.org/officeDocument/2006/relationships/slideMaster" Target="/ppt/slideMasters/slideMaster1.xml" Id="R92956e7b56784429" /><Relationship Type="http://schemas.openxmlformats.org/officeDocument/2006/relationships/notesMaster" Target="/ppt/notesMasters/notesMaster1.xml" Id="Re50dcba980634454" /><Relationship Type="http://schemas.openxmlformats.org/officeDocument/2006/relationships/presProps" Target="/ppt/presProps.xml" Id="R352418a7c0814115" /><Relationship Type="http://schemas.openxmlformats.org/officeDocument/2006/relationships/tableStyles" Target="/ppt/tableStyles.xml" Id="Rb893f0e4bf814382" /><Relationship Type="http://schemas.openxmlformats.org/officeDocument/2006/relationships/slide" Target="/ppt/slides/slide1.xml" Id="Rb006599d9796440d" /><Relationship Type="http://schemas.openxmlformats.org/officeDocument/2006/relationships/slide" Target="/ppt/slides/slide2.xml" Id="Rd97d7d11ec9a4673" /><Relationship Type="http://schemas.openxmlformats.org/officeDocument/2006/relationships/slide" Target="/ppt/slides/slide3.xml" Id="R07566682ac084a92" /><Relationship Type="http://schemas.openxmlformats.org/officeDocument/2006/relationships/slide" Target="/ppt/slides/slide4.xml" Id="R6c1f59259ab144c5" /><Relationship Type="http://schemas.openxmlformats.org/officeDocument/2006/relationships/slide" Target="/ppt/slides/slide5.xml" Id="R30f6b0c25bd34fec" /><Relationship Type="http://schemas.openxmlformats.org/officeDocument/2006/relationships/slide" Target="/ppt/slides/slide6.xml" Id="R7383c3dc16da4c20" /><Relationship Type="http://schemas.openxmlformats.org/officeDocument/2006/relationships/slide" Target="/ppt/slides/slide7.xml" Id="R88b0dcb5486a4a86" /><Relationship Type="http://schemas.openxmlformats.org/officeDocument/2006/relationships/slide" Target="/ppt/slides/slide8.xml" Id="Rfcd189ccf2584c30" /><Relationship Type="http://schemas.openxmlformats.org/officeDocument/2006/relationships/slide" Target="/ppt/slides/slide9.xml" Id="R529d4e0ab65940b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ac6fe48db764d6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dca13fbe31c409f" /><Relationship Type="http://schemas.openxmlformats.org/officeDocument/2006/relationships/notesMaster" Target="/ppt/notesMasters/notesMaster1.xml" Id="Rf152a4da237f4ce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12e40067cab42aa" /><Relationship Type="http://schemas.openxmlformats.org/officeDocument/2006/relationships/notesMaster" Target="/ppt/notesMasters/notesMaster1.xml" Id="R531f86c42f3d441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76f9cb90eb64ea6" /><Relationship Type="http://schemas.openxmlformats.org/officeDocument/2006/relationships/notesMaster" Target="/ppt/notesMasters/notesMaster1.xml" Id="R8619860eafc4464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f222d3788b64a5f" /><Relationship Type="http://schemas.openxmlformats.org/officeDocument/2006/relationships/notesMaster" Target="/ppt/notesMasters/notesMaster1.xml" Id="Rbdfb84c92e61488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b238add9c4f48b5" /><Relationship Type="http://schemas.openxmlformats.org/officeDocument/2006/relationships/notesMaster" Target="/ppt/notesMasters/notesMaster1.xml" Id="Rde468c2a32494e4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8257c9fba3c4241" /><Relationship Type="http://schemas.openxmlformats.org/officeDocument/2006/relationships/notesMaster" Target="/ppt/notesMasters/notesMaster1.xml" Id="Rf77f2c9fbd944fc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246d532062b4eb3" /><Relationship Type="http://schemas.openxmlformats.org/officeDocument/2006/relationships/notesMaster" Target="/ppt/notesMasters/notesMaster1.xml" Id="Rc01ba4d07cdb44d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7e69f66b29e41bc" /><Relationship Type="http://schemas.openxmlformats.org/officeDocument/2006/relationships/notesMaster" Target="/ppt/notesMasters/notesMaster1.xml" Id="R242819089098497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baa3116733b44de" /><Relationship Type="http://schemas.openxmlformats.org/officeDocument/2006/relationships/notesMaster" Target="/ppt/notesMasters/notesMaster1.xml" Id="R474d327de2f3429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4cccbeaf49641c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65e3fc7932b4904" /><Relationship Type="http://schemas.openxmlformats.org/officeDocument/2006/relationships/slideLayout" Target="/ppt/slideLayouts/slideLayout1.xml" Id="R9cd1edb1310042b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cd1edb1310042b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555606b31c478d" /><Relationship Type="http://schemas.openxmlformats.org/officeDocument/2006/relationships/notesSlide" Target="/ppt/notesSlides/notesSlide1.xml" Id="R0bd18d6ad494478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35880dd7854705" /><Relationship Type="http://schemas.openxmlformats.org/officeDocument/2006/relationships/notesSlide" Target="/ppt/notesSlides/notesSlide2.xml" Id="R972d1e316e4a43d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eaaee02873480d" /><Relationship Type="http://schemas.openxmlformats.org/officeDocument/2006/relationships/notesSlide" Target="/ppt/notesSlides/notesSlide3.xml" Id="R5812632cdcab4df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1d762b22184a0f" /><Relationship Type="http://schemas.openxmlformats.org/officeDocument/2006/relationships/notesSlide" Target="/ppt/notesSlides/notesSlide4.xml" Id="Ra98d80c550624d1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f432e31a304e3e" /><Relationship Type="http://schemas.openxmlformats.org/officeDocument/2006/relationships/notesSlide" Target="/ppt/notesSlides/notesSlide5.xml" Id="R36b8fee31aae4a8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94d61ee3744152" /><Relationship Type="http://schemas.openxmlformats.org/officeDocument/2006/relationships/notesSlide" Target="/ppt/notesSlides/notesSlide6.xml" Id="R3be71bf893d5450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c23fd19e7148fa" /><Relationship Type="http://schemas.openxmlformats.org/officeDocument/2006/relationships/notesSlide" Target="/ppt/notesSlides/notesSlide7.xml" Id="Reda2374d09f6426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eb313016504124" /><Relationship Type="http://schemas.openxmlformats.org/officeDocument/2006/relationships/notesSlide" Target="/ppt/notesSlides/notesSlide8.xml" Id="R9e71447f4c6148f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a916a375da4dde" /><Relationship Type="http://schemas.openxmlformats.org/officeDocument/2006/relationships/notesSlide" Target="/ppt/notesSlides/notesSlide9.xml" Id="R0a9db1b752d24ee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8570EC-8616-408E-9A0D-B647578AF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67AF1A-3B6C-4998-9A51-BEBFCC2D7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033"/>
                </a:solidFill>
              </a:defRPr>
            </a:pPr>
            <a:r>
              <a:rPr sz="3000" b="1">
                <a:solidFill>
                  <a:srgbClr val="172033"/>
                </a:solidFill>
              </a:rPr>
              <a:t>Chemical Properties of Soil and Plant Nutrition: Ion exchange- Cation and anion exchange -factors influencing ion exchan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FD615C-3579-4296-8D89-DDEEA6A2C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43250"/>
            <a:ext cx="4953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Subject: Principles of Soil Science and Agronomy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Code: 1BSSA105/205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Semester: I/II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Teaching focus: engineering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493E34-9EDB-4742-A815-2226B6F19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Chemical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66E50B-3E34-4F8E-AF11-54FF83C99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993AC4-FD5C-418B-8FD2-E740B9B04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Properties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48CBC9-6578-46DA-91D8-60F1DB1A0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A824A2-976E-4446-9F62-EA8DC511A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Soil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981BD4-9C04-43BD-87DB-28487E573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B5F418-FF64-4734-A0AC-603144C23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Plant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DACD36-4146-4282-A4CC-43A20840D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8DB11A-1165-4BFF-A183-406E9564B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Nutrition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8954ED-8E4C-4B5D-80C4-63B3C6908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9052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Use the model to explain the engineering decision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044389-F506-496F-8E99-4A391F75C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Principles of Soil Science and Agronomy | 1BSSA105/205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B3B846-F92C-4B12-A921-26E31F8B6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1/9</a:t>
            </a:r>
          </a:p>
        </p:txBody>
      </p:sp>
    </p:spTree>
    <p:extLst>
      <p:ext uri="{BB962C8B-B14F-4D97-AF65-F5344CB8AC3E}">
        <p14:creationId xmlns:p14="http://schemas.microsoft.com/office/powerpoint/2010/main" val="87462228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2B6A84-7299-46D6-8A6C-524A36505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1BSSA105/205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5F59E0-9120-4501-B382-7A8F55CE3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Learning route for this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3F9D60-E8F9-4493-9ACE-F270F0E8C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2C3DA4-17CB-4AA4-AF8C-440F3CA5B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Motivation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2073F8-9517-41D1-AB51-A04AA78AF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8CA7B8-262F-4895-9793-B0FDB806A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Concept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15EACD-9377-42A6-BA89-3D274A5BB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484C31-3690-4CC9-9CC6-685F75D4F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Working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E64823-844D-4832-B17E-CD20D8C63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C7FDF1-5921-4FAF-B0FB-393FDBE79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Application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29B31A-97B4-4759-A1D0-D85FD7FEA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BDB304-2E87-464C-9F3A-26F1ABF18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Recap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66A7C7-702B-4920-B4D3-81C5FB7E5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71950"/>
            <a:ext cx="9620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Chemical Properties of Soil and Plant Nutrition: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Ion exchange- Cation and anion exchange -factors influencing ion exchange capacity of soils importance of ion exchange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Soil organic matter: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importance of organic matter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CN ratio of organic matter and its importance.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EBB36C-2340-4D29-B444-DE3A9D476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Principles of Soil Science and Agronomy | 1BSSA105/205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8385D3-3689-491D-89A4-AA29860E2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2/9</a:t>
            </a:r>
          </a:p>
        </p:txBody>
      </p:sp>
    </p:spTree>
    <p:extLst>
      <p:ext uri="{BB962C8B-B14F-4D97-AF65-F5344CB8AC3E}">
        <p14:creationId xmlns:p14="http://schemas.microsoft.com/office/powerpoint/2010/main" val="132340859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ADD987-74E4-4039-A982-50B85C1AD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1BSSA105/205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7514A5-2901-4128-92FB-D88C11F02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Core concepts from the official syllabus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930092-5E0E-4525-B42C-EAFC77946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1DE97E-784D-40E0-ACA5-62B972775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Chemical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198964-0B80-44C8-86FD-AFE305438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Properties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7AF766-32C7-4E2B-86E1-E35B4CF06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Soil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35F01B-A4EA-4147-8D10-0D8485954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Plant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A92E97-0BDA-4724-A477-F9B77B8C3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Nutrition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AA4B2B-EC31-4C60-B3F8-5B74B4AE2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exchange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0DD854-518B-429C-864D-2BABA9FDE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86300"/>
            <a:ext cx="9334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Soil fertility and soil productivity.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Essential plant nutrients- N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K functions and deficiency symptoms in plants.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Classification of problematic soils - acid, saline, saline -sodic characteristics and their reclamation.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F68816-32C4-47EC-A7DF-8DB50F3DA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Principles of Soil Science and Agronomy | 1BSSA105/205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91CBB1-5679-4F18-AD7B-2DF6C5CD2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3/9</a:t>
            </a:r>
          </a:p>
        </p:txBody>
      </p:sp>
    </p:spTree>
    <p:extLst>
      <p:ext uri="{BB962C8B-B14F-4D97-AF65-F5344CB8AC3E}">
        <p14:creationId xmlns:p14="http://schemas.microsoft.com/office/powerpoint/2010/main" val="90025820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C0A6EC-345D-492D-9535-B00492301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1BSSA105/205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F64ED0-287F-4134-AB2B-797263C39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Concept explanation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2B560C-7E5A-43C0-A9BC-3F7E70855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213CB5-ABA3-4649-9379-DBCE808F8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81150"/>
            <a:ext cx="495300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Chemical Properties of Soil and Plant Nutrition: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Ion exchange- Cation and anion exchange -factors influencing ion exchange capacity of soils importance of i...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Soil organic matter: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importance of organic matter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CN ratio of organic matter and its importance.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Soil fertility and soil productivity.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595295-1A06-4622-AB23-7C9AB1BA0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91150"/>
            <a:ext cx="1524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Instructor move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7485EA-FBD3-4F7D-8281-16292E9F7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381625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Pause after each idea and ask students to connect it to the next step.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77198D-71D9-48A0-B9DB-549DE82FC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Chemical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F5CFAC-B9C8-431E-8810-79341C2C8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148A5E-9707-41DF-870B-9725CD2EB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Properties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16762C-0B3A-4FF4-BA56-CF0657191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E72381-F457-4C4A-B738-25B30641C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Soil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CF1FAF-3816-4638-9288-B381ADEA8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24BB5F-D4A0-4D80-8DD3-F3A73F71E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Plant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C49823-49A1-4E06-8605-B86BA542A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41312D-1C10-45EB-A183-7E3EE0DCA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Nutrition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3B6460-6D14-46BC-A418-CC5EB8562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9052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Use the model to explain the engineering decision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E4FBD2-0539-4A9C-8EE8-2E6038954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Principles of Soil Science and Agronomy | 1BSSA105/205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1F059C-2901-45C8-A9E1-8C50DFDB3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4/9</a:t>
            </a:r>
          </a:p>
        </p:txBody>
      </p:sp>
    </p:spTree>
    <p:extLst>
      <p:ext uri="{BB962C8B-B14F-4D97-AF65-F5344CB8AC3E}">
        <p14:creationId xmlns:p14="http://schemas.microsoft.com/office/powerpoint/2010/main" val="190275022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6CB2AD-964F-4929-8B5F-233F06FBC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1BSSA105/205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E3EC02-CC0D-42C8-A5D7-68802933F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Working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62E07D-F77C-456A-9F59-AD30EF4E6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6EE42B-8634-4E39-B9AB-0C7859309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Input condition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C758D7-4623-41D5-B4C2-CD8C36B80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17FDCA-E21E-4D96-90AA-4DBA22F8F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Principle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D39A6C-C94E-47A0-8B0D-546FCA426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4C22F7-2071-466F-AF5A-772F78049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Process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61A511-97A5-49FF-B918-68B12A61D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55B800-ABAF-4AA8-BFDC-73AD1DDC5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2AA888-ED51-4BF4-85E6-85135D105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F6B199-552D-4E9F-8098-18293D51F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Interpretation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406708-7E81-41DD-9B94-D50C31829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24300"/>
            <a:ext cx="933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Use the syllabus terms while solving; do not answer only with the final result.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Show intermediate reasoning so students can locate the step where mistakes enter.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Close the example by explaining what the result means in engineering or professional practice.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6145AE-31B9-4DBE-AD25-A5D3A680D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Principles of Soil Science and Agronomy | 1BSSA105/205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1BE933-1822-4DE4-B096-8801AAB94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5/9</a:t>
            </a:r>
          </a:p>
        </p:txBody>
      </p:sp>
    </p:spTree>
    <p:extLst>
      <p:ext uri="{BB962C8B-B14F-4D97-AF65-F5344CB8AC3E}">
        <p14:creationId xmlns:p14="http://schemas.microsoft.com/office/powerpoint/2010/main" val="49445240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2042DE-313B-4CBE-A342-C366B0689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1BSSA105/205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B4B32B-7908-4262-86C9-C84FD50D1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Classroom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5C951B-1DE6-4C31-B2D1-DF85AB478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A51C87-CF2F-4BD3-A9EA-7513311FB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00200"/>
            <a:ext cx="2286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Example prompt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96FE3E-BD21-4EC1-888B-59551965D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56210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Chemical Properties of Soil and Plant Nutrition: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3F69F3-9EBD-4A97-BF88-FE8E272C7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09850"/>
            <a:ext cx="8953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Identify the relevant concept: Chemical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State the rule or principle using syllabus language.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Work through one small case visibly on the board.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Ask students which assumption would change the answer.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9FDC6E-7C88-4341-8C00-CA6E5E2F2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143500"/>
            <a:ext cx="876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Exam angle: a complete answer names the concept, shows the working, and states the interpretation.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CF08A1-0B6D-4296-A3B2-0F55CF7D2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Principles of Soil Science and Agronomy | 1BSSA105/205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D2C72D-2EB6-4CE4-8771-2D3D69084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6/9</a:t>
            </a:r>
          </a:p>
        </p:txBody>
      </p:sp>
    </p:spTree>
    <p:extLst>
      <p:ext uri="{BB962C8B-B14F-4D97-AF65-F5344CB8AC3E}">
        <p14:creationId xmlns:p14="http://schemas.microsoft.com/office/powerpoint/2010/main" val="38564734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445698-3F4D-4F6E-8EFE-8E255EFC7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1BSSA105/205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8480CB-D956-4CF3-BD15-4B140831E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Applications and common mistakes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CD7FA8-AF79-4E51-8434-0B61662B2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077173-1BF7-4A14-826A-FD493DE79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00200"/>
            <a:ext cx="2095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Applications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E3570B-9C38-4EB7-B4D5-11E458CCB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66950"/>
            <a:ext cx="4476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Essential plant nutrients- N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K functions and deficiency symptoms in plants.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Classification of problematic soils - acid, saline, saline -sodic characteristics and their reclamation.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Number of Hours:08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42F9C7-5E1D-4C58-85B5-6BC9D3F55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00200"/>
            <a:ext cx="2286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Common mistakes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25090F-0CAA-4DB1-B522-40E770B8B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266950"/>
            <a:ext cx="4286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Writing only definitions without explanation.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Skipping intermediate working or assumptions.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Mixing similar terms without a comparison.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Not linking the result back to the application.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928CAD-080D-4E93-8BFD-1EB813EA9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Principles of Soil Science and Agronomy | 1BSSA105/205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770C0C-D59F-4010-9C0E-E3F695772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7/9</a:t>
            </a:r>
          </a:p>
        </p:txBody>
      </p:sp>
    </p:spTree>
    <p:extLst>
      <p:ext uri="{BB962C8B-B14F-4D97-AF65-F5344CB8AC3E}">
        <p14:creationId xmlns:p14="http://schemas.microsoft.com/office/powerpoint/2010/main" val="122738445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74FDDBB-EB93-4F14-A560-A3EA11100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1BSSA105/205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191E9A-F4D8-4939-BD14-CA7575B5A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Syllabus coverage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0FB05A-CB60-473B-86FC-05F6E6414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BB9BF3-02C7-4FE0-86E9-A99C1682A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049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Syllabus topic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96D53F-5A85-495B-90FE-CAC8AD894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5049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Teaching treatment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BCE722-C6FB-4565-91C5-F0736C8D0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5049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Status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CB975C-56F2-4AAB-97D2-9F039F1ED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859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Chemical Properties of Soil and Plant Nutrition: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DEEF08-4EB4-4FC2-A20B-9DC872EF1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8859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85CC21-3EFD-4323-BD8A-943E80FD8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8859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CFC31A-3BC2-41B2-A4DE-867290542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384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Ion exchange- Cation and anion exchange -factors influencing ion exchange capacity of soils imp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AA523E-2C55-4583-BA6C-46E5D5C29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4384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218AA5-915D-4FE2-95ED-2ADDBF672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4384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E3F05E-1E29-4AA2-9063-21779DA05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Soil organic matter: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CCF594-E1D9-41A7-AD8C-1E20A0D00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9908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AE6027-2EA8-468C-937D-A95936C70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9908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D68389-2188-4869-9011-EF8D9FFC3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433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importance of organic matter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4E3057-0DD7-46B6-9FAD-146BCDF67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5433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E21576-8A40-4993-B410-2AF193D23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5433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787F3A1-0E30-4C79-8056-180BF04BE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CN ratio of organic matter and its importance.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8C23C2A-8525-4774-A296-81E7A5AB3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957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B039ED5-7EA7-4476-B9BD-CCCA299EB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0957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322B933-E302-460B-9316-CC381FA7E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482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Soil fertility and soil productivity.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93C55EE-8A4B-42CA-85D2-A13B95AD7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6482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9036751-D07E-436B-8864-FD2D14E4C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6482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29CAE9C-4ECA-419D-ACAE-AC9C8AF98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006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Essential plant nutrients- 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6FE0D3F-E40C-45C5-AFBD-95A73B886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2006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F1241F6-04BD-4BF6-A1C0-AEB79D72C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2006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5DA02E5-43C4-4295-8400-494DF659E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Principles of Soil Science and Agronomy | 1BSSA105/205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F5ECE1A-D0B8-43B4-AD1E-4754E89A5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8/9</a:t>
            </a:r>
          </a:p>
        </p:txBody>
      </p:sp>
    </p:spTree>
    <p:extLst>
      <p:ext uri="{BB962C8B-B14F-4D97-AF65-F5344CB8AC3E}">
        <p14:creationId xmlns:p14="http://schemas.microsoft.com/office/powerpoint/2010/main" val="125684791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03AC50-D7DA-4BB0-81A2-CCDA89E44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1BSSA105/205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F22CB3-C48B-407E-92CF-570D5D253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Module recap and exam preparation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BCD4B0-0BE5-4162-94E9-8EFEFA12A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A78FEC-9FA2-4483-B561-801E735EC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19250"/>
            <a:ext cx="9525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Key definitions: Chemical, Properties, Soil, Plant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diagrams: use a labelled flow, setup, circuit, graph, or concept map where relevant.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working: show cause, mechanism, result, and interpretation.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Common mistakes: avoid skipped steps, unsupported claims, and unlabeled diagrams.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Practice: prepare short-answer, application, and worked-example questions from the listed topics.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0693AF-C347-47B3-A9C2-EBB85A684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10150"/>
            <a:ext cx="2476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Previous VTU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8BD39A-6CF5-4221-95BC-E206FA1B9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010150"/>
            <a:ext cx="670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No repository-verified previous VTU questions were found for this module, so none are fabricated here.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19C0E6-181B-4460-9787-1C654EF05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Principles of Soil Science and Agronomy | 1BSSA105/205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D72D60-7370-4330-9221-426657E54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9/9</a:t>
            </a:r>
          </a:p>
        </p:txBody>
      </p:sp>
    </p:spTree>
    <p:extLst>
      <p:ext uri="{BB962C8B-B14F-4D97-AF65-F5344CB8AC3E}">
        <p14:creationId xmlns:p14="http://schemas.microsoft.com/office/powerpoint/2010/main" val="198484682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2026-08-24T06:38:56.5910000Z</dcterms:created>
  <dcterms:modified xsi:type="dcterms:W3CDTF">2026-08-24T06:38:56.5910000Z</dcterms:modified>
</coreProperties>
</file>