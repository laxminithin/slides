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73212397cc445b" /><Relationship Type="http://schemas.openxmlformats.org/officeDocument/2006/relationships/extended-properties" Target="/docProps/app.xml" Id="R8205613ed4c44cec" /><Relationship Type="http://schemas.openxmlformats.org/officeDocument/2006/relationships/officeDocument" Target="/ppt/presentation.xml" Id="R7ab53249f5b743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584477576c4c94"/>
  </p:sldMasterIdLst>
  <p:notesMasterIdLst>
    <p:notesMasterId xmlns:r="http://schemas.openxmlformats.org/officeDocument/2006/relationships" r:id="R21b318ca7e8e4751"/>
  </p:notesMasterIdLst>
  <p:sldIdLst>
    <p:sldId xmlns:r="http://schemas.openxmlformats.org/officeDocument/2006/relationships" id="256" r:id="Rec917c04ab7b44fa"/>
    <p:sldId xmlns:r="http://schemas.openxmlformats.org/officeDocument/2006/relationships" id="257" r:id="R967f2a16c4594901"/>
    <p:sldId xmlns:r="http://schemas.openxmlformats.org/officeDocument/2006/relationships" id="258" r:id="R83d43b46fa844f29"/>
    <p:sldId xmlns:r="http://schemas.openxmlformats.org/officeDocument/2006/relationships" id="259" r:id="Rbd7728fa88b54cdc"/>
    <p:sldId xmlns:r="http://schemas.openxmlformats.org/officeDocument/2006/relationships" id="260" r:id="R877b80bafe1747de"/>
    <p:sldId xmlns:r="http://schemas.openxmlformats.org/officeDocument/2006/relationships" id="261" r:id="R980aafa825564b05"/>
    <p:sldId xmlns:r="http://schemas.openxmlformats.org/officeDocument/2006/relationships" id="262" r:id="Rd21f8a63fb604cc6"/>
    <p:sldId xmlns:r="http://schemas.openxmlformats.org/officeDocument/2006/relationships" id="263" r:id="Rad1da4033f8e401d"/>
    <p:sldId xmlns:r="http://schemas.openxmlformats.org/officeDocument/2006/relationships" id="264" r:id="R4f346cda1ca74e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d61cda4e24498e" /><Relationship Type="http://schemas.openxmlformats.org/officeDocument/2006/relationships/slideMaster" Target="/ppt/slideMasters/slideMaster1.xml" Id="R60584477576c4c94" /><Relationship Type="http://schemas.openxmlformats.org/officeDocument/2006/relationships/notesMaster" Target="/ppt/notesMasters/notesMaster1.xml" Id="R21b318ca7e8e4751" /><Relationship Type="http://schemas.openxmlformats.org/officeDocument/2006/relationships/presProps" Target="/ppt/presProps.xml" Id="R7421193f184a4c5c" /><Relationship Type="http://schemas.openxmlformats.org/officeDocument/2006/relationships/tableStyles" Target="/ppt/tableStyles.xml" Id="R4f44eef4055e4861" /><Relationship Type="http://schemas.openxmlformats.org/officeDocument/2006/relationships/slide" Target="/ppt/slides/slide1.xml" Id="Rec917c04ab7b44fa" /><Relationship Type="http://schemas.openxmlformats.org/officeDocument/2006/relationships/slide" Target="/ppt/slides/slide2.xml" Id="R967f2a16c4594901" /><Relationship Type="http://schemas.openxmlformats.org/officeDocument/2006/relationships/slide" Target="/ppt/slides/slide3.xml" Id="R83d43b46fa844f29" /><Relationship Type="http://schemas.openxmlformats.org/officeDocument/2006/relationships/slide" Target="/ppt/slides/slide4.xml" Id="Rbd7728fa88b54cdc" /><Relationship Type="http://schemas.openxmlformats.org/officeDocument/2006/relationships/slide" Target="/ppt/slides/slide5.xml" Id="R877b80bafe1747de" /><Relationship Type="http://schemas.openxmlformats.org/officeDocument/2006/relationships/slide" Target="/ppt/slides/slide6.xml" Id="R980aafa825564b05" /><Relationship Type="http://schemas.openxmlformats.org/officeDocument/2006/relationships/slide" Target="/ppt/slides/slide7.xml" Id="Rd21f8a63fb604cc6" /><Relationship Type="http://schemas.openxmlformats.org/officeDocument/2006/relationships/slide" Target="/ppt/slides/slide8.xml" Id="Rad1da4033f8e401d" /><Relationship Type="http://schemas.openxmlformats.org/officeDocument/2006/relationships/slide" Target="/ppt/slides/slide9.xml" Id="R4f346cda1ca74e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338d13de0a4f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b8286c64a14b93" /><Relationship Type="http://schemas.openxmlformats.org/officeDocument/2006/relationships/notesMaster" Target="/ppt/notesMasters/notesMaster1.xml" Id="R69206cf8821347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150f1a66af428f" /><Relationship Type="http://schemas.openxmlformats.org/officeDocument/2006/relationships/notesMaster" Target="/ppt/notesMasters/notesMaster1.xml" Id="R45676155961445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02c3a6324945e7" /><Relationship Type="http://schemas.openxmlformats.org/officeDocument/2006/relationships/notesMaster" Target="/ppt/notesMasters/notesMaster1.xml" Id="R8d991ab004d443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503abf54424db9" /><Relationship Type="http://schemas.openxmlformats.org/officeDocument/2006/relationships/notesMaster" Target="/ppt/notesMasters/notesMaster1.xml" Id="Ra197d7c4651d44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62b72deed2479d" /><Relationship Type="http://schemas.openxmlformats.org/officeDocument/2006/relationships/notesMaster" Target="/ppt/notesMasters/notesMaster1.xml" Id="Rdd9a1d69bb9b4a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c6e1c33d7c455d" /><Relationship Type="http://schemas.openxmlformats.org/officeDocument/2006/relationships/notesMaster" Target="/ppt/notesMasters/notesMaster1.xml" Id="R8e50f9a438af44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7913b61acd4339" /><Relationship Type="http://schemas.openxmlformats.org/officeDocument/2006/relationships/notesMaster" Target="/ppt/notesMasters/notesMaster1.xml" Id="R71ca5e61037d42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0a9658553a469b" /><Relationship Type="http://schemas.openxmlformats.org/officeDocument/2006/relationships/notesMaster" Target="/ppt/notesMasters/notesMaster1.xml" Id="R5602a00be7f346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48ba01a3344466" /><Relationship Type="http://schemas.openxmlformats.org/officeDocument/2006/relationships/notesMaster" Target="/ppt/notesMasters/notesMaster1.xml" Id="R9a4bf96c845848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277ac1781f48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a71164de3a448a" /><Relationship Type="http://schemas.openxmlformats.org/officeDocument/2006/relationships/slideLayout" Target="/ppt/slideLayouts/slideLayout1.xml" Id="R1de11bd0210a43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e11bd0210a43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5af8b5a2546d9" /><Relationship Type="http://schemas.openxmlformats.org/officeDocument/2006/relationships/notesSlide" Target="/ppt/notesSlides/notesSlide1.xml" Id="R824092eb6cb04a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a9481303d4cd4" /><Relationship Type="http://schemas.openxmlformats.org/officeDocument/2006/relationships/notesSlide" Target="/ppt/notesSlides/notesSlide2.xml" Id="Rdc89b02587ae4f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9d6c670c941f3" /><Relationship Type="http://schemas.openxmlformats.org/officeDocument/2006/relationships/notesSlide" Target="/ppt/notesSlides/notesSlide3.xml" Id="R1fdf5b0180e44e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ffd41462d4e33" /><Relationship Type="http://schemas.openxmlformats.org/officeDocument/2006/relationships/notesSlide" Target="/ppt/notesSlides/notesSlide4.xml" Id="Rc431541f8cb945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74731b08f457c" /><Relationship Type="http://schemas.openxmlformats.org/officeDocument/2006/relationships/notesSlide" Target="/ppt/notesSlides/notesSlide5.xml" Id="R2f09fa0d0a8447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2e9f6f8914b7d" /><Relationship Type="http://schemas.openxmlformats.org/officeDocument/2006/relationships/notesSlide" Target="/ppt/notesSlides/notesSlide6.xml" Id="R3cd41ab4a2fe4f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b50b7e2444aa0" /><Relationship Type="http://schemas.openxmlformats.org/officeDocument/2006/relationships/notesSlide" Target="/ppt/notesSlides/notesSlide7.xml" Id="R0c73c99785f046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fa95b80d945fa" /><Relationship Type="http://schemas.openxmlformats.org/officeDocument/2006/relationships/notesSlide" Target="/ppt/notesSlides/notesSlide8.xml" Id="Rbc5f15aa53db40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ccd8813864954" /><Relationship Type="http://schemas.openxmlformats.org/officeDocument/2006/relationships/notesSlide" Target="/ppt/notesSlides/notesSlide9.xml" Id="R65663787164e40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71B23-3DC8-45BE-86D2-6839FEAE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26049-BE3A-4B3F-AC80-2D665BA6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Physical Properties of Soil and Their Management: Soil Profile, Soil structure-Definition- types and Importance of soil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6CF0D-3E33-437F-B464-4A77CFF3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Principles of Soil Science and Agronomy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1BSSA105/205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FF8FB-DA6F-4135-970A-597B55AF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Physical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2885F-71C9-40B6-8CB8-2A8BBE30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F0991-FB6F-4430-A638-8364E6C2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55B91-BE9C-4441-B9A2-6F1EB2F3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13BAC-92D5-4637-86EE-3FFB6926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1B811-5E70-4900-8506-104F3E3A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A34CB-D15C-49AE-BCE9-C96FE5CA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Their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7D40F-4479-44E9-BBCA-FD7721A2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0D367-8D2D-4214-A71C-6D088C4F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Management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D3D1E-617E-4989-BBF7-86EC3B91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D204D-8F0D-4026-B4E2-7EFB56D7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3122C-DE1A-41FF-A8EC-E759C9DF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109763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313B6-2E15-4088-84E0-79EC1DDE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BC5B9-1DEE-450B-9466-A44B5B9C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CDCEE-9AEE-46A4-BED3-74B612AB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5173E-DC98-4CBD-AC81-6C84C1C7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042E3-1283-450C-9FBF-63BE8207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85A18-0748-4B6E-8226-C3A66978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D4138-4CD7-49BB-9C82-C21E6991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B40D9-BFEE-4CE8-9919-BF6AEBFA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D57CA-255A-49EE-90B5-838B728B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6738C-EC86-422D-B21C-1DE0E6D0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1EAE2-4C70-4937-96C9-D65A52F6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ECB2A-9C25-43B9-BA0A-FBD60ACF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AB9F7-F67E-4501-A7C5-60D5854B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Physical Properties of Soil and Their Management: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Soil Profile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Soil structure-Definition- types and Importance of soil structure.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Soil texture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Soil air- Composition of soil air, management of soil air.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9C936-EAF0-4718-8A36-9906C362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D1C3B-7D45-4376-A9FB-3DEE95D0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5255801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45194-FDBB-4AFC-9117-D3AF52E9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A4EE8-285D-4260-AC0F-1C005F82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27C72-979D-441D-88B2-37A92241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D0A8D-2076-4455-97D9-67B2AF6C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Physical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7D5ED-CBF7-4233-932C-9056278C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72B6F-71FE-43F9-8D24-F273B761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3F6F6-3F3C-49E7-962B-9A2936EA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Their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3F7CD-73D4-4194-A799-B207CC72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9ECAB-A1AD-4DED-9CB2-803DB630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A79A2-BC82-4542-911A-1CEAEEBF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Soil temperature- influence of soil temperature on plant growth -factors influencing soil temperature - management of soil temperature.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Soil colour determination and importance.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85C3E-38BA-483A-9771-112BCCA7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0DEC3-21CA-4AD9-B171-5BC4C133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9367281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8B383-786B-45ED-A7F6-4F8208E8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328DA-157E-43EF-8142-E102FBA2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C547B-F899-461B-BE37-8F9DFD61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DF2A8-D8CD-4B52-9587-43BCEB05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Physical Properties of Soil and Their Management: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Soil Profile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Soil structure-Definition- types and Importance of soil structure.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Soil texture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Soil air- Composition of soil air, management of soil air.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Soil temperature- influence of soil temperature on plant growth -factors influencing soil temperature - man...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FF16D-5B6E-410F-A7A0-7AA406FE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EB5A9-7AA2-4092-9685-DCFE506C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6FF6C-34EE-40D5-8B38-169ABE08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Physical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416AA-8454-49C3-8C95-807DAAFB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C744E-25C7-4AFD-8789-3C4EB24B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114C0-D1F4-43F6-8800-30502385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253F2-191B-4E5D-ADD8-90FC64D4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E4C10-7543-4A01-B7B2-4463E084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B90A3-FDEC-41BB-805A-18030152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Their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11E59-D436-439C-AB13-1107A4E1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76A2F-4F8F-4E89-BFD0-F6D1F494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291B4-8F32-444A-8944-FC2635F7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AAEF7-01A1-45E3-A9B8-3644CA7C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ED9AF-D16C-4DE9-A274-5573349F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98486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634C6-E60B-40CE-8CFB-4F60CCF2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CAE9A-7DBB-4AAA-BC8F-A6701281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F77CF-E117-4537-9770-5DA86BCB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FE893-269F-49D7-A8CD-296B80C3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77386-45E2-4DD5-B2E1-2F0A60DF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697DB-3771-4448-8A05-B92C66CE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06BD0-F987-4112-BD8E-F8CAFFDE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50724-4846-4764-BDFA-EA4589C3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F8BF3-48C1-4496-ACDD-E9B401C9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C86AA-4ACF-4B2E-962B-EEB75C69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25565-FC58-4760-A6D1-3DD6F4F5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8273C-A5C6-44B7-B7C2-F2DC1547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C478B-E8FA-4E29-93FA-860F21DA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1882A-A3C7-4660-B789-D1BBD367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3402C-38E8-454C-BF35-AD47EE07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5031199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CCC28-ADB7-4950-A87E-05E433CA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76981-9F21-406C-815F-6F2A1D92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E7850-3FB1-4018-9BB9-0C6B39CC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86E55-22E9-4E83-BC45-41BADD1A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4D13F-CD89-47C9-AD93-3CD9CFE2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Physical Properties of Soil and Their Management: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136DA-A818-48C7-8952-DEAA1271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Physical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D64D4-28F7-49E5-94B6-E1000099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7B76E-0C25-4E4B-8557-B317012A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6ED8D-B02C-4ACA-8CE4-EB27CDEE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683595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0A45E-F685-4601-8518-13C95EE2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E2B6B-88DA-4537-86C7-5FFC6383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6D513-BE02-4C7A-87BD-32F801FF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9DFE7-3325-4B4D-B71C-04118B40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040C9-9D5F-4EF6-B71E-A80E574F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Soil colour determination and importance.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03AE3-95FF-43C9-AD3B-E18E0EA7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C5135-F28D-46CA-B9CF-B2B1F79B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C0D1E-DC85-406C-AD02-4C9F8505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E6012-9974-4495-A373-E9CC16E6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4325320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DEE951-9A36-4152-B875-06B67526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B4502-06E6-4028-8BC3-2D0942AC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0E689-AD34-460E-B284-56C3CE5D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4DC17-DD84-45F0-AD2A-ECF6544E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ED34D-F449-47F2-923F-4B34EBC2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DCA7B-7A84-4350-86B4-F0E2064C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DCF29-A265-4888-8BFF-606010B7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Physical Properties of Soil and Their Management: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89285-6119-441E-8946-CE68CBF6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A7A97-C860-4A5E-A636-531BE673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60718-291D-44BD-A33C-42B55050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Soil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B0B15-6CA0-4E48-882B-6D8E6D4F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8F2D2-AB9D-4D04-9717-51B7A5DA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86AD8-BD07-4568-97B3-6801DCF5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Soil structure-Definition- types and Importance of soil 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BC94E-2C94-4BA6-B196-1676BD44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25C40-8413-4A83-832F-ADFC72BA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8522A-E278-4029-951F-5E86EFF4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Soil texture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E409EB-B8EB-4299-87E4-878BE1EB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EB104-F18E-481F-AAB0-473140CA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8F94B-AB18-40A3-BB3E-F2CD1C4B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Soil air- Composition of soil air, management of soil air.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957A38-3C55-46A9-A662-4B95E19E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3B267-33F4-4007-90DE-5E9B5F68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9AF57A-A81B-4C1E-8EE4-CC51FD46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Soil temperature- influence of soil temperature on plant growth -factors influencing soil tempe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1BF75-DD01-458E-B1E2-3110AFC0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EED3CB-FE44-4EBE-89A2-835D12A8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CF7D3-84EB-4268-B694-A8461AE7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Soil colour determination and importance.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DB3886-A109-4A35-8760-28613848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B8146F-923A-4A4E-98CB-316E1F1D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907298-3186-43D7-917D-469E00DA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744C28-4528-43C2-9719-F4F8EE7F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2562200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805AC-BFCB-4CD6-90D1-18A49619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89ED6-DB2F-49CF-9D13-959AD2C5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85B29-BB9C-44D9-A278-F181030B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D277E-94CD-4F93-8AC1-38155B4C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Physical, Properties, Soil, Their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1002C-2BF2-4913-863E-804A1801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B9213-267B-4038-8871-57EEF286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DE12D-156F-4F77-9962-D7D79569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335A5-E0BD-495F-A05D-3373AB06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334473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2026-08-24T06:38:56.5330000Z</dcterms:created>
  <dcterms:modified xsi:type="dcterms:W3CDTF">2026-08-24T06:38:56.5330000Z</dcterms:modified>
</coreProperties>
</file>