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6a7db0b64492b" /><Relationship Type="http://schemas.openxmlformats.org/officeDocument/2006/relationships/extended-properties" Target="/docProps/app.xml" Id="R33a32b0c7dfe4434" /><Relationship Type="http://schemas.openxmlformats.org/officeDocument/2006/relationships/officeDocument" Target="/ppt/presentation.xml" Id="Rc2042438c451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3f909359f94f3b"/>
  </p:sldMasterIdLst>
  <p:notesMasterIdLst>
    <p:notesMasterId xmlns:r="http://schemas.openxmlformats.org/officeDocument/2006/relationships" r:id="R50641acc66154473"/>
  </p:notesMasterIdLst>
  <p:sldIdLst>
    <p:sldId xmlns:r="http://schemas.openxmlformats.org/officeDocument/2006/relationships" id="256" r:id="Raeef5cb2b69c4737"/>
    <p:sldId xmlns:r="http://schemas.openxmlformats.org/officeDocument/2006/relationships" id="257" r:id="R4d41ba6dc55440c8"/>
    <p:sldId xmlns:r="http://schemas.openxmlformats.org/officeDocument/2006/relationships" id="258" r:id="R36245a0b979041a3"/>
    <p:sldId xmlns:r="http://schemas.openxmlformats.org/officeDocument/2006/relationships" id="259" r:id="R4b4b587e0f344f6e"/>
    <p:sldId xmlns:r="http://schemas.openxmlformats.org/officeDocument/2006/relationships" id="260" r:id="R78ba7e39574f4bae"/>
    <p:sldId xmlns:r="http://schemas.openxmlformats.org/officeDocument/2006/relationships" id="261" r:id="R8b45ee4b8d624130"/>
    <p:sldId xmlns:r="http://schemas.openxmlformats.org/officeDocument/2006/relationships" id="262" r:id="R4b92cff4f41440ed"/>
    <p:sldId xmlns:r="http://schemas.openxmlformats.org/officeDocument/2006/relationships" id="263" r:id="R9e2a3733a81e406c"/>
    <p:sldId xmlns:r="http://schemas.openxmlformats.org/officeDocument/2006/relationships" id="264" r:id="R23ee4a42934446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0d809ed304ca6" /><Relationship Type="http://schemas.openxmlformats.org/officeDocument/2006/relationships/slideMaster" Target="/ppt/slideMasters/slideMaster1.xml" Id="Rd93f909359f94f3b" /><Relationship Type="http://schemas.openxmlformats.org/officeDocument/2006/relationships/notesMaster" Target="/ppt/notesMasters/notesMaster1.xml" Id="R50641acc66154473" /><Relationship Type="http://schemas.openxmlformats.org/officeDocument/2006/relationships/presProps" Target="/ppt/presProps.xml" Id="Ra0701bc3d17e41f0" /><Relationship Type="http://schemas.openxmlformats.org/officeDocument/2006/relationships/tableStyles" Target="/ppt/tableStyles.xml" Id="Rd267459d64764810" /><Relationship Type="http://schemas.openxmlformats.org/officeDocument/2006/relationships/slide" Target="/ppt/slides/slide1.xml" Id="Raeef5cb2b69c4737" /><Relationship Type="http://schemas.openxmlformats.org/officeDocument/2006/relationships/slide" Target="/ppt/slides/slide2.xml" Id="R4d41ba6dc55440c8" /><Relationship Type="http://schemas.openxmlformats.org/officeDocument/2006/relationships/slide" Target="/ppt/slides/slide3.xml" Id="R36245a0b979041a3" /><Relationship Type="http://schemas.openxmlformats.org/officeDocument/2006/relationships/slide" Target="/ppt/slides/slide4.xml" Id="R4b4b587e0f344f6e" /><Relationship Type="http://schemas.openxmlformats.org/officeDocument/2006/relationships/slide" Target="/ppt/slides/slide5.xml" Id="R78ba7e39574f4bae" /><Relationship Type="http://schemas.openxmlformats.org/officeDocument/2006/relationships/slide" Target="/ppt/slides/slide6.xml" Id="R8b45ee4b8d624130" /><Relationship Type="http://schemas.openxmlformats.org/officeDocument/2006/relationships/slide" Target="/ppt/slides/slide7.xml" Id="R4b92cff4f41440ed" /><Relationship Type="http://schemas.openxmlformats.org/officeDocument/2006/relationships/slide" Target="/ppt/slides/slide8.xml" Id="R9e2a3733a81e406c" /><Relationship Type="http://schemas.openxmlformats.org/officeDocument/2006/relationships/slide" Target="/ppt/slides/slide9.xml" Id="R23ee4a429344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a4f427725f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d56e3f0af44ebf" /><Relationship Type="http://schemas.openxmlformats.org/officeDocument/2006/relationships/notesMaster" Target="/ppt/notesMasters/notesMaster1.xml" Id="R0a9c8a94a14f4d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9d56e2f8d4eb0" /><Relationship Type="http://schemas.openxmlformats.org/officeDocument/2006/relationships/notesMaster" Target="/ppt/notesMasters/notesMaster1.xml" Id="R0f34076885da46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06fb7d38a040df" /><Relationship Type="http://schemas.openxmlformats.org/officeDocument/2006/relationships/notesMaster" Target="/ppt/notesMasters/notesMaster1.xml" Id="Ra824b983471d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0a1ce60b64fff" /><Relationship Type="http://schemas.openxmlformats.org/officeDocument/2006/relationships/notesMaster" Target="/ppt/notesMasters/notesMaster1.xml" Id="R40c1c6f80cf847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57955b1db146ae" /><Relationship Type="http://schemas.openxmlformats.org/officeDocument/2006/relationships/notesMaster" Target="/ppt/notesMasters/notesMaster1.xml" Id="Rb98e5bc953d5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9399279c340c8" /><Relationship Type="http://schemas.openxmlformats.org/officeDocument/2006/relationships/notesMaster" Target="/ppt/notesMasters/notesMaster1.xml" Id="R0529ec4b11e049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66b201be274e55" /><Relationship Type="http://schemas.openxmlformats.org/officeDocument/2006/relationships/notesMaster" Target="/ppt/notesMasters/notesMaster1.xml" Id="Rbfc5b1a450e74d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f31273ed84c24" /><Relationship Type="http://schemas.openxmlformats.org/officeDocument/2006/relationships/notesMaster" Target="/ppt/notesMasters/notesMaster1.xml" Id="R7f7c493c36674c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690a2ebf874f4b" /><Relationship Type="http://schemas.openxmlformats.org/officeDocument/2006/relationships/notesMaster" Target="/ppt/notesMasters/notesMaster1.xml" Id="R4166c4d48465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49ad1a281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8b41251174264" /><Relationship Type="http://schemas.openxmlformats.org/officeDocument/2006/relationships/slideLayout" Target="/ppt/slideLayouts/slideLayout1.xml" Id="R956745bc51fc4f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745bc51fc4f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b9d41e2f44c7f" /><Relationship Type="http://schemas.openxmlformats.org/officeDocument/2006/relationships/notesSlide" Target="/ppt/notesSlides/notesSlide1.xml" Id="Rfb0e881e84a64e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0d251fae74f3d" /><Relationship Type="http://schemas.openxmlformats.org/officeDocument/2006/relationships/notesSlide" Target="/ppt/notesSlides/notesSlide2.xml" Id="R7c6af402b4ee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458051354f42" /><Relationship Type="http://schemas.openxmlformats.org/officeDocument/2006/relationships/notesSlide" Target="/ppt/notesSlides/notesSlide3.xml" Id="R512e362c6bf0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c5eb536714134" /><Relationship Type="http://schemas.openxmlformats.org/officeDocument/2006/relationships/notesSlide" Target="/ppt/notesSlides/notesSlide4.xml" Id="R0784d275a2c745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f59b6cfc6446f" /><Relationship Type="http://schemas.openxmlformats.org/officeDocument/2006/relationships/notesSlide" Target="/ppt/notesSlides/notesSlide5.xml" Id="R18d9675a21e1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a21d5cac64c6a" /><Relationship Type="http://schemas.openxmlformats.org/officeDocument/2006/relationships/notesSlide" Target="/ppt/notesSlides/notesSlide6.xml" Id="R63985e04161045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2140fe964388" /><Relationship Type="http://schemas.openxmlformats.org/officeDocument/2006/relationships/notesSlide" Target="/ppt/notesSlides/notesSlide7.xml" Id="R3cbcdd9eeae244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b0c997884104" /><Relationship Type="http://schemas.openxmlformats.org/officeDocument/2006/relationships/notesSlide" Target="/ppt/notesSlides/notesSlide8.xml" Id="Rf6263a2b9c2943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70d0de2294721" /><Relationship Type="http://schemas.openxmlformats.org/officeDocument/2006/relationships/notesSlide" Target="/ppt/notesSlides/notesSlide9.xml" Id="R1db1b221422d44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98468-DA0F-4E35-AEC9-C3EA345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7BD1-6BC7-47EC-A4AD-885FE6A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Fundamentals of Soil Science: Soil, Definition -branches of Soil science, Rocks: Definition - classification-igneous, 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30DE8-DBF8-4D03-A5EA-86CABFD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19ABF-B6BD-4C77-B701-4133076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98C02-2FA0-4367-812D-D7205EC0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419CC-8923-4891-B636-B444D413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58DAA-60D8-4883-BFBF-4DBAAEF7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1C0C6-53AF-4F43-83CD-AFBB75DA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6E18E-0DC7-41A0-B64F-2885FB7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A6CF6-A2C4-45C0-B4AE-65D81DC9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F3265-93A8-4857-9515-96CA846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8A2A2-D4D7-433C-8633-F1AD278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branches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1F574-26F7-4857-BD73-882EAEE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0AE5-90B8-41F4-AE6B-55F84621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8B5D2-E8E4-4504-A44B-F9C66F01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702230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1F100-AB48-4350-A7A0-1D6DF717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6305-D7FF-4791-910E-B783B2D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AA1C-C04A-4576-B281-15ACBCC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6630-1D95-4772-AD83-C53B11C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FA2B3-BF42-4628-8542-C187FC1E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339A-A22D-4CB3-B606-FB1C0728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4D24F-E60C-4248-91DE-803D51A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41266-933B-482A-A9D7-233C87B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CB43D-F2A1-4B5B-8AA6-6CA5A38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16021-4772-4405-831D-D581D7E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1F18E-4598-4304-8455-82A4FDF1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DCA61-A840-4DDE-AF0E-DEDA7073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FDCC4-2370-460A-8838-BA10F3C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Fundamentals of Soil Science: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-branches of Soil science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- classification-igneous, sedimentary and metamorphic rocks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Minerals- Definition, classification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Formation Processes: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F0E16-9C92-474F-B71C-718AD186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FAF6D-4F30-4950-9481-566BBF13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822771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49E5A-BAC5-4F81-ACE3-462FCF6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4F85-0F0D-484F-AA95-8E9418D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2758-EB5A-47CA-8602-609D72B9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5534-ADE1-4930-A2C8-F3902789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97D9A-8A02-499F-9388-2F8CCC7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31CA3-4D68-4B94-965F-24ABD1D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D16DE-A3CD-40CB-8A17-12FAFCCC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E97AF-AFC4-4491-8ABA-08275F07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branches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88417-823A-4CF2-9F03-E3738A5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8E970-247D-4F3F-A3C4-D712BE48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Weathering- Definition, types of weathering - physical weathering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Chemical weathering, and Biological weathering.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forming processes: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Eluviations, illuviation, humification, calcification, laterization, podzolozation, salinization, alkalization and gleization.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00D38-3222-4493-AC61-85858F8E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CA0A4-5D35-4AC8-B76C-D2BF4F2C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733297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C1A02-1C0E-41AC-BC84-87D5C6D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EF3E5-6C59-43C6-888C-34D3F5D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096C-F5ED-488C-B9E5-410B3DC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85A54-29C8-4A13-9325-D50B6DF8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Fundamentals of Soil Science: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-branches of Soil science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- classification-igneous, sedimentary and metamorphic rocks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Minerals- Definition,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Formation Processes: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Weathering- Definition, types of weathering - physical weathering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CB93C-76A7-48F1-AF69-22097E4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6337E-D96C-4036-BC7F-0B0313A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41342-D00F-45B3-BA91-D2AC2ED1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B248F-9888-4E75-AD15-289B09E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06DFE-FB34-4C46-8143-28B4300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A0030-F0B8-4997-BE78-A920B0C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C8B7B-8470-4790-B0F4-1AE382DF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9E62D-2564-4A44-B25B-A791622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E3340-58D7-4037-B668-EDE2B52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E7672-5119-44D2-AAA8-A6F7578A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BE11B-A3EC-4FDA-A686-D35409CB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branches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845AF-D753-4A62-A4B1-87036E1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B5B56-D406-4D90-B820-C33990A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A54AF-1471-4CBA-B7DE-D3D981C0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05330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81EB6-802B-454A-80D6-813FF8F8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C3FF-F4F9-4F12-A06F-90A6E5D2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76045-07B0-49AD-BB59-52EB06C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161DE-AB31-49B5-A4BA-24B05A5E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0FB59-DE93-4EA9-A4E0-6CDD3171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762F2-835C-49F3-ADF6-3F64953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F239C-8754-4069-BCF7-2C12E4A9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CA3BC-A1A9-44A4-B95F-8123C3BF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C64C-10F0-4965-A444-DA6FABB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A4773-A8DA-49D9-A04B-8074FE8E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04AEB-C18F-4859-839F-EA0D889F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67566-A1CB-4970-9BB4-DA695F5A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A4B0B-2C9B-441D-8109-0A33C60E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1E8B1-2444-46AA-891E-EFE9D13F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3FA76-CA6B-4826-8650-95FF0BA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90494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949A1-44BF-4EB8-B65F-9E1B513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4136C-59A9-4DE2-8304-4BCC130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78ECA-8C73-41F3-8664-184F7D5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5C8B4-C03E-4E16-8143-A256F86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2B938-A9A2-45D5-90F3-EB02A0D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Fundamentals of Soil Science: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C4035-F459-4C1D-8794-4D04AE2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Fundamentals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E7E5D-C370-4261-89D8-B2FF963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AC54F-130F-43A9-B195-3522D83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C7F9B-DCB8-47D4-B8C9-00E671A1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617243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DA0FD-0530-48FB-9B7A-DA0D3478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4984C-B00E-404F-9EBB-8385EE3E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8DA75-9663-4E75-86AD-C2A1D53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A0D0E-EE9C-424B-9AD0-1D9CEAD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A8F1B-288F-4B83-8049-ADCD381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Chemical weathering, and Biological weathering.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forming processes: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Eluviations, illuviation, humification, calcification, laterization, podzolozation, salinization, alkalization and gleization.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2B436-9F73-4E81-B1E6-C490394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B0F7D-FDC9-446E-A846-4AB90F3B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D00E8-82A9-4354-9D3D-5CD90A6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D7360-6DD4-47A3-8150-150C8C6D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315681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AA1A3-AC3D-4C7D-A592-E0C46C4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135AC-896A-47E3-8947-42EE1D1E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75833-4CF8-462E-9684-58577D28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68852-D96F-405C-BE0E-9C63A058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75E92-2CAF-4E38-AD05-D60B5FF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0F6DD-CE28-43FE-A8D4-B66A7D0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BE804-52AB-42CE-ACB6-9BCE8A7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Fundamentals of Soil Science: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F42BF-92AF-4F26-92E7-3927B930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E3C8A-0E94-4156-851B-D20A29F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DADFE-F111-4FC3-B7FC-E179C6A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-branches of Soil science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B435-0820-45A4-B2BC-2190D1A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28B3C-7CB1-400E-83F3-D34B32B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6438A-C704-404E-BC47-0C5B127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- classification-igneous, sedimentary and metamorphic rocks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EBE05-4E50-4F8B-B363-0CF02E6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F2D3F-D269-43B3-8891-367B5784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C78B0-A17B-4E0E-929E-DAE462E4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Minerals- Definition,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74460-ECB4-43E8-AB65-BC8EBC54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7EE14-4B46-4A74-9786-8DC3B30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00E09-2B16-4F3A-8DEE-86F29268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Formation Processes: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08DA2-2983-4F8E-ABF8-2C548C2F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CFEA6-95CA-4F13-8F2D-10A53DB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CEE6B-4413-49EA-99CE-5AC3BDDD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Weathering- Definition, types of weathering - physical weathering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37962-BBCC-473F-BE14-C9ECA2E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B22CE-C799-4F76-90B3-0290A31A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961C6-DF6A-4E7B-9525-A8A7809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Chemical weathering, and Biological weathering.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37A72-4B04-4431-A19E-EC79937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20F88-6F73-4C41-86B1-FB2BDEB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FFA1A-01E5-4956-906A-15E3C95F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9D924-1451-49C0-9439-A321175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30506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01358-7A12-4597-9B79-2B3A3F01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24005-86F0-4E62-9613-528B54D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E09F3-E8E1-4FC9-8D31-D4619FE1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F1A13-1F88-41EC-90B0-05405A9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Fundamentals, Soil, Science, Definition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7364E-0F20-4474-8B62-A5D4411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675DB-6A80-41FF-83B3-DBACF97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6063F-210B-4DC8-B5D4-15F51839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E882B-BE0E-43E8-AF6F-48E8019D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2011740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2026-08-24T06:38:56.4690000Z</dcterms:created>
  <dcterms:modified xsi:type="dcterms:W3CDTF">2026-08-24T06:38:56.4690000Z</dcterms:modified>
</coreProperties>
</file>