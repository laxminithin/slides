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5900d9b43d4fba" /><Relationship Type="http://schemas.openxmlformats.org/officeDocument/2006/relationships/extended-properties" Target="/docProps/app.xml" Id="R3a337c5c3e1e47c9" /><Relationship Type="http://schemas.openxmlformats.org/officeDocument/2006/relationships/officeDocument" Target="/ppt/presentation.xml" Id="R033d8dac0dfa40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ab899761c64c3c"/>
  </p:sldMasterIdLst>
  <p:notesMasterIdLst>
    <p:notesMasterId xmlns:r="http://schemas.openxmlformats.org/officeDocument/2006/relationships" r:id="Red6ca720648c45c4"/>
  </p:notesMasterIdLst>
  <p:sldIdLst>
    <p:sldId xmlns:r="http://schemas.openxmlformats.org/officeDocument/2006/relationships" id="256" r:id="R04cfe64295fa49a5"/>
    <p:sldId xmlns:r="http://schemas.openxmlformats.org/officeDocument/2006/relationships" id="257" r:id="R8e8908c41bf6463a"/>
    <p:sldId xmlns:r="http://schemas.openxmlformats.org/officeDocument/2006/relationships" id="258" r:id="Rac977037860145ec"/>
    <p:sldId xmlns:r="http://schemas.openxmlformats.org/officeDocument/2006/relationships" id="259" r:id="Rbb7ccdda4f2a4562"/>
    <p:sldId xmlns:r="http://schemas.openxmlformats.org/officeDocument/2006/relationships" id="260" r:id="Rdd3dedd58f344528"/>
    <p:sldId xmlns:r="http://schemas.openxmlformats.org/officeDocument/2006/relationships" id="261" r:id="Rd20242a2fef24e1a"/>
    <p:sldId xmlns:r="http://schemas.openxmlformats.org/officeDocument/2006/relationships" id="262" r:id="R587e64a2bdf04d41"/>
    <p:sldId xmlns:r="http://schemas.openxmlformats.org/officeDocument/2006/relationships" id="263" r:id="Ree7b53d47eed4f99"/>
    <p:sldId xmlns:r="http://schemas.openxmlformats.org/officeDocument/2006/relationships" id="264" r:id="R576e266857ee48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8e0a8916174626" /><Relationship Type="http://schemas.openxmlformats.org/officeDocument/2006/relationships/slideMaster" Target="/ppt/slideMasters/slideMaster1.xml" Id="R8eab899761c64c3c" /><Relationship Type="http://schemas.openxmlformats.org/officeDocument/2006/relationships/notesMaster" Target="/ppt/notesMasters/notesMaster1.xml" Id="Red6ca720648c45c4" /><Relationship Type="http://schemas.openxmlformats.org/officeDocument/2006/relationships/presProps" Target="/ppt/presProps.xml" Id="R3fb4ab5fcd8e446f" /><Relationship Type="http://schemas.openxmlformats.org/officeDocument/2006/relationships/tableStyles" Target="/ppt/tableStyles.xml" Id="Ra926e04cf2034806" /><Relationship Type="http://schemas.openxmlformats.org/officeDocument/2006/relationships/slide" Target="/ppt/slides/slide1.xml" Id="R04cfe64295fa49a5" /><Relationship Type="http://schemas.openxmlformats.org/officeDocument/2006/relationships/slide" Target="/ppt/slides/slide2.xml" Id="R8e8908c41bf6463a" /><Relationship Type="http://schemas.openxmlformats.org/officeDocument/2006/relationships/slide" Target="/ppt/slides/slide3.xml" Id="Rac977037860145ec" /><Relationship Type="http://schemas.openxmlformats.org/officeDocument/2006/relationships/slide" Target="/ppt/slides/slide4.xml" Id="Rbb7ccdda4f2a4562" /><Relationship Type="http://schemas.openxmlformats.org/officeDocument/2006/relationships/slide" Target="/ppt/slides/slide5.xml" Id="Rdd3dedd58f344528" /><Relationship Type="http://schemas.openxmlformats.org/officeDocument/2006/relationships/slide" Target="/ppt/slides/slide6.xml" Id="Rd20242a2fef24e1a" /><Relationship Type="http://schemas.openxmlformats.org/officeDocument/2006/relationships/slide" Target="/ppt/slides/slide7.xml" Id="R587e64a2bdf04d41" /><Relationship Type="http://schemas.openxmlformats.org/officeDocument/2006/relationships/slide" Target="/ppt/slides/slide8.xml" Id="Ree7b53d47eed4f99" /><Relationship Type="http://schemas.openxmlformats.org/officeDocument/2006/relationships/slide" Target="/ppt/slides/slide9.xml" Id="R576e266857ee48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4c850468cb40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3c5b56d1b943e5" /><Relationship Type="http://schemas.openxmlformats.org/officeDocument/2006/relationships/notesMaster" Target="/ppt/notesMasters/notesMaster1.xml" Id="Rf0f66689f20f4d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763a67a96c448d" /><Relationship Type="http://schemas.openxmlformats.org/officeDocument/2006/relationships/notesMaster" Target="/ppt/notesMasters/notesMaster1.xml" Id="Rd1063d8e83e748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e8c4f2b81c4b16" /><Relationship Type="http://schemas.openxmlformats.org/officeDocument/2006/relationships/notesMaster" Target="/ppt/notesMasters/notesMaster1.xml" Id="R865f20f1fddc48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50a35e40444c91" /><Relationship Type="http://schemas.openxmlformats.org/officeDocument/2006/relationships/notesMaster" Target="/ppt/notesMasters/notesMaster1.xml" Id="Rd7a256bbffe34c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c2e019c0334e74" /><Relationship Type="http://schemas.openxmlformats.org/officeDocument/2006/relationships/notesMaster" Target="/ppt/notesMasters/notesMaster1.xml" Id="Rb6f5d021043e44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5c98628d274efb" /><Relationship Type="http://schemas.openxmlformats.org/officeDocument/2006/relationships/notesMaster" Target="/ppt/notesMasters/notesMaster1.xml" Id="Rc1041257bf6049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2180d7d1e148c8" /><Relationship Type="http://schemas.openxmlformats.org/officeDocument/2006/relationships/notesMaster" Target="/ppt/notesMasters/notesMaster1.xml" Id="Redc1d3bfb8584d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a0fabda94442ee" /><Relationship Type="http://schemas.openxmlformats.org/officeDocument/2006/relationships/notesMaster" Target="/ppt/notesMasters/notesMaster1.xml" Id="R2e933fe6b2fb4b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64d744f7ce4fd1" /><Relationship Type="http://schemas.openxmlformats.org/officeDocument/2006/relationships/notesMaster" Target="/ppt/notesMasters/notesMaster1.xml" Id="R301296027a3b46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563a0e4bad4f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2842a400964e9e" /><Relationship Type="http://schemas.openxmlformats.org/officeDocument/2006/relationships/slideLayout" Target="/ppt/slideLayouts/slideLayout1.xml" Id="Rdcb9d869644443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b9d869644443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56c328f5e4787" /><Relationship Type="http://schemas.openxmlformats.org/officeDocument/2006/relationships/notesSlide" Target="/ppt/notesSlides/notesSlide1.xml" Id="Re4f0902eaf0d44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76ee29c8a44b2" /><Relationship Type="http://schemas.openxmlformats.org/officeDocument/2006/relationships/notesSlide" Target="/ppt/notesSlides/notesSlide2.xml" Id="R0e2ef32223aa44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dc2b3d8d4434b" /><Relationship Type="http://schemas.openxmlformats.org/officeDocument/2006/relationships/notesSlide" Target="/ppt/notesSlides/notesSlide3.xml" Id="R0edfdf70bc244b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9b8e29a374799" /><Relationship Type="http://schemas.openxmlformats.org/officeDocument/2006/relationships/notesSlide" Target="/ppt/notesSlides/notesSlide4.xml" Id="Re0a91e3a0bdf4c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d28c19e624ad7" /><Relationship Type="http://schemas.openxmlformats.org/officeDocument/2006/relationships/notesSlide" Target="/ppt/notesSlides/notesSlide5.xml" Id="R4fdd343b9cb94f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550912a924a0f" /><Relationship Type="http://schemas.openxmlformats.org/officeDocument/2006/relationships/notesSlide" Target="/ppt/notesSlides/notesSlide6.xml" Id="R01dae5c573af43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a07933c8741e7" /><Relationship Type="http://schemas.openxmlformats.org/officeDocument/2006/relationships/notesSlide" Target="/ppt/notesSlides/notesSlide7.xml" Id="R9776440cfb8643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6088ddb904f62" /><Relationship Type="http://schemas.openxmlformats.org/officeDocument/2006/relationships/notesSlide" Target="/ppt/notesSlides/notesSlide8.xml" Id="R13cd9fa7e54d4f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0898b30f54af9" /><Relationship Type="http://schemas.openxmlformats.org/officeDocument/2006/relationships/notesSlide" Target="/ppt/notesSlides/notesSlide9.xml" Id="Ra99fbcd020464d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75BC14-D627-440B-8A23-CC5FB75E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AA3CC-9865-470C-AEBE-B0719897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Agronomic Practices: Tillage-Objective of tillage, characteristics of good seed bed, Types of Tillage. Sowing- Methods 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D6910-BEBD-4920-B0CD-B2A630F3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Principles of Soil Science and Agronomy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1BSSA105/205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8C95F-7316-4546-88F1-3786561C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Agronomic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5E977-E10A-4E73-B9E6-0FE3F522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C9EE7-7F91-43AF-9544-C87E3C65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6759C-6AB5-4E38-A11F-F5A52D0B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DA172-4610-45D4-B7EF-14A41F22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Tillage-Objective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98A6D-21C5-4D5C-88E9-C3FA0FFD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C3780-A4BA-4E20-A28C-2737C5B5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tillage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C3336-7E4E-4A42-BB10-96D8636F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E537E-A6BE-4343-B89A-E8133B8F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characteristics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AE5895-910D-46E5-8A13-FB48B705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EB2BD-885E-44A3-9A3A-D6F82465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6C551-02D5-4BE5-B81E-578AF1ED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5642577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C153EC-A060-428A-B106-3191070D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FACCD-330D-4518-A4C3-28977668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F6D7D-E0DF-4728-B381-948F527D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4CB80-7B5D-4735-9B20-C187FDCB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09194-D4C5-488F-A029-762CFDE0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533D2-7871-45B7-8FF8-A930B747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CD5E6-371A-4CAD-844E-1EBDB32F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D7889-A2AA-41D2-8489-F51267B6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A51F5-49D7-4CC2-BBE8-D337F6EA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AE58DB-73C1-4343-86C8-F22C522B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59AE6-F8F6-4F12-9DBB-0D983479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78BE8F-6BDA-40CB-BE15-C34BD8D0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7FC4A-E818-4D0A-8844-CC515D1D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Agronomic Practices: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Tillage-Objective of tillage, characteristics of good seed bed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Types of Tillage.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Sowing- Methods of sowing, time and depth of sowing of major crops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Methods and time of application of manure and fertilizers.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8687A2-A0B2-42BB-86B4-6EFD1347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368D6-ADB3-4E1F-AD69-22D5CC5E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13904002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269168-47AE-4666-874F-32C0B99C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8F9F8-05CC-4CF5-9713-1AB10CB2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3055E-63A9-4D8B-AC0A-2FC89C8E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8BB6A-37C7-4019-AEAF-A5ABFE13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Agronomic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83F33-66C3-4D19-B033-BD6DA956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Practices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B5EA0-2A06-4B34-9690-CAAD3D15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Tillage-Objective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22EE4-A77C-4614-81A8-1494F444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tillage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038CB-1C7E-474B-961E-3A9EF0C7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characteristics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3EF7D-560D-4B5E-A81A-3510B3B5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good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B9F98-3BD1-464F-8B72-046A70FE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Farming Approaches: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Critical growth stages and water requirements of various field crops.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Weeds - Importance, classification of weeds, principles and practices of weed management.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Dryland farming, organic farming and Integrated farming system.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4E59C-D293-4D34-97EF-A49FEF6F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AD808-9491-4433-AC22-5AC34C9F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6724257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F8304-62F6-4931-80C4-9CD5777C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C5A3C-44C2-48DF-B590-E8F656FD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F66FA-9D2B-47F3-9042-741C1302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D24D9-088D-4E56-B390-08B051E2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Agronomic Practices: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Tillage-Objective of tillage, characteristics of good seed bed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of Tillage.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Sowing- Methods of sowing, time and depth of sowing of major crops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Methods and time of application of manure and fertilizers.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Farming Approaches: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08590-C54D-45EB-A671-BECEE13A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80E1A-BE77-44F4-9784-9260ADFF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C0607-594B-4286-9B9C-7802A93D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Agronomic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04155-E522-469B-A987-8DBF1324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0F03D-1C32-48E8-8CF0-D7DCF9A9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52EB8-54AD-4D66-93D8-54AFB134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C5499-8F62-46A0-A034-137E341F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Tillage-Objective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06C59-58B9-4493-8BBB-96CD4E87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0F69EB-C507-4B38-8F9F-0FE5C7FA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tillage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C4CF1-15C5-49AE-B34F-8BD0556A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FD975-4E17-4B11-8C97-E799B05D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characteristics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F347D2-16B3-4BC7-9CEF-0F75D96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BEAB7E-F2D8-47A4-836A-205467AC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C41126-AD7E-4859-AEC6-C82A5FB0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19227290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54091-FD6D-4067-A0C6-4DDBEBDD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618E8-46A7-44D9-B095-3C3490A2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236FD-CACE-4487-87AD-74030E2B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05934-9D02-48BE-B5A8-6E8FFF80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47A09-F503-4949-9916-8274B924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EBF76-6E73-4807-8204-5B642133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6CE89-20B5-4F5E-8388-7F2393FC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04D63-7FCB-49F1-8693-E23EC5F5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D78F6-343F-4A32-B698-F22C186C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33FAA-05DD-472A-8812-244FD34C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ED0D8-07FA-4BE7-8706-C8572C3B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9188F-018F-49A5-9DBA-BC081908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1BF48-2B4D-4CF4-ACB0-7AB9C60A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D70DD-1996-46AB-8CC7-5436DC9D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0B32F-0004-47CA-9664-BBD78B80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15457412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EDE23-46F6-4511-ABAE-C18541EF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13E6E-5E42-46AD-882A-64CACC2E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F1378-D129-4A37-BC7E-5D222F1C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7115F-A199-4D6E-8B72-CEADFDEB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501EE-2D3F-4F73-8877-FEA716F6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Agronomic Practices: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C319A-499B-4000-BC89-53C9EFA5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Agronomic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C1AA2-BAFA-4917-9FD9-6C5D75A3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63CF7-5AFF-4449-9633-D22D5127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F505B-848F-4BD0-AD01-617F9C6A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5738498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D83AE-E305-4983-AD62-DAB7FC6A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6E8D3-F31E-4C98-AEFE-D2976C53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4C494-5A64-481A-9EF4-E655A22B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05845-9F5E-424D-B42D-72FCD94C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3931D-6ABB-453C-966E-6E5BB6F6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Critical growth stages and water requirements of various field crops.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Weeds - Importance, classification of weeds, principles and practices of weed management.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Dryland farming, organic farming and Integrated farming system.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95FEF-D0F1-4FCE-95F1-4C981C75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1A22A-F077-4BEA-8581-4CC0E699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EDBEE-0F4F-417C-BA3E-1E628F3F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4ECCB-589C-4175-BDBD-9D6A25C9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12020107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0C2E06-7586-41C1-A8C1-1880DC5C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F4F9A-7767-4A3E-B8EC-0D27FFE4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CF8B9-7A28-4100-95E9-7B8FC458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47CCA-9B8A-4626-8307-A07A398B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40F96-8E43-4C67-AAFE-53689BD4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752E7-B884-43FD-B9CB-71563BD3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63352-1899-4FA2-B4CC-F9B5775C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Agronomic Practices: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E85B3-377D-4FB9-B16A-5DC8EFA1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51434-DEF5-4E77-B3C1-5FDFFC99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B7172-DA4F-4A4E-8424-2AE831FA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Tillage-Objective of tillage, characteristics of good seed bed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C4A39-1E7F-477A-B5F1-787FF0E6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9678E-CD2E-4D68-B830-EDBB38A9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4CA28-8999-4EA7-A9F9-152AD361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Types of Tillage.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56B18-C11D-4A5E-BB02-60C8453D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7A33DF-565B-46F8-AC34-DEA7D5A6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F19E2-7490-4182-9B21-39F35E14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Sowing- Methods of sowing, time and depth of sowing of major crops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6A493-2670-4724-8AA8-7A8FE1B1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B2A85-16E9-42FA-AE54-735E3621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BED07-A70F-489A-89B4-D5908CF1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Methods and time of application of manure and fertilizers.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A8953-743B-4329-B15F-7CA911D2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AEFC21-4420-407F-8033-B892067B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247418-06B5-48E0-86F0-F93226D8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Farming Approaches: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55E20B-F2B8-494C-916D-021B6DD7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D660DB-7160-4600-97DF-15AE3B9B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52C3F1-642F-4293-86DD-140C0D9B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Critical growth stages and water requirements of various field crops.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7053A0-B8F3-461C-919A-C9229A8C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62938E-000A-4295-8BAC-A4537820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F12ABF-78F9-42EB-A948-099C43E2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03F5AC-1BC4-4981-9678-57F774EF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5920247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1A6F7-51E3-4AA9-8387-44E85599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C9A70-9160-447D-9DCD-0874039B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CC488-03A0-4361-8C2F-5C8FDCD5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CEF69-3D33-4FBA-80FF-1AA10AF4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Agronomic, Practices, Tillage-Objective, tillage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50BAC-4746-459A-BFE2-F47506C1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CFC6D-CDB0-46AE-A1F0-60EE9CF0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C3416-0071-44D8-BC0E-CE6B8A3C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2DC91-C0A5-4319-BEEC-B06BE734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629362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2026-08-24T06:38:56.4100000Z</dcterms:created>
  <dcterms:modified xsi:type="dcterms:W3CDTF">2026-08-24T06:38:56.4100000Z</dcterms:modified>
</coreProperties>
</file>