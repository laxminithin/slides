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7f6ea57fe84919" /><Relationship Type="http://schemas.openxmlformats.org/officeDocument/2006/relationships/extended-properties" Target="/docProps/app.xml" Id="R86cd01577ec944f6" /><Relationship Type="http://schemas.openxmlformats.org/officeDocument/2006/relationships/officeDocument" Target="/ppt/presentation.xml" Id="Rb42aa3188da342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e7d63717454f5e"/>
  </p:sldMasterIdLst>
  <p:notesMasterIdLst>
    <p:notesMasterId xmlns:r="http://schemas.openxmlformats.org/officeDocument/2006/relationships" r:id="R543ea3d6ed9a4091"/>
  </p:notesMasterIdLst>
  <p:sldIdLst>
    <p:sldId xmlns:r="http://schemas.openxmlformats.org/officeDocument/2006/relationships" id="256" r:id="Rdfd59e9b172d40ba"/>
    <p:sldId xmlns:r="http://schemas.openxmlformats.org/officeDocument/2006/relationships" id="257" r:id="R4a522dd2113547da"/>
    <p:sldId xmlns:r="http://schemas.openxmlformats.org/officeDocument/2006/relationships" id="258" r:id="R390fa75461514b56"/>
    <p:sldId xmlns:r="http://schemas.openxmlformats.org/officeDocument/2006/relationships" id="259" r:id="Re9b48b9aef394f2d"/>
    <p:sldId xmlns:r="http://schemas.openxmlformats.org/officeDocument/2006/relationships" id="260" r:id="R248716fe6ee14308"/>
    <p:sldId xmlns:r="http://schemas.openxmlformats.org/officeDocument/2006/relationships" id="261" r:id="R46b06713077846bd"/>
    <p:sldId xmlns:r="http://schemas.openxmlformats.org/officeDocument/2006/relationships" id="262" r:id="R2ec0623c98034263"/>
    <p:sldId xmlns:r="http://schemas.openxmlformats.org/officeDocument/2006/relationships" id="263" r:id="R93e7f89b04514b01"/>
    <p:sldId xmlns:r="http://schemas.openxmlformats.org/officeDocument/2006/relationships" id="264" r:id="R3dc252f9ccb84c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52bac5cc049ea" /><Relationship Type="http://schemas.openxmlformats.org/officeDocument/2006/relationships/slideMaster" Target="/ppt/slideMasters/slideMaster1.xml" Id="R07e7d63717454f5e" /><Relationship Type="http://schemas.openxmlformats.org/officeDocument/2006/relationships/notesMaster" Target="/ppt/notesMasters/notesMaster1.xml" Id="R543ea3d6ed9a4091" /><Relationship Type="http://schemas.openxmlformats.org/officeDocument/2006/relationships/presProps" Target="/ppt/presProps.xml" Id="Rae8df5cac46e43f8" /><Relationship Type="http://schemas.openxmlformats.org/officeDocument/2006/relationships/tableStyles" Target="/ppt/tableStyles.xml" Id="Rbb96dbc79add47fc" /><Relationship Type="http://schemas.openxmlformats.org/officeDocument/2006/relationships/slide" Target="/ppt/slides/slide1.xml" Id="Rdfd59e9b172d40ba" /><Relationship Type="http://schemas.openxmlformats.org/officeDocument/2006/relationships/slide" Target="/ppt/slides/slide2.xml" Id="R4a522dd2113547da" /><Relationship Type="http://schemas.openxmlformats.org/officeDocument/2006/relationships/slide" Target="/ppt/slides/slide3.xml" Id="R390fa75461514b56" /><Relationship Type="http://schemas.openxmlformats.org/officeDocument/2006/relationships/slide" Target="/ppt/slides/slide4.xml" Id="Re9b48b9aef394f2d" /><Relationship Type="http://schemas.openxmlformats.org/officeDocument/2006/relationships/slide" Target="/ppt/slides/slide5.xml" Id="R248716fe6ee14308" /><Relationship Type="http://schemas.openxmlformats.org/officeDocument/2006/relationships/slide" Target="/ppt/slides/slide6.xml" Id="R46b06713077846bd" /><Relationship Type="http://schemas.openxmlformats.org/officeDocument/2006/relationships/slide" Target="/ppt/slides/slide7.xml" Id="R2ec0623c98034263" /><Relationship Type="http://schemas.openxmlformats.org/officeDocument/2006/relationships/slide" Target="/ppt/slides/slide8.xml" Id="R93e7f89b04514b01" /><Relationship Type="http://schemas.openxmlformats.org/officeDocument/2006/relationships/slide" Target="/ppt/slides/slide9.xml" Id="R3dc252f9ccb84c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3516cbcc764f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31c0d73254e29" /><Relationship Type="http://schemas.openxmlformats.org/officeDocument/2006/relationships/notesMaster" Target="/ppt/notesMasters/notesMaster1.xml" Id="R063722e86ee949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a75ec19888430f" /><Relationship Type="http://schemas.openxmlformats.org/officeDocument/2006/relationships/notesMaster" Target="/ppt/notesMasters/notesMaster1.xml" Id="Rd34a5ff87a1744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7907a330c543bd" /><Relationship Type="http://schemas.openxmlformats.org/officeDocument/2006/relationships/notesMaster" Target="/ppt/notesMasters/notesMaster1.xml" Id="Rea689a63f13240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92dc32c55a4020" /><Relationship Type="http://schemas.openxmlformats.org/officeDocument/2006/relationships/notesMaster" Target="/ppt/notesMasters/notesMaster1.xml" Id="R4b83e452767e43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4bd66d39224878" /><Relationship Type="http://schemas.openxmlformats.org/officeDocument/2006/relationships/notesMaster" Target="/ppt/notesMasters/notesMaster1.xml" Id="R83b2425ef9a546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d7391a13674097" /><Relationship Type="http://schemas.openxmlformats.org/officeDocument/2006/relationships/notesMaster" Target="/ppt/notesMasters/notesMaster1.xml" Id="Rd738fcdd9b2d47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1f59817a5b4b80" /><Relationship Type="http://schemas.openxmlformats.org/officeDocument/2006/relationships/notesMaster" Target="/ppt/notesMasters/notesMaster1.xml" Id="R793e8e4f0fd641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bae88577ad44c3" /><Relationship Type="http://schemas.openxmlformats.org/officeDocument/2006/relationships/notesMaster" Target="/ppt/notesMasters/notesMaster1.xml" Id="Rcbbeb91fcb044a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edea23c2094ee5" /><Relationship Type="http://schemas.openxmlformats.org/officeDocument/2006/relationships/notesMaster" Target="/ppt/notesMasters/notesMaster1.xml" Id="R7bbe62fa831640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5d55bcd8c49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1df54e61024402" /><Relationship Type="http://schemas.openxmlformats.org/officeDocument/2006/relationships/slideLayout" Target="/ppt/slideLayouts/slideLayout1.xml" Id="R4425be9c94de47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25be9c94de47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1f3c483a04db3" /><Relationship Type="http://schemas.openxmlformats.org/officeDocument/2006/relationships/notesSlide" Target="/ppt/notesSlides/notesSlide1.xml" Id="R5dc9dd4707f94b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7f493fc594d00" /><Relationship Type="http://schemas.openxmlformats.org/officeDocument/2006/relationships/notesSlide" Target="/ppt/notesSlides/notesSlide2.xml" Id="R5966304a2393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47f93e3e7442f" /><Relationship Type="http://schemas.openxmlformats.org/officeDocument/2006/relationships/notesSlide" Target="/ppt/notesSlides/notesSlide3.xml" Id="Rb7dcade3d96a46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9933049844595" /><Relationship Type="http://schemas.openxmlformats.org/officeDocument/2006/relationships/notesSlide" Target="/ppt/notesSlides/notesSlide4.xml" Id="R4875c0c953e34b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2f74db9a2442e" /><Relationship Type="http://schemas.openxmlformats.org/officeDocument/2006/relationships/notesSlide" Target="/ppt/notesSlides/notesSlide5.xml" Id="R6423972859cc49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bf1ee207a4f9f" /><Relationship Type="http://schemas.openxmlformats.org/officeDocument/2006/relationships/notesSlide" Target="/ppt/notesSlides/notesSlide6.xml" Id="R297e32f237bb46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d1245f58f40ed" /><Relationship Type="http://schemas.openxmlformats.org/officeDocument/2006/relationships/notesSlide" Target="/ppt/notesSlides/notesSlide7.xml" Id="Rf9a1aebf789f40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00164149541df" /><Relationship Type="http://schemas.openxmlformats.org/officeDocument/2006/relationships/notesSlide" Target="/ppt/notesSlides/notesSlide8.xml" Id="R24079af74cd041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18049b0a140f1" /><Relationship Type="http://schemas.openxmlformats.org/officeDocument/2006/relationships/notesSlide" Target="/ppt/notesSlides/notesSlide9.xml" Id="R8cf47aa718f14a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E9172-8CCE-48EF-96C2-737D3188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2A3F4-D1E7-45F7-B3C9-B8542CBB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Fundamentals of Agronomy: Agriculture: definition, meaning and its branches, Introduction and scope of agronomy- Nationa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0745B-0A32-42F5-90D7-51E0F306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Principles of Soil Science and Agronomy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1BSSA105/205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44948-6AA3-432E-BF08-955E60E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80359-BB7E-4B45-A997-258FCDF2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5B8B8-DFC2-464A-8861-F35B003A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Agronomy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AFF65-DCA5-4D3E-879B-93794B41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4278B-E4D4-4ACA-97AF-F6335F6E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Agriculture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EE809-1428-4ED1-A2E9-9740AE9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8A544-87A6-4DCE-84A3-01507DA0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5FC79-9CF2-4109-901D-D3148511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1551F-D763-4E92-84DF-FB829C8C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DF1D6-4155-45A7-AFE8-B1A09C37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77506-513B-4FAD-93AC-BDE4D807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5D3D5-3D30-4F19-B033-5A64536D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490287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2B314-2BA2-4499-A49E-1EC5979D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01AC9-5E97-4FA2-B168-038AC0B2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8AD53-61C0-42F3-8A88-0E1A4641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1ADC5-9606-4772-B4CF-03C1D5D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A4F29-7A11-4320-92F4-69F166EA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B7306-5CAF-442B-957F-A86B3FDD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28DE5-B851-45FC-A25A-ACE8A6AA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92CF3-4529-41B0-873E-0BC51FC1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79865-C626-49B6-8A18-D74BC696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0B7CE-028D-48DC-A9AC-80A6AA63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E60FB-0B19-44C9-AACC-FF567E4E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4CECA-E51E-4B69-92D3-9A6907E6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01DC5-F28D-47C0-936D-9A642D97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Fundamentals of Agronomy: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Agriculture: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definition, meaning and its branches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and scope of agronomy- National and International Agricultural Research Institutes in India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 of crops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4AE96-2116-4A4D-8D28-20654D36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8A7A8-43C8-4C82-A46E-CBB28A05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730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02101-5FE6-4C09-836B-93C2BE45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02CB0-F92F-4E1E-BF3A-9676718A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5B5F9-5CF0-46DE-B137-B149F2FE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BE55F-AF63-4B9B-BB36-8085AA98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749E3-11C1-4412-B462-FF9DA82D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Agronomy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7391C-E92F-46CB-9CAE-8067B704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Agriculture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D7E40-15FD-4F06-8B45-3ED26292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A0D31-B838-4BC2-9C90-23928269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A7EC7-FAD9-4038-8B7B-C4650F9A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branches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2059E-4E73-420F-9311-44227B6D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According to Origin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Leaf Morphology and Special Purpose crops.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Agro-Climatic Classification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of climate and weather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72D33-2800-472C-96E2-443C4B0C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5FEEC-4C42-4D81-8A14-C5C8D4B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341244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B0B4C-3800-458A-AE32-78FD8FFF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C989B-25D5-4615-A1A9-997529C6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0B96F-8925-4F07-8D26-931B9FBF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4103F-D5A7-496F-8DBE-090E0B0A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Fundamentals of Agronomy: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Agriculture: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definition, meaning and its branches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and scope of agronomy- National and International Agricultural Research Institutes in India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 of crops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According to Origin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468B9-4F57-4997-814F-E39816B3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A70AB-7111-41DA-AC99-604DDE0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E7D74-C3AC-4E71-8595-588E4CE2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AE9DB-FA8D-423A-B5BB-A1AF6DF3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CF914-A566-4A1A-B950-C0E1042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Agronomy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25008-B201-4838-B845-A1AEBD6D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C7647-9A8E-4EE9-8FAB-00E09572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Agriculture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F43CF-12FB-4A7C-9CA5-1C98E75F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29162-D562-4952-A643-8AC2CF8C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17A64-8929-465F-91B2-06AF7647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32142-2228-4E1D-8EE0-7C50D04C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8F7F3-E2F2-452D-AA72-EFC408E7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97AED-9B21-474D-9210-3D466EC3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E7AE7-BC1B-4F17-BB99-FCDAA283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374999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3AE38-F22B-4ABA-AEB5-FF700101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FA352-1585-4B9C-9FFE-5112DD03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0486D-138A-408B-A7F4-6F2EC722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E1384-703F-4022-A976-D9D70E9E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A88E4-E75D-4E07-84A0-669E542A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08E79-4C23-425A-B3EE-3C781E9B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16660-14A9-469A-8E11-72131C4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D179F-0A3C-4FF6-B832-84C7540A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8EBEE-E15E-472E-A90A-FC72FB2F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DF703-3A0E-4636-A733-4EB56A2C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1C079-0BA2-4FC6-A4AF-C44483F9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F3EFC-437C-47F7-B815-9F8C5908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41CED-AD35-4ABE-96B3-87306BC5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A4519-AE16-45EF-A566-C8499C4E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DEFA6-620C-433D-A8CC-3330BC4F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656674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B2BE5-5DBC-4D93-BE17-A6A95B55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9D8B7-4C8B-4250-B7BF-8C781DC3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7490D-B2DC-43A7-B574-A37B891D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BEE24-5F60-4D34-9C16-E3D292C6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75141-9C99-44B7-8D3C-C94D2D32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Fundamentals of Agronomy: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0030A-91B5-495C-9276-AA55BC6C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Fundamentals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46142-1178-4F25-949E-E53DA6DF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9B78D-6E0E-4B57-A0D7-EFAA16C0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B3B3C-AC77-46EB-91D4-B47E5502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909134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CA78B-6B17-4D6C-A0CB-86BEB29C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40985-AEBB-4B9A-B72B-E8141C4C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9FE99-C0DD-4921-B063-DD721012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7F8C4-7578-4D28-82CD-EEC9005D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A44A8-0FC0-47A9-863C-A83D3031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Leaf Morphology and Special Purpose crops.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Agro-Climatic Classification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climate and weather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meteorology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11004-B3EF-4F55-BD47-714AD680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FDFD2-EC11-4B68-AF41-71F33D4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932FB-4EDD-4077-8F31-625DAF2F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CD419-F8B5-4F4E-8570-6E5173E2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657138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48657-53B8-49FF-95C3-B6D35634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FDD81-5DFE-4792-8E57-8D92E19D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4BE00-019F-4C1C-9337-A481A19D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D0980-03E0-462B-802B-4D4B019E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0F7A7-A6A4-4A31-8FC8-BF003145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F4D7E-FC60-4469-AD94-A536583D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1A17A-C9AB-4B24-A7B3-FD7E2AA0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Fundamentals of Agronomy: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A8972-E290-49B6-B570-332DA863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F7CEC-3E15-4128-9F18-431D5C6E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7DA0E-58F4-4E3C-A1E8-6596FBDF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Agriculture: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CFD21-C836-45CD-9E0A-9FF640C6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32AC7-FF96-4876-98B7-1B0CF35E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FB29A-6A07-4976-A94B-8F0F569A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definition, meaning and its branches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CBD5A-B33F-4A70-B40B-C311CA11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28502-600C-4092-BD09-8050B523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EA29C-E4E8-4216-8FD9-FF7ACDE4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and scope of agronomy- National and International Agricultural Research Institutes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E79F7-8BF0-4FA1-8565-6D893E29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D8943-2AA7-4756-BC86-20876F76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92E35-8D99-435D-8599-B5E518ED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Classification of crops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497B0-EF38-4079-B56C-13A61897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96CE4-0B09-4B47-A9CC-7A89B54B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609FF-21E1-417C-BFCB-DC2D9FD4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According to Origin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1F7A9-F357-45B1-97D7-3F343A77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82130-8697-4360-8CC1-68B7E341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501D8-2FF7-41E0-96FC-9C1F4AF9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Leaf Morphology and Special Purpose crops.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6E3DE-A8BD-442E-BF45-BDD5E0A4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F6155A-2BC4-4C78-931A-F7C79C66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395423-9593-433D-9A3F-1EAB98FE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8975B-6BAB-4023-AF05-762CB15A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359285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E8152-9288-46E1-AAD1-1A3E4D58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037F5-1025-4214-B6D0-FBA76EDB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3EB04-DA62-4564-AD2E-AD832DC6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9DF37-8876-4CD2-B1BA-9BB3473D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Fundamentals, Agronomy, Agriculture, definition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AFFDA-4E0E-4D63-AEDB-45A345FC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734C5-26E6-46EC-AF2A-B23323A9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83152-38DA-4E7D-95BA-DFAD33F3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13A1D-0678-4C14-BD50-C9EAB78C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711880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2026-08-24T06:38:56.3490000Z</dcterms:created>
  <dcterms:modified xsi:type="dcterms:W3CDTF">2026-08-24T06:38:56.3490000Z</dcterms:modified>
</coreProperties>
</file>