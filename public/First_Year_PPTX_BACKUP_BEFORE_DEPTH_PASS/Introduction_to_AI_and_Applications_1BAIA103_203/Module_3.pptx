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cff1f3cd1241af" /><Relationship Type="http://schemas.openxmlformats.org/officeDocument/2006/relationships/extended-properties" Target="/docProps/app.xml" Id="R6c9d15982f9d4c1b" /><Relationship Type="http://schemas.openxmlformats.org/officeDocument/2006/relationships/officeDocument" Target="/ppt/presentation.xml" Id="R7b6b7bc4699341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7f2f348c6e4eb9"/>
  </p:sldMasterIdLst>
  <p:notesMasterIdLst>
    <p:notesMasterId xmlns:r="http://schemas.openxmlformats.org/officeDocument/2006/relationships" r:id="Rb58dfd1423254c12"/>
  </p:notesMasterIdLst>
  <p:sldIdLst>
    <p:sldId xmlns:r="http://schemas.openxmlformats.org/officeDocument/2006/relationships" id="256" r:id="Rc69fa5058aec42e0"/>
    <p:sldId xmlns:r="http://schemas.openxmlformats.org/officeDocument/2006/relationships" id="257" r:id="Raa2dc2940c4a428b"/>
    <p:sldId xmlns:r="http://schemas.openxmlformats.org/officeDocument/2006/relationships" id="258" r:id="R52d302caf08f40fb"/>
    <p:sldId xmlns:r="http://schemas.openxmlformats.org/officeDocument/2006/relationships" id="259" r:id="R5b9687b111f0485f"/>
    <p:sldId xmlns:r="http://schemas.openxmlformats.org/officeDocument/2006/relationships" id="260" r:id="R5dbf0c4143f84b0c"/>
    <p:sldId xmlns:r="http://schemas.openxmlformats.org/officeDocument/2006/relationships" id="261" r:id="R578a0b588cb240aa"/>
    <p:sldId xmlns:r="http://schemas.openxmlformats.org/officeDocument/2006/relationships" id="262" r:id="R3b301159b8bf4617"/>
    <p:sldId xmlns:r="http://schemas.openxmlformats.org/officeDocument/2006/relationships" id="263" r:id="R69f8c35a8f834c5f"/>
    <p:sldId xmlns:r="http://schemas.openxmlformats.org/officeDocument/2006/relationships" id="264" r:id="R8f56203df3e643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0c7978af874ca5" /><Relationship Type="http://schemas.openxmlformats.org/officeDocument/2006/relationships/slideMaster" Target="/ppt/slideMasters/slideMaster1.xml" Id="R3d7f2f348c6e4eb9" /><Relationship Type="http://schemas.openxmlformats.org/officeDocument/2006/relationships/notesMaster" Target="/ppt/notesMasters/notesMaster1.xml" Id="Rb58dfd1423254c12" /><Relationship Type="http://schemas.openxmlformats.org/officeDocument/2006/relationships/presProps" Target="/ppt/presProps.xml" Id="R72ad3dfb6a7942e5" /><Relationship Type="http://schemas.openxmlformats.org/officeDocument/2006/relationships/tableStyles" Target="/ppt/tableStyles.xml" Id="R8a8d62b79bb649e0" /><Relationship Type="http://schemas.openxmlformats.org/officeDocument/2006/relationships/slide" Target="/ppt/slides/slide1.xml" Id="Rc69fa5058aec42e0" /><Relationship Type="http://schemas.openxmlformats.org/officeDocument/2006/relationships/slide" Target="/ppt/slides/slide2.xml" Id="Raa2dc2940c4a428b" /><Relationship Type="http://schemas.openxmlformats.org/officeDocument/2006/relationships/slide" Target="/ppt/slides/slide3.xml" Id="R52d302caf08f40fb" /><Relationship Type="http://schemas.openxmlformats.org/officeDocument/2006/relationships/slide" Target="/ppt/slides/slide4.xml" Id="R5b9687b111f0485f" /><Relationship Type="http://schemas.openxmlformats.org/officeDocument/2006/relationships/slide" Target="/ppt/slides/slide5.xml" Id="R5dbf0c4143f84b0c" /><Relationship Type="http://schemas.openxmlformats.org/officeDocument/2006/relationships/slide" Target="/ppt/slides/slide6.xml" Id="R578a0b588cb240aa" /><Relationship Type="http://schemas.openxmlformats.org/officeDocument/2006/relationships/slide" Target="/ppt/slides/slide7.xml" Id="R3b301159b8bf4617" /><Relationship Type="http://schemas.openxmlformats.org/officeDocument/2006/relationships/slide" Target="/ppt/slides/slide8.xml" Id="R69f8c35a8f834c5f" /><Relationship Type="http://schemas.openxmlformats.org/officeDocument/2006/relationships/slide" Target="/ppt/slides/slide9.xml" Id="R8f56203df3e643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8b3a4f888941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ae1dc318f04cbf" /><Relationship Type="http://schemas.openxmlformats.org/officeDocument/2006/relationships/notesMaster" Target="/ppt/notesMasters/notesMaster1.xml" Id="R5c3e01e5fb5e48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70ccbc492f410f" /><Relationship Type="http://schemas.openxmlformats.org/officeDocument/2006/relationships/notesMaster" Target="/ppt/notesMasters/notesMaster1.xml" Id="Rde77ac3c91a746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55875d4502447a" /><Relationship Type="http://schemas.openxmlformats.org/officeDocument/2006/relationships/notesMaster" Target="/ppt/notesMasters/notesMaster1.xml" Id="R6a07c69339864d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31ea0d16274e5b" /><Relationship Type="http://schemas.openxmlformats.org/officeDocument/2006/relationships/notesMaster" Target="/ppt/notesMasters/notesMaster1.xml" Id="R499013eeeebf48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2f98c226f14dd0" /><Relationship Type="http://schemas.openxmlformats.org/officeDocument/2006/relationships/notesMaster" Target="/ppt/notesMasters/notesMaster1.xml" Id="R0176c845e4f84f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01c0cb326148f0" /><Relationship Type="http://schemas.openxmlformats.org/officeDocument/2006/relationships/notesMaster" Target="/ppt/notesMasters/notesMaster1.xml" Id="R073eae688f1e4f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6cb9b329824fb1" /><Relationship Type="http://schemas.openxmlformats.org/officeDocument/2006/relationships/notesMaster" Target="/ppt/notesMasters/notesMaster1.xml" Id="R5282a1c85f3c42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c755d9fb124284" /><Relationship Type="http://schemas.openxmlformats.org/officeDocument/2006/relationships/notesMaster" Target="/ppt/notesMasters/notesMaster1.xml" Id="Rb6bc808b889142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55de9e1ae64a57" /><Relationship Type="http://schemas.openxmlformats.org/officeDocument/2006/relationships/notesMaster" Target="/ppt/notesMasters/notesMaster1.xml" Id="Rba0abb9822754e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423aa910e4a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a5a658e919414a" /><Relationship Type="http://schemas.openxmlformats.org/officeDocument/2006/relationships/slideLayout" Target="/ppt/slideLayouts/slideLayout1.xml" Id="R66178f14a11240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178f14a11240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5792d129d4c06" /><Relationship Type="http://schemas.openxmlformats.org/officeDocument/2006/relationships/notesSlide" Target="/ppt/notesSlides/notesSlide1.xml" Id="Rd467454e624b43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244c8b6004c67" /><Relationship Type="http://schemas.openxmlformats.org/officeDocument/2006/relationships/notesSlide" Target="/ppt/notesSlides/notesSlide2.xml" Id="R82205f2be66d4b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4be2d51f34ff7" /><Relationship Type="http://schemas.openxmlformats.org/officeDocument/2006/relationships/notesSlide" Target="/ppt/notesSlides/notesSlide3.xml" Id="R837dfe059f554c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ae9680fbc4597" /><Relationship Type="http://schemas.openxmlformats.org/officeDocument/2006/relationships/notesSlide" Target="/ppt/notesSlides/notesSlide4.xml" Id="Rd4a3925a10fb4b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50f385d5b4e7d" /><Relationship Type="http://schemas.openxmlformats.org/officeDocument/2006/relationships/notesSlide" Target="/ppt/notesSlides/notesSlide5.xml" Id="Reada249669ab4b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47e41023e4890" /><Relationship Type="http://schemas.openxmlformats.org/officeDocument/2006/relationships/notesSlide" Target="/ppt/notesSlides/notesSlide6.xml" Id="R71c91d41d59d4d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ac7c0b887460f" /><Relationship Type="http://schemas.openxmlformats.org/officeDocument/2006/relationships/notesSlide" Target="/ppt/notesSlides/notesSlide7.xml" Id="Rafd5747cfe204d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99ac725124a55" /><Relationship Type="http://schemas.openxmlformats.org/officeDocument/2006/relationships/notesSlide" Target="/ppt/notesSlides/notesSlide8.xml" Id="R0ebace3ad4334d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d53cb77094631" /><Relationship Type="http://schemas.openxmlformats.org/officeDocument/2006/relationships/notesSlide" Target="/ppt/notesSlides/notesSlide9.xml" Id="Rad51b8e1fc9147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4B3CA-EF78-4051-B957-F7592E4C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1F507-74FA-4D62-B096-AD589082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Machine Learning: Techniques in AI, Machine Learning Model, Regression Analysis in Machine Learning, Classification Tech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4546C-3A89-42A1-941E-CE2415F2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AI and Applications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1BAIA103/203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72F38-A451-402A-8609-AD3E3638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D98B3-3097-496A-9EF0-9234D007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AB846-D06E-4BE3-BEA2-A0B5AAA7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2AFFF-297B-4CD4-958E-D636277B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705B8-3E31-4E78-97A6-DFEEB5D4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5C272-3118-41B4-B9A5-B93B7EA7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AC61C-8675-4830-9F2B-DEF2D441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9FF43-9C72-41C8-B221-5D102269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ED590-FC08-4DDB-A9E7-844333F6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F70D6-5E9F-4843-B5E1-E51B7527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7ADB1-D16E-4941-9477-A91FB944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CAEEE-4EA5-4CB7-A920-8138A2E2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673535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2972A-7BE9-4372-A627-97F2497F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CA37D-05C1-4CE7-8E7F-0AD5BC17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2C4D7-BDEA-4CA9-BC47-7448E3CB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227E4-4B85-4524-A3DF-E02724C7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0E6FC-8CB1-422D-B940-D09E2358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35EE8-8693-41D7-854C-61FCA783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A256F-C540-4F7F-8D5E-D093293E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B3351-AD7F-427F-9F13-8F46967C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BBB73-2F32-49CE-8646-69BF2FB1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9989B-8471-4023-B1CD-FD6A49CF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DD42A-9E7B-4DAA-9267-3A641361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2A295-DF21-4665-8E09-9843EB2D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E1021-AB1F-4817-A505-D79B980E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Machine Learning: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Techniques in AI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Machine Learning Model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Regression Analysis in Machine Learning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Classification Techniques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3FC2C-4C43-4F22-AC93-C7A2460F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ED785-E8E5-4431-B705-2424C6F4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500573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68A1B-2C06-408A-A1F7-05717AA7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00671-FB12-4601-A07B-2582D055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AC9C0-6EA4-4B77-942B-29E45261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EC973-BB5D-4621-8525-909BCD59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Machine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BE649-B234-4AA0-A92F-32FD2ED0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DC857-3E77-418F-95C6-CFDA00EB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Techniques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3044E-0ED7-48A1-B317-28D82C1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17307-7467-4937-B8B7-0FC2DCC2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C5866-CF0B-4AB8-9410-7C9D6631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42EF0-C262-48CC-AC26-C6FFED6F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Clustering Techniques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Naïve Bayes Classification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Neural Network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Support Vector Machine (SVM).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869A6-2562-42B1-8AF6-9B9CCED9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3154B-ED7C-49B1-BD32-6E9A4651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2295039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B6F11-9EAA-4918-88F0-3D72EEBB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325B3-E042-42BB-9E2E-6D2197DB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BFC43-B895-4461-B053-1B70893D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875DE-D592-42B8-8EF5-5DB44E34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Machine Learning: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Techniques in AI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Machine Learning Model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Regression Analysis in Machine Learning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Classification Techniques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Clustering Techniques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FC3F6-FDF5-4457-8D95-E7296946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9E730-4518-4A94-99E9-DB84D9E6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89DFF-06B6-4250-9EBB-18495F86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4AFDA-1C51-4CE3-A1A7-81020455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66370-3944-4C46-9915-F62158C6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1CC12-E2E4-4D42-BDA9-44C1D457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04F47-3252-45E8-92F0-E950155A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E5B4F-3C12-446B-BA43-C31B2BC8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532E8-82AA-4653-BEC5-D260DAF6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F98993-E3E1-47EC-AA75-265C21F4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44481-1CE2-471A-AD8C-4492FE65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7BCA8-162D-42E5-966C-B310E32C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1A40F-7914-445A-A541-3BEB6F53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8E7F1-E278-46E1-B7CC-7B282406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5517155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AE961-0925-49DC-B413-BA7DAD75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FEF5E-1297-4ABD-9BE7-A4679CB0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C036D-DEDA-421B-8A61-E8F59DCF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165CD-9242-432A-A7B0-7E545BFA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82716-082D-4D14-AA3C-127D3DC3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C0683-5D56-480D-BF64-8B7BDC1D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EE384-C345-477F-AE16-6621E24F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96E94-CD49-42D2-8BE3-34667F85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F32C3-E113-47AA-9CF7-9E0C9F79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9E682-4F98-42EB-ABE5-810F6D27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E75A1-BCBB-4654-B15C-F7F37810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FFD15-35A5-4597-8628-90945F85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C4EAE-9415-4D25-994F-5CADE5B8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73250-4165-408F-9732-F41265DD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A1E87-CA8D-422D-A578-ED204B5F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4715487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8292A-1854-4AE6-B86E-4AE4F2BA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986FE-216A-4E22-9130-2EA17483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4631E-C72B-41F6-8E26-502D0EF3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424FB-8053-4375-81F7-209CD84E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21B3B-1442-4103-8BDC-DE9CB9AE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Machine Learning: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0B9B7-D4DA-4930-AC67-23E1EF32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Machine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BCE6A-3794-4C1B-AA1D-41375740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29D82-1FCF-430D-B9F6-B59D940E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33684-A588-4FF5-9BBB-273D182E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526327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F7BA5-B585-499D-BBA8-1FC20044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43557-FCB5-454A-AAE8-5AB0304A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1A032-4C37-4504-A497-C79FCF39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4BB92-5E9C-481F-8D6A-AA99F074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F0062-A291-4EBA-AFB1-8A23EBE8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Naïve Bayes Classification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Neural Network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Support Vector Machine (SVM).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1: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E1BAC-6B61-44C8-B685-CA997428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E8001-194D-43BB-B47F-4A82F9BB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F7397-7B0A-47CC-9E4A-C1C4F6DC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F97DB-BCAD-4488-B3E7-C9D9B6E8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17133490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7F77AE-A0D8-493B-81E4-462B46BE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A8E6D-E5DF-436F-B3F2-0E1D6769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91683-2CF5-43DE-A80B-5733085F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CA43E-8092-4556-913B-6ACB1869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F78F2-BDC1-47C6-A4D7-86D87B03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35B96-7FAA-409A-8D3C-50E2B464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96744-CBEF-4DE0-829A-E43A0954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Machine Learning: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BA0A7-50A3-4125-B9D1-CA019D29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CD52B-28BE-4B3E-B631-B442FA08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CB1B0-BB5A-42B5-B88D-D242A27F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Techniques in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635CE-5B7C-4FF1-91C2-FC168356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C963B-F3D3-4B76-A5B3-65654EF3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F3DD9-FA10-4AB5-95DD-B5E13E5A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Machine Learning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B4793-E7CA-485B-BE14-6E013342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3776F-22F3-45CD-BC98-922205AD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3C09D-B115-41CC-ACFA-6B2C52DD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Regression Analysis in Machine Learning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E06ED-48B8-4A3C-8040-9AB1DCBF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87194-6830-4F8E-8AC4-76666639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2DBECE-C378-4764-BBD8-8E95F5F3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Classification Techniques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B5E6A-1BD2-4E15-83FD-2F2FDF64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C1B6E-A4C4-45E4-A15B-F1837E48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35B5B-AF9C-448A-9A90-B38A5763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Clustering Techniques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93CAE1-34CC-44C3-BA26-4E89E74E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6D1F9-545B-4121-9C59-A1CE56D3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AFF446-DD9B-4BB1-A0A0-C4EDA96F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Naïve Bayes Classification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51BFDC-A7FB-499E-ACB8-5D2117EF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2979D7-4E44-47F5-9204-A9361779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9B529C-4887-4078-8A03-960BC4CB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41E193-1AD6-4DE5-930B-31A52C75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5486520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97232-82A7-4679-A429-B6D7BA4A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4453E-79DB-4FF7-9919-F72E1932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97A2E-F77B-484C-883C-877637EE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DEACE-6868-4963-BC50-703637AF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Machine, Learning, Techniques, Model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08946-1799-4BE1-BC32-009AE59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78D51-DEE1-4F48-9B05-D63E2832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208CF-A490-4934-A1A5-F4489C08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995C4-C20C-432D-9F8D-89B8E51D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303948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2026-08-24T06:38:40.0540000Z</dcterms:created>
  <dcterms:modified xsi:type="dcterms:W3CDTF">2026-08-24T06:38:40.0540000Z</dcterms:modified>
</coreProperties>
</file>