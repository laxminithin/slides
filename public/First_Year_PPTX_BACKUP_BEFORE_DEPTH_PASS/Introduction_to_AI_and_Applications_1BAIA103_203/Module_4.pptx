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575fc277894312" /><Relationship Type="http://schemas.openxmlformats.org/officeDocument/2006/relationships/extended-properties" Target="/docProps/app.xml" Id="R491df4f98dd14b17" /><Relationship Type="http://schemas.openxmlformats.org/officeDocument/2006/relationships/officeDocument" Target="/ppt/presentation.xml" Id="R2bbdedc331e74d0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7b2318c4fd4097"/>
  </p:sldMasterIdLst>
  <p:notesMasterIdLst>
    <p:notesMasterId xmlns:r="http://schemas.openxmlformats.org/officeDocument/2006/relationships" r:id="R2593a8fe130c4ec8"/>
  </p:notesMasterIdLst>
  <p:sldIdLst>
    <p:sldId xmlns:r="http://schemas.openxmlformats.org/officeDocument/2006/relationships" id="256" r:id="Rbe0a01a51b55461b"/>
    <p:sldId xmlns:r="http://schemas.openxmlformats.org/officeDocument/2006/relationships" id="257" r:id="R18a6317ddce44d0f"/>
    <p:sldId xmlns:r="http://schemas.openxmlformats.org/officeDocument/2006/relationships" id="258" r:id="Rdae2126550444f81"/>
    <p:sldId xmlns:r="http://schemas.openxmlformats.org/officeDocument/2006/relationships" id="259" r:id="R47c4dbff79c7482c"/>
    <p:sldId xmlns:r="http://schemas.openxmlformats.org/officeDocument/2006/relationships" id="260" r:id="Rbaa9b1ba88bc4332"/>
    <p:sldId xmlns:r="http://schemas.openxmlformats.org/officeDocument/2006/relationships" id="261" r:id="Rc890e41633804605"/>
    <p:sldId xmlns:r="http://schemas.openxmlformats.org/officeDocument/2006/relationships" id="262" r:id="R6c612682bc5d4f16"/>
    <p:sldId xmlns:r="http://schemas.openxmlformats.org/officeDocument/2006/relationships" id="263" r:id="R85ef9ef6f55740bc"/>
    <p:sldId xmlns:r="http://schemas.openxmlformats.org/officeDocument/2006/relationships" id="264" r:id="Rffc18f12fbc94dd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40069717b7b4d68" /><Relationship Type="http://schemas.openxmlformats.org/officeDocument/2006/relationships/slideMaster" Target="/ppt/slideMasters/slideMaster1.xml" Id="R097b2318c4fd4097" /><Relationship Type="http://schemas.openxmlformats.org/officeDocument/2006/relationships/notesMaster" Target="/ppt/notesMasters/notesMaster1.xml" Id="R2593a8fe130c4ec8" /><Relationship Type="http://schemas.openxmlformats.org/officeDocument/2006/relationships/presProps" Target="/ppt/presProps.xml" Id="Rd6c341ada6ff494b" /><Relationship Type="http://schemas.openxmlformats.org/officeDocument/2006/relationships/tableStyles" Target="/ppt/tableStyles.xml" Id="R5eaa0b75b57d497d" /><Relationship Type="http://schemas.openxmlformats.org/officeDocument/2006/relationships/slide" Target="/ppt/slides/slide1.xml" Id="Rbe0a01a51b55461b" /><Relationship Type="http://schemas.openxmlformats.org/officeDocument/2006/relationships/slide" Target="/ppt/slides/slide2.xml" Id="R18a6317ddce44d0f" /><Relationship Type="http://schemas.openxmlformats.org/officeDocument/2006/relationships/slide" Target="/ppt/slides/slide3.xml" Id="Rdae2126550444f81" /><Relationship Type="http://schemas.openxmlformats.org/officeDocument/2006/relationships/slide" Target="/ppt/slides/slide4.xml" Id="R47c4dbff79c7482c" /><Relationship Type="http://schemas.openxmlformats.org/officeDocument/2006/relationships/slide" Target="/ppt/slides/slide5.xml" Id="Rbaa9b1ba88bc4332" /><Relationship Type="http://schemas.openxmlformats.org/officeDocument/2006/relationships/slide" Target="/ppt/slides/slide6.xml" Id="Rc890e41633804605" /><Relationship Type="http://schemas.openxmlformats.org/officeDocument/2006/relationships/slide" Target="/ppt/slides/slide7.xml" Id="R6c612682bc5d4f16" /><Relationship Type="http://schemas.openxmlformats.org/officeDocument/2006/relationships/slide" Target="/ppt/slides/slide8.xml" Id="R85ef9ef6f55740bc" /><Relationship Type="http://schemas.openxmlformats.org/officeDocument/2006/relationships/slide" Target="/ppt/slides/slide9.xml" Id="Rffc18f12fbc94d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eec362ddf747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8e56f95a27400a" /><Relationship Type="http://schemas.openxmlformats.org/officeDocument/2006/relationships/notesMaster" Target="/ppt/notesMasters/notesMaster1.xml" Id="R7bbd19df552949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c4f1a17fd94581" /><Relationship Type="http://schemas.openxmlformats.org/officeDocument/2006/relationships/notesMaster" Target="/ppt/notesMasters/notesMaster1.xml" Id="R02b9a5f33bd347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1c220412c3e487e" /><Relationship Type="http://schemas.openxmlformats.org/officeDocument/2006/relationships/notesMaster" Target="/ppt/notesMasters/notesMaster1.xml" Id="Rcc5450a0fe6c43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16648a40194d3a" /><Relationship Type="http://schemas.openxmlformats.org/officeDocument/2006/relationships/notesMaster" Target="/ppt/notesMasters/notesMaster1.xml" Id="R1ec5fc097cab4e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ebb0506dde47fc" /><Relationship Type="http://schemas.openxmlformats.org/officeDocument/2006/relationships/notesMaster" Target="/ppt/notesMasters/notesMaster1.xml" Id="Raa65356db3a4476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934e7c18b242d5" /><Relationship Type="http://schemas.openxmlformats.org/officeDocument/2006/relationships/notesMaster" Target="/ppt/notesMasters/notesMaster1.xml" Id="Re7a13e7b6ab546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ac586974f641a3" /><Relationship Type="http://schemas.openxmlformats.org/officeDocument/2006/relationships/notesMaster" Target="/ppt/notesMasters/notesMaster1.xml" Id="R75ce73fd881b4b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7cdc71c9934536" /><Relationship Type="http://schemas.openxmlformats.org/officeDocument/2006/relationships/notesMaster" Target="/ppt/notesMasters/notesMaster1.xml" Id="R9482dfcc68e547d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c9ed69ab344161" /><Relationship Type="http://schemas.openxmlformats.org/officeDocument/2006/relationships/notesMaster" Target="/ppt/notesMasters/notesMaster1.xml" Id="R9b76d7ddfb0647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620b0a01840e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b4182e5a16482b" /><Relationship Type="http://schemas.openxmlformats.org/officeDocument/2006/relationships/slideLayout" Target="/ppt/slideLayouts/slideLayout1.xml" Id="Rb767913e386d46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67913e386d46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c092011a44899" /><Relationship Type="http://schemas.openxmlformats.org/officeDocument/2006/relationships/notesSlide" Target="/ppt/notesSlides/notesSlide1.xml" Id="Reda4403bd5f84d2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41f5305574d4a" /><Relationship Type="http://schemas.openxmlformats.org/officeDocument/2006/relationships/notesSlide" Target="/ppt/notesSlides/notesSlide2.xml" Id="Rd67e1dc4bac94b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1a4c94294149bd" /><Relationship Type="http://schemas.openxmlformats.org/officeDocument/2006/relationships/notesSlide" Target="/ppt/notesSlides/notesSlide3.xml" Id="R9cb4808e34f4414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a8ef69f7d4345" /><Relationship Type="http://schemas.openxmlformats.org/officeDocument/2006/relationships/notesSlide" Target="/ppt/notesSlides/notesSlide4.xml" Id="Rbcd0f705396f40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1e0d965f54507" /><Relationship Type="http://schemas.openxmlformats.org/officeDocument/2006/relationships/notesSlide" Target="/ppt/notesSlides/notesSlide5.xml" Id="R650cf1b8017146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ad07010a3416f" /><Relationship Type="http://schemas.openxmlformats.org/officeDocument/2006/relationships/notesSlide" Target="/ppt/notesSlides/notesSlide6.xml" Id="R23c87e4e63f34f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dcc37f45c4e5f" /><Relationship Type="http://schemas.openxmlformats.org/officeDocument/2006/relationships/notesSlide" Target="/ppt/notesSlides/notesSlide7.xml" Id="R2f62503b2ae6416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9845109544e76" /><Relationship Type="http://schemas.openxmlformats.org/officeDocument/2006/relationships/notesSlide" Target="/ppt/notesSlides/notesSlide8.xml" Id="Rffde7a07ef1c42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21fe6aae44490" /><Relationship Type="http://schemas.openxmlformats.org/officeDocument/2006/relationships/notesSlide" Target="/ppt/notesSlides/notesSlide9.xml" Id="R2221e292eddc4e4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01A8A-675F-4D59-80A8-86BF6070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D8FDE4-B7F2-4AB5-9CED-688F3980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Trends in AI: AI and Ethical Concerns, AI as a Service (AIaaS), Recent trends in AI, Expert System, Internet of Things,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D3A6F-C3B5-46E2-A04D-9042E850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AI and Applications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1BAIA103/203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22381-7FC0-44C8-B100-F4253F67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D21E2-23F4-409D-A777-9D87510E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1132D-FAD0-4724-A0FF-9D6628EA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B41AC-E408-4154-BED7-B65AFCF9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F9C85-8352-4BA1-9712-64F02865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AC064B-7B69-4BA3-890F-FE23ECE3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B8F71-EC70-4217-B7EE-0AB887AB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B902E-0844-47D6-86FE-8EEFFADD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64815-5E4A-479A-ACA1-7882CE641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5E272-4872-43DF-AB41-DA076684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9D34D-CB04-41BD-B65D-540103AD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9C6611-A322-4355-95FA-16F8E8F7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10792153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3D560-64F6-4413-9082-92312911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C7E5CD-4878-44B5-B811-CE890FF76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981DD5-DD5B-4B38-86B1-714C124C6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BF201-AA20-4DD0-ABB7-C15D807A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17E11-D7C5-4FFF-ADEE-E8818FAD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0CA93-B082-41F0-8EC9-AEEFE318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2E723-8425-4D4E-8995-17AE72DDB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C722A8-5699-4CF4-BD72-9D2D1EB2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1F171F-C7FC-425F-BEA6-420007E88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CB8D8-3B11-471E-99F3-0CA5D704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7DB93-E04C-4348-ADFA-24B330C8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ABBD2D-B430-4B85-AB2B-D6DF522F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ABAB5C-B12E-4211-9B74-8A3DBBD6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Trends in AI: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AI and Ethical Concerns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AI as a Service (AIaaS)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Recent trends in AI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Expert 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955AB9-7862-49AB-8012-DB0F4366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1B66E-1A64-4614-A7CB-31364AE5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272872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554B0-7B2B-488F-99D8-C1D475A71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31C8BB-DE66-4F2D-B0A8-C62FA6843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8FDAE-BD2C-402C-93F0-6A435E4C1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B951ED-21AB-457F-AE46-6CF4BA3D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Trends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259A1-EA6C-4F77-81B8-137D1C33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Ethical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39A7B-7BBA-407F-87ED-8EEAA8D4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Concerns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9C526-6254-4362-AFF6-C04F89D88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Service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6D09E-1228-4938-AF3A-40A9897E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AIaaS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F8589E-29CB-497C-B1C8-17FE1E88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Recent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7C104-8851-4DC7-AE79-4D94BB33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Internet of Things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Artificial Intelligence of Things (AIoT).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8 (8.1, 8.2, 8.4)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91DD7E-97E1-4E10-92F5-9CD36BBC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9C45D-2BBB-4FE1-9D4A-B947DCBD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3391800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8784D3-159F-4FF0-82B7-73375037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3E599-D3D5-4E28-84D3-E9292EC0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6D7B4-9EDA-4ADA-B116-D68E64AE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7094A-7292-4A14-A215-D431ABD8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Trends in AI: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AI and Ethical Concerns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AI as a Service (AIaaS)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Recent trends in AI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Expert System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Internet of Things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9B835-32F6-41C6-9B5C-8855D41A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8C6610-FC3A-4ECA-97CC-D1FD9727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CB361-FF17-442C-A336-8B0CDC2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C997D-80F5-4778-B8CD-B76A8CBD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0710E-3E23-4C50-AEC7-2A716B6F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6F98E-C88A-45E3-9F27-8844D6F00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D3EE7-3C16-4CA0-8CDC-D61BF0A3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28FAB1-B8C9-415C-BFC9-BA176021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0E16B-A864-40E5-9046-C1F2D095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F83757-1EB8-4846-BE1E-5D00F129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6857DC-1A1B-4823-B021-830AD159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064BBE-05E9-416C-A057-AE1FE6E1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810B0-5046-4E0E-AD15-F3E58465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E50AC-7C5B-409B-B79E-420F0763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308878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328BDB-9284-4BAB-A578-DDA57E8E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23A3D8-ADA4-4D5F-B17B-DFA3E3BB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4500B-0B0E-4A74-ADFE-954E5168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18F4C-4898-4B52-B8F9-C4895FCA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F8B113-113F-42D3-B99C-D5CF5597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EE57B5-E00D-44BF-A096-50617B47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EF33F-E222-419B-84D0-739C4DE2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86B49-D4E8-447B-8BE2-EE36B2563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D12E2D-BC5A-4B0A-8610-13564F49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178EA4-E18C-4FD9-AE47-C6C24A15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B11A8-38BA-4745-B90E-B5FA1811E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BDFE5-F61E-4DAD-BC72-E8458B4E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11A9D7-0A67-4F9A-9033-F4241670F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3AC0C-1342-41EC-B28C-F2C1157C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68173-6C1D-4096-8515-FFCD8E63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991506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6E1123-D8E7-4C25-929F-6668FC91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126F1-D276-41B1-A629-64C90DD1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D7FD26-607C-4941-9697-327BCB52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10FBFF-6666-4C0D-8B04-9E914376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221BFD-0B06-4FD1-A12B-FC8C88BE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Trends in AI: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3F268-A93B-49AD-B1B8-A953AB1A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Trends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336F8A-0279-4B47-8339-0ECDB0F0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175E5D-9C65-4130-A722-5C1C3FB7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398EE0-968E-4731-92BF-30A5A677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6499886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945076-3DD9-44C1-84A4-F76D3D69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1F4E5F-0068-4B68-9D91-A0E1DE76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7B299-80A7-4BFF-8059-16A75A67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67A4C-033B-4A2D-8496-6048D702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94B446-77F2-4ACE-AC76-BF5635D06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Artificial Intelligence of Things (AIoT).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8 (8.1, 8.2, 8.4)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9 (9.1- 9.3) Number of Hours: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3C0D2-C819-4405-9286-C659161B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9F625-56CC-4EB5-B53A-1E96D41F8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157BB6-FB6E-48A2-9159-19065147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7B85B-D340-4A1D-B129-21B282E3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1444739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3A87BA-4C1B-445A-AD53-29F649E8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63B5EE-E06B-4F32-8F80-78CA4A13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A8185-4FA5-4DEB-8C40-38F59613C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938A0-E1CD-4A14-94B0-863A01F7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52C17-8AA2-4190-9F53-A01FB8B8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91EBF-A1BF-4428-99D5-E09A76CC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F3C39-9C85-428A-913D-8CECCDC8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Trends in AI: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EE189A-A0AE-4C47-83E5-48D7DAF2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EC4105-30B7-4BC7-BA10-AC262CFB2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557A9-AF13-4109-958C-27FDB39C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AI and Ethical Concerns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7CDBD-B80A-41B1-B143-67EB15BE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68FEE-96EF-4558-8472-1D155DB0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BCB812-CCD8-42F0-BFFF-F1FFF0A1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AI as a Service (AIaaS)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62DA7-0DD8-4CB8-BDEF-F81A3FB7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0AB21-F921-4E47-8D55-D9D5679B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5884D7-9ECB-462E-9551-9CEA04D3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Recent trends in AI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AD5D38-C583-4D48-A47A-C7D2360B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F94D3-1714-4665-8F3D-07A763FA6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38CD90-6CF2-40F1-BD6D-760B7A88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Expert System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38947-659D-4A4F-9A43-333B338E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39FD20-D0AC-49A1-96AF-BC94A90C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5EF149-9BF7-45B6-A8A7-1C2C5E49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Internet of Things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27EF6-88DB-4CA4-A5E7-5A6E1FB1E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FDD317-12A1-4471-B861-3AE602066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D3BB52-D14A-47C5-82C0-39AED056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Artificial Intelligence of Things (AIoT).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FE49C5-2FD7-4990-ABDE-8BFCEC42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4ECAC0-86EE-459F-953E-740D1332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3D64BB-8787-46D2-91F3-87F3996DB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D02569-E1AC-4C1F-A9E3-F83B26DE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27436128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FA45B-4EA4-45E0-BB09-CB4E9520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E897B-D91E-4540-88B1-40144851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E8815-3559-4A3C-B57A-D96D8941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7DDC8-6B79-4564-9D69-6D823B484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Trends, Ethical, Concerns, Service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3910F7-FA8A-464B-B360-1E1FA489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513850-208E-46C3-875E-3F4075DE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33CF7B-0EB9-4E6C-91D5-985DEF2A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5DE38-892F-4949-A067-5B072EC6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2061449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2026-08-24T06:38:40.1360000Z</dcterms:created>
  <dcterms:modified xsi:type="dcterms:W3CDTF">2026-08-24T06:38:40.1360000Z</dcterms:modified>
</coreProperties>
</file>