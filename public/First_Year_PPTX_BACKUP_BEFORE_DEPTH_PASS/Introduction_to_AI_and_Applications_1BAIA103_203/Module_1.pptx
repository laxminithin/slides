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a3602f33a460e" /><Relationship Type="http://schemas.openxmlformats.org/officeDocument/2006/relationships/extended-properties" Target="/docProps/app.xml" Id="R431b054cd371441d" /><Relationship Type="http://schemas.openxmlformats.org/officeDocument/2006/relationships/officeDocument" Target="/ppt/presentation.xml" Id="Rdeda4840049e4b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d7ae1923f44268"/>
  </p:sldMasterIdLst>
  <p:notesMasterIdLst>
    <p:notesMasterId xmlns:r="http://schemas.openxmlformats.org/officeDocument/2006/relationships" r:id="Rd662c85bc9ca4437"/>
  </p:notesMasterIdLst>
  <p:sldIdLst>
    <p:sldId xmlns:r="http://schemas.openxmlformats.org/officeDocument/2006/relationships" id="256" r:id="R9dfb6cc4bb1948f0"/>
    <p:sldId xmlns:r="http://schemas.openxmlformats.org/officeDocument/2006/relationships" id="257" r:id="R762c48c0bc064605"/>
    <p:sldId xmlns:r="http://schemas.openxmlformats.org/officeDocument/2006/relationships" id="258" r:id="Rad9f86f7239c45e5"/>
    <p:sldId xmlns:r="http://schemas.openxmlformats.org/officeDocument/2006/relationships" id="259" r:id="Re30a475fb95442c2"/>
    <p:sldId xmlns:r="http://schemas.openxmlformats.org/officeDocument/2006/relationships" id="260" r:id="Rd27f17b9c2554e7b"/>
    <p:sldId xmlns:r="http://schemas.openxmlformats.org/officeDocument/2006/relationships" id="261" r:id="R365db46e24254924"/>
    <p:sldId xmlns:r="http://schemas.openxmlformats.org/officeDocument/2006/relationships" id="262" r:id="Reebb58f77a744451"/>
    <p:sldId xmlns:r="http://schemas.openxmlformats.org/officeDocument/2006/relationships" id="263" r:id="Rb370ed608bf34170"/>
    <p:sldId xmlns:r="http://schemas.openxmlformats.org/officeDocument/2006/relationships" id="264" r:id="Rde1c48495aff4e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5be298a0b473e" /><Relationship Type="http://schemas.openxmlformats.org/officeDocument/2006/relationships/slideMaster" Target="/ppt/slideMasters/slideMaster1.xml" Id="Rc1d7ae1923f44268" /><Relationship Type="http://schemas.openxmlformats.org/officeDocument/2006/relationships/notesMaster" Target="/ppt/notesMasters/notesMaster1.xml" Id="Rd662c85bc9ca4437" /><Relationship Type="http://schemas.openxmlformats.org/officeDocument/2006/relationships/presProps" Target="/ppt/presProps.xml" Id="R1f48509950d140d0" /><Relationship Type="http://schemas.openxmlformats.org/officeDocument/2006/relationships/tableStyles" Target="/ppt/tableStyles.xml" Id="Rfc2a998d187340e8" /><Relationship Type="http://schemas.openxmlformats.org/officeDocument/2006/relationships/slide" Target="/ppt/slides/slide1.xml" Id="R9dfb6cc4bb1948f0" /><Relationship Type="http://schemas.openxmlformats.org/officeDocument/2006/relationships/slide" Target="/ppt/slides/slide2.xml" Id="R762c48c0bc064605" /><Relationship Type="http://schemas.openxmlformats.org/officeDocument/2006/relationships/slide" Target="/ppt/slides/slide3.xml" Id="Rad9f86f7239c45e5" /><Relationship Type="http://schemas.openxmlformats.org/officeDocument/2006/relationships/slide" Target="/ppt/slides/slide4.xml" Id="Re30a475fb95442c2" /><Relationship Type="http://schemas.openxmlformats.org/officeDocument/2006/relationships/slide" Target="/ppt/slides/slide5.xml" Id="Rd27f17b9c2554e7b" /><Relationship Type="http://schemas.openxmlformats.org/officeDocument/2006/relationships/slide" Target="/ppt/slides/slide6.xml" Id="R365db46e24254924" /><Relationship Type="http://schemas.openxmlformats.org/officeDocument/2006/relationships/slide" Target="/ppt/slides/slide7.xml" Id="Reebb58f77a744451" /><Relationship Type="http://schemas.openxmlformats.org/officeDocument/2006/relationships/slide" Target="/ppt/slides/slide8.xml" Id="Rb370ed608bf34170" /><Relationship Type="http://schemas.openxmlformats.org/officeDocument/2006/relationships/slide" Target="/ppt/slides/slide9.xml" Id="Rde1c48495aff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de9b2f486e46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531c5976442c9" /><Relationship Type="http://schemas.openxmlformats.org/officeDocument/2006/relationships/notesMaster" Target="/ppt/notesMasters/notesMaster1.xml" Id="R59d82ca0bac049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fbeb81ef74ced" /><Relationship Type="http://schemas.openxmlformats.org/officeDocument/2006/relationships/notesMaster" Target="/ppt/notesMasters/notesMaster1.xml" Id="R2d614d765c5c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546fbd2a77446c" /><Relationship Type="http://schemas.openxmlformats.org/officeDocument/2006/relationships/notesMaster" Target="/ppt/notesMasters/notesMaster1.xml" Id="Rbb2cbcb039ba44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a6a66bb6a341dc" /><Relationship Type="http://schemas.openxmlformats.org/officeDocument/2006/relationships/notesMaster" Target="/ppt/notesMasters/notesMaster1.xml" Id="Rac6f1d6f18ec42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391ac231314320" /><Relationship Type="http://schemas.openxmlformats.org/officeDocument/2006/relationships/notesMaster" Target="/ppt/notesMasters/notesMaster1.xml" Id="R1bdcdba8126941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38725e349d4635" /><Relationship Type="http://schemas.openxmlformats.org/officeDocument/2006/relationships/notesMaster" Target="/ppt/notesMasters/notesMaster1.xml" Id="Re5a5aa48b34d4e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e1ee91d10a41fa" /><Relationship Type="http://schemas.openxmlformats.org/officeDocument/2006/relationships/notesMaster" Target="/ppt/notesMasters/notesMaster1.xml" Id="R5851a65ee61043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dea16e6354466b" /><Relationship Type="http://schemas.openxmlformats.org/officeDocument/2006/relationships/notesMaster" Target="/ppt/notesMasters/notesMaster1.xml" Id="Rfbfd3e3e25224c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823fd8e2b74b82" /><Relationship Type="http://schemas.openxmlformats.org/officeDocument/2006/relationships/notesMaster" Target="/ppt/notesMasters/notesMaster1.xml" Id="R72732f3fc502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c36bd2b82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5d0e92df5e42cd" /><Relationship Type="http://schemas.openxmlformats.org/officeDocument/2006/relationships/slideLayout" Target="/ppt/slideLayouts/slideLayout1.xml" Id="R990bd3847aa143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bd3847aa143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0d105bb3c469c" /><Relationship Type="http://schemas.openxmlformats.org/officeDocument/2006/relationships/notesSlide" Target="/ppt/notesSlides/notesSlide1.xml" Id="R958d6c811f734d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8e8a202d54fb4" /><Relationship Type="http://schemas.openxmlformats.org/officeDocument/2006/relationships/notesSlide" Target="/ppt/notesSlides/notesSlide2.xml" Id="R784b64b19b0341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846082e8c4ca6" /><Relationship Type="http://schemas.openxmlformats.org/officeDocument/2006/relationships/notesSlide" Target="/ppt/notesSlides/notesSlide3.xml" Id="R2cc1ab95295149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a423341b4bbc" /><Relationship Type="http://schemas.openxmlformats.org/officeDocument/2006/relationships/notesSlide" Target="/ppt/notesSlides/notesSlide4.xml" Id="R4e8af223cf66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c3fd74efe47eb" /><Relationship Type="http://schemas.openxmlformats.org/officeDocument/2006/relationships/notesSlide" Target="/ppt/notesSlides/notesSlide5.xml" Id="R00d8073017ae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a524601c540db" /><Relationship Type="http://schemas.openxmlformats.org/officeDocument/2006/relationships/notesSlide" Target="/ppt/notesSlides/notesSlide6.xml" Id="Rbbe9de7097d64a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306157f994ce4" /><Relationship Type="http://schemas.openxmlformats.org/officeDocument/2006/relationships/notesSlide" Target="/ppt/notesSlides/notesSlide7.xml" Id="R5a9540223798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7b8c47392408a" /><Relationship Type="http://schemas.openxmlformats.org/officeDocument/2006/relationships/notesSlide" Target="/ppt/notesSlides/notesSlide8.xml" Id="R20811f35912943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a845c98464ce6" /><Relationship Type="http://schemas.openxmlformats.org/officeDocument/2006/relationships/notesSlide" Target="/ppt/notesSlides/notesSlide9.xml" Id="Rb69a9ba2f93944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8A190-FEBD-4605-A688-125FB14D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1F758-5F14-4E53-95B7-621D2BA5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Artificial Intelligence: Artificial Intelligence, How Does AI Work?, Advantages and Disadvantages of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87209-D195-4231-8077-D44196FF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98034-9F3D-4BA8-BC8C-8AC01A68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85D4E-FE54-4DC3-AC0E-431DF5A4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98758-387B-47AE-B12A-E5D8C705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8F1B5-4024-4D6E-8D22-EA8981C8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CB1F4-646B-4104-83A5-B0F26637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BCF3E-76D3-4881-8842-111FC25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69F01-AFBD-4304-BD8E-3FCDA7AB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805FE-6CC5-4C4A-87DB-B0A3E60C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064EC-77DF-4164-89D5-9BD3FCFE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63740-7985-4BED-86B7-9191468C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4C1CE-ADC3-44DB-AB1D-4E477B54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CDF87-5C89-4C93-9564-51C034BD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292792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EFF12-1972-47D7-BF93-E34004C7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091AA-9930-4AD0-B736-A9885C23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27A38-DE3B-4FC0-A0EA-061527CC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EBD43-45E6-4381-BFBE-F4AE91C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E57F3-44E4-455E-B029-5330281D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25282-C81A-4237-9777-6FE52266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57976-0D24-48CB-B69E-8DC98DCB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535A5-CF64-4438-8295-56E5A26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43122-8653-4EC6-85D3-31EE7C8F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89735-A5FD-4583-AA1B-0D98225C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5D307-B2C3-42C5-B2A3-51491348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59C7D-C199-48FF-B82F-4B9DB9A1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0C2A6-FFA9-4C5C-A9E7-734FEAA3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Artificial Intelligence: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Artificial Intelligence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How Does AI Work?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Advantages and Disadvantages of Artificial Intelligence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History of Artificial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7FFE4-9566-4211-8EAB-4C0AFB52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37203-F1E1-41BE-84BE-56769710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82206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23313-BE77-4A2C-8220-97CB0EA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DD3A8-CFB7-48F3-888E-8814A69E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F2B05-C084-417A-8A6C-7E965A09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7EA21-F515-46D4-A525-44816EE3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Artificial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8F8B7-B5CE-4BEE-A7E7-1DD4C57B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747AA-3179-46DE-A164-165BB215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F992A-89A7-480A-9DB2-A0A9F3BC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5B91D-3161-4D52-944F-673165C5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Advantages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C52D0-4F32-43E1-9D11-EAB7823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Disadvantages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E884D-6795-41DC-AE1C-6A5B5AF9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Artificial Intelligence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Reactive Machines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Limited Memory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Theory of Mind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774A2-7F26-4FDE-BB75-808E24B7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14DDA-ED22-4F65-B910-B27903DB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39048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FFC45-B718-4ABF-BBF9-0C97BD4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ABF36-26EA-431C-A41B-FEE45742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2438A-4297-4637-ACBE-BA1BDDD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2FC20-B453-4C57-9034-A4D92973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Artificial Intelligence: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Artificial Intelligence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How Does AI Work?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Advantages and Disadvantages of Artificial Intelligence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History of Artificial Intelligence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Artificial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7E6DD-7D4B-4F54-9398-F0E77278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E03A5-5474-4398-A564-3516CFA1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768D7-A46D-439F-9554-E6F38D37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03DC4-2073-4D0D-B384-240412B0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E25E8-FACB-4AD3-A603-6471E96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AB25A-3B1C-4013-A93F-CC8CF2A2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9AA49-0C9A-4E27-A303-29AACCBA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82590-93F8-41B4-8D8E-1A6136CA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9BC93-7AA4-4915-800C-EAE3A828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2DD58-D7EF-40D8-B710-019A8EFE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032D7-214C-4BB8-B2D4-F7C9B101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67C10-79E6-45D0-9B59-AB883721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50EB1-D9CC-4BEE-B83E-C365E112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7EF35-0B47-48D4-BCB9-0B2B77C5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218080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C57D5-1175-4BF3-9E30-8BEAF2F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D75E0-0DB1-400B-B0E0-4A36CB1B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DA6B2-ECCD-4AE9-BCB7-B8AF6CB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D97FD-27E0-48B1-BE42-72D37DFD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00A2C-3234-4E3A-B4E4-5DD9FCAA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7A30-757F-4AD2-8260-78946606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E95E6-95E8-4542-ADAE-44050E60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9623-CD4D-4650-B849-F44B7E24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7E0BC-20DB-49D0-A73E-91A7F707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8E186-C4C4-4E73-860A-55EC92E1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E9753-19B0-4324-A8AD-4A53B919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8F53E-DC44-4DEE-BDFE-0A1D4AA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1EF67-E00C-4493-93DF-D9F98192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B29F7-E5F0-41DA-987D-829D86C4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184D9-9E42-4E1B-9E81-7E5821B0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371361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5E9BD-F4B2-4C91-8DC2-6D0B280B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2D7FA-7CC4-4438-A4B8-2B701148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8C40B-8A99-473F-8B72-E4E792EE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C3C0A-3850-4305-854E-0B0F425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D3D4A-E8AD-4259-AD48-DC3ACE29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Artificial Intelligence: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D68B1-FA25-47A5-B1E9-DB947CF8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Artificial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CF46D-5588-41D6-8345-8F67022E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7638F-0FFE-4CD1-9BCD-9A0904E5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61096-1DD4-4CC2-9899-80A3C5D6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460604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A64F1-3FC9-40D3-9456-F6AD434D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58BF2-4243-4F7B-9DDD-D667C80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FDC30-C50D-4CD2-BB4F-A3B81940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86761-1420-4924-8CC2-C1E731C7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99308-2D79-44DF-8953-ADE9D30E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Reactive Machines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Limited Memory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Theory of Mind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Self -Awareness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C741F-69AB-45E6-A7FA-A42304B6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4728B-CDBC-484C-8924-15A68EE4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73EB7-E1CB-4A6E-B2C9-B1C083F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05886-5144-4EBD-8A51-76879BDE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2062571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82D4F-2EF0-4981-80BF-7039283E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C43E7-F7CF-44C4-BCA8-147EC03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6ABC2-2D61-432D-983A-0E63345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0644E-9DF8-4A29-8AD4-E75A18EA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C9B24-CB88-4991-AC43-0509935B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60F5D-4A44-4167-9870-2F8A4C59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C0AFF-DE77-42D7-BE79-2AD01751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Artificial Intelligence: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752F2-662F-450E-8E46-152320E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4F9C7-53A0-4BAE-AD80-2EBBC66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578EA-2462-4711-860A-13E2B873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Artificial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F46B7-51FC-490E-A1D7-01745444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A5227-7D0F-4E39-A325-651BCC42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3D31F-F1F9-4B55-818C-2434757F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How Does AI Work?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AFFF6-382E-488C-8EF5-8AA9D99D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E17E3-1AEC-49A2-BB89-26CEA0FD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93A92-A680-4816-8FA7-9D4FABE7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Advantages and Disadvantages of Artificial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9D7B-27B1-426C-91CC-47A8A33A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E835E-C6CF-45F5-9C83-E539F4E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F28F7-264E-4CAA-ACF6-B8AD76F5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History of Artificial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C189D-1A7F-4BC8-BC3C-CF5691DD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2F345-F42A-4285-9AF7-56565A26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C2C3D-7B39-42AE-9B5A-EDFEFC11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Artificial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46599A-AB85-4202-B802-DF153EA5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AD3B4-7DE6-48D9-A8A0-1AB280BB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683CE-D36B-4133-B5DA-0255579D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Reactive Machines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107E03-FE4C-4378-A662-FA8D9F70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3CB75-8C8C-4F64-B5D8-13435432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817D7-32C5-411E-9704-68A5D6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DEC4D-7789-4C2E-9A4F-93D5C5D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4788348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2DEA3-530B-478D-81B3-77DB95B0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0BC5E-400C-412F-AAB0-F053EC40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0678B-8E63-41C1-BE50-CC8BD8CE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1BD9C-4024-4EF6-8EC0-4C93E7DC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Artificial, Intelligence, Does, Work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CE757-9873-4460-B583-321305B5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D15F-F324-4E32-A78F-A2401F7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B911F-2AB2-451D-B5E3-3549424A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06E48-DDBA-4DFB-AD5A-644BECCA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2064014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2026-08-24T06:38:39.6660000Z</dcterms:created>
  <dcterms:modified xsi:type="dcterms:W3CDTF">2026-08-24T06:38:39.6660000Z</dcterms:modified>
</coreProperties>
</file>