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6d809b76d64e9c" /><Relationship Type="http://schemas.openxmlformats.org/officeDocument/2006/relationships/extended-properties" Target="/docProps/app.xml" Id="R60deb20cb0cf4e11" /><Relationship Type="http://schemas.openxmlformats.org/officeDocument/2006/relationships/officeDocument" Target="/ppt/presentation.xml" Id="R63f0af2fdd59423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2eff38f7b546b3"/>
  </p:sldMasterIdLst>
  <p:notesMasterIdLst>
    <p:notesMasterId xmlns:r="http://schemas.openxmlformats.org/officeDocument/2006/relationships" r:id="R6edbb8bd779745dd"/>
  </p:notesMasterIdLst>
  <p:sldIdLst>
    <p:sldId xmlns:r="http://schemas.openxmlformats.org/officeDocument/2006/relationships" id="256" r:id="Rf045f17716af4632"/>
    <p:sldId xmlns:r="http://schemas.openxmlformats.org/officeDocument/2006/relationships" id="257" r:id="R025d63e5723e478c"/>
    <p:sldId xmlns:r="http://schemas.openxmlformats.org/officeDocument/2006/relationships" id="258" r:id="Racd45db82fa3415d"/>
    <p:sldId xmlns:r="http://schemas.openxmlformats.org/officeDocument/2006/relationships" id="259" r:id="R1b4ca910004e405c"/>
    <p:sldId xmlns:r="http://schemas.openxmlformats.org/officeDocument/2006/relationships" id="260" r:id="R9c208e96c9dc47be"/>
    <p:sldId xmlns:r="http://schemas.openxmlformats.org/officeDocument/2006/relationships" id="261" r:id="R5b223e7bb391413e"/>
    <p:sldId xmlns:r="http://schemas.openxmlformats.org/officeDocument/2006/relationships" id="262" r:id="R03f7eedf02ca46e8"/>
    <p:sldId xmlns:r="http://schemas.openxmlformats.org/officeDocument/2006/relationships" id="263" r:id="R6b9d70df41c345e4"/>
    <p:sldId xmlns:r="http://schemas.openxmlformats.org/officeDocument/2006/relationships" id="264" r:id="R5d45dcd335c8468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513e97c9c214c59" /><Relationship Type="http://schemas.openxmlformats.org/officeDocument/2006/relationships/slideMaster" Target="/ppt/slideMasters/slideMaster1.xml" Id="Ra92eff38f7b546b3" /><Relationship Type="http://schemas.openxmlformats.org/officeDocument/2006/relationships/notesMaster" Target="/ppt/notesMasters/notesMaster1.xml" Id="R6edbb8bd779745dd" /><Relationship Type="http://schemas.openxmlformats.org/officeDocument/2006/relationships/presProps" Target="/ppt/presProps.xml" Id="R8fd64438ff034769" /><Relationship Type="http://schemas.openxmlformats.org/officeDocument/2006/relationships/tableStyles" Target="/ppt/tableStyles.xml" Id="R0260aeb24f55404b" /><Relationship Type="http://schemas.openxmlformats.org/officeDocument/2006/relationships/slide" Target="/ppt/slides/slide1.xml" Id="Rf045f17716af4632" /><Relationship Type="http://schemas.openxmlformats.org/officeDocument/2006/relationships/slide" Target="/ppt/slides/slide2.xml" Id="R025d63e5723e478c" /><Relationship Type="http://schemas.openxmlformats.org/officeDocument/2006/relationships/slide" Target="/ppt/slides/slide3.xml" Id="Racd45db82fa3415d" /><Relationship Type="http://schemas.openxmlformats.org/officeDocument/2006/relationships/slide" Target="/ppt/slides/slide4.xml" Id="R1b4ca910004e405c" /><Relationship Type="http://schemas.openxmlformats.org/officeDocument/2006/relationships/slide" Target="/ppt/slides/slide5.xml" Id="R9c208e96c9dc47be" /><Relationship Type="http://schemas.openxmlformats.org/officeDocument/2006/relationships/slide" Target="/ppt/slides/slide6.xml" Id="R5b223e7bb391413e" /><Relationship Type="http://schemas.openxmlformats.org/officeDocument/2006/relationships/slide" Target="/ppt/slides/slide7.xml" Id="R03f7eedf02ca46e8" /><Relationship Type="http://schemas.openxmlformats.org/officeDocument/2006/relationships/slide" Target="/ppt/slides/slide8.xml" Id="R6b9d70df41c345e4" /><Relationship Type="http://schemas.openxmlformats.org/officeDocument/2006/relationships/slide" Target="/ppt/slides/slide9.xml" Id="R5d45dcd335c8468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a741e2e53314d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5149b316c046ee" /><Relationship Type="http://schemas.openxmlformats.org/officeDocument/2006/relationships/notesMaster" Target="/ppt/notesMasters/notesMaster1.xml" Id="R578a96a856dd42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af0ae572e14403" /><Relationship Type="http://schemas.openxmlformats.org/officeDocument/2006/relationships/notesMaster" Target="/ppt/notesMasters/notesMaster1.xml" Id="R4bcc80f4fac34e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125720f7d74433" /><Relationship Type="http://schemas.openxmlformats.org/officeDocument/2006/relationships/notesMaster" Target="/ppt/notesMasters/notesMaster1.xml" Id="Rffb88ceb570c44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e792d224d9f4f47" /><Relationship Type="http://schemas.openxmlformats.org/officeDocument/2006/relationships/notesMaster" Target="/ppt/notesMasters/notesMaster1.xml" Id="R45bf64b7bf7e429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00452bb5234d49" /><Relationship Type="http://schemas.openxmlformats.org/officeDocument/2006/relationships/notesMaster" Target="/ppt/notesMasters/notesMaster1.xml" Id="R6eaebc8513ec420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1262f214a7e4aed" /><Relationship Type="http://schemas.openxmlformats.org/officeDocument/2006/relationships/notesMaster" Target="/ppt/notesMasters/notesMaster1.xml" Id="Ref479bc940de461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8c895bfff64a66" /><Relationship Type="http://schemas.openxmlformats.org/officeDocument/2006/relationships/notesMaster" Target="/ppt/notesMasters/notesMaster1.xml" Id="R2488b4ac6e3c4d0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5fd9604f0e4553" /><Relationship Type="http://schemas.openxmlformats.org/officeDocument/2006/relationships/notesMaster" Target="/ppt/notesMasters/notesMaster1.xml" Id="Re0d675189e5b45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df937de0bfc4f23" /><Relationship Type="http://schemas.openxmlformats.org/officeDocument/2006/relationships/notesMaster" Target="/ppt/notesMasters/notesMaster1.xml" Id="R91d99a6ac4da43e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324ed0ece941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96c1a3da61146a4" /><Relationship Type="http://schemas.openxmlformats.org/officeDocument/2006/relationships/slideLayout" Target="/ppt/slideLayouts/slideLayout1.xml" Id="R9ddd63ecacaf419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dd63ecacaf419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9f5982aef4548" /><Relationship Type="http://schemas.openxmlformats.org/officeDocument/2006/relationships/notesSlide" Target="/ppt/notesSlides/notesSlide1.xml" Id="R936ad0d61b8041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0e3fb1fe6c4551" /><Relationship Type="http://schemas.openxmlformats.org/officeDocument/2006/relationships/notesSlide" Target="/ppt/notesSlides/notesSlide2.xml" Id="R31bab865cdf047f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bbdf559b4d4e16" /><Relationship Type="http://schemas.openxmlformats.org/officeDocument/2006/relationships/notesSlide" Target="/ppt/notesSlides/notesSlide3.xml" Id="R53d2a167c60e403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e32e1050c459f" /><Relationship Type="http://schemas.openxmlformats.org/officeDocument/2006/relationships/notesSlide" Target="/ppt/notesSlides/notesSlide4.xml" Id="R6a88d17a64a34bf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070143f5ce4bcb" /><Relationship Type="http://schemas.openxmlformats.org/officeDocument/2006/relationships/notesSlide" Target="/ppt/notesSlides/notesSlide5.xml" Id="R05d0f773cba04f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3a8a09f414d23" /><Relationship Type="http://schemas.openxmlformats.org/officeDocument/2006/relationships/notesSlide" Target="/ppt/notesSlides/notesSlide6.xml" Id="R12b9f31566a84b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9673f13994c06" /><Relationship Type="http://schemas.openxmlformats.org/officeDocument/2006/relationships/notesSlide" Target="/ppt/notesSlides/notesSlide7.xml" Id="Rafac38db2e8442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8a8ade7894243" /><Relationship Type="http://schemas.openxmlformats.org/officeDocument/2006/relationships/notesSlide" Target="/ppt/notesSlides/notesSlide8.xml" Id="R8c698f1aa40c4bd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e18d1de5634530" /><Relationship Type="http://schemas.openxmlformats.org/officeDocument/2006/relationships/notesSlide" Target="/ppt/notesSlides/notesSlide9.xml" Id="Ree66e00d4ae141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B476C-30F4-45F1-A415-897092FA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0C148-A7A7-4DA3-824D-02DBCF41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Robotics, Robotics-an Application of AI, Drones Using AI, No Code AI, Low Code AI.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DE0DFD-EB7B-4C3A-9928-8AC208A52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AI and Applications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1BAIA103/203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269276-9834-4639-AD41-755558A71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6BED21-7577-4292-9D22-262D346ED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BCFDC1-33A5-4626-A0ED-DF1243F5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57FB9F-D634-4FA3-87BD-1E6A5296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CC0415-69CC-4E07-92E7-12FC2633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7AF4A9-E3F3-425B-8A36-A386E64D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B1864D-DA07-454C-A583-DA313187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AE148E-5E52-4242-B4DF-11F28F80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EAD213-FAEF-495C-A7CF-8AE5C224B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1B9ED4-693D-4E9A-AC9E-394210FB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BBCBA4-E290-4C6A-8106-D5B350793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FFB91A-38BF-4840-BA1C-56A4C58F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14862787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1458D8-E34A-4731-BE78-1F8FBE9D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619878-2E98-4283-A860-4FFAADBC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94CF3B-65FD-4E79-9DD9-64934D3C3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9C6600-96F1-4B54-BDEF-01565A80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F9DB2-9B97-47BB-A40C-34A190D51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3AF15D-F93F-4B4A-8964-28BB8686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54EEE6-B7D6-4A40-9539-6FAEF904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29D4A-3110-4FA7-B7B1-EDA50B41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1C1BE1-7BBF-4DD0-AE1F-ED27E4928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7A4B39-437F-49FB-B658-3A127893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17841B-AC8A-4F86-B0ED-91178323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088CF1-0D94-4AD7-926A-41FDDFCD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5D050-8D7F-4FD9-8CAC-BD4CD1BC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Robotics-an Application of AI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Drones Using AI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Low Code AI.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8 (8.3)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1620C-6EB4-403A-8B4A-2E7D5684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CA5B35-5794-4332-BFD1-4D8C2ACD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81017885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206B21-2ED5-4CC6-93A6-F328F6D0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2DA772-BAC8-4AFE-8048-7326EF252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E5293-0148-41AF-9CF4-269760FB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32CA2-3110-441F-9760-3291747E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Robotics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F8F94A-8C5E-4B9A-AD0B-6C24C3EA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Robotics-an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DE9A2D-CABB-4408-84C3-C3CC3DF4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3C30C-1199-4BFC-8D98-942373286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Drones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A732D1-C0C7-49AA-A6B6-32FBBF75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C7EC9-42D6-4A29-846F-2E9A665BC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Industrial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03FD83-2CA8-4FDB-B93D-C26C36F5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Chapter 1 (1.7, 1.8, 1.10, 1.11) Industrial Applications of AI: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 of AI in Healthcare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 of AI in Finance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Application of AI in Retail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804B3F-626B-43ED-B931-86AEF50E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4A9387-A290-4826-8A36-61153359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16731525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25FDAD-C8A5-46FD-9715-BE54C6ED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3DC476-03AD-4E84-9915-3170936A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D40E3-0988-4632-8EB8-CEF1E9F8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F9B7D9-6CB4-41DB-A623-540F317F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Robotics-an Application of AI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Drones Using AI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Low Code AI.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Textbook 1: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8 (8.3)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Chapter 1 (1.7, 1.8, 1.10, 1.11) Industrial Applications of AI: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D389BD-FFA8-46CD-811D-B261E0CE5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FB99C4-52B4-4401-958E-40A263C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5A29A-AE1F-4C93-A592-7D4556D9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F19C0C-E289-4418-83C3-A1506AA4F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FB990-8C50-4C16-93CD-0CA2D9B2F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A0116C-A36B-4718-B646-2ED28996E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5956A-5183-4DED-9BED-40D85041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C99C52-2021-42EE-BA7A-4F1D05C60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5364CC-FDDB-4AD2-91E2-44143D70E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DF5945-169B-42BA-9641-849565D0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E269A-EF7C-416B-B7BE-8837D869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B1BEC7-B58A-4605-8A17-DF51A51B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3A5566-6037-4007-99F1-0F70F12B8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282B69-7092-4C1E-990B-E0437830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6650811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22E45-471B-4808-B63A-C937DD805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7DB5EC-9D90-4E56-9CD9-281AC5CAA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737638-8ACA-4370-810E-476D029B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AEA269-B6A5-4266-88F1-01BE72D8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27F61C-F34B-484F-A5D9-7C8F87F0D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4D5D5A-5452-45EE-A608-0C90BED4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2FA62-8A53-4EAD-AA92-7FA40017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7CE63B-98C0-44AB-92A0-72CEE0554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A6E76-F6E3-4151-8081-130C2E24E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4DA95F-F3A8-454C-9333-DF90862F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F4E87F-FD0E-4649-AD76-47ADADF40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630F8-9CAE-415C-8B1E-B117B43E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E27347-FE2B-4D9F-9085-B82CE4DB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5F749E-9F6E-481B-BB6F-51475BBD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EA8127-A135-4EF5-8F65-43B178CE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918930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60AE83-6395-4E6B-8041-6F0ABE85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20B35A-740E-4045-88AF-5D2F5056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60CE7F-8D07-41CA-BC6D-CECC2E9E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3D74A-07B4-4696-8271-E9EB52107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949120-2C79-43BC-B870-A235134F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Robotics-an Application of 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CEDDF-E5B7-4C24-A3BE-725F6A9A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Robotics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9DD91C-790E-4BDA-BB95-582221BE2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559303-92A0-4D4E-985D-EEC439F67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BF40F5-4109-4E86-B5B2-095763E32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186650907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C20E17-A69A-47DF-B52E-66F0D7CC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D42BC8-B1E5-4C13-83F2-69A48C97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181AE-FF10-414B-A324-061AF8B4E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FD1D3-458B-4095-9775-81010A387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8C2C7A-8CAF-4B6D-893E-45A85911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 of AI in Healthcare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 of AI in Finance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 of AI in Retail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Application of AI in Agriculture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F89154-F56B-465C-A9F9-9064F166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42F00-C1D6-4CB9-8921-0FA96BDEB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F9210-FD69-4D4B-8424-3A0ABDC0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615C52-F5A9-4ACA-8CCE-00AF732C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940323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A9EE8CA-1618-444C-BD6E-30C354F8D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136B8-2E4E-4559-B65D-BE19974A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F098F7-CA4E-4745-A09F-D6EC4426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197C36-AAED-4909-9CEA-F82FB0B62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4B5BD6-9A34-4BFD-B9ED-3F3857C3D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1B0808-BC80-43AD-9A49-E4D86583B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DE609-CA31-4A63-A7EE-ECFCC4359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Robotics-an Application of AI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0CB80-1537-457E-8B9D-0BF9DF00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93A984-3873-4FF5-91D9-0D1FCCC02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23878A-82B6-42B7-81A5-73659DF01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Drones Using AI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9EA986-B11B-495A-BC95-1FBA5428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505DF5-047F-4378-AA3E-D3F060329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C418FF-CCC4-4016-8421-6AEA5D95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Low Code AI.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676FAB-617F-45B4-AF29-BC5AF23A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E08764-C685-495B-A3A5-F42509828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3AE3FB-DC8B-4313-9405-3578899CF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Textbook 1: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4699A5-400A-4660-A209-FF7BB88B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D0DA02-C476-410A-A1D7-721A0C98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A9B505-817A-47ED-8C89-E0671664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8 (8.3)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F8344C-D6E2-40EF-9EBB-814826573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007865-4100-49F4-9DE1-5C6D1612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018B830-0C8C-43E3-8549-ABBDE384F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Chapter 1 (1.7, 1.8, 1.10, 1.11) Industrial Applications of AI: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C463CE-2917-4798-A2BD-ACC152F25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7D557F2-DC46-4D60-9E7A-63CA72D2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A7513-16AB-46C5-84EC-3EDC0EA1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Application of AI in Healthcare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D7B3C85-C122-4846-AAE8-F42EABF5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1485970-FC9A-4C06-9F69-130D7DDF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DA3BD7-E291-4978-83CE-D4C0755FC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BAE2FE-BC7D-4439-A286-1073B7F7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12615079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E8FC2A-EE21-49E4-86EF-568D4D97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1BAIA103/203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CF4D8-CABD-4175-AB17-659FDFE68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AF59F0-1D52-4655-910B-4B1DC352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AA0725-9053-4AB5-93E1-835938482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Robotics, Robotics-an, Application, Drones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6D3FCE-600C-449B-93CF-1FD2ECAE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2AF62-42EE-45E9-A37E-87C40797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2B52FD-F783-4563-8545-C04C320F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AI and Applications | 1BAIA103/203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CD3B17-0B48-48C7-A621-AE6A50B4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3234979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2026-08-24T06:38:40.2250000Z</dcterms:created>
  <dcterms:modified xsi:type="dcterms:W3CDTF">2026-08-24T06:38:40.2250000Z</dcterms:modified>
</coreProperties>
</file>