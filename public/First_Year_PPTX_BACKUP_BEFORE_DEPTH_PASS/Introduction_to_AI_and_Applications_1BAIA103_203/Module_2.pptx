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541a381e64e59" /><Relationship Type="http://schemas.openxmlformats.org/officeDocument/2006/relationships/extended-properties" Target="/docProps/app.xml" Id="R9ba4c9fc9a0a4a9b" /><Relationship Type="http://schemas.openxmlformats.org/officeDocument/2006/relationships/officeDocument" Target="/ppt/presentation.xml" Id="Rc36f4cba3f2540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d914681beb46d8"/>
  </p:sldMasterIdLst>
  <p:notesMasterIdLst>
    <p:notesMasterId xmlns:r="http://schemas.openxmlformats.org/officeDocument/2006/relationships" r:id="R5c5d2eb0c7da4804"/>
  </p:notesMasterIdLst>
  <p:sldIdLst>
    <p:sldId xmlns:r="http://schemas.openxmlformats.org/officeDocument/2006/relationships" id="256" r:id="R3fd51a49c8a6448a"/>
    <p:sldId xmlns:r="http://schemas.openxmlformats.org/officeDocument/2006/relationships" id="257" r:id="Rc3a6338d5edc4776"/>
    <p:sldId xmlns:r="http://schemas.openxmlformats.org/officeDocument/2006/relationships" id="258" r:id="R1723517207c54e7c"/>
    <p:sldId xmlns:r="http://schemas.openxmlformats.org/officeDocument/2006/relationships" id="259" r:id="Rfe099cfc4e2e40de"/>
    <p:sldId xmlns:r="http://schemas.openxmlformats.org/officeDocument/2006/relationships" id="260" r:id="Rfd7b7dc8a1324b45"/>
    <p:sldId xmlns:r="http://schemas.openxmlformats.org/officeDocument/2006/relationships" id="261" r:id="R86d59fae33c14925"/>
    <p:sldId xmlns:r="http://schemas.openxmlformats.org/officeDocument/2006/relationships" id="262" r:id="Rba3a497c765245ff"/>
    <p:sldId xmlns:r="http://schemas.openxmlformats.org/officeDocument/2006/relationships" id="263" r:id="R54b4822f46674045"/>
    <p:sldId xmlns:r="http://schemas.openxmlformats.org/officeDocument/2006/relationships" id="264" r:id="Rc0eddcf341e64a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bac1e7a6754c02" /><Relationship Type="http://schemas.openxmlformats.org/officeDocument/2006/relationships/slideMaster" Target="/ppt/slideMasters/slideMaster1.xml" Id="Rd5d914681beb46d8" /><Relationship Type="http://schemas.openxmlformats.org/officeDocument/2006/relationships/notesMaster" Target="/ppt/notesMasters/notesMaster1.xml" Id="R5c5d2eb0c7da4804" /><Relationship Type="http://schemas.openxmlformats.org/officeDocument/2006/relationships/presProps" Target="/ppt/presProps.xml" Id="R7a0c62362a934010" /><Relationship Type="http://schemas.openxmlformats.org/officeDocument/2006/relationships/tableStyles" Target="/ppt/tableStyles.xml" Id="Rb17001b8c0a2419c" /><Relationship Type="http://schemas.openxmlformats.org/officeDocument/2006/relationships/slide" Target="/ppt/slides/slide1.xml" Id="R3fd51a49c8a6448a" /><Relationship Type="http://schemas.openxmlformats.org/officeDocument/2006/relationships/slide" Target="/ppt/slides/slide2.xml" Id="Rc3a6338d5edc4776" /><Relationship Type="http://schemas.openxmlformats.org/officeDocument/2006/relationships/slide" Target="/ppt/slides/slide3.xml" Id="R1723517207c54e7c" /><Relationship Type="http://schemas.openxmlformats.org/officeDocument/2006/relationships/slide" Target="/ppt/slides/slide4.xml" Id="Rfe099cfc4e2e40de" /><Relationship Type="http://schemas.openxmlformats.org/officeDocument/2006/relationships/slide" Target="/ppt/slides/slide5.xml" Id="Rfd7b7dc8a1324b45" /><Relationship Type="http://schemas.openxmlformats.org/officeDocument/2006/relationships/slide" Target="/ppt/slides/slide6.xml" Id="R86d59fae33c14925" /><Relationship Type="http://schemas.openxmlformats.org/officeDocument/2006/relationships/slide" Target="/ppt/slides/slide7.xml" Id="Rba3a497c765245ff" /><Relationship Type="http://schemas.openxmlformats.org/officeDocument/2006/relationships/slide" Target="/ppt/slides/slide8.xml" Id="R54b4822f46674045" /><Relationship Type="http://schemas.openxmlformats.org/officeDocument/2006/relationships/slide" Target="/ppt/slides/slide9.xml" Id="Rc0eddcf341e64a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143b9d513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313b5a3e84abc" /><Relationship Type="http://schemas.openxmlformats.org/officeDocument/2006/relationships/notesMaster" Target="/ppt/notesMasters/notesMaster1.xml" Id="Rda6334bebd1f43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35d5d341a54436" /><Relationship Type="http://schemas.openxmlformats.org/officeDocument/2006/relationships/notesMaster" Target="/ppt/notesMasters/notesMaster1.xml" Id="Raa2cffd2ec3745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bdda5152e24de8" /><Relationship Type="http://schemas.openxmlformats.org/officeDocument/2006/relationships/notesMaster" Target="/ppt/notesMasters/notesMaster1.xml" Id="R9f72ab605f8c46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9b5c200c34e8d" /><Relationship Type="http://schemas.openxmlformats.org/officeDocument/2006/relationships/notesMaster" Target="/ppt/notesMasters/notesMaster1.xml" Id="R5dabf9031e0a40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8dc67aa0d245fc" /><Relationship Type="http://schemas.openxmlformats.org/officeDocument/2006/relationships/notesMaster" Target="/ppt/notesMasters/notesMaster1.xml" Id="Rf986539994ca44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78e7d9109e4c87" /><Relationship Type="http://schemas.openxmlformats.org/officeDocument/2006/relationships/notesMaster" Target="/ppt/notesMasters/notesMaster1.xml" Id="Rbf8d23c15d524b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cc9fcaaafb4442" /><Relationship Type="http://schemas.openxmlformats.org/officeDocument/2006/relationships/notesMaster" Target="/ppt/notesMasters/notesMaster1.xml" Id="R35752928957946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08a530e6964d6b" /><Relationship Type="http://schemas.openxmlformats.org/officeDocument/2006/relationships/notesMaster" Target="/ppt/notesMasters/notesMaster1.xml" Id="R4161dca2e17c43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9dcef1d4a54008" /><Relationship Type="http://schemas.openxmlformats.org/officeDocument/2006/relationships/notesMaster" Target="/ppt/notesMasters/notesMaster1.xml" Id="R50af53eed76a4b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ebd33569f41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6331aad1b74744" /><Relationship Type="http://schemas.openxmlformats.org/officeDocument/2006/relationships/slideLayout" Target="/ppt/slideLayouts/slideLayout1.xml" Id="Rcef29bc3c76d42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f29bc3c76d42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a2650ef7b4a8f" /><Relationship Type="http://schemas.openxmlformats.org/officeDocument/2006/relationships/notesSlide" Target="/ppt/notesSlides/notesSlide1.xml" Id="R640b58928afe47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c575b62ba4dab" /><Relationship Type="http://schemas.openxmlformats.org/officeDocument/2006/relationships/notesSlide" Target="/ppt/notesSlides/notesSlide2.xml" Id="Ref2a553e9c264b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8ea117a8c4da2" /><Relationship Type="http://schemas.openxmlformats.org/officeDocument/2006/relationships/notesSlide" Target="/ppt/notesSlides/notesSlide3.xml" Id="R678deef52f4f45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1cb3b130f4f63" /><Relationship Type="http://schemas.openxmlformats.org/officeDocument/2006/relationships/notesSlide" Target="/ppt/notesSlides/notesSlide4.xml" Id="R85182204bfa24f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c42d06b584fe0" /><Relationship Type="http://schemas.openxmlformats.org/officeDocument/2006/relationships/notesSlide" Target="/ppt/notesSlides/notesSlide5.xml" Id="R0206ea694dbf43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ca8cf0cfb43c3" /><Relationship Type="http://schemas.openxmlformats.org/officeDocument/2006/relationships/notesSlide" Target="/ppt/notesSlides/notesSlide6.xml" Id="R5cdc054d4c2a45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5d561815746c2" /><Relationship Type="http://schemas.openxmlformats.org/officeDocument/2006/relationships/notesSlide" Target="/ppt/notesSlides/notesSlide7.xml" Id="Rf998cb08e6a349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f55bd5a584ed3" /><Relationship Type="http://schemas.openxmlformats.org/officeDocument/2006/relationships/notesSlide" Target="/ppt/notesSlides/notesSlide8.xml" Id="R5d5e1f073f3e42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723302afd47f5" /><Relationship Type="http://schemas.openxmlformats.org/officeDocument/2006/relationships/notesSlide" Target="/ppt/notesSlides/notesSlide9.xml" Id="R34ac84663ee041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16F0E-3B6A-46B4-A33F-B51564E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CE17D-6E90-4482-BE4E-CF436779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Prompt Engineering , Introduction to Prompt Engineering, The Evolution of Prompt Engineering, Types of 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0DA87-9F94-40BB-80EE-69F38A0F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883B9-0438-4F20-9F90-2C3B4C96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44DF2-4132-4CE2-AF85-F2DC330B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6BDBB-67B7-4184-B3EE-147B18E9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49BF9-690F-48E2-8E16-66791316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F5A4F-B0E9-483D-BB13-714A3684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1FB6D-5E6A-40DC-BEA9-87576B6E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E14EE-9903-4DB0-B19A-3F471369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C5873-D907-4B3F-B02C-ADEE3E3E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2031D-62C6-4DDF-83DF-FCF5B813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6BCC6-B190-4840-B345-71B9C809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9CF18-6595-473D-8DB7-4F3BC3D6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C9C6D-6F9E-4D7C-BAB9-4DDAE712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945538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1E10C-4BD2-4229-9BDC-E6288229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74859-4BD3-4A4E-B19F-1872FB27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5DD3A-E081-4C2F-8169-94DB7817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08C17-27EB-4F93-8E7D-12D96B9E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2330D-3305-448A-A25D-8CBDCF6E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54B25-0880-4DC0-85B3-654FEF7F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8093C-3A4F-4CFA-A97C-19531FA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0AE42-95F3-4903-8DE2-16B3D555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EE0D7-177B-4934-A5AA-98BD97AC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04B53-2519-432B-BEBA-1DA64C5C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C4453-6424-43F0-8553-996B58B5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C8695-4833-4D89-83BF-8F177456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02709-A997-469B-A5C1-CE4FCA9C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Prompt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Prompt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Evolution of Prompt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Prompts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How Does Prompt Engineering Work?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4D6D4-A245-4DAA-B108-F49A432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09C55-51E5-4A31-9AC9-B5581FFA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647862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F6C5F-88C8-4A9A-A474-E2095968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815BC-38A6-4E14-A485-FA7B3098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10AC1-9D99-41AE-84C4-B5DC8E10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E38F5-F6B2-4D01-8229-5913D202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559EC-3CF6-462C-B564-C80A2C5A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B7A40-1AC5-4D13-B312-44362451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Evolution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9F93C-3132-422D-B5F7-B674A4A2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6FF7C-132B-43DB-A654-2C5896B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796EE-1600-4D75-8874-D3867EA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B99F8-919F-49A3-80FB-175E622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Comprehending Prompt Engineering's Function in Communication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Advantages of Prompt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Future of LLM Communication.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Prompt Engineering Techniques for ChatGPT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C6B95-5AC7-4683-819A-DE78B82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B8BB4-12BB-40BE-8E6D-9FE7FCF9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385062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628FA-3874-421F-8673-798256D8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E3417-8DC2-4C32-B35B-7EBD9EB7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521FE-D188-441A-AC70-3C44AC03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1640D-4C96-4E17-896B-60CD3D87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Prompt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Prompt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Evolution of Prompt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Prompts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How Does Prompt Engineering Work?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Comprehending Prompt Engineering's Function in Communication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EBAA0-01DC-421D-AF4E-6C34F715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B8F80-921C-450C-BA6A-F80CFB03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1FABE-F9D9-47FD-A28F-E67DA87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9A739-8F3E-44CB-A521-E677514F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B958D-E495-4C20-9267-01B04988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7725A-1EA1-41F6-B07B-E3BA6730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72293-9564-4EFF-8374-7900EF9E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0F9C6-0F7E-4EB9-9448-A02F4D0F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83FC2-C078-40CA-8843-45011BFB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5796E-7C4D-44B5-85CA-E8F67F94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DBB58-2061-4D5A-A918-3611F088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CFDEB-C5B6-463E-A65B-EEA24267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BD979-2D88-4F2C-9807-EBA1F0B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35C12-DB76-41A7-A2C5-1A8C9A6A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283044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9DEB8-910F-4791-AC85-D70165FE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83440-37BB-42A8-A6C7-FC3ACF63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2C99B-FEF4-431F-BDE2-04E54173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239D9-33BE-4B7D-974E-0178E438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62D81-29FD-4C9B-896E-9270719A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CB811-BFC0-4894-818B-0D3D3D65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8E919-18CA-4A4A-BFCF-EAD6CF8D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5BE64-CA7B-486D-A5AD-DBC825DA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16C6D-C795-4BB3-B92C-7D288463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F4470-44FE-4158-9E94-8AA57B53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5AFE1-7AAA-4A50-B8B8-6263B4B4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96D73-3A36-46D5-A8CA-61B2295B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FF991-155D-4FA4-8291-C052A378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4D882-06BD-451B-B198-E751A1E9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1F23E-C3B9-4D42-983C-67DC09D2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781642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F5CD5-2CF7-49DF-ABB3-6A78E28A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10882-1722-4F0B-A666-43278D5F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8CCA4-F2B7-4DB9-A270-33085813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A4A45-8E54-4C36-8B51-20C4E810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93B86-CEF5-4B60-B2FD-0373BF32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Prompt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7C45D-AB4F-40D8-93DC-4ED81034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Prompt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6479E-E5FB-4C07-84D1-96664C65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FA2D7-EF41-4EB8-9DC0-B02CF8E6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AFFE7-FB98-474F-8997-74A2E168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317781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C00BF-F84E-431F-9004-3A83E98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C27CC-C232-4D55-9CDC-5CCD50CF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9B019-49A3-40D1-AB50-8AE116A1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8E561-2E8D-4235-9CBD-1B64E2C3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E07B2-ABEB-4E78-991B-64EFC681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Advantages of Prompt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Future of LLM Communication.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Prompt Engineering Techniques for ChatGPT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Prompt Engineering Techniques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B3172-4A70-4A11-A257-EB0FB2E0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A720A-C9DC-44EC-8E37-541B58B3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58FAF-96BE-4BF9-B9E6-9DE9FE99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BE998-B194-44FF-867F-CB14410D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386725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9B0D7-3000-490C-B6F1-B8381D89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8C9A5-0738-4350-B7F2-033CE273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593C1-56B4-4807-B2ED-29746E16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BB052-CDEF-4AC1-B375-FE737CF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DA518-EAF1-4B80-AAC1-A44CD973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CB268-9311-447F-994B-0BCA353E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C7E32-4D78-4294-B06B-A3611B4D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0A7CD-8FB6-406D-8560-689819E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B72B2-E35C-43C7-BE71-F191CEE0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17471-B837-44A6-AE6E-310F0BE8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Prompt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09B03-96CC-4B3A-8B33-D46D47B9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19846-8DDE-4CF4-8948-BCBAAC84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CB6F4-279E-4FBE-9D2E-B4A331A0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Evolution of Prompt 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0CB6B-3982-4919-8681-2CF44F0C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581DD-8A64-453F-8533-6497C44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80644-1DA9-4090-9387-90E8F890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Prompts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73CD6-3C7A-4AEF-88B8-F71F2C51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7A183-FFF2-487D-8C7E-C1321AB2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97D4A-4393-48F9-A8EA-F997D9F4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How Does Prompt Engineering Work?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B19B8-A088-4DDF-8576-28D65780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BB685-007C-436E-9727-42DBFC3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161EF-0340-4D5A-8368-131934A7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Comprehending Prompt Engineering's Function in Communication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A12A7-D752-4B24-8F66-82AC9563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16A30-B2C2-4E4D-B10A-8AABE486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76DDAD-3FC5-4B5A-BF4E-D855F27F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Advantages of Prompt Engineering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92455-BE20-4C70-AA95-1ABD0B56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72F21-46BD-4E6A-A0B5-7F861864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C6287E-DF28-40F7-A24D-64EDD0C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C3821-8D98-4B03-9804-F52E0EA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670650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821E9-FECD-4061-A6B6-51F58CEE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49EDA-3903-4424-B675-4A323B02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87CCD-2789-4F97-81A7-8C7979EF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CD0F-5593-4FEC-95FD-2A006FD9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Prompt, Engineering, Evolution, Prompts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89130-B191-4BB9-B3C5-9B1A73DA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014D8-F28A-44C7-9EDC-15954C5B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A7753-F94E-4A12-97B5-4BDF6706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9BDAA-686A-46D1-B4AB-10E989A4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256064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2026-08-24T06:38:39.9500000Z</dcterms:created>
  <dcterms:modified xsi:type="dcterms:W3CDTF">2026-08-24T06:38:39.9500000Z</dcterms:modified>
</coreProperties>
</file>