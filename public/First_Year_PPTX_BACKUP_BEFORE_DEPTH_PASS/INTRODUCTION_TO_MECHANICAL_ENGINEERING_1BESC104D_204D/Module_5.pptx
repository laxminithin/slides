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44ac68c3e24674" /><Relationship Type="http://schemas.openxmlformats.org/officeDocument/2006/relationships/extended-properties" Target="/docProps/app.xml" Id="R2e880519beef4130" /><Relationship Type="http://schemas.openxmlformats.org/officeDocument/2006/relationships/officeDocument" Target="/ppt/presentation.xml" Id="Rbd34b84b7ba54b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93841ec88a4315"/>
  </p:sldMasterIdLst>
  <p:notesMasterIdLst>
    <p:notesMasterId xmlns:r="http://schemas.openxmlformats.org/officeDocument/2006/relationships" r:id="R5f2d5bab6bf54328"/>
  </p:notesMasterIdLst>
  <p:sldIdLst>
    <p:sldId xmlns:r="http://schemas.openxmlformats.org/officeDocument/2006/relationships" id="256" r:id="R63fba63262e542a3"/>
    <p:sldId xmlns:r="http://schemas.openxmlformats.org/officeDocument/2006/relationships" id="257" r:id="Rf44cdeaeca57401f"/>
    <p:sldId xmlns:r="http://schemas.openxmlformats.org/officeDocument/2006/relationships" id="258" r:id="R4d1bcf313ff44b22"/>
    <p:sldId xmlns:r="http://schemas.openxmlformats.org/officeDocument/2006/relationships" id="259" r:id="R37fac90d888e453b"/>
    <p:sldId xmlns:r="http://schemas.openxmlformats.org/officeDocument/2006/relationships" id="260" r:id="R64b3dbcc30bd4329"/>
    <p:sldId xmlns:r="http://schemas.openxmlformats.org/officeDocument/2006/relationships" id="261" r:id="R3de6a71c40be44cb"/>
    <p:sldId xmlns:r="http://schemas.openxmlformats.org/officeDocument/2006/relationships" id="262" r:id="Rbae23cd972ee467c"/>
    <p:sldId xmlns:r="http://schemas.openxmlformats.org/officeDocument/2006/relationships" id="263" r:id="R88374199feab430a"/>
    <p:sldId xmlns:r="http://schemas.openxmlformats.org/officeDocument/2006/relationships" id="264" r:id="Rfd16dce0afb247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9303c440154b53" /><Relationship Type="http://schemas.openxmlformats.org/officeDocument/2006/relationships/slideMaster" Target="/ppt/slideMasters/slideMaster1.xml" Id="R8393841ec88a4315" /><Relationship Type="http://schemas.openxmlformats.org/officeDocument/2006/relationships/notesMaster" Target="/ppt/notesMasters/notesMaster1.xml" Id="R5f2d5bab6bf54328" /><Relationship Type="http://schemas.openxmlformats.org/officeDocument/2006/relationships/presProps" Target="/ppt/presProps.xml" Id="R2ab8d417c1544823" /><Relationship Type="http://schemas.openxmlformats.org/officeDocument/2006/relationships/tableStyles" Target="/ppt/tableStyles.xml" Id="Rf23119a45b384a98" /><Relationship Type="http://schemas.openxmlformats.org/officeDocument/2006/relationships/slide" Target="/ppt/slides/slide1.xml" Id="R63fba63262e542a3" /><Relationship Type="http://schemas.openxmlformats.org/officeDocument/2006/relationships/slide" Target="/ppt/slides/slide2.xml" Id="Rf44cdeaeca57401f" /><Relationship Type="http://schemas.openxmlformats.org/officeDocument/2006/relationships/slide" Target="/ppt/slides/slide3.xml" Id="R4d1bcf313ff44b22" /><Relationship Type="http://schemas.openxmlformats.org/officeDocument/2006/relationships/slide" Target="/ppt/slides/slide4.xml" Id="R37fac90d888e453b" /><Relationship Type="http://schemas.openxmlformats.org/officeDocument/2006/relationships/slide" Target="/ppt/slides/slide5.xml" Id="R64b3dbcc30bd4329" /><Relationship Type="http://schemas.openxmlformats.org/officeDocument/2006/relationships/slide" Target="/ppt/slides/slide6.xml" Id="R3de6a71c40be44cb" /><Relationship Type="http://schemas.openxmlformats.org/officeDocument/2006/relationships/slide" Target="/ppt/slides/slide7.xml" Id="Rbae23cd972ee467c" /><Relationship Type="http://schemas.openxmlformats.org/officeDocument/2006/relationships/slide" Target="/ppt/slides/slide8.xml" Id="R88374199feab430a" /><Relationship Type="http://schemas.openxmlformats.org/officeDocument/2006/relationships/slide" Target="/ppt/slides/slide9.xml" Id="Rfd16dce0afb247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eb0f6a9e9344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4c24e6a2fa4f95" /><Relationship Type="http://schemas.openxmlformats.org/officeDocument/2006/relationships/notesMaster" Target="/ppt/notesMasters/notesMaster1.xml" Id="Rf297bd392d0540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6f0930a3cb4573" /><Relationship Type="http://schemas.openxmlformats.org/officeDocument/2006/relationships/notesMaster" Target="/ppt/notesMasters/notesMaster1.xml" Id="R11dbf27e93134c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a2d7d93b60441e" /><Relationship Type="http://schemas.openxmlformats.org/officeDocument/2006/relationships/notesMaster" Target="/ppt/notesMasters/notesMaster1.xml" Id="R53fea7f7c2be4f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3ae56f3694521" /><Relationship Type="http://schemas.openxmlformats.org/officeDocument/2006/relationships/notesMaster" Target="/ppt/notesMasters/notesMaster1.xml" Id="Rba358c98704d41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bc1415c4ad466b" /><Relationship Type="http://schemas.openxmlformats.org/officeDocument/2006/relationships/notesMaster" Target="/ppt/notesMasters/notesMaster1.xml" Id="R9c269c9f29b548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c09626fca646a3" /><Relationship Type="http://schemas.openxmlformats.org/officeDocument/2006/relationships/notesMaster" Target="/ppt/notesMasters/notesMaster1.xml" Id="R77f07ae2efda4f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0c409e425f42b8" /><Relationship Type="http://schemas.openxmlformats.org/officeDocument/2006/relationships/notesMaster" Target="/ppt/notesMasters/notesMaster1.xml" Id="Rc6175be6724e45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944d133ba5425d" /><Relationship Type="http://schemas.openxmlformats.org/officeDocument/2006/relationships/notesMaster" Target="/ppt/notesMasters/notesMaster1.xml" Id="R87129c9785da4e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99f3689b924d1d" /><Relationship Type="http://schemas.openxmlformats.org/officeDocument/2006/relationships/notesMaster" Target="/ppt/notesMasters/notesMaster1.xml" Id="R54ae74cea9864b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a05bd43e74a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df1e24cd444756" /><Relationship Type="http://schemas.openxmlformats.org/officeDocument/2006/relationships/slideLayout" Target="/ppt/slideLayouts/slideLayout1.xml" Id="Rb012466cd94444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12466cd94444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fbd27b7ed4d1b" /><Relationship Type="http://schemas.openxmlformats.org/officeDocument/2006/relationships/notesSlide" Target="/ppt/notesSlides/notesSlide1.xml" Id="Rd4b128d0f03546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f48fc9f2f4d47" /><Relationship Type="http://schemas.openxmlformats.org/officeDocument/2006/relationships/notesSlide" Target="/ppt/notesSlides/notesSlide2.xml" Id="R081584b9e654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47e34fec64e03" /><Relationship Type="http://schemas.openxmlformats.org/officeDocument/2006/relationships/notesSlide" Target="/ppt/notesSlides/notesSlide3.xml" Id="Rdfb8f572db114a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70641ac254179" /><Relationship Type="http://schemas.openxmlformats.org/officeDocument/2006/relationships/notesSlide" Target="/ppt/notesSlides/notesSlide4.xml" Id="Re8c1fcde21ad42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22ce4218c44d9" /><Relationship Type="http://schemas.openxmlformats.org/officeDocument/2006/relationships/notesSlide" Target="/ppt/notesSlides/notesSlide5.xml" Id="Rc88a6314b76343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b21e9704e4dcd" /><Relationship Type="http://schemas.openxmlformats.org/officeDocument/2006/relationships/notesSlide" Target="/ppt/notesSlides/notesSlide6.xml" Id="R3057ee410e944d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a31bc43574df4" /><Relationship Type="http://schemas.openxmlformats.org/officeDocument/2006/relationships/notesSlide" Target="/ppt/notesSlides/notesSlide7.xml" Id="Rf3228b53f66a40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d0f7e142c4b1a" /><Relationship Type="http://schemas.openxmlformats.org/officeDocument/2006/relationships/notesSlide" Target="/ppt/notesSlides/notesSlide8.xml" Id="R8ea69faec24a43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e5d40ec1f4961" /><Relationship Type="http://schemas.openxmlformats.org/officeDocument/2006/relationships/notesSlide" Target="/ppt/notesSlides/notesSlide9.xml" Id="R4fab6deebdb445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C634C-2C8E-418B-9527-1BF5522A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D1E5F-AAE8-465A-805B-395AFFC0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Advances in mechanical engineering Automation technology: Definition of automation, types of automation, basic elements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7E4B9-B4A6-432A-A95C-9DD3E41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MECHANICAL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1BESC104D/204D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BD3AC-26DB-4CFE-886A-BD394999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Advances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B0525-12DD-4434-86C5-22C8AFEF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87FE6-6A62-4D7D-9B68-5E3DD69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mechanical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069BF-997C-4845-9932-E77DB6C0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E3111-1CBB-4E24-8CB5-48393405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5A525-1488-4CF3-8067-303E0DA5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3AA52-71F6-46B3-BEE6-D1A9E3AC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Automation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ADD4F-705C-4331-9674-5CA293D8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52F48-C09A-4203-A577-D396849B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technology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82393-82BA-48BC-97D7-1BCC965F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49C4F-4731-4ED8-8FE3-18CF379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E96E6-E09C-4FB0-BF5E-E5AA72B2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086580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853E1-1823-4EFC-8A48-872520C7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27AD9-6119-4BB2-9C7C-5E00E7EB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3251-CD3F-480C-930F-14C6C4BF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0802B-3CD3-4CE3-90A8-7D656263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77CE4-897D-403B-A9A0-D5528905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7862C-9F56-4106-9F70-097B105F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4372D-B33A-4FF7-A648-F87BC12A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1D1FF-B74F-4B19-AEC8-FCE2190F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44816-EE60-45A6-8D49-96F80026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E40B3-BA56-49C2-A073-8B303BED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CF3E9-604C-43BF-8290-9C240678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D9F53-6C61-4E9D-A53D-1951C9E1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862B0-3D4C-4DE4-9274-AD2EA821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Advances in mechanical engineering Automation technology: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of automation, types of automation, basic elements of automation.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Mechatronic systems: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of mechatronics, elements of mechatronics systems, examples.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Elementary sensors: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E8590-6135-40E3-9B37-11913C0C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1409A-D5D9-4F2B-8F65-0E0F62A1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414600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4417D-D7F8-4CFE-AE20-3E3C5FBC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3DEF3-A7F7-4856-A22A-3971EAF1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AE2E2-1CF6-4BEE-9A74-3ABF1FA0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856C9-B017-483F-915B-F04DC0CF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Advances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1B682-961D-457B-A60A-D428DBFE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66911-5B41-46B8-8A61-586D5FB4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F30DC-1600-42A1-9E79-A6602EAE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AF8A1-1901-444F-A764-11BBFA96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technology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74510-902F-4FF2-A6F4-2C528A36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6D724-C2F1-4AAD-ACAC-0AF4637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Working principle and applications of Potentiometer, capacitive sensor and optical encoders.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Integrated system: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Need for integration of technologies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ADAS (Advanced Driver Assistance System).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52D46-C402-4B8C-B9CA-9CF9D75D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86DCF-F655-4A12-ADEF-392A4F91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436545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43AD6-A1D5-4B07-A019-FED23A79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94192-5CF5-4233-9FD4-1FAF513F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199E4-A339-4487-96F1-E641F786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ACE5F-B7C2-46A8-B982-EA84110B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Advances in mechanical engineering Automation technology: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automation, types of automation, basic elements of automation.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Mechatronic systems: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mechatronics, elements of mechatronics systems, examples.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Elementary sensors: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Working principle and applications of Potentiometer, capacitive sensor and optical encoders.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F9094-B37A-4216-86DD-B0EEDCCD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4924F-B73A-487B-AF52-06629822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FE726-0534-4302-BDA9-15657231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Advances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BA86D-D142-4E7D-AB62-EABFFB7F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70F87-9401-48E8-9ED6-87D1C303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mechanical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ACDAE-1472-4487-8989-435DC42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6FC6D-9638-49B2-AB85-29BFA07A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19DCA-D945-4104-9A0A-3AFB6FE5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CA780-A731-4E7C-801B-325D992F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57A2F-FB79-4726-9CC2-C878944E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B6A5B-E107-423A-B17D-23D3147E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56B23-74E7-4419-8F91-8830989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D3F8C-3D9D-473A-A93D-8F2EE32E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1B91E-8968-4E35-A564-D03A264C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969618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B506E-1B5E-40C9-A62F-957244EF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BDF0B-2DAF-43E6-B35C-08305927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CE38A-905B-4674-B884-3266330A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323DB-9AA8-4598-89E4-22F1E592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2C18D-164D-4867-A6D1-C951E3BA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3C830-4C8E-4D01-AFD0-B6ABA18D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64C8A-EB16-42DE-B437-E5B03267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FEF10-1175-40FB-B1B5-688301FC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62BAF-584D-48A1-90D7-4DAD2193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3D4E2-832E-4C3B-806A-E446219E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53FC-6DF2-48C5-8107-FCAEF988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84793-D6E7-4638-9821-9462BD66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2DE0C-C8EB-464B-BF68-3817E734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7DC3E-4E07-4766-B023-EE2F478B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4E3E8-C4AE-40F0-9BBF-6B100DA3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360725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01ACB-2308-4A86-825A-BCC201D5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B3C39-D287-49AE-87C3-E22DD24C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07B97-FDBE-41C9-A554-470FF05A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0E6B4-4CFB-4161-BAA1-FC3F3FFC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253CF-0890-4E05-8B71-888BD7DA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Advances in mechanical engineering Automation technology: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FF0B3-AB3F-4310-8DD6-4C7017C3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Advances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8FDF5-7779-4866-803E-929B0DA3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47844-7C0E-4BF4-8C35-B3A6ECD6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9B033-42D8-4A54-B2B1-496452CE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41717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7B4BA-C680-4108-9399-46198E90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938CA-4DB5-4424-BFF5-E31A7BC5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56F90-E2F4-4819-A36D-221F602A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6C875-A886-4B66-804D-33E203EA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87690-A403-481E-AF94-CEA3014C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Integrated system: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Need for integration of technologies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ADAS (Advanced Driver Assistance System).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20E99-93C6-45BC-8918-257D8204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B3652-127A-43E5-A851-2152346C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F71CC-9E68-496A-AD03-DA4BE310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3D265-114D-4F2D-B109-8DE8E30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976315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16332-61DF-4485-83BF-96464226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02710-B816-4A33-A275-7074A2AF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ECDB3-324E-4EEF-96AB-39E95D0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0B847-695D-4870-9DC3-1467BC24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073A8-06D2-4718-ABD7-212E2EBE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E6D2F-F252-45EC-A3B7-7659B7EB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A82B1-D098-4D00-B90F-EDA237E5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Advances in mechanical engineering Automation technology: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3F907-4577-4B9A-8575-8D89865E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FA948-CFB0-40DF-8A22-7B285E4A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159E4-5DC5-4499-9EA0-6DA1051D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of automation, types of automation, basic elements of automation.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0E1A0-71B5-4E4B-ADF3-AC10EB7E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E90A4-4BB9-4794-B629-3B4A9A14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C7AB0-7325-4A7E-83D4-09621A05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Mechatronic systems: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8757F-4364-499C-8480-56A649F8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34EC9-36CD-4562-A58B-00CB50D7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1AE64-EAD0-47E5-B3E0-72BFC435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of mechatronics, elements of mechatronics systems, examples.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F9A70-4017-4E1A-9F5C-9C14EA56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B0E1F-362A-4733-ADC9-1E9A2741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439C5-0486-4F72-83B1-55A14E80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Elementary sensors: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D8B1C-730F-4D31-BE95-DDA28DEE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130B5-0997-43A6-A371-3696FE13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8A38E-0631-4CC2-BAAF-9B3A7297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Working principle and applications of Potentiometer, capacitive sensor and optical encoders.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690A4-0559-457B-9D2E-EF929A53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F72E9-6108-44C7-89D2-BFAC3D7B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6ADFB-BE04-42A4-A0BE-013AE07C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Integrated system: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BC89D-F021-4516-8361-2EC00C7E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B416C-7FF5-4E41-82C7-2F61B5BA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774B7E-891A-462C-86D6-58ADB5A6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DCCC3-4FE4-4B85-9DBB-485F0024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0321930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D83E5-F7B9-4AF9-8761-AA90352F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BF7A5-25B2-4C04-9C70-E21B98ED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0C619-E1CA-4F09-A6F7-BFD353C5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A4DA7-4719-462F-8A72-B3AC9852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Advances, mechanical, engineering, Automation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D674F-DC97-41C9-833D-F72FAFBF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51091-2FD6-4972-84C2-8ACFE5FC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4D651-37E6-47F9-B4AB-6B10A488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37260-8296-40A6-A48D-07148914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62982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2026-08-24T06:38:48.7300000Z</dcterms:created>
  <dcterms:modified xsi:type="dcterms:W3CDTF">2026-08-24T06:38:48.7300000Z</dcterms:modified>
</coreProperties>
</file>