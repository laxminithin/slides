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7e8659ad644196" /><Relationship Type="http://schemas.openxmlformats.org/officeDocument/2006/relationships/extended-properties" Target="/docProps/app.xml" Id="R4762f364bf154434" /><Relationship Type="http://schemas.openxmlformats.org/officeDocument/2006/relationships/officeDocument" Target="/ppt/presentation.xml" Id="R6d75092330bd4e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bb6a03343446b3"/>
  </p:sldMasterIdLst>
  <p:notesMasterIdLst>
    <p:notesMasterId xmlns:r="http://schemas.openxmlformats.org/officeDocument/2006/relationships" r:id="Rb16f3fdf663c4c15"/>
  </p:notesMasterIdLst>
  <p:sldIdLst>
    <p:sldId xmlns:r="http://schemas.openxmlformats.org/officeDocument/2006/relationships" id="256" r:id="R6e6a789fc8e142cb"/>
    <p:sldId xmlns:r="http://schemas.openxmlformats.org/officeDocument/2006/relationships" id="257" r:id="Rea1958332eeb4ee9"/>
    <p:sldId xmlns:r="http://schemas.openxmlformats.org/officeDocument/2006/relationships" id="258" r:id="Rf5de0b73d74a481f"/>
    <p:sldId xmlns:r="http://schemas.openxmlformats.org/officeDocument/2006/relationships" id="259" r:id="R06d2b01a3dca4974"/>
    <p:sldId xmlns:r="http://schemas.openxmlformats.org/officeDocument/2006/relationships" id="260" r:id="R1956e60c24144131"/>
    <p:sldId xmlns:r="http://schemas.openxmlformats.org/officeDocument/2006/relationships" id="261" r:id="Reb6e5a3ac38e45fe"/>
    <p:sldId xmlns:r="http://schemas.openxmlformats.org/officeDocument/2006/relationships" id="262" r:id="Readce8cdbdcd4b12"/>
    <p:sldId xmlns:r="http://schemas.openxmlformats.org/officeDocument/2006/relationships" id="263" r:id="R04d376b3e4924475"/>
    <p:sldId xmlns:r="http://schemas.openxmlformats.org/officeDocument/2006/relationships" id="264" r:id="R39728f0627cc43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13bbde7bf04a53" /><Relationship Type="http://schemas.openxmlformats.org/officeDocument/2006/relationships/slideMaster" Target="/ppt/slideMasters/slideMaster1.xml" Id="R1bbb6a03343446b3" /><Relationship Type="http://schemas.openxmlformats.org/officeDocument/2006/relationships/notesMaster" Target="/ppt/notesMasters/notesMaster1.xml" Id="Rb16f3fdf663c4c15" /><Relationship Type="http://schemas.openxmlformats.org/officeDocument/2006/relationships/presProps" Target="/ppt/presProps.xml" Id="R9c9ccc5912124351" /><Relationship Type="http://schemas.openxmlformats.org/officeDocument/2006/relationships/tableStyles" Target="/ppt/tableStyles.xml" Id="Rd41e7c251f394141" /><Relationship Type="http://schemas.openxmlformats.org/officeDocument/2006/relationships/slide" Target="/ppt/slides/slide1.xml" Id="R6e6a789fc8e142cb" /><Relationship Type="http://schemas.openxmlformats.org/officeDocument/2006/relationships/slide" Target="/ppt/slides/slide2.xml" Id="Rea1958332eeb4ee9" /><Relationship Type="http://schemas.openxmlformats.org/officeDocument/2006/relationships/slide" Target="/ppt/slides/slide3.xml" Id="Rf5de0b73d74a481f" /><Relationship Type="http://schemas.openxmlformats.org/officeDocument/2006/relationships/slide" Target="/ppt/slides/slide4.xml" Id="R06d2b01a3dca4974" /><Relationship Type="http://schemas.openxmlformats.org/officeDocument/2006/relationships/slide" Target="/ppt/slides/slide5.xml" Id="R1956e60c24144131" /><Relationship Type="http://schemas.openxmlformats.org/officeDocument/2006/relationships/slide" Target="/ppt/slides/slide6.xml" Id="Reb6e5a3ac38e45fe" /><Relationship Type="http://schemas.openxmlformats.org/officeDocument/2006/relationships/slide" Target="/ppt/slides/slide7.xml" Id="Readce8cdbdcd4b12" /><Relationship Type="http://schemas.openxmlformats.org/officeDocument/2006/relationships/slide" Target="/ppt/slides/slide8.xml" Id="R04d376b3e4924475" /><Relationship Type="http://schemas.openxmlformats.org/officeDocument/2006/relationships/slide" Target="/ppt/slides/slide9.xml" Id="R39728f0627cc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e92f6d8cec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e15f0dff92426b" /><Relationship Type="http://schemas.openxmlformats.org/officeDocument/2006/relationships/notesMaster" Target="/ppt/notesMasters/notesMaster1.xml" Id="Rffed1d1403824d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a81f9477084704" /><Relationship Type="http://schemas.openxmlformats.org/officeDocument/2006/relationships/notesMaster" Target="/ppt/notesMasters/notesMaster1.xml" Id="R4a9aeea5df2343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37efdd93344f76" /><Relationship Type="http://schemas.openxmlformats.org/officeDocument/2006/relationships/notesMaster" Target="/ppt/notesMasters/notesMaster1.xml" Id="R65a1dd0816244a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cde81deaa449a1" /><Relationship Type="http://schemas.openxmlformats.org/officeDocument/2006/relationships/notesMaster" Target="/ppt/notesMasters/notesMaster1.xml" Id="Rcf0de4286b6449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8d0313fef44863" /><Relationship Type="http://schemas.openxmlformats.org/officeDocument/2006/relationships/notesMaster" Target="/ppt/notesMasters/notesMaster1.xml" Id="R167d6bb26dea40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82a0c8db694c7b" /><Relationship Type="http://schemas.openxmlformats.org/officeDocument/2006/relationships/notesMaster" Target="/ppt/notesMasters/notesMaster1.xml" Id="R6d51953166d64b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ce6ed6aadf42f7" /><Relationship Type="http://schemas.openxmlformats.org/officeDocument/2006/relationships/notesMaster" Target="/ppt/notesMasters/notesMaster1.xml" Id="R8ae5c91ed7b040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e8a3b03d8d47d8" /><Relationship Type="http://schemas.openxmlformats.org/officeDocument/2006/relationships/notesMaster" Target="/ppt/notesMasters/notesMaster1.xml" Id="Rdae77e620d6c4b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940dccdc4d4b41" /><Relationship Type="http://schemas.openxmlformats.org/officeDocument/2006/relationships/notesMaster" Target="/ppt/notesMasters/notesMaster1.xml" Id="R3be8d5c0a60c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893c58a55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88713b4302422d" /><Relationship Type="http://schemas.openxmlformats.org/officeDocument/2006/relationships/slideLayout" Target="/ppt/slideLayouts/slideLayout1.xml" Id="Rd50b87e54c5f4a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0b87e54c5f4a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97fe105394cbb" /><Relationship Type="http://schemas.openxmlformats.org/officeDocument/2006/relationships/notesSlide" Target="/ppt/notesSlides/notesSlide1.xml" Id="Rd65be60dfd0a4e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50e30dcc949fc" /><Relationship Type="http://schemas.openxmlformats.org/officeDocument/2006/relationships/notesSlide" Target="/ppt/notesSlides/notesSlide2.xml" Id="Rf9cf7bd7abe548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40eb7c3ff4f39" /><Relationship Type="http://schemas.openxmlformats.org/officeDocument/2006/relationships/notesSlide" Target="/ppt/notesSlides/notesSlide3.xml" Id="Ree4ecb705acd44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cfa4ece5b46c6" /><Relationship Type="http://schemas.openxmlformats.org/officeDocument/2006/relationships/notesSlide" Target="/ppt/notesSlides/notesSlide4.xml" Id="Rc574efa670ff4a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9fc1874e14231" /><Relationship Type="http://schemas.openxmlformats.org/officeDocument/2006/relationships/notesSlide" Target="/ppt/notesSlides/notesSlide5.xml" Id="Red8cfe50bbce4c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4ca0194ca4db5" /><Relationship Type="http://schemas.openxmlformats.org/officeDocument/2006/relationships/notesSlide" Target="/ppt/notesSlides/notesSlide6.xml" Id="Rd82604b91dad46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17d9a65b94b40" /><Relationship Type="http://schemas.openxmlformats.org/officeDocument/2006/relationships/notesSlide" Target="/ppt/notesSlides/notesSlide7.xml" Id="Ra767ca9be0234d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2ec85f6194933" /><Relationship Type="http://schemas.openxmlformats.org/officeDocument/2006/relationships/notesSlide" Target="/ppt/notesSlides/notesSlide8.xml" Id="R11064a3a82d248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5a766b3374618" /><Relationship Type="http://schemas.openxmlformats.org/officeDocument/2006/relationships/notesSlide" Target="/ppt/notesSlides/notesSlide9.xml" Id="R30d6ac312c144a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91985-94BD-4AC0-8D35-8968459F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4A3C7-3BEB-4B93-8363-D60ECDA5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Engines: Introduction, petrol engine, diesel engines, Working of four Stroke engines, applications. Insight into Future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8411D-A2CA-44CC-9B2B-2E00FF70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3C1E3-8F47-44B6-BEEB-65AC61D0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BAF91-98D1-4A97-BF97-CD355490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5921F-2383-4BC1-9196-BF94775A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BC60E-84B7-4D18-B3BA-D2CC330C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9E53F-E755-4911-B83F-EC4FB4AE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3BA81-B6F7-4979-80D1-B216D89D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48CCB-106D-44CD-8F8F-5936F41D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diesel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E071C-B298-4D90-83F4-6FE1A41C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4F1CF-99C4-4004-97BB-9375E4B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EDDB4-5F74-4CF1-9492-9FAE9F52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7C495-C2A7-4107-ACD2-1901F2B0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12674-5656-4124-8BDC-F809C2DB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008247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3C404-C130-4C75-A884-AFE1F51A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6B354-E4A9-408A-94D8-C411449F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BDB74-2232-42F3-A158-A6676F43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31ABC-E93F-4FE8-AB72-BB2D1CE0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37C22-A43D-45C6-85D7-949E2E46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9AA8C-504D-4111-972C-EABB5F96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DB88F-1EF4-4453-88ED-283658C8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BD8B1-D544-43AD-95ED-0EE0956D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CAB5D-7A57-4FD5-BD4B-DE142790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02AB9-5115-4793-A84A-AAAD0211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82C15-BE2F-4802-8A23-6854856B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64AD8-1113-45FE-B127-C79ADE2A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82C8C-B3AA-4879-99B9-443DAACC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petrol engine, diesel engines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Working of four Stroke engines,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Insight into Future Mobility: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 and Hybrid Vehicles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Components of Electric and Hybrid Vehicles.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4EAEC-A79B-441F-B042-4F89F8CB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EAE17-0987-4E08-B233-69909AB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949307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D5DDC-964D-4090-9B02-F63457B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3932F-624C-49DC-8E7B-AFABBE22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DE2E-DCD6-4D47-9969-DA08BFAA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81CB7-C8C0-4E9E-9014-020BE6D0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D6E61-DBA0-4EB9-B143-696CDF7B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F42EF-E53E-4DB1-A672-3EA46DD4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3D3DC-119F-423B-9F7F-DAFF6DB6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diesel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3A5C7-AB7F-4939-9AED-CD44178F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6DD5E-70ED-401A-BBD0-A9B33B79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9C417-6156-4756-B1EA-A4378A4F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Advantages and disadvantages of EVs and Hybrid vehicles.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 Transmission systems: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 of gears, simple &amp; compound gear trains, concepts of automatic and CVT transmission.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7B2A3-FC94-40E8-ADFD-87692AF4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DD0A9-05B1-4EA2-8703-29C06123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5149419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B0FAB-B3A3-41DB-A03B-963E2973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B46C3-8006-41DE-9A83-1DFECE28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C5ED4-0FB5-456C-A8A8-FBE464F1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9DDD-24E2-42ED-8078-BE0A93D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petrol engine, diesel engines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 of four Stroke engines,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Insight into Future Mobility: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 and Hybrid Vehicles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Components of Electric and Hybrid Vehicles.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Advantages and disadvantages of EVs and Hybrid vehicles.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6C7B2-F545-4374-B7C9-F15F9C63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5AA4B-2637-467C-87C6-D77CFA00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48C04-6B14-4C34-AC66-C199C1B0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D6BB3-4EA6-4AAC-B6EE-BD707FF7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AE389-6086-4D4F-8B0D-04943C08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2972B-9E9D-4599-A681-E8134CFA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E4AA7-BC38-4390-9BD5-124510C9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391B8-771A-44EF-AEB3-644CB09C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328D3-B862-4E78-A89C-B1BC4CE8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diesel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D43F3-B337-4A04-A561-8194664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28D4F-08A9-48BB-981F-916F9191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084C5-A689-42BD-91AA-9C2F326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9152F-D1C4-48F2-AC31-90B28059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19759-8AD8-4ADC-9CD2-46D83EB9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024623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B8CBA-FD71-4A7F-9FBF-EFD1AFBE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2FFE-E1FE-4EE6-8B8C-C660FA47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A615D-CD7D-4C7B-8B29-23AD2432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4D53B-2344-4120-B3CD-57141FC8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33528-DAEB-484E-85A5-F253A22D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214B3-5823-46EA-A39B-58A7EA31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8FFD0-1D53-4D4C-8628-6376F13B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5AAFD-015B-4439-A5C8-A83B0599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6BA80-47EF-43C8-AAFF-9F72818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3CA8F-64B0-46CE-BC00-8942D200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03AC2-F453-4787-86D9-1A70566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C2ADD-946D-425E-8E9C-434AAA0F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A5DD7-7125-4562-B215-0CFAF7A4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752F3-EE6D-4A2F-AC5C-08E44F2C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6F8FF-B95B-4F88-BEAB-BD1F851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674474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BD05D-6BD7-46CF-859E-0D850B35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DB3C3-3BA4-4660-844E-C9AEAA3A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C0D22-8E5F-4036-9A83-13809B3E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77938-9726-4EE2-94A5-E373B07F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D4A8E-26D3-4908-8A19-8EFF8150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Introduction, petrol engine, diesel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9BC83-0BF8-4CFE-BA0B-D957D61A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Engines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03C82-3E13-41B8-8E07-9C25D7BC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D7773-C8BD-4D01-8277-0FCC97B5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62ADD-07EB-4AEA-91D8-DB77F42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362103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022D8-0D9F-4097-AC04-FF7F4C74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BEDB5-D91B-44B5-B36D-77ECAAB1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0AA67-4341-4B0D-8810-21DC2AC9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3BEF6-CECB-4887-9BD1-B0F40E65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3D7FA-B4E4-4886-8122-5103B70D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 Transmission systems: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 of gears, simple &amp; compound gear trains, concepts of automatic and CVT transmission.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61EAF-25EF-4D71-A5E9-97D9BF1A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8E0EB-6F89-454E-8B05-73DB0B71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01AD3-32F5-4E5F-94C8-EB65811C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CCF9E-09FF-4443-9CE4-18A72F4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826682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FDD74D-5B71-4553-A6B6-100E0B7A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4FA4F-503A-4114-924C-0CBC600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D8F00-C9E8-420C-8E5F-6FED5863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00964-EA01-4393-988C-21173649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BD9D0-8719-4CF5-807C-9484228F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BA821-D494-4905-87F9-F6D9FD0F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8573C-C11D-426B-9FA7-23C177B0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petrol engine, diesel engines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06EB5-B691-4463-9B70-DB2EF898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8F043-F7B5-49A8-A518-607ED927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D6F92-6345-4FDF-B311-30B5426D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Working of four Stroke engines, applications.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15ED9-A1C8-4F20-AFC0-167EB130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192D0-655B-4B4D-BD99-9321F62F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8E13E-DCD1-436A-A4F7-16811E30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Insight into Future Mobility: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195EA-7CE6-433D-A7D4-B1A6C872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EE052-650D-4C6B-AF7E-45AC2485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A0D80-EAC7-4587-A4D4-B2B069BB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Electric and Hybrid Vehicles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38118-1026-4D10-A6D0-5D5DAC7C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DF3A5-6A2E-49A8-948C-BF962B13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6A1FD-6605-465D-809D-9792CD67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Components of Electric and Hybrid Vehicles.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407D1-27F4-4FD7-9098-18C71821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97E86-4AB9-4635-84FD-A8C4B307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9E586-D932-40FA-A651-AC4E4D97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Advantages and disadvantages of EVs and Hybrid vehicles.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B1AC7-917F-4FD4-B8E8-BB640F24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9396D-FC6E-49E3-A2EC-B65A92AB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7E3D2F-8604-48FD-84B8-BE773A55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Power Transmission systems: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D27FBF-BD17-430C-95FA-B4325D1D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F6429-57BE-46A5-89ED-094CBA1D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32375-2708-492B-9069-A12F5D07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1D7175-4142-4158-ABCF-37BC5BEE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504001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453E3-7440-47AC-ABD2-0B5063C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5C99F-F991-42E1-B178-317B2695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EA3B0-AB2F-4D08-8CC3-3E182A70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98FFD-01A1-457F-AFED-EE41711B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Engines, petrol, engine, diesel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39061-A4CB-4C32-9A83-E860C981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30D26-7D51-4438-A2F9-1060FEBE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89F46-0D5E-4941-814A-5DA662FA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CDDF7-9BBD-4C1B-9B8C-95D85EF0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2009390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2026-08-24T06:38:48.5460000Z</dcterms:created>
  <dcterms:modified xsi:type="dcterms:W3CDTF">2026-08-24T06:38:48.5460000Z</dcterms:modified>
</coreProperties>
</file>