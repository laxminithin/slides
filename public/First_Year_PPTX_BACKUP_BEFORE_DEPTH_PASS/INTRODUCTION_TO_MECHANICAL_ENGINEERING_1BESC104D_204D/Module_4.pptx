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03701679ee4d4c" /><Relationship Type="http://schemas.openxmlformats.org/officeDocument/2006/relationships/extended-properties" Target="/docProps/app.xml" Id="R730f3038fa0544c2" /><Relationship Type="http://schemas.openxmlformats.org/officeDocument/2006/relationships/officeDocument" Target="/ppt/presentation.xml" Id="R1473fe58c8e542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c85317cd1473b"/>
  </p:sldMasterIdLst>
  <p:notesMasterIdLst>
    <p:notesMasterId xmlns:r="http://schemas.openxmlformats.org/officeDocument/2006/relationships" r:id="Raf7a483da7784dc7"/>
  </p:notesMasterIdLst>
  <p:sldIdLst>
    <p:sldId xmlns:r="http://schemas.openxmlformats.org/officeDocument/2006/relationships" id="256" r:id="R361283ea202847e7"/>
    <p:sldId xmlns:r="http://schemas.openxmlformats.org/officeDocument/2006/relationships" id="257" r:id="Rd3e20b3683d942d2"/>
    <p:sldId xmlns:r="http://schemas.openxmlformats.org/officeDocument/2006/relationships" id="258" r:id="Rcb3c15c8b9064694"/>
    <p:sldId xmlns:r="http://schemas.openxmlformats.org/officeDocument/2006/relationships" id="259" r:id="R067d53b989fe46af"/>
    <p:sldId xmlns:r="http://schemas.openxmlformats.org/officeDocument/2006/relationships" id="260" r:id="R6dc9b1eb10e9487f"/>
    <p:sldId xmlns:r="http://schemas.openxmlformats.org/officeDocument/2006/relationships" id="261" r:id="R280906d7df3d48d8"/>
    <p:sldId xmlns:r="http://schemas.openxmlformats.org/officeDocument/2006/relationships" id="262" r:id="R8e2d4d7c78134102"/>
    <p:sldId xmlns:r="http://schemas.openxmlformats.org/officeDocument/2006/relationships" id="263" r:id="R0f35fa7a18bc4de5"/>
    <p:sldId xmlns:r="http://schemas.openxmlformats.org/officeDocument/2006/relationships" id="264" r:id="R5617906e593e4b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3d82d7b2424479" /><Relationship Type="http://schemas.openxmlformats.org/officeDocument/2006/relationships/slideMaster" Target="/ppt/slideMasters/slideMaster1.xml" Id="Rc79c85317cd1473b" /><Relationship Type="http://schemas.openxmlformats.org/officeDocument/2006/relationships/notesMaster" Target="/ppt/notesMasters/notesMaster1.xml" Id="Raf7a483da7784dc7" /><Relationship Type="http://schemas.openxmlformats.org/officeDocument/2006/relationships/presProps" Target="/ppt/presProps.xml" Id="R4770e9d7f90b49e4" /><Relationship Type="http://schemas.openxmlformats.org/officeDocument/2006/relationships/tableStyles" Target="/ppt/tableStyles.xml" Id="Rc51d0a59b83a49c7" /><Relationship Type="http://schemas.openxmlformats.org/officeDocument/2006/relationships/slide" Target="/ppt/slides/slide1.xml" Id="R361283ea202847e7" /><Relationship Type="http://schemas.openxmlformats.org/officeDocument/2006/relationships/slide" Target="/ppt/slides/slide2.xml" Id="Rd3e20b3683d942d2" /><Relationship Type="http://schemas.openxmlformats.org/officeDocument/2006/relationships/slide" Target="/ppt/slides/slide3.xml" Id="Rcb3c15c8b9064694" /><Relationship Type="http://schemas.openxmlformats.org/officeDocument/2006/relationships/slide" Target="/ppt/slides/slide4.xml" Id="R067d53b989fe46af" /><Relationship Type="http://schemas.openxmlformats.org/officeDocument/2006/relationships/slide" Target="/ppt/slides/slide5.xml" Id="R6dc9b1eb10e9487f" /><Relationship Type="http://schemas.openxmlformats.org/officeDocument/2006/relationships/slide" Target="/ppt/slides/slide6.xml" Id="R280906d7df3d48d8" /><Relationship Type="http://schemas.openxmlformats.org/officeDocument/2006/relationships/slide" Target="/ppt/slides/slide7.xml" Id="R8e2d4d7c78134102" /><Relationship Type="http://schemas.openxmlformats.org/officeDocument/2006/relationships/slide" Target="/ppt/slides/slide8.xml" Id="R0f35fa7a18bc4de5" /><Relationship Type="http://schemas.openxmlformats.org/officeDocument/2006/relationships/slide" Target="/ppt/slides/slide9.xml" Id="R5617906e593e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6d776347034a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adfa218a3e4bfc" /><Relationship Type="http://schemas.openxmlformats.org/officeDocument/2006/relationships/notesMaster" Target="/ppt/notesMasters/notesMaster1.xml" Id="Rc544d7127f2349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ccdf1b29714afa" /><Relationship Type="http://schemas.openxmlformats.org/officeDocument/2006/relationships/notesMaster" Target="/ppt/notesMasters/notesMaster1.xml" Id="Rb357636fb8ea45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d3f7dca294c50" /><Relationship Type="http://schemas.openxmlformats.org/officeDocument/2006/relationships/notesMaster" Target="/ppt/notesMasters/notesMaster1.xml" Id="R863b9c04a64a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55f37b0fa5414d" /><Relationship Type="http://schemas.openxmlformats.org/officeDocument/2006/relationships/notesMaster" Target="/ppt/notesMasters/notesMaster1.xml" Id="R42acfabeb5d344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37643387884629" /><Relationship Type="http://schemas.openxmlformats.org/officeDocument/2006/relationships/notesMaster" Target="/ppt/notesMasters/notesMaster1.xml" Id="Rda4c6e8a64a949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7fe5deac4042ce" /><Relationship Type="http://schemas.openxmlformats.org/officeDocument/2006/relationships/notesMaster" Target="/ppt/notesMasters/notesMaster1.xml" Id="R35efac196b6340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9929e8ba674a70" /><Relationship Type="http://schemas.openxmlformats.org/officeDocument/2006/relationships/notesMaster" Target="/ppt/notesMasters/notesMaster1.xml" Id="R4d97df637d2644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d24c19a3374ce9" /><Relationship Type="http://schemas.openxmlformats.org/officeDocument/2006/relationships/notesMaster" Target="/ppt/notesMasters/notesMaster1.xml" Id="Rcb2e4a997b8b47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2c7b5cf24d4752" /><Relationship Type="http://schemas.openxmlformats.org/officeDocument/2006/relationships/notesMaster" Target="/ppt/notesMasters/notesMaster1.xml" Id="R0374b430bd8442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efb7f189524f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36b25c33db40c3" /><Relationship Type="http://schemas.openxmlformats.org/officeDocument/2006/relationships/slideLayout" Target="/ppt/slideLayouts/slideLayout1.xml" Id="R441986445b6a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986445b6a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39ead86b84bca" /><Relationship Type="http://schemas.openxmlformats.org/officeDocument/2006/relationships/notesSlide" Target="/ppt/notesSlides/notesSlide1.xml" Id="Rcd0773df535949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dffe65be34ea2" /><Relationship Type="http://schemas.openxmlformats.org/officeDocument/2006/relationships/notesSlide" Target="/ppt/notesSlides/notesSlide2.xml" Id="R03c806dc8d6f4e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72c20b4364aa6" /><Relationship Type="http://schemas.openxmlformats.org/officeDocument/2006/relationships/notesSlide" Target="/ppt/notesSlides/notesSlide3.xml" Id="R00d58a2fae534f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355ccaec44088" /><Relationship Type="http://schemas.openxmlformats.org/officeDocument/2006/relationships/notesSlide" Target="/ppt/notesSlides/notesSlide4.xml" Id="Rb08e9bb3d9cc4e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450902a054ac8" /><Relationship Type="http://schemas.openxmlformats.org/officeDocument/2006/relationships/notesSlide" Target="/ppt/notesSlides/notesSlide5.xml" Id="R200526cd58a341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9167c02cb42cc" /><Relationship Type="http://schemas.openxmlformats.org/officeDocument/2006/relationships/notesSlide" Target="/ppt/notesSlides/notesSlide6.xml" Id="Rf72cc564ce3e47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bab14ecf04965" /><Relationship Type="http://schemas.openxmlformats.org/officeDocument/2006/relationships/notesSlide" Target="/ppt/notesSlides/notesSlide7.xml" Id="Radd9f3c94c3240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de906ba814120" /><Relationship Type="http://schemas.openxmlformats.org/officeDocument/2006/relationships/notesSlide" Target="/ppt/notesSlides/notesSlide8.xml" Id="R227e45d60ebe46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7a5f81da14f25" /><Relationship Type="http://schemas.openxmlformats.org/officeDocument/2006/relationships/notesSlide" Target="/ppt/notesSlides/notesSlide9.xml" Id="R8d8837a6142c44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8F27D-E6D4-4EF6-9401-50155A31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C18BD-E1EC-4CEE-B988-52856476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Manufacturing overview, classification of manufacturing processes, process selection criterion. Principles of Welding,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9898E-266A-4E4D-B79C-B66006D2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1BESC104D/204D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101CE-69A7-4B0C-A797-EAAEE742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Manufacturing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C0ACF-CF17-4E40-87CB-AE042394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EA535-63E7-424D-8CF1-A73742BF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ACC02-856B-4B4F-960C-1160088B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92CF1-6F6D-4A89-B7AD-6F807FFF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D1225-9185-46CA-A521-8D93DB1E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397E8-9EBF-4738-BDB1-961DCF64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62107-3C28-41A6-88EC-D44C88F7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7D0C5-FB40-4A85-B9A1-24E1689F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7F2D7-1875-4D0D-AD9A-97BF928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32898-C4C2-4187-AEA2-DB086A79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16FE1-3B37-4179-B98C-F1C948F6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2011493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CC522-9BC6-4365-AB87-075BE848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A381D-3A4F-4BC8-B6D9-377F5D83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DED88-2DB5-4DB3-916D-29C134DF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A7B05-D5EC-45CA-9B1E-E5C051FC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7A903-7D79-468C-A319-5A4F2BEC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D6E38-6B3D-4BDE-A143-D25D0A92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9CFFA-1E42-4381-9F18-34A2022C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8BA5A-67BA-41F3-AD90-DCB9FC4E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703CDC-D5FA-4A8D-8559-9B7AFEF2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9D659-4011-4154-853D-D9B7C5B6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080BB-F4AA-4803-8866-0292E8F1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FBDBE-A01E-4F91-8AF5-562914F9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F9818-7A4D-444C-B012-5F93FBEA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Manufacturing overview, classification of manufacturing processes, process selection criterion.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Principles of Welding, soldering, brazing.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machine tools - lathe, drilling and milling machine.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Lathe operations: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Turning, facing, knurling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0487C-A6DA-42C5-B04E-EDDEB4A5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4D0BA-E161-4BBE-B125-18EAAD44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075760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E4C32-6035-42B8-9D26-A2C74708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3218A-3FF1-499A-A297-8AF0778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560B4-56AD-4DA8-BC43-0C39AEA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667A8-5DC3-4DE6-B138-E6D9654B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Manufacturing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CEA5F-92C9-412A-BA36-6235E9F7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AC5BA-0E5D-4B70-ADD0-A56B3328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7305B-ACD0-44E4-AC9A-BBBC71F3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processes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2E77E-DD67-4EEF-90DD-ADCC5A4B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33061-3CE3-4C87-BBBE-C460BC7F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60486-20E8-4285-909C-0209747A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Drilling machine operations: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Drilling, reaming, tapping.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Milling machine operations: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End milling, face milling.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2DE55-6DF4-4BAD-819B-CCF3E011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7155A-8DBE-4466-9F3A-B7BFC12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752604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06CDE-8F67-4395-91BA-0B9815B2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AD7AB-CD9F-4999-8639-E2C86B51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414FB-24AB-40EC-81FD-F34C655E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CA555-8F32-42B5-B94F-D360B907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Manufacturing overview, classification of manufacturing processes, process selection criterion.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Principles of Welding, soldering, brazing.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machine tools - lathe, drilling and milling machine.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Lathe operations: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Turning, facing, knurling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Drilling machine operations: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3E438-0A48-4E79-8967-3458A12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C78C5-4458-46AC-AE38-7EF40AAD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A1317-86E2-4F30-BC70-CE0B41F1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Manufacturing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B0460-410F-406F-98F7-03D5D896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70F51-7F48-4999-A07E-B8ACC13E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1AF3C-30B3-4358-926F-E6595885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B951B-0EC3-4250-9330-84842E2E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0CC73-8C7E-49BC-A173-07FF7FC1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B80B6-F0B6-4055-BCB1-5472D56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AC9F9-9B2D-4E20-B7CD-2CAE2E5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6258C-CED3-491F-B36D-DAA66426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36A10-9C7B-42D6-9FA6-2FEA91B4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72AB8-EA45-4571-80FA-8D8E949D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581A9-4C06-49F8-BA6D-433ECDA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613436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CF4E3-85D6-4506-885A-BFFF9599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10047-2E4A-4DA9-B7CB-A0E8E055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594B3-6D51-4B80-A899-D441CAF2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8D105-8C80-4815-AE3A-9AF67145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0A77F-604E-4034-93B4-AA317DAD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277FF-C02E-45C7-96F6-C27D9AC5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421E4-094A-44FC-91ED-946EFA39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9A34A-F6DF-4E8A-92CE-4B7ED53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D533F-7B38-4E52-A941-A96FA822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725E0-95EA-4F51-AEF6-E1636792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8E1CC-C779-478D-88B0-D86BF4A1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64E9F-E281-4BB7-A547-D908A61C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7E20E-7344-484A-A547-CE170E90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C89D2-2269-480A-B452-AD0C7CC3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FAB93-2C8E-4C78-B917-182DF404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877000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FE8B1-B3EE-442C-B19A-4AE8801B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086B7-7A85-4586-A097-1A9C4B1D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0EEE1-ACF3-4150-87F7-E06D47EF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CF306-6BCE-49C9-BBC6-02C6D7C2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2AF47-70CC-471A-BED1-C081349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Manufacturing overview, classification of manufacturing processes, process selection criterion.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99EC2-AD20-4C72-BA10-B6A326FD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Manufacturing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34336-8EC3-4AE6-99F0-B0077E45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9A1C0-BE4D-46E5-918A-8CB77604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65764-8E1A-413C-83D1-6401FC18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667055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1F261-9FF0-4D3B-B5B2-1612976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D8A89-958C-4809-93DE-B0BAB699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17617-2F07-4ABC-A399-F416163E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99915-99C4-442F-9C0E-AD1ABC87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AFFB7-A475-46B0-BAE9-E5BFF9B1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Drilling, reaming, tapping.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Milling machine operations: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End milling, face milling.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CNC, components, advantages and applications.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B7558-9D41-4FF1-9CD7-5EDF23B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D1604-687A-491B-A59D-461BBE36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BBF71-F1DF-4912-B66F-7369CE2A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414BD-988E-41B0-ADE3-FBFDB88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20652309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3BFE5E-BFA7-46CD-B563-10959CD8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FD715-39B9-405E-AF6B-4F9BC6A5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E5BED-B67D-447C-9A8F-BCCF6824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0FD9F-C8B2-4E06-9CE0-6F833CC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A7A4D-DB8A-4C22-A76B-EE4F4C5F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B7ECC-667B-40E3-A510-3D2607C0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E1C21-B6AE-493E-98FA-112AB38A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Manufacturing overview, classification of manufacturing processes, process selection criterion.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E8431-3CBD-44B3-AF91-CACEFCF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B7D87-C39E-4005-B398-D3D0ADEB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06588-1A9F-4852-9CBE-11EA46D1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Principles of Welding, soldering, brazing.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76A75-50B1-408A-AA8F-6E36DDD4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AEE07-6A29-48F4-83D6-0949AFD2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9C9D6F-3F20-4C96-BB0B-B913E87C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machine tools - lathe, drilling and milling machine.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733D9-4369-48A4-9F7F-1B8A9FD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5E595-67D9-450A-88DD-584DF59C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DC3EDB-7379-4B87-A8F4-5380C195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Lathe operations: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3DB11-3FB1-4642-BD00-C30D5B7D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14433B-62F6-4B62-87BB-B4D614F5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39686-C15C-46DD-8AD1-9A66EF24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Turning, facing, knurling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A5A01-7E75-4566-AACB-1BBD0514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E2195-489A-49F0-B01D-2333B51B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F9ECF-6CEB-420A-9B15-F31BC64C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Drilling machine operations: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85426-AB7C-41EB-B397-3F32C77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04FD9-1954-4ACF-AA03-6F49111B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D73D4-41CF-482E-8290-EAC1E5A2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Drilling, reaming, tapping.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8E6BAA-D453-4A22-9611-59FBAD31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AD9A12-D0BF-4EC0-8526-FA757937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D31C1-E16A-470B-857C-45355180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FA616-B0C1-4482-BACD-959F67B2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7132577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1728A-6114-4412-8392-C00DC4F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1BESC104D/204D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018AA-0E60-41A1-8377-144E0296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9C73F-F2F0-43E0-976A-D7142325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BD0E5-828B-4308-B5FD-7F06482A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Manufacturing, overview, classification, processes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714A7-057C-47ED-A40D-23FE4E22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9032D-73B9-4DD5-BA2C-7769F878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C3D98-8F96-4F5C-98FD-68738BDD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MECHANICAL ENGINEERING | 1BESC104D/204D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F8A6B-DBFA-48E4-91ED-C766D12F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061634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2026-08-24T06:38:48.6690000Z</dcterms:created>
  <dcterms:modified xsi:type="dcterms:W3CDTF">2026-08-24T06:38:48.6690000Z</dcterms:modified>
</coreProperties>
</file>