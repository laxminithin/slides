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16e5fdaa4e4a34" /><Relationship Type="http://schemas.openxmlformats.org/officeDocument/2006/relationships/extended-properties" Target="/docProps/app.xml" Id="R394a3dbfe1214a52" /><Relationship Type="http://schemas.openxmlformats.org/officeDocument/2006/relationships/officeDocument" Target="/ppt/presentation.xml" Id="Rb9b53a687bbd4c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29bb38a4b497b"/>
  </p:sldMasterIdLst>
  <p:notesMasterIdLst>
    <p:notesMasterId xmlns:r="http://schemas.openxmlformats.org/officeDocument/2006/relationships" r:id="R6d53fe61e9554d2c"/>
  </p:notesMasterIdLst>
  <p:sldIdLst>
    <p:sldId xmlns:r="http://schemas.openxmlformats.org/officeDocument/2006/relationships" id="256" r:id="R3d388734cbf64f1e"/>
    <p:sldId xmlns:r="http://schemas.openxmlformats.org/officeDocument/2006/relationships" id="257" r:id="R3484680f15d14d47"/>
    <p:sldId xmlns:r="http://schemas.openxmlformats.org/officeDocument/2006/relationships" id="258" r:id="Rcd86cabc4c6d4063"/>
    <p:sldId xmlns:r="http://schemas.openxmlformats.org/officeDocument/2006/relationships" id="259" r:id="Rfc7199fdb8f84cf5"/>
    <p:sldId xmlns:r="http://schemas.openxmlformats.org/officeDocument/2006/relationships" id="260" r:id="Rf55cb56908234b52"/>
    <p:sldId xmlns:r="http://schemas.openxmlformats.org/officeDocument/2006/relationships" id="261" r:id="Ra179f65b5943489a"/>
    <p:sldId xmlns:r="http://schemas.openxmlformats.org/officeDocument/2006/relationships" id="262" r:id="Rae8de60907f54d70"/>
    <p:sldId xmlns:r="http://schemas.openxmlformats.org/officeDocument/2006/relationships" id="263" r:id="R28b162a831b84f17"/>
    <p:sldId xmlns:r="http://schemas.openxmlformats.org/officeDocument/2006/relationships" id="264" r:id="R5f586cd6cd084a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c4b6d1ea43452b" /><Relationship Type="http://schemas.openxmlformats.org/officeDocument/2006/relationships/slideMaster" Target="/ppt/slideMasters/slideMaster1.xml" Id="R20929bb38a4b497b" /><Relationship Type="http://schemas.openxmlformats.org/officeDocument/2006/relationships/notesMaster" Target="/ppt/notesMasters/notesMaster1.xml" Id="R6d53fe61e9554d2c" /><Relationship Type="http://schemas.openxmlformats.org/officeDocument/2006/relationships/presProps" Target="/ppt/presProps.xml" Id="R6fad8ad7de3b4613" /><Relationship Type="http://schemas.openxmlformats.org/officeDocument/2006/relationships/tableStyles" Target="/ppt/tableStyles.xml" Id="Rccfdf0d9b0d944e4" /><Relationship Type="http://schemas.openxmlformats.org/officeDocument/2006/relationships/slide" Target="/ppt/slides/slide1.xml" Id="R3d388734cbf64f1e" /><Relationship Type="http://schemas.openxmlformats.org/officeDocument/2006/relationships/slide" Target="/ppt/slides/slide2.xml" Id="R3484680f15d14d47" /><Relationship Type="http://schemas.openxmlformats.org/officeDocument/2006/relationships/slide" Target="/ppt/slides/slide3.xml" Id="Rcd86cabc4c6d4063" /><Relationship Type="http://schemas.openxmlformats.org/officeDocument/2006/relationships/slide" Target="/ppt/slides/slide4.xml" Id="Rfc7199fdb8f84cf5" /><Relationship Type="http://schemas.openxmlformats.org/officeDocument/2006/relationships/slide" Target="/ppt/slides/slide5.xml" Id="Rf55cb56908234b52" /><Relationship Type="http://schemas.openxmlformats.org/officeDocument/2006/relationships/slide" Target="/ppt/slides/slide6.xml" Id="Ra179f65b5943489a" /><Relationship Type="http://schemas.openxmlformats.org/officeDocument/2006/relationships/slide" Target="/ppt/slides/slide7.xml" Id="Rae8de60907f54d70" /><Relationship Type="http://schemas.openxmlformats.org/officeDocument/2006/relationships/slide" Target="/ppt/slides/slide8.xml" Id="R28b162a831b84f17" /><Relationship Type="http://schemas.openxmlformats.org/officeDocument/2006/relationships/slide" Target="/ppt/slides/slide9.xml" Id="R5f586cd6cd084a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604bd27bde48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47b6fbfcf14744" /><Relationship Type="http://schemas.openxmlformats.org/officeDocument/2006/relationships/notesMaster" Target="/ppt/notesMasters/notesMaster1.xml" Id="R36dfe875652043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4a5b830f84444f" /><Relationship Type="http://schemas.openxmlformats.org/officeDocument/2006/relationships/notesMaster" Target="/ppt/notesMasters/notesMaster1.xml" Id="R298b1ac547eb4f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e8b6ac70ca4b53" /><Relationship Type="http://schemas.openxmlformats.org/officeDocument/2006/relationships/notesMaster" Target="/ppt/notesMasters/notesMaster1.xml" Id="Ra5e402171ed847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4ccd1e3f234c6e" /><Relationship Type="http://schemas.openxmlformats.org/officeDocument/2006/relationships/notesMaster" Target="/ppt/notesMasters/notesMaster1.xml" Id="R11b6efe64f9e4a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613783269b4ea7" /><Relationship Type="http://schemas.openxmlformats.org/officeDocument/2006/relationships/notesMaster" Target="/ppt/notesMasters/notesMaster1.xml" Id="Rc05de9063b2946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b9663378b1439d" /><Relationship Type="http://schemas.openxmlformats.org/officeDocument/2006/relationships/notesMaster" Target="/ppt/notesMasters/notesMaster1.xml" Id="R5d47b12012ad48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dc89bf47e44c45" /><Relationship Type="http://schemas.openxmlformats.org/officeDocument/2006/relationships/notesMaster" Target="/ppt/notesMasters/notesMaster1.xml" Id="R4008e886b75f4d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7a8bc63b8a45fe" /><Relationship Type="http://schemas.openxmlformats.org/officeDocument/2006/relationships/notesMaster" Target="/ppt/notesMasters/notesMaster1.xml" Id="R8b56dc3b957b4e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618dc635544702" /><Relationship Type="http://schemas.openxmlformats.org/officeDocument/2006/relationships/notesMaster" Target="/ppt/notesMasters/notesMaster1.xml" Id="R774cb28b2ab648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de89dde9041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be90c2b98a4cb5" /><Relationship Type="http://schemas.openxmlformats.org/officeDocument/2006/relationships/slideLayout" Target="/ppt/slideLayouts/slideLayout1.xml" Id="R63200b691c764f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200b691c764f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a7e00736b4c5e" /><Relationship Type="http://schemas.openxmlformats.org/officeDocument/2006/relationships/notesSlide" Target="/ppt/notesSlides/notesSlide1.xml" Id="R33263a13fdcb40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4b9f46ac64794" /><Relationship Type="http://schemas.openxmlformats.org/officeDocument/2006/relationships/notesSlide" Target="/ppt/notesSlides/notesSlide2.xml" Id="Ref1b69af681141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fbb12d7614723" /><Relationship Type="http://schemas.openxmlformats.org/officeDocument/2006/relationships/notesSlide" Target="/ppt/notesSlides/notesSlide3.xml" Id="Rdefadedb8d2943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33fbe821b4daf" /><Relationship Type="http://schemas.openxmlformats.org/officeDocument/2006/relationships/notesSlide" Target="/ppt/notesSlides/notesSlide4.xml" Id="R0d659543b73e4f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bcc5eb08a466e" /><Relationship Type="http://schemas.openxmlformats.org/officeDocument/2006/relationships/notesSlide" Target="/ppt/notesSlides/notesSlide5.xml" Id="Rd77842bf5ba94c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37a4bea2f4f08" /><Relationship Type="http://schemas.openxmlformats.org/officeDocument/2006/relationships/notesSlide" Target="/ppt/notesSlides/notesSlide6.xml" Id="Rd46e44dbaf774b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b7489af1c45da" /><Relationship Type="http://schemas.openxmlformats.org/officeDocument/2006/relationships/notesSlide" Target="/ppt/notesSlides/notesSlide7.xml" Id="R62fca666d76343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af98dfc25476a" /><Relationship Type="http://schemas.openxmlformats.org/officeDocument/2006/relationships/notesSlide" Target="/ppt/notesSlides/notesSlide8.xml" Id="R66a95c25959a4e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746b6467141fb" /><Relationship Type="http://schemas.openxmlformats.org/officeDocument/2006/relationships/notesSlide" Target="/ppt/notesSlides/notesSlide9.xml" Id="Rafb54eeb004447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84F0F-1225-4150-ADCF-8C401BFC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653C3-6DA1-4A84-80D3-CB3A9B22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Introduction: Streams in mechanical engineering and their relevance/significance, role of mechanical engineers in solvin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BA0A2-5F66-4819-9922-E428B60D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MECHANICAL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1BESC104D/204D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72D44-EEE9-4A5E-BB47-0AABDCDE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Streams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F8F3F-43EC-4B1A-A0B2-1D9E7A4B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19249-874E-49A3-964D-182F59BE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mechanical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25F1A-2D45-4665-96E4-DC0E1152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E83C1-0049-4E6E-B715-B73C9A95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E0149-93D7-40E4-89B1-138A05F5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E3FD5-5714-4FDE-89F6-1067C48B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their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3AC44-A5DA-4BB3-99BC-C5B06DF6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582F5-155E-44A8-B698-ACE9B9B8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relevance/significance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82863-586A-4362-833A-778148E6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53D84-8F38-4767-97A6-00D1EFE8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62285-311C-4B09-9633-6BABC598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674823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01222-DEB4-4BD9-9A59-31685475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1E2CF-FF70-44D8-B039-BFA8DD47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39099-92A8-4078-93ED-5CF388C4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0C7DA-8098-49C6-B87E-B1885296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12533-6D0B-4625-983E-9FDC544F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AE8B3-6DF9-4C31-B64C-8C7082A1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5892D-B948-463C-B590-2BB7123E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CB0A3-64DA-4187-9BE0-06660462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06B52-7D71-4C55-A7F6-1B7DACCF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3047B-546C-488F-8C41-95AA81B5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ECBC9-FA47-499D-9157-4CC14FD4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09C2E-0F55-4E67-B5DA-F844FB67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0C64E-FED4-4EB2-8926-FF0A375E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Streams in mechanical engineering and their relevance/significance, role of mechanical engineers in solving the real case problems (with examples), careers in mechanical engineering.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Realization of some of the engineering solutions through principles of mechanical engineering(with a schematic diagram):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Energy conversion: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and basic working principles of Pelton Turbine and Centrifugal pump.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A2539-E61A-4640-8C84-2316DC85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5F4CC-E8AF-4AAA-BC0F-595E68D0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166355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5FA10-5000-4BF0-94F2-ED304352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C4184-05CA-49BB-852A-1A34846B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72F39-3ACA-4E75-AB13-E486941E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F9883-9CD3-4E1D-B983-418E2A62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Streams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5435D-451D-4E94-8B89-32164EB2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4E022-E869-43E6-AD07-C754313C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7E711-F607-4F26-A706-EB8A9D98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their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77C62-C695-46FE-B4B6-19253552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relevance/significance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40212-9C2F-4EBD-B72B-3CB22A65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E7DA5-DBDF-43EF-996A-5AFDEDCC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Vehicle systems: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Identification of parts of vehicle systems such as steering system, brake system, gear system, working principle of Power steering.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Flying machines: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Classification, basic parts involved in drone making, working principle of Drones.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15E71-AE5D-48F0-BAD0-D640124C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08F80-6283-4A8D-B78D-29E38DFF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635012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D95B6-371B-47B3-8906-1D7A00B5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19D2E-3BD5-4E9D-ABF2-F99ED595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58C9A-AEE6-4E36-9B8D-2E931A95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8075D-9C45-4DD2-91A3-CEBCBD1A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Streams in mechanical engineering and their relevance/significance, role of mechanical engineers in solving...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Realization of some of the engineering solutions through principles of mechanical engineering(with a schema...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Energy conversion: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and basic working principles of Pelton Turbine and Centrifugal pump.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Vehicle systems: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42518-3D25-4B65-8D72-3FCF49AE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EFDB8-4924-40C4-8CAF-C43747C2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2C49D-9CAF-4944-8A74-91897AA7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Streams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8DA9E-03C3-42FB-9113-60F6DC03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AF4D1-C679-430E-8832-E1D39E56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mechanical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5194D-7487-47FA-8858-D57A7404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37C76-2DD4-411D-B93F-F0B49F6C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317C5-A4EC-427D-91E6-424AA6C8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897C4-2306-47AC-A899-CD0DBA48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their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33B2B-11B7-48F9-B151-EC9773C9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6D868-FE3F-4CA8-8374-611D5E69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relevance/significance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DE6AE-90D0-4924-A34A-88C7065A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FB93D-9724-4F39-AB53-A142A014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09ADD-6019-46FF-983C-DE636E9E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9785000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91713-0969-4FB4-A220-8D947E91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9347C-B58F-45BD-A129-8FA0461C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5ECA8-09E8-4B83-98F0-D4E910D9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81E71-39FD-463F-9ED5-DD208DAE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96C8E-91D7-488A-82B8-5019AA2D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5E485-0B93-4E4A-8309-90A5D2F9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C6BF1-58EB-4BB4-89AF-AF39E63D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C1708-A6B1-452F-A996-B004F337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5A95B-B7C7-458D-BB98-8F075C31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43DD6-B9C4-46A2-91DC-1D91F791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EF217-69EA-4A8A-9508-61B7EADB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A0EEB-D3AD-4969-A25E-16E498ED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96788-66C5-44AD-BCD5-DDFB672D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8FDC5-F0DF-414D-AB14-206FC87D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DF199-4B2B-4A99-85C6-0BC977E9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70223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2D762-B415-4746-BAC4-5AFEFB5F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F54C2-9E8F-4169-BA33-F8A298D9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F9B8C-A127-4C37-AF0E-4DF38435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99379-09F5-45F5-A3C8-E553C4C9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E802E-15E4-4342-B7AA-736AB526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3D3AF-20EB-435A-8137-7E7F3830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Streams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51B87-1CCA-49C6-93ED-0428F637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23F4B-D303-42E0-A68F-419AB7B9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5C0F8-F930-4CA6-9E48-13CBD3B0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649048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42B09-AD15-482F-9442-58482037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789BD-742E-414B-BC21-A3708507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8F05B-73C3-42B3-B82F-E80C1B5C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5219D-3197-4487-B54C-7217E789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125DE-1C92-4ABD-ACE0-658E77D3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Identification of parts of vehicle systems such as steering system, brake system, gear system, working principle of Power steering.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Flying machines: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Classification, basic parts involved in drone making, working principle of Drones.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Refrigeration and air conditioning principles.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135AA-5839-432C-BED6-47924C0E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98A5D-7E6D-46EA-9311-264E3F66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453E4-2099-40AA-8D12-727ECD0D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1311B-7661-4417-8806-B0FBD2CE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601310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BA364E-3687-4A2C-B75F-8AF105AB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0D94-0A6D-46D8-A291-6769FD86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D849D-E8AF-4371-BDCC-9B577AE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D3F91-ED12-476A-9060-3CA09668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7A470-DAAB-4A7A-B3F1-C1B7E0BC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89180-202B-4263-9D67-E4E85561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30D9F-1E14-43E3-B527-03801D97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CAE73-EB4C-45FD-BFB7-28BCEF43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4330C-3FDE-4B8E-A4E6-C07DED6B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B8EFD-9E28-45E8-95E0-5E980F9F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Streams in mechanical engineering and their relevance/significance, role of mechanical engineer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47C53-929D-4CB3-AC9A-7C8D4F7A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E392F-05DA-4F73-B3C5-F8F920E8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7287B-D2C0-4EF7-8945-43225EBD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Realization of some of the engineering solutions through principles of mechanical engineering(w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49B13-1317-48D9-82DE-91759A79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B58E5-A91A-4B7E-84EA-CE848E4B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C96F1-CC62-4C32-8A50-60E97794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Energy conversion: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2B93F-DECA-4C33-940A-3D04A3D4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01481-9D2A-426E-BCC0-84D4D829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BD5C2-B7C1-4AF9-B72E-47E03A7C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and basic working principles of Pelton Turbine and Centrifugal pump.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4E7BD-738C-4F55-B49F-A95695A6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651BF-295C-4D0E-A1DF-D1A46BB2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49F49-C53B-4DC5-8CD5-17586DB0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Vehicle systems: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40F8F-046D-4D59-915E-ED9689DF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D0DE50-EA6A-4E41-83A6-B5538219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C4719-6252-4853-9012-678EC20C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Identification of parts of vehicle systems such as steering system, brake system, gear system, 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A2AF6B-BA77-4841-AD94-5BFFE030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72BE74-F63A-424D-B344-6BB4CC6E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2D95E1-8976-4CAB-962F-C5FF6315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BEE469-1CBA-4D64-A03C-DE62293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413150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55B63-F58A-4386-A251-A76006B0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EAA29-1118-4D76-96DC-C37B2A43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3CE2C-EB93-4EBF-83E6-AEF068DF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99F17-AB0B-4039-AA9E-69E69000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Streams, mechanical, engineering, their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E9340-AFE6-4442-93CE-67E5487C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921ED-6FBF-4669-AA39-3EDF48D6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6782E-35F6-4AFD-91CC-F8C34269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2CA15-E06D-4D4A-A0DA-C2A55F9B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65174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2026-08-24T06:38:48.4860000Z</dcterms:created>
  <dcterms:modified xsi:type="dcterms:W3CDTF">2026-08-24T06:38:48.4860000Z</dcterms:modified>
</coreProperties>
</file>