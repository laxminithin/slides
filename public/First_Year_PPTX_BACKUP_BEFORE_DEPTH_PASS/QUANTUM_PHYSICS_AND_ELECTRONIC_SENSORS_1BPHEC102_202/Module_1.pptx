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82c178877d48e4" /><Relationship Type="http://schemas.openxmlformats.org/officeDocument/2006/relationships/extended-properties" Target="/docProps/app.xml" Id="R6b5b9c4a66514175" /><Relationship Type="http://schemas.openxmlformats.org/officeDocument/2006/relationships/officeDocument" Target="/ppt/presentation.xml" Id="R54e9281329c347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4de4e72b174f2d"/>
  </p:sldMasterIdLst>
  <p:notesMasterIdLst>
    <p:notesMasterId xmlns:r="http://schemas.openxmlformats.org/officeDocument/2006/relationships" r:id="R752c7984dfb14acf"/>
  </p:notesMasterIdLst>
  <p:sldIdLst>
    <p:sldId xmlns:r="http://schemas.openxmlformats.org/officeDocument/2006/relationships" id="256" r:id="R28f24dd7cbcb4ea9"/>
    <p:sldId xmlns:r="http://schemas.openxmlformats.org/officeDocument/2006/relationships" id="257" r:id="Re47f32bc005e4123"/>
    <p:sldId xmlns:r="http://schemas.openxmlformats.org/officeDocument/2006/relationships" id="258" r:id="R170005f5bf834921"/>
    <p:sldId xmlns:r="http://schemas.openxmlformats.org/officeDocument/2006/relationships" id="259" r:id="R1cadf7987de94c7e"/>
    <p:sldId xmlns:r="http://schemas.openxmlformats.org/officeDocument/2006/relationships" id="260" r:id="Rc8e56c000bad4a3d"/>
    <p:sldId xmlns:r="http://schemas.openxmlformats.org/officeDocument/2006/relationships" id="261" r:id="Rc5c07b1b55284b3b"/>
    <p:sldId xmlns:r="http://schemas.openxmlformats.org/officeDocument/2006/relationships" id="262" r:id="Rf9e799b34f654d6c"/>
    <p:sldId xmlns:r="http://schemas.openxmlformats.org/officeDocument/2006/relationships" id="263" r:id="Ra0b2d1bccc804b9e"/>
    <p:sldId xmlns:r="http://schemas.openxmlformats.org/officeDocument/2006/relationships" id="264" r:id="R51a14633698142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59a2b146e4408c" /><Relationship Type="http://schemas.openxmlformats.org/officeDocument/2006/relationships/slideMaster" Target="/ppt/slideMasters/slideMaster1.xml" Id="R384de4e72b174f2d" /><Relationship Type="http://schemas.openxmlformats.org/officeDocument/2006/relationships/notesMaster" Target="/ppt/notesMasters/notesMaster1.xml" Id="R752c7984dfb14acf" /><Relationship Type="http://schemas.openxmlformats.org/officeDocument/2006/relationships/presProps" Target="/ppt/presProps.xml" Id="R4f28f8dffad34ccd" /><Relationship Type="http://schemas.openxmlformats.org/officeDocument/2006/relationships/tableStyles" Target="/ppt/tableStyles.xml" Id="R69a15115cbba4228" /><Relationship Type="http://schemas.openxmlformats.org/officeDocument/2006/relationships/slide" Target="/ppt/slides/slide1.xml" Id="R28f24dd7cbcb4ea9" /><Relationship Type="http://schemas.openxmlformats.org/officeDocument/2006/relationships/slide" Target="/ppt/slides/slide2.xml" Id="Re47f32bc005e4123" /><Relationship Type="http://schemas.openxmlformats.org/officeDocument/2006/relationships/slide" Target="/ppt/slides/slide3.xml" Id="R170005f5bf834921" /><Relationship Type="http://schemas.openxmlformats.org/officeDocument/2006/relationships/slide" Target="/ppt/slides/slide4.xml" Id="R1cadf7987de94c7e" /><Relationship Type="http://schemas.openxmlformats.org/officeDocument/2006/relationships/slide" Target="/ppt/slides/slide5.xml" Id="Rc8e56c000bad4a3d" /><Relationship Type="http://schemas.openxmlformats.org/officeDocument/2006/relationships/slide" Target="/ppt/slides/slide6.xml" Id="Rc5c07b1b55284b3b" /><Relationship Type="http://schemas.openxmlformats.org/officeDocument/2006/relationships/slide" Target="/ppt/slides/slide7.xml" Id="Rf9e799b34f654d6c" /><Relationship Type="http://schemas.openxmlformats.org/officeDocument/2006/relationships/slide" Target="/ppt/slides/slide8.xml" Id="Ra0b2d1bccc804b9e" /><Relationship Type="http://schemas.openxmlformats.org/officeDocument/2006/relationships/slide" Target="/ppt/slides/slide9.xml" Id="R51a14633698142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cdfd91a77943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382ec6bdbf49a9" /><Relationship Type="http://schemas.openxmlformats.org/officeDocument/2006/relationships/notesMaster" Target="/ppt/notesMasters/notesMaster1.xml" Id="R2cdc7acc818747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562c467bc74bec" /><Relationship Type="http://schemas.openxmlformats.org/officeDocument/2006/relationships/notesMaster" Target="/ppt/notesMasters/notesMaster1.xml" Id="Rce820127d1624b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7e96a835bf4d3f" /><Relationship Type="http://schemas.openxmlformats.org/officeDocument/2006/relationships/notesMaster" Target="/ppt/notesMasters/notesMaster1.xml" Id="R47bc208965c342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f58b3fb5844b57" /><Relationship Type="http://schemas.openxmlformats.org/officeDocument/2006/relationships/notesMaster" Target="/ppt/notesMasters/notesMaster1.xml" Id="R773db73dee5f40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db71a3b45f4312" /><Relationship Type="http://schemas.openxmlformats.org/officeDocument/2006/relationships/notesMaster" Target="/ppt/notesMasters/notesMaster1.xml" Id="Rbb9ee09ce18244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c46c7305994e3e" /><Relationship Type="http://schemas.openxmlformats.org/officeDocument/2006/relationships/notesMaster" Target="/ppt/notesMasters/notesMaster1.xml" Id="R8cd963b5846942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aede112bc94bc9" /><Relationship Type="http://schemas.openxmlformats.org/officeDocument/2006/relationships/notesMaster" Target="/ppt/notesMasters/notesMaster1.xml" Id="R33dca4869ad041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ef88e9b0d44b1b" /><Relationship Type="http://schemas.openxmlformats.org/officeDocument/2006/relationships/notesMaster" Target="/ppt/notesMasters/notesMaster1.xml" Id="R8f1f900cc1774a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29b6fe12b84a9e" /><Relationship Type="http://schemas.openxmlformats.org/officeDocument/2006/relationships/notesMaster" Target="/ppt/notesMasters/notesMaster1.xml" Id="R218580930a6141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34f01b47d841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b3a86dd618408a" /><Relationship Type="http://schemas.openxmlformats.org/officeDocument/2006/relationships/slideLayout" Target="/ppt/slideLayouts/slideLayout1.xml" Id="Rfe43276156024b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43276156024b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451cb01f249ad" /><Relationship Type="http://schemas.openxmlformats.org/officeDocument/2006/relationships/notesSlide" Target="/ppt/notesSlides/notesSlide1.xml" Id="R1969a12fec8b42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e9a63fda747b0" /><Relationship Type="http://schemas.openxmlformats.org/officeDocument/2006/relationships/notesSlide" Target="/ppt/notesSlides/notesSlide2.xml" Id="R47c4c2ebc41148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717f784f8467a" /><Relationship Type="http://schemas.openxmlformats.org/officeDocument/2006/relationships/notesSlide" Target="/ppt/notesSlides/notesSlide3.xml" Id="Rf12e22fafa7741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f07eccbb74fce" /><Relationship Type="http://schemas.openxmlformats.org/officeDocument/2006/relationships/notesSlide" Target="/ppt/notesSlides/notesSlide4.xml" Id="R0f2f60bad62b43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1a9cd33734e08" /><Relationship Type="http://schemas.openxmlformats.org/officeDocument/2006/relationships/notesSlide" Target="/ppt/notesSlides/notesSlide5.xml" Id="Rfc9b1a37685f40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8fb6113cb4e57" /><Relationship Type="http://schemas.openxmlformats.org/officeDocument/2006/relationships/notesSlide" Target="/ppt/notesSlides/notesSlide6.xml" Id="Rf3b3e8d6e2774c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5b5cb6d2141a8" /><Relationship Type="http://schemas.openxmlformats.org/officeDocument/2006/relationships/notesSlide" Target="/ppt/notesSlides/notesSlide7.xml" Id="R5ce2fe46190f4c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184e272b44a64" /><Relationship Type="http://schemas.openxmlformats.org/officeDocument/2006/relationships/notesSlide" Target="/ppt/notesSlides/notesSlide8.xml" Id="R53eaec01e89a43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73442bdbb4af1" /><Relationship Type="http://schemas.openxmlformats.org/officeDocument/2006/relationships/notesSlide" Target="/ppt/notesSlides/notesSlide9.xml" Id="Rf879efd4eacb4e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624C1-6A7F-449D-BB9D-22BEF861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42645-B7FF-4C5B-83F3-87596A89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Quantum Physics: de Broglie Hypothesis, Heisenberg's Uncertainty Principle and its application (Broadneing of Spectral 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2C70E-9CFD-40F7-BE3F-A170E0FE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QUANTUM PHYSICS AND ELECTRONIC SENSORS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1BPHEC102/202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physics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093B7-C532-4AB0-B6F4-390D8AEF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9532F-0DCF-481A-B248-74E37A72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0525D-F16E-4A8D-8316-3087DECC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50247-A54F-4254-83EB-AB09ACCC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7EA8A-373E-40E6-9AA4-023220CB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DD06D-A63E-4840-BACA-0A35B66E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22281-08B2-4CC5-B138-F84F89C5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77491-0635-433B-A041-12672D64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D45C1-F6A4-4231-9F92-5216790E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575BB2-40AD-4BCA-A16B-01854E77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6432E-DEC6-42BE-8D77-3AD0C717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84828-1338-4AC6-BDD9-A29BA570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20363793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FDE2CC-935C-4CA0-AF63-53B10618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85CCB-79C5-42E6-9B8F-79F22EA6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1C7E7-A437-4A76-92F7-4D59A56F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50169-9EB5-41BC-B11D-52C3C132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F0320-9E2C-4BC9-BEA8-A46BBEB5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6691B-F94F-47C7-9A15-0E78210C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2949A-4520-490B-84E7-FF84CBA0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512AD-5C8C-46E8-947E-4112E617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F3BE1-794E-4E59-B962-E1EFD413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8245B-3620-4DBE-97D3-1B97B940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9E675-D5A0-4E76-B276-3C71AD8A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A5FD9-1F5F-4BDB-9DBF-E5D4C99C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32D66-2A19-4484-8FE3-36DD66F6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Quantum Physics: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 Broglie Hypothesis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Heisenberg's Uncertainty Principle and its application (Broadneing of Spectral Lines)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Principle of Complementarity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Wave Function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DE58B-EF77-4D1C-86B8-B98BD613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78C2F-C6E5-4165-B132-501384FD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17004308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4CAC2-EDD7-48D0-B996-3FF94B15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B61F0-1CD4-4EBF-8100-982BCA89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41B27-C8B6-4728-ACFE-C2D57F93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B3760-E3D4-4AEE-88E7-B263FBF4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Quantum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88C3C-7AEA-4694-B1DD-8658C0CB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Physics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AF4EE-D507-4529-8142-C3811B2F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Broglie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8FA4A-AAB8-43E3-8E1F-A45AA42B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Hypothesis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341D7-25A8-4D44-885C-2ADF5349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Heisenberg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3795E-1838-4162-ACF2-C66F76C1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Uncertainty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F5179-B1BD-4902-B399-61B755AF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Time independent Schrödinger wave equation (Derivation)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Physical significance of a wave function and Born Interpretation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Expectation value and its physical signifi- cance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Eigen functions and Eigen values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2D536-44B0-43A7-9F98-BA436DB7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9102D-C233-4C4A-9A21-51CCE1D1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21214857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31043-A703-48BC-A4CE-DF2049F4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EAED0-BDA7-44C9-A6AE-CDE97FFC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1A4EE-FE95-495C-B711-7572DA86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D1A84-E62C-454A-A5D8-6BDE45B7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Quantum Physics: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 Broglie Hypothesis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Heisenberg's Uncertainty Principle and its application (Broadneing of Spectral Lines)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Principle of Complementarity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Wave Function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Time independent Schrödinger wave equation (Derivation)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D776D-8765-4B46-9589-E258EF8F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2737E-19F6-4441-801A-3C686C4D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388DD-93F2-4A51-BE72-876D05F8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12686-2819-4F88-B92C-DB4A3AFF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8053A-A62E-4837-8E8A-0D9A4668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F9EDE-16B3-4CAC-A17A-AB77ABD0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1656D-C5F8-4B3B-8048-EEC83B26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BF0E1-3FEF-4AD0-8240-A3466E76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57344-6B27-4A59-A061-FA17956D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AE9F04-206D-4163-B535-53620616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AE186-4580-4F5F-BC60-DB55AFB0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9EC50F-31FA-4865-BC05-14BD5A18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524CC9-CDF8-45BE-A04A-AFC4E553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F60AAB-4586-48B0-800E-62D32B89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516780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302A2E-2342-47BB-9D64-1448ED0B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F7456-DB04-4348-97AD-03EE76DC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01557-0FB2-4FBD-A3CE-9BAF0159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85AF7-FCB6-4D01-840F-F7396045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3F9B4-6143-48C1-BE3A-15E866A5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BFDDF-E73C-4305-9318-BDEB0176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3E41A-E3A1-4128-B839-BEFFF416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5184F-65BB-4173-883A-23DC5195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93075-99F2-46D9-95AD-D94D0583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B2B6D-DE8D-436A-BA97-6B313173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F55FA-BDE2-435C-BC43-68585135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3448D-59F5-474B-995F-1D96E7CF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5DD34C-F5F9-4D9D-A60C-08D69802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CD6B9-2AB1-4DFB-9792-C59F3B79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9EFE20-F0C5-4A4E-848F-BEA0DAF4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5775766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0548E-7A9E-4C9B-9A0E-67435CD2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BBD60-B7D4-4732-A1C7-42201799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B45CA-E4FD-485E-B6AB-FF59B142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2F6E2-372F-438F-8B46-9B43C10E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0ADF6-94FB-429A-B61E-448AFD12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Quantum Physics: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1714C-AA05-409E-9F0C-27BDF582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Quantum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2B6EA-5939-4767-8784-BFEB68DF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D7DD7-4A0D-443C-83C9-79B9DB58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EA0F1-E940-4DDA-B10E-F716A7C0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11073868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BBB3C4-5A10-4DFD-B0C0-4A7B3C24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164E1-0BB1-46F6-80A2-F78C5F77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81703-DF78-4C9A-8E3D-281C222A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27923-6FD8-4553-B0FC-922257EA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EED42-BCBC-4AD1-A38C-7F6427D0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Physical significance of a wave function and Born Interpretation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Expectation value and its physical signifi- cance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Eigen functions and Eigen values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Particle inside one dimensional infinite potential well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A8740-907C-4693-BDFC-1D153237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49C7AB-277F-4B12-B2BA-208CC402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C3A80-0447-42FF-9E77-761E791A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D6038-91DE-40E4-B993-E3B0E39D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4339279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6484E4-A058-47D5-98A3-6D1EB7CF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1629F-5235-41F6-A54B-8FAA2074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58BE9-51C7-4B99-8E03-7DFE055F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C5855-8329-4155-BA5E-2E208460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4D1CC-144A-4BD1-A993-829FE9BA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AA429-F302-4209-BFF4-CF9B5AB5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0FF43-940E-4F2C-AB1B-C4006872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Quantum Physics: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88B548-1DC8-429B-BE1B-46C9D61E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4DD5E-EE91-4CCE-9D34-DE066EF5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A34D3-0846-4513-B0F1-9DC847EF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 Broglie Hypothesis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6ADF8C-8978-40BA-B012-E88140EB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516865-FCD0-4930-9047-130A6A1C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73F6B5-4E20-4280-BC69-C00DB562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Heisenberg's Uncertainty Principle and its application (Broadneing of Spectral Lines)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74CB7-DD5A-4ED6-B42C-A06A7D36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C79538-D303-4D94-95BE-27217BE1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0672C1-3179-40DF-A445-68040AEC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Principle of Complementarity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091478-5EBF-49B3-88FD-660FA8F2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5622E-4FDD-4F07-9A5F-766911E1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15DACF-038F-4FE8-B6CE-ED464D3A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Wave Function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4DE9CA-56D2-4F66-A67C-CD769B9D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94C6ED-6B6A-4EF2-A66A-BFA72927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4A7C10-0D96-4B55-AB7F-AC492690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Time independent Schrödinger wave equation (Derivation)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693A5D-75AD-48A5-96E3-EEE11D6C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D8FF51-C726-4472-A7E5-BB889C6C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5EFB48-34EC-4185-BB2C-0B75D41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Physical significance of a wave function and Born Interpretation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F955A8-142C-4F62-A94E-6690DB66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CFD139-7E9A-4673-BA85-311EB030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A2E3A7-F4A8-45A5-8FE4-8240CF95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F1EB15-94F5-49B6-90DF-7FD1AAED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12388162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0AD26-A697-45DB-97DB-62A62AFD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1BPHEC102/202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85546-795D-4120-A015-509526DE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53902-E7CD-4CDA-8BD3-60CB803D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D5CC3-BE3B-4A1A-88D8-86455DBF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Quantum, Physics, Broglie, Hypothesis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A78E0-4852-4344-B1AC-D78030C2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0DE49-DF0C-4098-ADFA-F08ADFBD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28523-2F88-4490-88CA-50F41ED3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QUANTUM PHYSICS AND ELECTRONIC SENSORS | 1BPHEC102/202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9D861-BE18-470E-8991-EC589CCA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16861735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2026-08-24T06:38:53.0180000Z</dcterms:created>
  <dcterms:modified xsi:type="dcterms:W3CDTF">2026-08-24T06:38:53.0180000Z</dcterms:modified>
</coreProperties>
</file>