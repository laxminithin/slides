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a558cb866e4004" /><Relationship Type="http://schemas.openxmlformats.org/officeDocument/2006/relationships/extended-properties" Target="/docProps/app.xml" Id="R0a5d731214d24856" /><Relationship Type="http://schemas.openxmlformats.org/officeDocument/2006/relationships/officeDocument" Target="/ppt/presentation.xml" Id="Rba3297b36ab040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5c26a8b59944b2"/>
  </p:sldMasterIdLst>
  <p:notesMasterIdLst>
    <p:notesMasterId xmlns:r="http://schemas.openxmlformats.org/officeDocument/2006/relationships" r:id="Rd59e3fbec56b4ccc"/>
  </p:notesMasterIdLst>
  <p:sldIdLst>
    <p:sldId xmlns:r="http://schemas.openxmlformats.org/officeDocument/2006/relationships" id="256" r:id="R2ebb23e483b3474a"/>
    <p:sldId xmlns:r="http://schemas.openxmlformats.org/officeDocument/2006/relationships" id="257" r:id="R8ad2e01e772b477a"/>
    <p:sldId xmlns:r="http://schemas.openxmlformats.org/officeDocument/2006/relationships" id="258" r:id="Rd317369aa2854a53"/>
    <p:sldId xmlns:r="http://schemas.openxmlformats.org/officeDocument/2006/relationships" id="259" r:id="R93b84beed94d464b"/>
    <p:sldId xmlns:r="http://schemas.openxmlformats.org/officeDocument/2006/relationships" id="260" r:id="R7fee287f00e94aa9"/>
    <p:sldId xmlns:r="http://schemas.openxmlformats.org/officeDocument/2006/relationships" id="261" r:id="R81f890afed374003"/>
    <p:sldId xmlns:r="http://schemas.openxmlformats.org/officeDocument/2006/relationships" id="262" r:id="R5eca6e561f5445f9"/>
    <p:sldId xmlns:r="http://schemas.openxmlformats.org/officeDocument/2006/relationships" id="263" r:id="Rcfec33b4ed2c47a0"/>
    <p:sldId xmlns:r="http://schemas.openxmlformats.org/officeDocument/2006/relationships" id="264" r:id="Ra1d23ccc768f49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9efc60e7394f2a" /><Relationship Type="http://schemas.openxmlformats.org/officeDocument/2006/relationships/slideMaster" Target="/ppt/slideMasters/slideMaster1.xml" Id="Ra45c26a8b59944b2" /><Relationship Type="http://schemas.openxmlformats.org/officeDocument/2006/relationships/notesMaster" Target="/ppt/notesMasters/notesMaster1.xml" Id="Rd59e3fbec56b4ccc" /><Relationship Type="http://schemas.openxmlformats.org/officeDocument/2006/relationships/presProps" Target="/ppt/presProps.xml" Id="R1fbb9b0531344834" /><Relationship Type="http://schemas.openxmlformats.org/officeDocument/2006/relationships/tableStyles" Target="/ppt/tableStyles.xml" Id="R49ba5b9e2b3344c5" /><Relationship Type="http://schemas.openxmlformats.org/officeDocument/2006/relationships/slide" Target="/ppt/slides/slide1.xml" Id="R2ebb23e483b3474a" /><Relationship Type="http://schemas.openxmlformats.org/officeDocument/2006/relationships/slide" Target="/ppt/slides/slide2.xml" Id="R8ad2e01e772b477a" /><Relationship Type="http://schemas.openxmlformats.org/officeDocument/2006/relationships/slide" Target="/ppt/slides/slide3.xml" Id="Rd317369aa2854a53" /><Relationship Type="http://schemas.openxmlformats.org/officeDocument/2006/relationships/slide" Target="/ppt/slides/slide4.xml" Id="R93b84beed94d464b" /><Relationship Type="http://schemas.openxmlformats.org/officeDocument/2006/relationships/slide" Target="/ppt/slides/slide5.xml" Id="R7fee287f00e94aa9" /><Relationship Type="http://schemas.openxmlformats.org/officeDocument/2006/relationships/slide" Target="/ppt/slides/slide6.xml" Id="R81f890afed374003" /><Relationship Type="http://schemas.openxmlformats.org/officeDocument/2006/relationships/slide" Target="/ppt/slides/slide7.xml" Id="R5eca6e561f5445f9" /><Relationship Type="http://schemas.openxmlformats.org/officeDocument/2006/relationships/slide" Target="/ppt/slides/slide8.xml" Id="Rcfec33b4ed2c47a0" /><Relationship Type="http://schemas.openxmlformats.org/officeDocument/2006/relationships/slide" Target="/ppt/slides/slide9.xml" Id="Ra1d23ccc768f49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af3e072b5246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266400b9694149" /><Relationship Type="http://schemas.openxmlformats.org/officeDocument/2006/relationships/notesMaster" Target="/ppt/notesMasters/notesMaster1.xml" Id="R9b1ba2ede832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53d8615d674673" /><Relationship Type="http://schemas.openxmlformats.org/officeDocument/2006/relationships/notesMaster" Target="/ppt/notesMasters/notesMaster1.xml" Id="Rfa5bf5aed65b4c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0e59d7fe774921" /><Relationship Type="http://schemas.openxmlformats.org/officeDocument/2006/relationships/notesMaster" Target="/ppt/notesMasters/notesMaster1.xml" Id="R5016b60c001b44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bc54822d30419e" /><Relationship Type="http://schemas.openxmlformats.org/officeDocument/2006/relationships/notesMaster" Target="/ppt/notesMasters/notesMaster1.xml" Id="Rf06dc8b3c42f47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b019c585634315" /><Relationship Type="http://schemas.openxmlformats.org/officeDocument/2006/relationships/notesMaster" Target="/ppt/notesMasters/notesMaster1.xml" Id="R4603f17924554c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957204e5bf4f9b" /><Relationship Type="http://schemas.openxmlformats.org/officeDocument/2006/relationships/notesMaster" Target="/ppt/notesMasters/notesMaster1.xml" Id="Rd821b9536d4842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03f255c38648ad" /><Relationship Type="http://schemas.openxmlformats.org/officeDocument/2006/relationships/notesMaster" Target="/ppt/notesMasters/notesMaster1.xml" Id="Rfb92c7c5efdf44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f7fae099c749b4" /><Relationship Type="http://schemas.openxmlformats.org/officeDocument/2006/relationships/notesMaster" Target="/ppt/notesMasters/notesMaster1.xml" Id="Rcbd5442b70354c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1ad5bb15ae4515" /><Relationship Type="http://schemas.openxmlformats.org/officeDocument/2006/relationships/notesMaster" Target="/ppt/notesMasters/notesMaster1.xml" Id="Ref011e9ffa7d40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67277f9d044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1283109af456e" /><Relationship Type="http://schemas.openxmlformats.org/officeDocument/2006/relationships/slideLayout" Target="/ppt/slideLayouts/slideLayout1.xml" Id="Rf9ca9208e1db4b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ca9208e1db4b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665dcfcf946a2" /><Relationship Type="http://schemas.openxmlformats.org/officeDocument/2006/relationships/notesSlide" Target="/ppt/notesSlides/notesSlide1.xml" Id="R52af3fb6c07349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c1c66524044f4" /><Relationship Type="http://schemas.openxmlformats.org/officeDocument/2006/relationships/notesSlide" Target="/ppt/notesSlides/notesSlide2.xml" Id="R47e5cf9bada74e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788a25d194c2c" /><Relationship Type="http://schemas.openxmlformats.org/officeDocument/2006/relationships/notesSlide" Target="/ppt/notesSlides/notesSlide3.xml" Id="Re6a028db992b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c7ccb9cdb4acc" /><Relationship Type="http://schemas.openxmlformats.org/officeDocument/2006/relationships/notesSlide" Target="/ppt/notesSlides/notesSlide4.xml" Id="R97b37cc02b4f4c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4f8ee79914c41" /><Relationship Type="http://schemas.openxmlformats.org/officeDocument/2006/relationships/notesSlide" Target="/ppt/notesSlides/notesSlide5.xml" Id="R0e659ce3c2c54a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1989a0a704184" /><Relationship Type="http://schemas.openxmlformats.org/officeDocument/2006/relationships/notesSlide" Target="/ppt/notesSlides/notesSlide6.xml" Id="R7b06191fe9d845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81601650e44cf" /><Relationship Type="http://schemas.openxmlformats.org/officeDocument/2006/relationships/notesSlide" Target="/ppt/notesSlides/notesSlide7.xml" Id="R2f0d7206adec4d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81e3e329f4fe5" /><Relationship Type="http://schemas.openxmlformats.org/officeDocument/2006/relationships/notesSlide" Target="/ppt/notesSlides/notesSlide8.xml" Id="Rbf9e4fc73ede4f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e440f84d2488e" /><Relationship Type="http://schemas.openxmlformats.org/officeDocument/2006/relationships/notesSlide" Target="/ppt/notesSlides/notesSlide9.xml" Id="Rce2c7eafbcfc4d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A3EAF-A456-45F1-B818-306C93B6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BDC08-4FB8-4E8B-BB1C-6A46B0C4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Superconductivity Zero resistance state, Persistent current, Meissner effect, Critical temperature, Critical current (Si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3B19E-7920-4E88-A441-66EB06C3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QUANTUM PHYSICS AND ELECTRONIC SENSORS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1BPHEC102/202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A2D33-EC58-4264-8D79-7B2B4F3F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D44AC-8769-4CC9-9464-BCB69DCA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95E10-E75C-4B07-8A48-D2B4EFEC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E4490-7860-46C3-8F58-10ED7465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A1122-32AD-4944-84DD-1355E9AA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ED068-1B14-4F31-8DF3-8CA2A976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F41A9-540F-4ABF-A71C-E28C2EF3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24EC1-4CB7-42DB-9DE4-77111277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BF0D2-C49B-4C59-84CB-C52500E9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69573-DD4E-4682-B245-442FD4AE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E0B6A-36F0-46AD-8966-7918FCD6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1017A-C726-4C25-AB8C-996774F2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217456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EE353-2C33-4028-88D8-25FCD25E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42467-908E-46A6-AF34-C95523F5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454E6-FAA1-470A-8E20-DFBBB868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CABA7-88B8-48B5-A5F4-063BAD88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8E5C1-25CD-4A85-A20F-C7588A3B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C26EA-0C4B-46E1-BD61-BB0F80AC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B8345-D39B-44D7-8A57-767AE0E2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8871A-1261-4665-802C-49E76CB1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9ED4E-61C0-461A-8CC8-FE29F379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5F213-E2FA-4E5B-8F49-43D08D30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AE041-2A2F-4F44-8E9A-CE314DE5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E7F28-7F1F-415E-8804-4FFA1D0A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7774F-3A13-46FA-8358-2FC89016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Superconductivity Zero resistance state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Persistent current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Meissner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Critical temperature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Critical current (Silsbee Effect) - Derivation for a cylindrical wire using ampere's law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81657-3E54-44EF-81CA-D5A51613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5AF74-784A-42B8-8DE3-88F0D08C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22691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F02CA-AB3B-4F88-B122-EAEE792D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A2C17-1025-4C65-BB56-1B53DC88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AC72F-2EC0-453E-8343-AD16B62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B3356-D3A2-4C13-9403-266EECE5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Superconductivity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86522-27E2-4DD1-AFF3-1C98BD0A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Zero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A9113-8935-412D-AAC2-C3CD9D4B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E26B0-DD13-403E-9905-EC5B3317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97FA9-D539-4FE6-B083-6D4F87AA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Persistent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2808D-9E33-46C4-B851-D833E7D3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5E56B-338E-4706-9839-CF523871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Critical field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Formation of Cooper pairs - Mediation of phonons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Two-fluid model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BCS Theory - Phase coherent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3C959-EB54-472B-9865-3751239A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3E9CF-BA11-410E-8400-F89044F4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346146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D6885-3CE0-4FB1-8835-658B5D26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657C9-C2E4-46E8-8E62-83C78035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3D24D-2DC8-4CB9-84DE-581CA827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194B5-2C65-4585-AB5F-67642BBB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Superconductivity Zero resistance state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Persistent current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Meissner effect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Critical temperature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Critical current (Silsbee Effect) - Derivation for a cylindrical wire using ampere's law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Critical field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4DFC2-86F5-45FA-BBD7-3081469D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44797-A113-4846-8DAA-92E2B3AC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48CE8-A0B0-4806-A65E-2682DCB9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7BFF6-8644-401A-8796-B51BF8E1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92170-AF4C-406B-86F7-D5B69EEC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27340-A5E6-44F4-9E43-AF09FCD5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D4905-EDA3-4824-B1D9-8959478B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76B33-19D1-4661-AA43-52F1AE03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AFB73-524F-4B12-B2EA-0150F6BE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FC284-87EA-44F0-B004-4E086597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641C5-1A0B-4856-9167-836EB948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509C4-3EBD-432D-B866-BD4D3DC5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9ED7B-2F78-4521-9FE0-9B1836E2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2D1BD-E293-4E84-AC76-9E3B6367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537958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3BDB8-EE71-4B0C-95DE-07BF4AD6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EE08A-FB9B-49BA-8700-13E8F6CE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40DB3-538F-4C94-B107-CAF32091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F4C6B-B574-4A03-A1AF-E48E09D3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4FD21-776F-4159-8ED3-02250EE6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C742C-2CB1-4813-937E-8ED30F27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204D2-6396-4B0D-A1BF-96B6C9E1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F583B-20FF-4C80-A07E-D357345C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965F0-2E56-45BE-9379-D28375CD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BC073-3938-4EE3-B254-DE902F9D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DC8F7-E309-4DD6-B02F-62DAAA38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DFF32-11F6-482E-BAE0-06D19752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5D950-CCBB-48E9-BFDE-6B7AD6B2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2670D-4C51-4BDD-A602-3C13FF73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967D4-FFD4-4373-8C19-26F4208D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559344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855D8-0C06-440E-B978-1A011409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BD55D-EC9C-4F55-BE12-DD3DE695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48B00-4816-4304-9EFA-F3E2BE07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2AC41-F632-4693-B28D-25ECC2C6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8DED9-F955-4A0B-97A4-B5C9CA6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Superconductivity Zero resistance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DC91E-8EC3-43FD-9D5E-6F2BE29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Superconductivity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B3A86-DC4C-44E8-9A31-3760EEEF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29581-E1B9-49BF-A986-6A8E98FC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18860-B73F-43A3-91CA-0E2405DB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778515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A6768-5BEA-499E-9108-FA3F0716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D5722-61C8-489F-9536-FF97BAFE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D874E-8FCF-46A3-A974-B47DF935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CBFB9-D97C-4128-9DD7-E072630E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56ECB-F6D2-4B19-8C4C-65FA56C1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Formation of Cooper pairs - Mediation of phonons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Two-fluid model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BCS Theory - Phase coherent state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Limitations of BCS theory, examples of systems with low and high electron -phonon coupling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61C81-D5E4-45B5-829E-7F38E176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523FC-5866-459E-BCE8-6D2280B9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D70A8-2AC6-436E-B29A-4F0FC779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DFDC2-5692-4B90-87FD-D32F24D1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088028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DAE418-D6DE-4A80-A660-8CFF7283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41A61-F50B-4ACA-BD8B-5516AD5F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C2A0A-CECC-4F1E-AE2E-3FC941DF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08893-2B17-4AFC-B70F-FA48F5EF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EF210-4CC6-45BA-B14D-52409945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99CC0-F1B2-442C-B6E0-D89275DF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3E16F-29F0-4A6A-B43B-183F0D41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Superconductivity Zero resistance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1E2FB-2B7B-48CB-947D-6C5CB61E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D778A-CFA9-436D-8CDF-F6CD7725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E5434-2787-436B-9DD1-D75D28F0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Persistent 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997F1-65BF-4E71-BB7D-F0B7738C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C16E9-C872-408E-96DC-5883F246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7F1D5-2EB0-4256-95EF-910E868B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Meissner effect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F421A-EDB1-4725-A3CA-3739EBAA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1A05B-CB25-47A2-9405-FEEE98CD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603A4-E3E3-408B-A1CD-91A508F0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Critical temperature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DB560-185C-45D7-B685-22356396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7C852-ACDC-4187-A465-B8A9C0B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899C3-D4FA-4B9C-907C-6A8C0201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Critical current (Silsbee Effect) - Derivation for a cylindrical wire using ampere's law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459BC-F1E4-46DB-9B57-C49E4D4A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B2241-C312-4F74-9435-83FF6DA3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59F9B-6B17-4DA3-BC1A-6FB07480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Critical field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1F018-5C26-4D9E-B024-93989C8C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5C155-54C8-4245-AC3D-0D02369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EA690D-AABF-40AF-ABDC-C46845E8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Formation of Cooper pairs - Mediation of phonons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BC868-F28C-4DE6-8E38-F4883FA1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7572D-2128-4F60-BF4A-1F5ACAF4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C4C0CA-85C2-4D74-9148-69CABE38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2F47D0-11E4-469E-941B-EEF942C5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664231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38147-9830-4272-8EF7-466F6A9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82B01-FA33-4AC6-ABF6-1245A88D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45751-5F6B-484F-AA94-D0849F27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7C3F1-3732-4032-A12E-142155D5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Superconductivity, Zero, resistance, state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EB415-DD47-4E6D-A4E0-C79ABE19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A5297-71D4-4044-BD15-6047D3D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1F2A3-D3DC-440E-848F-51528D10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5B3FC-7C5A-4C96-9BCD-D50AEBAB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396107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2026-08-24T06:38:53.1330000Z</dcterms:created>
  <dcterms:modified xsi:type="dcterms:W3CDTF">2026-08-24T06:38:53.1330000Z</dcterms:modified>
</coreProperties>
</file>