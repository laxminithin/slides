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fd8c9f3823481b" /><Relationship Type="http://schemas.openxmlformats.org/officeDocument/2006/relationships/extended-properties" Target="/docProps/app.xml" Id="R89bdefae58014662" /><Relationship Type="http://schemas.openxmlformats.org/officeDocument/2006/relationships/officeDocument" Target="/ppt/presentation.xml" Id="R5659b953d8d540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0e578fa76842a5"/>
  </p:sldMasterIdLst>
  <p:notesMasterIdLst>
    <p:notesMasterId xmlns:r="http://schemas.openxmlformats.org/officeDocument/2006/relationships" r:id="R7a6d0a00cf7b4cf4"/>
  </p:notesMasterIdLst>
  <p:sldIdLst>
    <p:sldId xmlns:r="http://schemas.openxmlformats.org/officeDocument/2006/relationships" id="256" r:id="R5b22d8cc4ad84b95"/>
    <p:sldId xmlns:r="http://schemas.openxmlformats.org/officeDocument/2006/relationships" id="257" r:id="R1126af061e254865"/>
    <p:sldId xmlns:r="http://schemas.openxmlformats.org/officeDocument/2006/relationships" id="258" r:id="Rc544adc1dd7d4052"/>
    <p:sldId xmlns:r="http://schemas.openxmlformats.org/officeDocument/2006/relationships" id="259" r:id="Ra65800b00ca64007"/>
    <p:sldId xmlns:r="http://schemas.openxmlformats.org/officeDocument/2006/relationships" id="260" r:id="R2a310a0927b44fe9"/>
    <p:sldId xmlns:r="http://schemas.openxmlformats.org/officeDocument/2006/relationships" id="261" r:id="R8a9a7ceac51d49bd"/>
    <p:sldId xmlns:r="http://schemas.openxmlformats.org/officeDocument/2006/relationships" id="262" r:id="R6d011b95a4864105"/>
    <p:sldId xmlns:r="http://schemas.openxmlformats.org/officeDocument/2006/relationships" id="263" r:id="R4ee4666ba6184f4b"/>
    <p:sldId xmlns:r="http://schemas.openxmlformats.org/officeDocument/2006/relationships" id="264" r:id="R335af3e8853643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6dc6695fee40c6" /><Relationship Type="http://schemas.openxmlformats.org/officeDocument/2006/relationships/slideMaster" Target="/ppt/slideMasters/slideMaster1.xml" Id="R6d0e578fa76842a5" /><Relationship Type="http://schemas.openxmlformats.org/officeDocument/2006/relationships/notesMaster" Target="/ppt/notesMasters/notesMaster1.xml" Id="R7a6d0a00cf7b4cf4" /><Relationship Type="http://schemas.openxmlformats.org/officeDocument/2006/relationships/presProps" Target="/ppt/presProps.xml" Id="R5fa7a5f008b045e2" /><Relationship Type="http://schemas.openxmlformats.org/officeDocument/2006/relationships/tableStyles" Target="/ppt/tableStyles.xml" Id="Rc8a846723b30496c" /><Relationship Type="http://schemas.openxmlformats.org/officeDocument/2006/relationships/slide" Target="/ppt/slides/slide1.xml" Id="R5b22d8cc4ad84b95" /><Relationship Type="http://schemas.openxmlformats.org/officeDocument/2006/relationships/slide" Target="/ppt/slides/slide2.xml" Id="R1126af061e254865" /><Relationship Type="http://schemas.openxmlformats.org/officeDocument/2006/relationships/slide" Target="/ppt/slides/slide3.xml" Id="Rc544adc1dd7d4052" /><Relationship Type="http://schemas.openxmlformats.org/officeDocument/2006/relationships/slide" Target="/ppt/slides/slide4.xml" Id="Ra65800b00ca64007" /><Relationship Type="http://schemas.openxmlformats.org/officeDocument/2006/relationships/slide" Target="/ppt/slides/slide5.xml" Id="R2a310a0927b44fe9" /><Relationship Type="http://schemas.openxmlformats.org/officeDocument/2006/relationships/slide" Target="/ppt/slides/slide6.xml" Id="R8a9a7ceac51d49bd" /><Relationship Type="http://schemas.openxmlformats.org/officeDocument/2006/relationships/slide" Target="/ppt/slides/slide7.xml" Id="R6d011b95a4864105" /><Relationship Type="http://schemas.openxmlformats.org/officeDocument/2006/relationships/slide" Target="/ppt/slides/slide8.xml" Id="R4ee4666ba6184f4b" /><Relationship Type="http://schemas.openxmlformats.org/officeDocument/2006/relationships/slide" Target="/ppt/slides/slide9.xml" Id="R335af3e8853643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fc5182411145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9ecb4d975e48f1" /><Relationship Type="http://schemas.openxmlformats.org/officeDocument/2006/relationships/notesMaster" Target="/ppt/notesMasters/notesMaster1.xml" Id="Ree18dd376bee45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0b5188b01e4b6d" /><Relationship Type="http://schemas.openxmlformats.org/officeDocument/2006/relationships/notesMaster" Target="/ppt/notesMasters/notesMaster1.xml" Id="Ra935a4a21aa54e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8f0322ad2c410e" /><Relationship Type="http://schemas.openxmlformats.org/officeDocument/2006/relationships/notesMaster" Target="/ppt/notesMasters/notesMaster1.xml" Id="Ra807ff1ab16a47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74209599da4e69" /><Relationship Type="http://schemas.openxmlformats.org/officeDocument/2006/relationships/notesMaster" Target="/ppt/notesMasters/notesMaster1.xml" Id="R6dd5b3a143114f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056c4e247544cd" /><Relationship Type="http://schemas.openxmlformats.org/officeDocument/2006/relationships/notesMaster" Target="/ppt/notesMasters/notesMaster1.xml" Id="R6ca69638b1f04e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87adf5a89946f4" /><Relationship Type="http://schemas.openxmlformats.org/officeDocument/2006/relationships/notesMaster" Target="/ppt/notesMasters/notesMaster1.xml" Id="R8d792ef6905e4b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3022d2520c41c1" /><Relationship Type="http://schemas.openxmlformats.org/officeDocument/2006/relationships/notesMaster" Target="/ppt/notesMasters/notesMaster1.xml" Id="Rb297b5bebace4a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cfecf936f64fd8" /><Relationship Type="http://schemas.openxmlformats.org/officeDocument/2006/relationships/notesMaster" Target="/ppt/notesMasters/notesMaster1.xml" Id="R31aedf63e9a54a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a6434c5fea423f" /><Relationship Type="http://schemas.openxmlformats.org/officeDocument/2006/relationships/notesMaster" Target="/ppt/notesMasters/notesMaster1.xml" Id="R8927effa7f2649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9e662ae584d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05b2639e744327" /><Relationship Type="http://schemas.openxmlformats.org/officeDocument/2006/relationships/slideLayout" Target="/ppt/slideLayouts/slideLayout1.xml" Id="Re774db57f33846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74db57f33846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e779bbf4048c8" /><Relationship Type="http://schemas.openxmlformats.org/officeDocument/2006/relationships/notesSlide" Target="/ppt/notesSlides/notesSlide1.xml" Id="R13b8f46355fd4e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56f000578496a" /><Relationship Type="http://schemas.openxmlformats.org/officeDocument/2006/relationships/notesSlide" Target="/ppt/notesSlides/notesSlide2.xml" Id="Ra05b18052cd649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9e98a6e1549d6" /><Relationship Type="http://schemas.openxmlformats.org/officeDocument/2006/relationships/notesSlide" Target="/ppt/notesSlides/notesSlide3.xml" Id="Rdb97021ac72444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843693f7c40b3" /><Relationship Type="http://schemas.openxmlformats.org/officeDocument/2006/relationships/notesSlide" Target="/ppt/notesSlides/notesSlide4.xml" Id="Rb3d4c232e08748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a6fcecbe84c0b" /><Relationship Type="http://schemas.openxmlformats.org/officeDocument/2006/relationships/notesSlide" Target="/ppt/notesSlides/notesSlide5.xml" Id="Rb4c5726e23f844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d802fc1464020" /><Relationship Type="http://schemas.openxmlformats.org/officeDocument/2006/relationships/notesSlide" Target="/ppt/notesSlides/notesSlide6.xml" Id="R01364050927240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5184468804a52" /><Relationship Type="http://schemas.openxmlformats.org/officeDocument/2006/relationships/notesSlide" Target="/ppt/notesSlides/notesSlide7.xml" Id="Rf3b424c4f65a4d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057da45a2476e" /><Relationship Type="http://schemas.openxmlformats.org/officeDocument/2006/relationships/notesSlide" Target="/ppt/notesSlides/notesSlide8.xml" Id="Rf37fb48f255042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bd620ce9a494c" /><Relationship Type="http://schemas.openxmlformats.org/officeDocument/2006/relationships/notesSlide" Target="/ppt/notesSlides/notesSlide9.xml" Id="Rb607e963e6ce46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0D84E-0BC5-42C2-B288-D2755B71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4CFD8-0031-49F9-92F5-A744ABD3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15092025 2 2 Photonics : Interaction of radiation with matter - Einstein's A and B coefficients, Prerequisites for lasin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BD896-5C82-46E4-813F-C5435F52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QUANTUM PHYSICS AND ELECTRONIC SENSORS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1BPHEC102/202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B396-CBF5-4621-80B3-61560826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FC112-9F14-4B83-83DF-E099800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8933F-3FCC-4D3A-BA66-0CBDAC5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52C4B-19DC-48D5-8E04-B16BAE73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148C3-8A14-4854-AABA-1F5E0212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ED712-44EB-4959-BDA9-A7405ED3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289C0-89B3-4433-AF4E-D9C3E412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5D41A-D796-4CEB-B199-83655E56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EE1FC-5DDF-44C2-8FF4-0AD530AC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F5AD8-FEC0-4C57-93FA-E294BFB7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FA058-9681-4F97-B0A0-3CD8D6F3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895E2-127B-4853-B775-EAD351A6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893507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31F87-08EE-4803-8B3D-75F36A79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79DE1-A085-441B-890F-0A322C69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BF550-6922-413E-8188-F8F7729D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2912C-5A3C-4673-A2D9-8A56552F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0156E-1B8C-4018-8C42-FD6B46FB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65560-9DF1-47F2-8F2F-65350CF2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ECB26-61C8-49D9-8453-8C4335FE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CA363-039A-4188-9A83-D4658B43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83C0F-C504-4554-BBCF-8861DDCA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93D91-1458-46E4-9A45-E96F23EB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84BCA-08E0-40C1-B34E-0C26C83B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F7188-29E6-4029-A98A-7CFEEFC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E61DC-5D68-405D-B6AF-ED551446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2 Photonics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Interaction of radiation with matter - Einstein's A and B coefficients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Prerequisites for lasing actions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LASER - Semiconductor diode LASER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Use of attenuators for single photon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E4270-A5AB-4973-8F20-9E69D85D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D89CF-FBA2-4517-8055-BAA9224C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180427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B55B3-FFED-4892-9CB0-5FF6F216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7D3DE-07A2-4654-A777-32175947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D2B54-F519-4DAF-8D11-21714D8E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81072-E5FA-499B-8A4D-B6886655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Photonics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03AAD-7406-4F22-B463-143EF824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16AA0-9D71-4407-930F-0EAB36C1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radiation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0A03A-CA40-40EA-B98E-A01D3BAF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6D35E-1F8E-4DE9-BCC6-445DA21E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Einstein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1B569-A644-462B-9649-6C4B71E2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coefficients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5251F-981D-450A-B836-E2F15C18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Optical modulators - Pockel's effect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Kerr effect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Photodetectors - Photomultiplier tube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Single Photon Avalanche Diode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178D7-4426-457B-B439-7FA069A5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39129-C9FE-4F6B-AD15-81631B48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263954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D64D1-CFE9-405B-A5FD-08164113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4C77E-5FD3-4DAA-8719-E92BCCAB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3D14C-F85C-4AFB-9502-608692C5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7F27A-94C3-4FBC-BA29-03EAE421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2 Photonics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Interaction of radiation with matter - Einstein's A and B coefficients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Prerequisites for lasing actions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LASER - Semiconductor diode LASER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of attenuators for single photon sources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Optical modulators - Pockel's effect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908B1-63FF-468B-A3CB-4BA3D62F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3BEDD-8EFE-4B52-8BBE-DF7ADB2E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4D964-4854-468D-91A6-DBB22EBE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19B84-3E0D-4E2A-AAA8-43438A17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445CD-752E-4E53-AEDD-DFFF557A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296DF-E774-4939-94B2-4228D037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21CFA-6402-45D5-8B2E-B67799D7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0ED3B-C9DE-4713-8467-B84DED36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0ECD8-F4E3-49C6-84CE-4C716688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54500-B491-46BF-8CEA-1D80AE81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D53FC-2C84-4CD0-A801-DEC47242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F260B-2234-4C7C-B8F2-521A45D1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067AC-CE7E-460D-AFE3-F5BCE42A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20E22-F6B9-483C-B471-D6715336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6041550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7AD13-EEFA-4C83-A543-C2BD2F52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FF8A5-4E18-4DA7-A781-F3BB1F22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C7D6A-5F6A-4F8E-96BF-8006E596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87F53-A365-42E0-981C-5F232384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3C412-7628-4CC9-9CCF-60ED603A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69E58-4A32-4D9B-BBF7-E21C56D8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33EEE-2142-48C0-8547-6355C14D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71CD7-73B2-4A69-8AD5-82D464F5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BE979-0206-4C88-8B20-96834BE5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439DF-B7A0-4007-9078-6526C9FB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A7DA1-F9E5-43E3-8FCF-11720C15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F1250-2809-4053-929B-11591DE3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989D0-F140-4F28-A409-15491643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03D57-8392-4BFF-B1E3-AEC85D1F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7141C-8CFC-45B6-879F-08A35B24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72819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DA65D-DD82-4C97-A047-96FD1931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BD91C-28CC-4B5F-AB83-23F34F67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D7B80-9230-4ADF-BCEC-162D6C63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3BBFA-4FB3-4CE5-85FC-6C741E65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0D153-7A95-4BFE-B50D-B6325DD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2 Photonics 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CC514-2AD2-46EF-BD1B-3D4746BA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Photonics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BC36-63DF-4787-99C6-DC54AFD6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3D9F3-BB98-4782-9070-BA474194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AF7DC-5CD8-4B03-B3F8-D1FD58B8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308019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A82DB-0AD6-4C10-8B17-E2416DE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6C378-B525-48A3-8799-39094B8B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41C6E-57FE-45CA-B339-5DD09647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1B303-3703-43C6-8367-1598AC5E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F1D66-E981-4190-98A2-722BBC6D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Kerr effect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Photodetectors - Photomultiplier tube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Single Photon Avalanche Diode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Optical fiber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14E68-622E-4EB6-A027-3019EC82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F29B1-4117-4193-A871-9ED6D604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A5DD5-FA44-42C8-B72F-594857DB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ECEA3-18EA-4C4E-A9EB-AD812870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9973204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8F64A8-4DC0-4FCA-9E07-4AB79EEB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4A0B3-7D0F-446A-BFB1-785DE2F0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7AAAF-063C-4E09-B9C2-E6EF991D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F321C-AF9C-483A-9E28-E2B481DA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79106-DDAD-4660-823B-91B420E2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1F6F1-EFF3-4B9B-BC5B-10A7B11B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EBA3B-D545-4C72-A66F-64D56BCB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 Photonics 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5A28F-2C17-4DAB-B6D9-90F2944D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E8C61-412C-4DD5-8F14-F9C2719A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95D92-7633-4D86-A79F-EAF5C698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Interaction of radiation with matter - Einstein's A and B coefficients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4BCEC-EAD5-4A06-BD63-57F564D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65302-BC05-4769-B684-C8505F29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E14DB-245A-40AD-BA76-530902EC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Prerequisites for lasing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C623C-07F1-43E2-B2F9-91AB4F86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F1509-C27A-4FD6-8C98-6E202CE6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BF6A5-5EBC-4FB7-8730-8D01AF67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LASER - Semiconductor diode LASER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FB430-65D0-4B29-AC14-F8449E95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7C702-8209-47C0-BA2A-B8FF8A73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DDF0C3-924C-433A-82DD-95E62C33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Use of attenuators for single photon sources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AC79D-91C2-451E-A9C3-9A99DE92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24DBC-EE15-4090-ABBE-2BB6AE50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84DDB-C185-4DB1-9ECB-EA493C3D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Optical modulators - Pockel's effect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7CAC36-5BC2-456F-9A9A-5EF435F8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7D754-EA7F-483F-B79B-405919C5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ECE96F-601B-44BA-A22F-A69C6ED9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Kerr effect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E973FD-212C-4A24-A952-F33DBED6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368DC3-08D4-466B-B072-7A23E70F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3CC650-F542-4F42-BBD1-02E14F9F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D202A4-E6AA-4F8D-897E-FF17B3D6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854653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32BA8-66E7-43C1-8297-1EA0DF3E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B2129-7DA7-483D-9B7F-69CA51AD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1E8B3-6F42-456B-880A-92E36DAF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DE570-F0F8-4BFC-9AA8-DB8A251D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Photonics, Interaction, radiation, matter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263E6-0276-4A25-8B5F-801BD19C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B7A74-7E12-4730-B421-42929FCA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46B84-9617-408C-B2E8-8CB526DB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6E977-9267-4492-8192-007625B2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223163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2026-08-24T06:38:53.1930000Z</dcterms:created>
  <dcterms:modified xsi:type="dcterms:W3CDTF">2026-08-24T06:38:53.1930000Z</dcterms:modified>
</coreProperties>
</file>