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2610fc0a674431" /><Relationship Type="http://schemas.openxmlformats.org/officeDocument/2006/relationships/extended-properties" Target="/docProps/app.xml" Id="R9397ce3eeeb34c23" /><Relationship Type="http://schemas.openxmlformats.org/officeDocument/2006/relationships/officeDocument" Target="/ppt/presentation.xml" Id="R9ec8947bd2274ec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a7078e81ec4894"/>
  </p:sldMasterIdLst>
  <p:notesMasterIdLst>
    <p:notesMasterId xmlns:r="http://schemas.openxmlformats.org/officeDocument/2006/relationships" r:id="Rda5c886560ce4b16"/>
  </p:notesMasterIdLst>
  <p:sldIdLst>
    <p:sldId xmlns:r="http://schemas.openxmlformats.org/officeDocument/2006/relationships" id="256" r:id="Rf1f9558698c84f85"/>
    <p:sldId xmlns:r="http://schemas.openxmlformats.org/officeDocument/2006/relationships" id="257" r:id="R3839b7175419415b"/>
    <p:sldId xmlns:r="http://schemas.openxmlformats.org/officeDocument/2006/relationships" id="258" r:id="R65c549f32f9b4957"/>
    <p:sldId xmlns:r="http://schemas.openxmlformats.org/officeDocument/2006/relationships" id="259" r:id="R3131bdb30424427a"/>
    <p:sldId xmlns:r="http://schemas.openxmlformats.org/officeDocument/2006/relationships" id="260" r:id="Rf74b3dc2e84c4eb9"/>
    <p:sldId xmlns:r="http://schemas.openxmlformats.org/officeDocument/2006/relationships" id="261" r:id="R23cb6760f7d54adf"/>
    <p:sldId xmlns:r="http://schemas.openxmlformats.org/officeDocument/2006/relationships" id="262" r:id="R3f1e5e9990804f4a"/>
    <p:sldId xmlns:r="http://schemas.openxmlformats.org/officeDocument/2006/relationships" id="263" r:id="R801f1ada335444fc"/>
    <p:sldId xmlns:r="http://schemas.openxmlformats.org/officeDocument/2006/relationships" id="264" r:id="R962221d7f0c1466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553b821e994aab" /><Relationship Type="http://schemas.openxmlformats.org/officeDocument/2006/relationships/slideMaster" Target="/ppt/slideMasters/slideMaster1.xml" Id="Rd3a7078e81ec4894" /><Relationship Type="http://schemas.openxmlformats.org/officeDocument/2006/relationships/notesMaster" Target="/ppt/notesMasters/notesMaster1.xml" Id="Rda5c886560ce4b16" /><Relationship Type="http://schemas.openxmlformats.org/officeDocument/2006/relationships/presProps" Target="/ppt/presProps.xml" Id="Re390ce1a65be48ef" /><Relationship Type="http://schemas.openxmlformats.org/officeDocument/2006/relationships/tableStyles" Target="/ppt/tableStyles.xml" Id="Ra0fe6702409e4728" /><Relationship Type="http://schemas.openxmlformats.org/officeDocument/2006/relationships/slide" Target="/ppt/slides/slide1.xml" Id="Rf1f9558698c84f85" /><Relationship Type="http://schemas.openxmlformats.org/officeDocument/2006/relationships/slide" Target="/ppt/slides/slide2.xml" Id="R3839b7175419415b" /><Relationship Type="http://schemas.openxmlformats.org/officeDocument/2006/relationships/slide" Target="/ppt/slides/slide3.xml" Id="R65c549f32f9b4957" /><Relationship Type="http://schemas.openxmlformats.org/officeDocument/2006/relationships/slide" Target="/ppt/slides/slide4.xml" Id="R3131bdb30424427a" /><Relationship Type="http://schemas.openxmlformats.org/officeDocument/2006/relationships/slide" Target="/ppt/slides/slide5.xml" Id="Rf74b3dc2e84c4eb9" /><Relationship Type="http://schemas.openxmlformats.org/officeDocument/2006/relationships/slide" Target="/ppt/slides/slide6.xml" Id="R23cb6760f7d54adf" /><Relationship Type="http://schemas.openxmlformats.org/officeDocument/2006/relationships/slide" Target="/ppt/slides/slide7.xml" Id="R3f1e5e9990804f4a" /><Relationship Type="http://schemas.openxmlformats.org/officeDocument/2006/relationships/slide" Target="/ppt/slides/slide8.xml" Id="R801f1ada335444fc" /><Relationship Type="http://schemas.openxmlformats.org/officeDocument/2006/relationships/slide" Target="/ppt/slides/slide9.xml" Id="R962221d7f0c146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2f2d56f17849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5fadf7f6ec46bb" /><Relationship Type="http://schemas.openxmlformats.org/officeDocument/2006/relationships/notesMaster" Target="/ppt/notesMasters/notesMaster1.xml" Id="Ra9cc0d569b534a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f864e706874b23" /><Relationship Type="http://schemas.openxmlformats.org/officeDocument/2006/relationships/notesMaster" Target="/ppt/notesMasters/notesMaster1.xml" Id="Rb7e44a1428eb47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2eeb6239ace4b0f" /><Relationship Type="http://schemas.openxmlformats.org/officeDocument/2006/relationships/notesMaster" Target="/ppt/notesMasters/notesMaster1.xml" Id="Rd4e3e342b55b402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3d2017b4d304bfc" /><Relationship Type="http://schemas.openxmlformats.org/officeDocument/2006/relationships/notesMaster" Target="/ppt/notesMasters/notesMaster1.xml" Id="R204780e61ffc40a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5b58617246e417c" /><Relationship Type="http://schemas.openxmlformats.org/officeDocument/2006/relationships/notesMaster" Target="/ppt/notesMasters/notesMaster1.xml" Id="Rbbced214e8ee49a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28552a17d6b4d62" /><Relationship Type="http://schemas.openxmlformats.org/officeDocument/2006/relationships/notesMaster" Target="/ppt/notesMasters/notesMaster1.xml" Id="R906385cbdd8e4d2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c5ccd1a86be4033" /><Relationship Type="http://schemas.openxmlformats.org/officeDocument/2006/relationships/notesMaster" Target="/ppt/notesMasters/notesMaster1.xml" Id="Rb87c06e4583b48f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5d542ae8d564891" /><Relationship Type="http://schemas.openxmlformats.org/officeDocument/2006/relationships/notesMaster" Target="/ppt/notesMasters/notesMaster1.xml" Id="R7bb8162de5a4424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20981bf36854438" /><Relationship Type="http://schemas.openxmlformats.org/officeDocument/2006/relationships/notesMaster" Target="/ppt/notesMasters/notesMaster1.xml" Id="R676329470aa04b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9b87cc783b44c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b840a3df5a1499c" /><Relationship Type="http://schemas.openxmlformats.org/officeDocument/2006/relationships/slideLayout" Target="/ppt/slideLayouts/slideLayout1.xml" Id="R64929005f00943d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929005f00943d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34d59cd9e24d34" /><Relationship Type="http://schemas.openxmlformats.org/officeDocument/2006/relationships/notesSlide" Target="/ppt/notesSlides/notesSlide1.xml" Id="Ra9314ac3eb1e42e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240246f5e64be3" /><Relationship Type="http://schemas.openxmlformats.org/officeDocument/2006/relationships/notesSlide" Target="/ppt/notesSlides/notesSlide2.xml" Id="R03af971e1aed4d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89d71548f9450e" /><Relationship Type="http://schemas.openxmlformats.org/officeDocument/2006/relationships/notesSlide" Target="/ppt/notesSlides/notesSlide3.xml" Id="R5a078b683fbc481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fc09c790d941c0" /><Relationship Type="http://schemas.openxmlformats.org/officeDocument/2006/relationships/notesSlide" Target="/ppt/notesSlides/notesSlide4.xml" Id="R0e78d81297944a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3b11916a324c38" /><Relationship Type="http://schemas.openxmlformats.org/officeDocument/2006/relationships/notesSlide" Target="/ppt/notesSlides/notesSlide5.xml" Id="Rfeed44515b07457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c715b39b41473c" /><Relationship Type="http://schemas.openxmlformats.org/officeDocument/2006/relationships/notesSlide" Target="/ppt/notesSlides/notesSlide6.xml" Id="Rda970ec20e124f5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4b4594ed1a438f" /><Relationship Type="http://schemas.openxmlformats.org/officeDocument/2006/relationships/notesSlide" Target="/ppt/notesSlides/notesSlide7.xml" Id="R6313427794f94a5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dd0802487d4473" /><Relationship Type="http://schemas.openxmlformats.org/officeDocument/2006/relationships/notesSlide" Target="/ppt/notesSlides/notesSlide8.xml" Id="R56dea4f0763d404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53641e35c045d8" /><Relationship Type="http://schemas.openxmlformats.org/officeDocument/2006/relationships/notesSlide" Target="/ppt/notesSlides/notesSlide9.xml" Id="R6b5719e37fbc471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2B7CEB-C958-4CA7-AFE5-7D225EC83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9DC6D0-B727-48BB-8E4C-DDB3735F4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Semiconductor devices and Sensors Direct and indirect band gap, Band gap engineering, Zener Diode, LED, PhotoDiode, Phot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4D1D4E-6D3A-4411-B131-5743B322E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QUANTUM PHYSICS AND ELECTRONIC SENSORS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1BPHEC102/202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physics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CD14D6-7525-4C7F-8BB6-34FF5272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56A25F-EB44-4E41-A540-D752119C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7341F0-8744-4541-8C23-A7DCC0D4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144CBE-97E4-4D05-9659-C807AE41A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A2406E-D8D9-4189-B49E-BC8A8A3C3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A54960-571D-48FD-9013-52C80AB0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076621-516E-409C-AD10-9E06DFC70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EA5267-D898-4D69-8DAC-675A2450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B56123-84AE-476D-8CE1-E014CA3F7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4E9C95-71EF-457E-B396-CB6E62478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FD38E7-07EA-469A-9957-181D9ED5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ELECTRONIC SENSORS | 1BPHEC102/202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4BA96F-0628-477C-9AFF-BD270F77D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1/9</a:t>
            </a:r>
          </a:p>
        </p:txBody>
      </p:sp>
    </p:spTree>
    <p:extLst>
      <p:ext uri="{BB962C8B-B14F-4D97-AF65-F5344CB8AC3E}">
        <p14:creationId xmlns:p14="http://schemas.microsoft.com/office/powerpoint/2010/main" val="16480412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0849AA-60DC-4C4A-B183-EBFA910B7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6752F0-9CB3-4C13-9D5F-9DDDBA7EE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8B3DB7-91E6-4725-A4D6-3FEBBF72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3E6803-A585-4F00-AAB0-316C5B85F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D30909-8CE1-4AAC-A9BE-42000347A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8ABC9C-9F74-4C5C-8CCB-6327A808C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A734FE-EC60-4C6A-BF3C-C627A71D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63C595-9792-4664-8AD4-6DBF08FE8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66EF83-46B1-4160-9D8E-6310D0F57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6AB1E1-1C6D-4CEF-AE35-65A5D1140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FCA669-0599-4652-9C8C-B0575C0B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D7B594-2097-4F0D-9A95-B226EE2A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4EEC24-2D79-43A8-915E-A91BAD65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Semiconductor devices and Sensors Direct and indirect band gap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Band gap engineering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Zener Diode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Photo Transistor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Light de- pendent resistor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7B3CFB-F892-43F8-9F00-F0D9B7A7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ELECTRONIC SENSORS | 1BPHEC102/202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F524F1-F5E8-470A-8425-4001A2F0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2/9</a:t>
            </a:r>
          </a:p>
        </p:txBody>
      </p:sp>
    </p:spTree>
    <p:extLst>
      <p:ext uri="{BB962C8B-B14F-4D97-AF65-F5344CB8AC3E}">
        <p14:creationId xmlns:p14="http://schemas.microsoft.com/office/powerpoint/2010/main" val="8310140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4B3F9A-28D6-4FD2-A4DA-FEA403DC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C70C25-4109-4C43-A0E5-DDBF11C78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B0959F-2A71-4160-8423-3F998C87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AB4D41-972E-4A0E-B935-66AF3C63D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Semiconductor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AD3708-1A53-49E1-A899-86F11A2C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devices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539FB2-38CF-47B1-A508-A8BAFB54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Sensors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FE11DA-9D71-42E9-82D2-2A334357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Direct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60CBD4-3231-4EAC-A2B5-41871DC32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indirect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576ED6-8BFF-4440-B4F8-736C3D06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band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9AE3C8-F45C-4E37-98FD-8A9482A24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Resistance temperature detectors (high, medium, low)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Sensing mechanisms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Piezo electric Sen- sors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Metal Oxide Semiconductor (MOS) gas sensors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F1BD51-15C7-4D8B-9326-14ED4F420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ELECTRONIC SENSORS | 1BPHEC102/202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AD5200-9973-4755-9BE0-E1B59F24C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3/9</a:t>
            </a:r>
          </a:p>
        </p:txBody>
      </p:sp>
    </p:spTree>
    <p:extLst>
      <p:ext uri="{BB962C8B-B14F-4D97-AF65-F5344CB8AC3E}">
        <p14:creationId xmlns:p14="http://schemas.microsoft.com/office/powerpoint/2010/main" val="7846801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5C9EB5-2BCF-4C3F-9A9B-E605CB1B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557C0B-3AF8-4404-A952-642C255E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94C8DC-25B2-40E2-9D04-3D4A13780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5F303B-F3A6-494F-8131-11F446BA3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Semiconductor devices and Sensors Direct and indirect band gap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Band gap engineering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Zener Diode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Photo Transistor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Light de- pendent resistor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Resistance temperature detectors (high, medium, low)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574AD4-2EA8-45B7-8BC8-27640A688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6973CB-CF12-4249-97A8-9D3F2AD43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2B8A9F-34FD-4342-AF24-931479AD4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96C405-FB9B-4D3F-8F8B-C23EE5AB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965F06-7542-46F1-9DB4-37DEDE67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B33A14-C816-422B-8FEA-38B34478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D8F484-944C-4244-A87F-CCE1540DD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15CD95-488B-4604-9AB9-CC97F2CD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106ACE-CD32-4E5D-966A-17AB2051B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C08FD7-B9E7-4FDD-B783-B849D363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A49132-5F7F-4E82-AF98-DEE8C74F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806271-F0CF-4EF2-B718-2A8E5120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3AE331-F018-4FAE-974F-8F90881D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ELECTRONIC SENSORS | 1BPHEC102/202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39C901-B7FF-40E5-873D-5C6EEABC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4/9</a:t>
            </a:r>
          </a:p>
        </p:txBody>
      </p:sp>
    </p:spTree>
    <p:extLst>
      <p:ext uri="{BB962C8B-B14F-4D97-AF65-F5344CB8AC3E}">
        <p14:creationId xmlns:p14="http://schemas.microsoft.com/office/powerpoint/2010/main" val="16958148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450523-4DBA-48D3-815A-B41FE190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03CF67-B231-4CD7-B41F-71DD6C48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A593C1-64AB-4B10-8408-B9B945D3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7E400B-775A-4E98-9DFF-D0D8FFDE8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70A3AE-9C65-41FD-A124-276DA37B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E220EB-0474-403E-91D2-080CF2AE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B626D6-2BFE-404C-9A74-B0A38CE4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239C33-38B8-4187-8F26-311383F9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BB789F-AF0C-4112-811E-60D54ACE1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B1E35A-FB61-43AD-8C6D-3D90AD40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48E9BD-1892-420B-8D9E-D63F7C4C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5C902E-5EF5-48EE-9381-8F40FDA9D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AC4656-954E-429B-A5B6-3B5D38EA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482EC4-AA9D-41C8-81FA-07A8448F9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ELECTRONIC SENSORS | 1BPHEC102/202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FB8B40-B6AE-4D9E-9679-B7718078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5/9</a:t>
            </a:r>
          </a:p>
        </p:txBody>
      </p:sp>
    </p:spTree>
    <p:extLst>
      <p:ext uri="{BB962C8B-B14F-4D97-AF65-F5344CB8AC3E}">
        <p14:creationId xmlns:p14="http://schemas.microsoft.com/office/powerpoint/2010/main" val="12192745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EE7481-278A-4CFF-BBBE-500583F75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7D3D26-B272-4C0D-B3D4-9AF3A875D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B5EDE3-CC51-4C4C-B228-F2710489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5F08DF-9BA1-407A-ABFB-E4EB8C0F9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BA0661-B6C9-4762-BAB5-19CA4799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Semiconductor devices and Sensors Direct and indirect band gap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4CA210-FE35-41AC-BE1A-F5216F4B7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Semiconductor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1E0C35-96F5-46E1-AB9F-2348BFE4E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9BEA22-A414-4C2D-8A09-D7898D00C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ELECTRONIC SENSORS | 1BPHEC102/202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B04F84-B598-4E3D-93E4-31EA2AD4D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6/9</a:t>
            </a:r>
          </a:p>
        </p:txBody>
      </p:sp>
    </p:spTree>
    <p:extLst>
      <p:ext uri="{BB962C8B-B14F-4D97-AF65-F5344CB8AC3E}">
        <p14:creationId xmlns:p14="http://schemas.microsoft.com/office/powerpoint/2010/main" val="9089001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A0C0DB-AC53-4BB6-8369-BA91065B9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B7403A-5F84-45FF-809F-40EB0AA8D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7EF1B1-03B7-4B95-883E-869946558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07A6B5-E44C-4534-9FFC-B236DAC5C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DE5D8F-848D-46A7-A59C-F4A3B2C6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Sensing mechanisms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Piezo electric Sen- sors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Metal Oxide Semiconductor (MOS) gas sensors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Hall sensor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F8B411-29A9-49C1-A875-59A3C93FA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3B336D-FAD3-4260-853F-B57C973E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14A544-80F2-4A4A-BE7B-A8037C42E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ELECTRONIC SENSORS | 1BPHEC102/202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B5AD6E-588D-4E1E-B644-3E1FC7F2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7/9</a:t>
            </a:r>
          </a:p>
        </p:txBody>
      </p:sp>
    </p:spTree>
    <p:extLst>
      <p:ext uri="{BB962C8B-B14F-4D97-AF65-F5344CB8AC3E}">
        <p14:creationId xmlns:p14="http://schemas.microsoft.com/office/powerpoint/2010/main" val="11255414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17706C-EF15-445F-9F32-CED93FC8E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31B3C0-51E0-4F7E-8725-B260E1F4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0862B4-B8CF-420E-8201-347D2AC2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E476F8-2101-4E5C-ACE9-E9A2BC60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4A9EEE-0E9C-4E41-8530-FDAF50B26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C303AF-B878-4E54-A7B5-CB5150AC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724684-7B61-4C31-9F74-7508E546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Semiconductor devices and Sensors Direct and indirect band gap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2E5E3A-3059-4BCC-BC85-A102E446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A7CEF7-C23A-44B6-A5C3-8241172DA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43FF15-EA5D-40FB-80A4-EB25BA49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Band gap engineering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0D47DD-1866-4EAD-B44F-8656B891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AF434C-7B8F-4CBB-8D57-9CDA54FD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584D31-89EB-4E22-A9B9-2FF6A723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Zener Diode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CB453A-3BDD-472C-B87E-32FB4300C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6F0B1F-F369-42EC-9FE6-5F1F69AC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425977-738E-493B-B665-4189E05E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Photo Transistor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9860CC-B8A8-4CF1-91BA-CEDAA59ED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D60E61-30AA-40FB-A3B2-741729CBC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2B0741-B1AE-4C5A-933E-585350835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Light de- pendent resistor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0A2CA7-61EF-40AF-98C0-F965C97F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D0C9AF-6519-4C71-BDF8-CEE4887E8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88858A-CE01-4FDA-B080-5FFC84757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Resistance temperature detectors (high, medium, low)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E1F453-F2FF-45B8-AD3B-9AC8DCEC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343C9E-37F4-449C-8D11-898D7648B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7CFAD9-53AD-4A79-A55A-16E3DE8FA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Sensing mechanisms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C9D78D-2C8A-47F8-A517-E8E1CFBD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E25C20-90FF-4509-B3E3-0E3131F27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4712C6-7850-4D50-A993-F81F7F600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ELECTRONIC SENSORS | 1BPHEC102/202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B83421-9142-4FF9-99DF-D8BFC6FC8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8/9</a:t>
            </a:r>
          </a:p>
        </p:txBody>
      </p:sp>
    </p:spTree>
    <p:extLst>
      <p:ext uri="{BB962C8B-B14F-4D97-AF65-F5344CB8AC3E}">
        <p14:creationId xmlns:p14="http://schemas.microsoft.com/office/powerpoint/2010/main" val="11234458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28864E-5F9D-4AA1-B55D-C9B4A9DEE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2E155D-C258-4516-A89A-C637D419E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18043-5C88-496B-A783-D83836CA6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07D246-EF26-4451-82D4-5C541B7B9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Semiconductor, devices, Sensors, Direct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E5EF75-5044-418B-8454-C27D258D8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6F17C2-C8DD-4080-AB6D-790502F54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C0E4B0-3B53-4916-A3D8-3D5A09A43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ELECTRONIC SENSORS | 1BPHEC102/202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34AA43-A940-4ADD-BF15-373B58CD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9/9</a:t>
            </a:r>
          </a:p>
        </p:txBody>
      </p:sp>
    </p:spTree>
    <p:extLst>
      <p:ext uri="{BB962C8B-B14F-4D97-AF65-F5344CB8AC3E}">
        <p14:creationId xmlns:p14="http://schemas.microsoft.com/office/powerpoint/2010/main" val="17463758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2026-08-24T06:38:53.2510000Z</dcterms:created>
  <dcterms:modified xsi:type="dcterms:W3CDTF">2026-08-24T06:38:53.2510000Z</dcterms:modified>
</coreProperties>
</file>