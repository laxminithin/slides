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63e3fe72744b4" /><Relationship Type="http://schemas.openxmlformats.org/officeDocument/2006/relationships/extended-properties" Target="/docProps/app.xml" Id="R5b417bd75024462f" /><Relationship Type="http://schemas.openxmlformats.org/officeDocument/2006/relationships/officeDocument" Target="/ppt/presentation.xml" Id="Rfa32276839d1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32a93dcd9f4f79"/>
  </p:sldMasterIdLst>
  <p:notesMasterIdLst>
    <p:notesMasterId xmlns:r="http://schemas.openxmlformats.org/officeDocument/2006/relationships" r:id="R78699894f0234682"/>
  </p:notesMasterIdLst>
  <p:sldIdLst>
    <p:sldId xmlns:r="http://schemas.openxmlformats.org/officeDocument/2006/relationships" id="256" r:id="R7d3c52c174a544ea"/>
    <p:sldId xmlns:r="http://schemas.openxmlformats.org/officeDocument/2006/relationships" id="257" r:id="Rba6ff7c8fa8d4f88"/>
    <p:sldId xmlns:r="http://schemas.openxmlformats.org/officeDocument/2006/relationships" id="258" r:id="Re26f8c1d624c4d60"/>
    <p:sldId xmlns:r="http://schemas.openxmlformats.org/officeDocument/2006/relationships" id="259" r:id="R15e2652b5bfc4603"/>
    <p:sldId xmlns:r="http://schemas.openxmlformats.org/officeDocument/2006/relationships" id="260" r:id="Rcd7bba3bf2124557"/>
    <p:sldId xmlns:r="http://schemas.openxmlformats.org/officeDocument/2006/relationships" id="261" r:id="Re90cda0421da46d2"/>
    <p:sldId xmlns:r="http://schemas.openxmlformats.org/officeDocument/2006/relationships" id="262" r:id="Raf49ce14f5d84d07"/>
    <p:sldId xmlns:r="http://schemas.openxmlformats.org/officeDocument/2006/relationships" id="263" r:id="Ree835ca52285438d"/>
    <p:sldId xmlns:r="http://schemas.openxmlformats.org/officeDocument/2006/relationships" id="264" r:id="R2dd06fb3c2a849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b95815aa744fe" /><Relationship Type="http://schemas.openxmlformats.org/officeDocument/2006/relationships/slideMaster" Target="/ppt/slideMasters/slideMaster1.xml" Id="R0432a93dcd9f4f79" /><Relationship Type="http://schemas.openxmlformats.org/officeDocument/2006/relationships/notesMaster" Target="/ppt/notesMasters/notesMaster1.xml" Id="R78699894f0234682" /><Relationship Type="http://schemas.openxmlformats.org/officeDocument/2006/relationships/presProps" Target="/ppt/presProps.xml" Id="R5f78a4d505e54d7c" /><Relationship Type="http://schemas.openxmlformats.org/officeDocument/2006/relationships/tableStyles" Target="/ppt/tableStyles.xml" Id="R51bf0aeed1334e3c" /><Relationship Type="http://schemas.openxmlformats.org/officeDocument/2006/relationships/slide" Target="/ppt/slides/slide1.xml" Id="R7d3c52c174a544ea" /><Relationship Type="http://schemas.openxmlformats.org/officeDocument/2006/relationships/slide" Target="/ppt/slides/slide2.xml" Id="Rba6ff7c8fa8d4f88" /><Relationship Type="http://schemas.openxmlformats.org/officeDocument/2006/relationships/slide" Target="/ppt/slides/slide3.xml" Id="Re26f8c1d624c4d60" /><Relationship Type="http://schemas.openxmlformats.org/officeDocument/2006/relationships/slide" Target="/ppt/slides/slide4.xml" Id="R15e2652b5bfc4603" /><Relationship Type="http://schemas.openxmlformats.org/officeDocument/2006/relationships/slide" Target="/ppt/slides/slide5.xml" Id="Rcd7bba3bf2124557" /><Relationship Type="http://schemas.openxmlformats.org/officeDocument/2006/relationships/slide" Target="/ppt/slides/slide6.xml" Id="Re90cda0421da46d2" /><Relationship Type="http://schemas.openxmlformats.org/officeDocument/2006/relationships/slide" Target="/ppt/slides/slide7.xml" Id="Raf49ce14f5d84d07" /><Relationship Type="http://schemas.openxmlformats.org/officeDocument/2006/relationships/slide" Target="/ppt/slides/slide8.xml" Id="Ree835ca52285438d" /><Relationship Type="http://schemas.openxmlformats.org/officeDocument/2006/relationships/slide" Target="/ppt/slides/slide9.xml" Id="R2dd06fb3c2a849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ef67c054dc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8c7c536f2e499f" /><Relationship Type="http://schemas.openxmlformats.org/officeDocument/2006/relationships/notesMaster" Target="/ppt/notesMasters/notesMaster1.xml" Id="R2110e85ba8ae4f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9b7a4d72d4d19" /><Relationship Type="http://schemas.openxmlformats.org/officeDocument/2006/relationships/notesMaster" Target="/ppt/notesMasters/notesMaster1.xml" Id="R3e49e413c5a5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9d9c9a2434f4d" /><Relationship Type="http://schemas.openxmlformats.org/officeDocument/2006/relationships/notesMaster" Target="/ppt/notesMasters/notesMaster1.xml" Id="R009c6e93548d4f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b648aa6a04cec" /><Relationship Type="http://schemas.openxmlformats.org/officeDocument/2006/relationships/notesMaster" Target="/ppt/notesMasters/notesMaster1.xml" Id="R28ed06a27abe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b20f44a0743af" /><Relationship Type="http://schemas.openxmlformats.org/officeDocument/2006/relationships/notesMaster" Target="/ppt/notesMasters/notesMaster1.xml" Id="R8508c2337817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9dba28dbb48d8" /><Relationship Type="http://schemas.openxmlformats.org/officeDocument/2006/relationships/notesMaster" Target="/ppt/notesMasters/notesMaster1.xml" Id="R689a5d5ced2546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956a2e0e949af" /><Relationship Type="http://schemas.openxmlformats.org/officeDocument/2006/relationships/notesMaster" Target="/ppt/notesMasters/notesMaster1.xml" Id="Ra01d9709dc8642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c49247af2f4025" /><Relationship Type="http://schemas.openxmlformats.org/officeDocument/2006/relationships/notesMaster" Target="/ppt/notesMasters/notesMaster1.xml" Id="R0ec77594a4674f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8dac9c0ae84b84" /><Relationship Type="http://schemas.openxmlformats.org/officeDocument/2006/relationships/notesMaster" Target="/ppt/notesMasters/notesMaster1.xml" Id="Ra78b62bc0a0f47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a0b1adb52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5a28f70094b97" /><Relationship Type="http://schemas.openxmlformats.org/officeDocument/2006/relationships/slideLayout" Target="/ppt/slideLayouts/slideLayout1.xml" Id="Rd238ff99a69f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38ff99a69f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febf1693d4596" /><Relationship Type="http://schemas.openxmlformats.org/officeDocument/2006/relationships/notesSlide" Target="/ppt/notesSlides/notesSlide1.xml" Id="Re3a9ed384010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1df3474f14c75" /><Relationship Type="http://schemas.openxmlformats.org/officeDocument/2006/relationships/notesSlide" Target="/ppt/notesSlides/notesSlide2.xml" Id="Racdd2c7d5c7c4d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1ecbcbcef430c" /><Relationship Type="http://schemas.openxmlformats.org/officeDocument/2006/relationships/notesSlide" Target="/ppt/notesSlides/notesSlide3.xml" Id="R04a967e4d1ef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2356f3e05401a" /><Relationship Type="http://schemas.openxmlformats.org/officeDocument/2006/relationships/notesSlide" Target="/ppt/notesSlides/notesSlide4.xml" Id="Rd17904a5fc184f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36a40dbf243a3" /><Relationship Type="http://schemas.openxmlformats.org/officeDocument/2006/relationships/notesSlide" Target="/ppt/notesSlides/notesSlide5.xml" Id="Rc50477dedc3740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4221d06954837" /><Relationship Type="http://schemas.openxmlformats.org/officeDocument/2006/relationships/notesSlide" Target="/ppt/notesSlides/notesSlide6.xml" Id="Rd1baf3d88a1d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5ae42dbd4e51" /><Relationship Type="http://schemas.openxmlformats.org/officeDocument/2006/relationships/notesSlide" Target="/ppt/notesSlides/notesSlide7.xml" Id="R31f7ab7c7f9145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2c3b6ced84700" /><Relationship Type="http://schemas.openxmlformats.org/officeDocument/2006/relationships/notesSlide" Target="/ppt/notesSlides/notesSlide8.xml" Id="R04b21a1d75594e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9db0ad90346a1" /><Relationship Type="http://schemas.openxmlformats.org/officeDocument/2006/relationships/notesSlide" Target="/ppt/notesSlides/notesSlide9.xml" Id="R1c5a185257b541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4EFF1-C656-42F2-A055-73DB1426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17052-1039-4E55-8F5C-D442C16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Electrical Properties of Metals and Semiconductors Failures of classical free electron theory, Mechanisms of electron sc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30623-AA03-46E5-AF97-F2017AA9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CB1BA-180C-432B-8505-CD8BB9E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2DDC9-32DD-41C8-983F-1795D04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EE93-6CB1-4626-848E-16C37A4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0E78A-AA3A-4738-AB6A-AEAEE0B1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FFB97-56E3-40ED-86F8-2F0C615B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A69C1-9487-4751-A2E4-0F001DE7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9605A-B798-4A8D-94B1-12A24ED8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4FE50-C119-4D75-BC3D-EDD603FC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7B5B3-556A-4E8B-BCF1-AFA3E5C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8DC05-4754-4194-B1CA-94B6EDC8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03682-2782-4C28-8B2E-901BF3F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7785B-8BEE-4BEC-843F-B85BA6DB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801029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C7AE3-A995-4F97-9970-F968EEB3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BF578-F280-4839-8CCC-281FF0E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7150E-6E16-450A-B31D-9E36354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EFEED-4A06-4D52-A9D4-29E4E9C1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032DC-58EE-4F31-81B8-0C44ED9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CED6E-0C71-44A6-978F-C2DE5FC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5A064-3C00-4C49-B0B0-7A419354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77D5C-E603-4FDB-AB8C-F8B85EC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AD1CD-485C-4A6C-B0C3-16818F2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F8084-D7D6-451A-9638-94F923A4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D332D-E467-44A9-B513-E45B2908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CDB25-B783-4FD3-A3E8-14F1C2D2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DC5D6-4515-41DF-8DDC-ABC502DA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Electrical Properties of Metals and Semiconductors Failures of classical free electron theory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Mechanisms of electron scattering in solids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Matheissen's rule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As- sumptions of Quantum free electron theory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Density of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E4CCE-F0A6-4334-8048-91EFB3CC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2481E-96D2-489A-8715-A92A29B0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602210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EFB49-A124-49AF-A320-B958E26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80BD3-DD3E-46B7-B97C-63AF72AC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EBAEA-917F-4ED3-9844-524FFF89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DDC05-93B3-40D5-BB87-E8F043B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E0FD4-BAA3-45F5-AD6A-15BD833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31F65-37B8-4A7A-9F08-117F5313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9AD2B-9235-445B-BF97-5E53667A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24BFE-99AC-4A47-8E77-7C82E028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64097-0591-49D1-9D00-94EA8FE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6222C-387D-4C96-B418-9371C1A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Fermi Dirac statistics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Fermi energy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Variation of Fermi factor with temperature and energy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Expression for carrier concentration in a conductor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1638E-2841-4132-8B83-DA4F916F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9644D-1E9E-4965-9045-8BD7A3B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055468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EE877-F791-47E4-AE16-572C7BB7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1470-E5AC-4D45-B073-6061484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766F3-DA62-4C6B-BCC3-D09E80CF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FC77D-92C4-4A3E-9277-9074B84D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Electrical Properties of Metals and Semiconductors Failures of classical free electron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Mechanisms of electron scattering in solids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Matheissen's rule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As- sumptions of Quantum free electron theory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Density of states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Fermi Dirac statistics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D8FF3-904E-410F-8236-0E81437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4FD6E-90D1-42CB-89D2-2E8AEEB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29781-E1A2-4C82-9678-5B8E0FE8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AB986-4DCD-47E8-9F3E-C886AAA7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CDBAD-4DAC-4DE4-83ED-E291FE5F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C62BB-8699-4179-8367-5F28266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5C8A5-A105-49E9-9A77-CAE8CB43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4E47E-52DD-466E-A4D3-8BD126E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B5AE6-DE38-4EF5-912A-35E2D3E0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ABB8D-0900-4495-B17F-8459B6FB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47A67-81E2-4D98-AABB-17C76BD3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92D94-B806-4B6A-9BE8-181D2B0B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37E18-144B-45FE-92F8-3AA7A877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60837-F9F0-4FD3-8D9F-816D9916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7975197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AD359-3826-4306-9914-02575EF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673CA-EE3D-4876-8205-4FA845A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28B34-17BB-4E4E-AFA5-A533CD0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C2668-EFDA-43E6-BAC0-0118166F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00861-2008-4688-84F0-CEDF1893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C4341-5702-447E-9E79-D161B85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0DA22-2A09-4BE8-9D4C-04416B7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597F9-8357-49A9-9750-652A33E3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832A9-DE93-4CD9-A49F-7E7AFC9E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0033F-9CF8-4391-8FE6-FB9B1FE1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A5159-0BAA-4138-87B7-19F6353E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8A6CD-1B93-4731-9D71-59C45C5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6B810-EB55-498F-B808-05A5EB2F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6216A-3861-4CDE-9A0F-C7F8D160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F6430-0267-44E2-9BE5-104F6578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361618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E060B-3397-4A9D-9A98-C43BB689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13FAE-9230-42C4-8CE3-47C0BC63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00538-2EA8-4361-9DC7-868FC70B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51545-0031-4D5D-A27D-441F1289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099D8-4F92-42C7-B327-B82334D7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Electrical Properties of Metals and Semiconductors Failures of classical free electron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4D868-4490-4854-9CCD-6493C779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DC499-BF01-4A0A-9AF9-F660A51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99E58-1076-40B9-9B4E-ACDCBAA1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A5A75-1DFB-47A6-8390-3D916C30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570918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347D5-B991-4F18-B23D-324AB15E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F4FA3-A0EF-4368-B55F-402BA480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5986B-3DF3-45D6-BE4E-1606691A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BBB78-1D12-4AF2-B578-DFD2192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97440-D3E0-4227-89FB-F79ED92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Fermi energy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Variation of Fermi factor with temperature and energy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for carrier concentration in a conductor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Mention of ex- pression for electrical conductivity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0C21D-6C30-4B08-9312-9FFC6FF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F1D87-397E-4971-AA6D-74620534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B372C-C2CF-4D44-9A16-EA2D464F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4207F-60A7-4135-B10E-1A0DAC4E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942733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91E8F2-A1F4-4B0A-A8D1-AE3CA09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17F7C-E2D5-473C-8A4F-6DD2AD6C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534F1-67DB-42DB-AF98-80E2CED0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2A4B6-2CEB-4194-B511-FBAE7D81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61EF-4791-4CB6-B5FD-B7C3C83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9C5AD-30AB-4419-B93C-0B4B6DBE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213E8-D6EB-4991-B7BE-C8CE691C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Electrical Properties of Metals and Semiconductors Failures of classical free electron theory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C92D0-FC6A-4ECE-8A44-646F826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7212D-98FC-45CD-9085-FF7F8873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825BA-D315-4C27-A8E3-6C36978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Mechanisms of electron scattering in solids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03A55-03DD-4E08-B881-2EDDF38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7A500-76B6-451E-A3D1-46C7E709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65392-5309-40AF-AB73-E222BAE4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Matheissen's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3E18B-2ABC-42E8-B23A-E3906928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AF88C-9BBE-4030-A9F2-84B64124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782AD-CA86-4EB8-83B3-0E9AF95B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As- sumptions of Quantum free electron theory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6AFF6-B8C2-4EC5-BA10-E31ABAD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2E159-1553-41AA-9926-CEF3886C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96131-F8FC-4E33-88A6-F446A876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Density of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8A534-4484-4C5C-96D7-9089FA97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B2AE5-7326-4632-93D5-2F8416A3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B4225-BBBC-4823-A65E-CB2B450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Fermi Dirac statistics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484F2-087F-462C-AE7C-C7F23F0F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DE06A-E076-45A1-BC97-4EB9C02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9FC0F-7B61-4806-B794-AB2BDF3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Fermi energy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E382B-3154-4681-911A-4A1B446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AA0D73-AB96-4984-A5BF-E333D89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88F5F-7AFE-4C18-A1DC-F2B65A0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C0068-0119-4CA4-AD3C-0756FD38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774476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A9DDF-80A3-4360-901E-1D618A34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A5478-9FDE-4BA7-9115-4DF7F8C2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F501-83BD-4A50-B038-E8D37F88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31F49-044B-4464-92C8-FF645A1E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Electrical, Properties, Metals, Semiconductors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4B472-1F77-413A-822F-E6D11F61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1029B-5AC5-4A1D-A58D-E9895ACD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8FF4B-A247-4CF3-9F1B-E0313E6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65A09-4E4B-473A-8D0B-85851A5E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43606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2026-08-24T06:38:53.0740000Z</dcterms:created>
  <dcterms:modified xsi:type="dcterms:W3CDTF">2026-08-24T06:38:53.0740000Z</dcterms:modified>
</coreProperties>
</file>