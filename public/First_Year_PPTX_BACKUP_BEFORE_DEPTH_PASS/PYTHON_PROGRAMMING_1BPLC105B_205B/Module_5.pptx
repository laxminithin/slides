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c29c512f7140c7" /><Relationship Type="http://schemas.openxmlformats.org/officeDocument/2006/relationships/extended-properties" Target="/docProps/app.xml" Id="R07418b4af5c34818" /><Relationship Type="http://schemas.openxmlformats.org/officeDocument/2006/relationships/officeDocument" Target="/ppt/presentation.xml" Id="R67cdb72dc52c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8be92bf2674647"/>
  </p:sldMasterIdLst>
  <p:notesMasterIdLst>
    <p:notesMasterId xmlns:r="http://schemas.openxmlformats.org/officeDocument/2006/relationships" r:id="Re359122b38f44158"/>
  </p:notesMasterIdLst>
  <p:sldIdLst>
    <p:sldId xmlns:r="http://schemas.openxmlformats.org/officeDocument/2006/relationships" id="256" r:id="Rb55097327ea4499c"/>
    <p:sldId xmlns:r="http://schemas.openxmlformats.org/officeDocument/2006/relationships" id="257" r:id="Rceeee8ee10774e29"/>
    <p:sldId xmlns:r="http://schemas.openxmlformats.org/officeDocument/2006/relationships" id="258" r:id="Ref61c164538d42d8"/>
    <p:sldId xmlns:r="http://schemas.openxmlformats.org/officeDocument/2006/relationships" id="259" r:id="R0a45b3e884904fbe"/>
    <p:sldId xmlns:r="http://schemas.openxmlformats.org/officeDocument/2006/relationships" id="260" r:id="R0e203aca4be34734"/>
    <p:sldId xmlns:r="http://schemas.openxmlformats.org/officeDocument/2006/relationships" id="261" r:id="R8f9e40e7fda541d6"/>
    <p:sldId xmlns:r="http://schemas.openxmlformats.org/officeDocument/2006/relationships" id="262" r:id="R6e426aa82fc74f47"/>
    <p:sldId xmlns:r="http://schemas.openxmlformats.org/officeDocument/2006/relationships" id="263" r:id="Rcf734ff4da60453d"/>
    <p:sldId xmlns:r="http://schemas.openxmlformats.org/officeDocument/2006/relationships" id="264" r:id="R281c986e9c394b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ce76198f24fde" /><Relationship Type="http://schemas.openxmlformats.org/officeDocument/2006/relationships/slideMaster" Target="/ppt/slideMasters/slideMaster1.xml" Id="Rcc8be92bf2674647" /><Relationship Type="http://schemas.openxmlformats.org/officeDocument/2006/relationships/notesMaster" Target="/ppt/notesMasters/notesMaster1.xml" Id="Re359122b38f44158" /><Relationship Type="http://schemas.openxmlformats.org/officeDocument/2006/relationships/presProps" Target="/ppt/presProps.xml" Id="Re9b3a81719ed46ed" /><Relationship Type="http://schemas.openxmlformats.org/officeDocument/2006/relationships/tableStyles" Target="/ppt/tableStyles.xml" Id="Rc69f60f879164de0" /><Relationship Type="http://schemas.openxmlformats.org/officeDocument/2006/relationships/slide" Target="/ppt/slides/slide1.xml" Id="Rb55097327ea4499c" /><Relationship Type="http://schemas.openxmlformats.org/officeDocument/2006/relationships/slide" Target="/ppt/slides/slide2.xml" Id="Rceeee8ee10774e29" /><Relationship Type="http://schemas.openxmlformats.org/officeDocument/2006/relationships/slide" Target="/ppt/slides/slide3.xml" Id="Ref61c164538d42d8" /><Relationship Type="http://schemas.openxmlformats.org/officeDocument/2006/relationships/slide" Target="/ppt/slides/slide4.xml" Id="R0a45b3e884904fbe" /><Relationship Type="http://schemas.openxmlformats.org/officeDocument/2006/relationships/slide" Target="/ppt/slides/slide5.xml" Id="R0e203aca4be34734" /><Relationship Type="http://schemas.openxmlformats.org/officeDocument/2006/relationships/slide" Target="/ppt/slides/slide6.xml" Id="R8f9e40e7fda541d6" /><Relationship Type="http://schemas.openxmlformats.org/officeDocument/2006/relationships/slide" Target="/ppt/slides/slide7.xml" Id="R6e426aa82fc74f47" /><Relationship Type="http://schemas.openxmlformats.org/officeDocument/2006/relationships/slide" Target="/ppt/slides/slide8.xml" Id="Rcf734ff4da60453d" /><Relationship Type="http://schemas.openxmlformats.org/officeDocument/2006/relationships/slide" Target="/ppt/slides/slide9.xml" Id="R281c986e9c39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d08712a8b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cd8fe921942da" /><Relationship Type="http://schemas.openxmlformats.org/officeDocument/2006/relationships/notesMaster" Target="/ppt/notesMasters/notesMaster1.xml" Id="R6761c2ca4b6d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a64c228424dcb" /><Relationship Type="http://schemas.openxmlformats.org/officeDocument/2006/relationships/notesMaster" Target="/ppt/notesMasters/notesMaster1.xml" Id="R977711aaa5ba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a8e4ec2aab4fa8" /><Relationship Type="http://schemas.openxmlformats.org/officeDocument/2006/relationships/notesMaster" Target="/ppt/notesMasters/notesMaster1.xml" Id="Rc816fac6b75b42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b3be1f40a54780" /><Relationship Type="http://schemas.openxmlformats.org/officeDocument/2006/relationships/notesMaster" Target="/ppt/notesMasters/notesMaster1.xml" Id="Rfacb3878ffc84d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4e0cc090ea4a0b" /><Relationship Type="http://schemas.openxmlformats.org/officeDocument/2006/relationships/notesMaster" Target="/ppt/notesMasters/notesMaster1.xml" Id="R960c0f8c45f4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d477c0bc8a4973" /><Relationship Type="http://schemas.openxmlformats.org/officeDocument/2006/relationships/notesMaster" Target="/ppt/notesMasters/notesMaster1.xml" Id="Rfc0f3a0b63dc48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1f1461a9d64b36" /><Relationship Type="http://schemas.openxmlformats.org/officeDocument/2006/relationships/notesMaster" Target="/ppt/notesMasters/notesMaster1.xml" Id="R6097867583e840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1e93075197452f" /><Relationship Type="http://schemas.openxmlformats.org/officeDocument/2006/relationships/notesMaster" Target="/ppt/notesMasters/notesMaster1.xml" Id="Re4dc0887da734b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ab86747cc64cff" /><Relationship Type="http://schemas.openxmlformats.org/officeDocument/2006/relationships/notesMaster" Target="/ppt/notesMasters/notesMaster1.xml" Id="R1b3af65a18d642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aa00ca0ff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5869d29b84b84" /><Relationship Type="http://schemas.openxmlformats.org/officeDocument/2006/relationships/slideLayout" Target="/ppt/slideLayouts/slideLayout1.xml" Id="R21b40449d98c4e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40449d98c4e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dfd8d32564579" /><Relationship Type="http://schemas.openxmlformats.org/officeDocument/2006/relationships/notesSlide" Target="/ppt/notesSlides/notesSlide1.xml" Id="Rf5adf14f4562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1a1bc85f74e0f" /><Relationship Type="http://schemas.openxmlformats.org/officeDocument/2006/relationships/notesSlide" Target="/ppt/notesSlides/notesSlide2.xml" Id="R980558fec8864d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68d91f464b41" /><Relationship Type="http://schemas.openxmlformats.org/officeDocument/2006/relationships/notesSlide" Target="/ppt/notesSlides/notesSlide3.xml" Id="R0cc0c1493824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0ce16b48479c" /><Relationship Type="http://schemas.openxmlformats.org/officeDocument/2006/relationships/notesSlide" Target="/ppt/notesSlides/notesSlide4.xml" Id="Rb59b9d42291342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471fe184c4883" /><Relationship Type="http://schemas.openxmlformats.org/officeDocument/2006/relationships/notesSlide" Target="/ppt/notesSlides/notesSlide5.xml" Id="Rb650355c0d774b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567f82cfe47b8" /><Relationship Type="http://schemas.openxmlformats.org/officeDocument/2006/relationships/notesSlide" Target="/ppt/notesSlides/notesSlide6.xml" Id="Rda93e3f79a944f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d72bd05ed495d" /><Relationship Type="http://schemas.openxmlformats.org/officeDocument/2006/relationships/notesSlide" Target="/ppt/notesSlides/notesSlide7.xml" Id="R8623ed1f65534b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f8f948b4e496e" /><Relationship Type="http://schemas.openxmlformats.org/officeDocument/2006/relationships/notesSlide" Target="/ppt/notesSlides/notesSlide8.xml" Id="Ra2ce4e59906a46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eced4257d406a" /><Relationship Type="http://schemas.openxmlformats.org/officeDocument/2006/relationships/notesSlide" Target="/ppt/notesSlides/notesSlide9.xml" Id="R87f47f64ca024e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070ED-DEB7-424D-B5A7-A21463EC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57051-A32E-4B11-994C-0D9346E2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Object oriented programming: Objects are mutable, Sameness, Copying. Inheritance: Pure functions ,Modifiers, Generalizat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C121A-1A1B-40F1-B8E3-F720121D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89CE7-8176-4C94-9FD0-B570E027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DE93C-521E-40A1-BA38-77C2929D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08AE1-63D2-4890-8FAF-D1F5A5B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5B7CF-B7CE-48A1-93BD-2F2E5DAE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118C7-06EE-4171-8D45-50269ED9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74C9B-D1F5-4B0D-AD2B-DA7A2EC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BF78A-A04B-484F-AC33-27D03AE5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67CA4-F7AE-4C87-92D7-889A1C0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1B098-5D20-45FA-A91E-21B6542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E04C2-27CB-4FC5-A44D-73FFC349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7FDC8-9744-4511-A24A-0AFF059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D3BD3-4073-4A28-AEDF-D38EDBB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482717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38E6B-EFDB-40EB-B3AC-6BD6F8FE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5CF61-EE61-4820-9874-B91A450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AA9B5-D493-44C6-8E3E-A08A350A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A7DAF-D1D0-4F0F-B1E9-4549FB22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770AE-46D1-4908-8C24-358DBE6B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28785-2880-4317-98AE-A30B86E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38D20-B48E-4F95-A91F-1CBCA4D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1797E-691B-49BD-9072-181A1CD6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0F68F-865D-4727-B9CB-0C3D97D9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FA211-92E3-4943-BAE1-25DE84E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C0F00-546D-4AE3-BEA2-5884146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8A2FB-8D7F-4391-9340-4E2E46E3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C250-E3CD-4235-B125-CE9A2D19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Object oriented programming: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Objects are mutable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Inheritance: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Pure functions ,Modifiers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DF44-BD87-4E6A-A549-A46F037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99A09-A43C-4ACF-BF97-B681513C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763117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6A919-D0FD-4846-95EA-21DC620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E2B9E-C67D-4CDB-BD20-DDAE36C6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49E35-75B4-47D7-B691-763976A9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BB1F-F3FB-4B00-9E2B-296D8A01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8BF91-3CF3-4231-AB5E-BBA4CE9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oriented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0031A-73DC-4945-A509-2B7C7270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programming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2F7A4-552F-4526-ABFB-4D647540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2142A-ED0B-467C-9424-44CC3954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D5E5D-347E-425D-997F-3A436EC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Sameness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B2918-D0AA-4DC7-B450-97480B9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Operator Overloading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Polymorphism.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Exceptions: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Catching Exceptions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C387F-D4F9-4C7B-A5BE-BD150FB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8C1F6-E83B-45A1-8AD1-6DE5B0F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855581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58606-6596-4CDB-BE89-92673314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724AB-288D-4790-A1D6-08E8FDDC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BACD2-F0AC-4EFA-98A0-285B5BAC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AD545-47C3-4098-B466-B717EB09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Object oriented programming: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Objects are mutable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Inheritance: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Pure functions ,Modifiers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Generalization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Operator Overloading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19065-ECCA-47AA-A21B-1F812C2E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410A7-9735-4BE3-99B9-9E8042AD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FDF87-CDFA-4106-A04D-A6027754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6807C-6DB3-42D8-A4F6-6F7BBE49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2D334-3D6B-42FF-A988-D98FFB47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44BB7-9484-41B4-A69F-39774FA2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BA867-8884-4360-B053-B3940BE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B871D-87B6-4006-BD93-8F828C0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99F3C-0586-451F-BF3D-28DDDFF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933C8-7F63-46ED-A54D-53DA207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E4C30-FE4F-4D90-9C51-93F2E5A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1EA35-B045-4E2A-A9B8-9C1FD70D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62321-86C4-4C93-B693-55B581E9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1B2B4-1E94-40ED-96E5-CA9853EE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802034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049A9-0505-4987-BF2F-5655C3F4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45E94-402A-4A65-A9C2-729A4ABB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8E8C-19BE-41C9-8B85-D89F436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92AA6-07CD-496D-BD0E-8B8550AE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543AD-9021-4D67-B5D3-3ED6E6ED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9D125-9552-40AC-A804-09F2D19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15605-6015-4B6B-9712-A26A0CFC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C8059-2F1C-47C1-A2A2-96F071DF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8828A-1EE2-4A40-97BE-81DE846A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7FF49-B8EA-4872-BFB0-3680337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AF29D-C9F6-4994-B48A-6E78B4E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F6F41-D4E6-4287-930F-0207A5D5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462F1-1991-45C7-9346-34AFC068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E263D-89C6-42E9-A433-DCED3879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8C571-7F05-4F23-8C08-677A80A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463722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FCED6-80DB-4EB8-8281-B1548A5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E0678-D105-4C1F-8253-AE52CEA5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CCA3B-AEE1-4C58-B574-1DB130A3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BCD6E-746A-463C-A02D-03890C96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92CF5-4FAD-404A-BD06-573E4A2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Object oriented programming: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CCF69-A4AF-4337-A4C3-62235974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Object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E70A3-EC84-4ECD-AAA0-DA5652D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E1F80-C724-4483-AC07-CBAD6984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61451-6E70-4BAD-9251-4EE65A5A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366476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1BA36-81EF-4178-B1A2-B583279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EFFF-674B-4C34-A61E-9EA89A9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D00CA-BB29-4E3B-A004-2647D822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5D4C1-60EE-4B18-9697-F15E245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0BEE7-B7F4-46C1-9F5B-A3E7BA0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Polymorphism.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Exceptions: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Catching Exceptions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Raising your own exceptions.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309B0-9B67-4F5D-9DCE-DDFABC41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0EA9-E0DA-4986-94D9-4CCBDE14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A502C-474B-4370-A893-88C71E67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11067-8A4E-486B-B13A-41E5D243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643462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D8D1E-AA08-42D7-8737-6E2453A4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C76C-F929-45E1-89C9-9D63A40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FD808-6CB4-43D4-913A-C1CB6800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F9F6E-AC1E-40C0-9E86-5776B3EB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38DCB-71BF-46E2-AD01-58F7F06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E9095-58CD-46AD-9225-79A2CFFE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16C01-2961-4696-8025-5EC105C5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Object oriented programming: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8BB6F-D8AD-4055-B44D-0972E778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55F52-BE63-4BEB-854F-4798736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6E8E3-8353-48E0-97C2-F745E84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Objects are mutable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FD726-0559-4E2C-BA3A-C9EEBF2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B74B8-F7F7-42F9-8502-417ED81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9067E-C665-4D2E-8893-68429621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Inheritance: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17DA8-3E9F-44E0-8388-DECB7454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9334F-55FE-43F2-8147-871728A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04DEB-8A82-46FC-9690-B58DBD9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Pure functions ,Modifiers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E4803-FBF6-4D36-9E51-BA5587FC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0A95B-A1AF-49C2-9D78-E2C447F9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EEA9B-AAE5-4492-90DE-65E98FFF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Generalization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DAB40-9155-4354-A15E-604916F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54712-37B3-4210-9866-CE6AC35C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20420-8694-4422-99CB-FA602DCA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Operator Overloading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FB9B3-C04C-4A68-80A8-080D242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E0C27-E0B3-4274-8DA0-77FE7F73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D6534-D8BC-4494-B114-0C6DE80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Polymorphism.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FDD5A-DB9D-48F3-8104-9C5CA2E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0E964-98F1-46CA-ADFD-D0AC5789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20EF8-9BC3-4B65-B1D9-12AE48F1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ECAA7-F526-4295-9A2D-644A01D6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79344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6860E-BA9B-4613-94FB-2B9AEAC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3ED76-942F-47A6-9C6A-6D66E0AF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53E66-AE87-4014-A2E3-C224609E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DCA51-F8AF-43CF-A299-FCAE24E6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Object, oriented, programming, Objects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96C00-BEBB-475D-A60C-38FAD33E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22A28-74EE-49A0-B601-C4A200F3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5A69D-B20C-405B-A605-E6469D6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52D8D-1FF3-4F9D-BE95-87FBD011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81992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2026-08-24T06:38:54.7060000Z</dcterms:created>
  <dcterms:modified xsi:type="dcterms:W3CDTF">2026-08-24T06:38:54.7060000Z</dcterms:modified>
</coreProperties>
</file>