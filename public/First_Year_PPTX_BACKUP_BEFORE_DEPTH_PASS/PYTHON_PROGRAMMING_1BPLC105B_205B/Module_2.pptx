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b01fc5ade54506" /><Relationship Type="http://schemas.openxmlformats.org/officeDocument/2006/relationships/extended-properties" Target="/docProps/app.xml" Id="R41cde0eb3940499a" /><Relationship Type="http://schemas.openxmlformats.org/officeDocument/2006/relationships/officeDocument" Target="/ppt/presentation.xml" Id="Ra7d6baf77ddf4f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78a571987e4e1a"/>
  </p:sldMasterIdLst>
  <p:notesMasterIdLst>
    <p:notesMasterId xmlns:r="http://schemas.openxmlformats.org/officeDocument/2006/relationships" r:id="Rd207accbcc2d4eef"/>
  </p:notesMasterIdLst>
  <p:sldIdLst>
    <p:sldId xmlns:r="http://schemas.openxmlformats.org/officeDocument/2006/relationships" id="256" r:id="Rb5ade1ef102c4ace"/>
    <p:sldId xmlns:r="http://schemas.openxmlformats.org/officeDocument/2006/relationships" id="257" r:id="R196900c2a54448ac"/>
    <p:sldId xmlns:r="http://schemas.openxmlformats.org/officeDocument/2006/relationships" id="258" r:id="R86a7d3cb0f794a2b"/>
    <p:sldId xmlns:r="http://schemas.openxmlformats.org/officeDocument/2006/relationships" id="259" r:id="R196e1fa3d2794d3f"/>
    <p:sldId xmlns:r="http://schemas.openxmlformats.org/officeDocument/2006/relationships" id="260" r:id="R522b4977b5974d95"/>
    <p:sldId xmlns:r="http://schemas.openxmlformats.org/officeDocument/2006/relationships" id="261" r:id="R893f282f80484400"/>
    <p:sldId xmlns:r="http://schemas.openxmlformats.org/officeDocument/2006/relationships" id="262" r:id="R436105bc182047db"/>
    <p:sldId xmlns:r="http://schemas.openxmlformats.org/officeDocument/2006/relationships" id="263" r:id="R92aaf6fe5fbb405a"/>
    <p:sldId xmlns:r="http://schemas.openxmlformats.org/officeDocument/2006/relationships" id="264" r:id="Rd3823e52be304e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2b8a9181ad4507" /><Relationship Type="http://schemas.openxmlformats.org/officeDocument/2006/relationships/slideMaster" Target="/ppt/slideMasters/slideMaster1.xml" Id="Re278a571987e4e1a" /><Relationship Type="http://schemas.openxmlformats.org/officeDocument/2006/relationships/notesMaster" Target="/ppt/notesMasters/notesMaster1.xml" Id="Rd207accbcc2d4eef" /><Relationship Type="http://schemas.openxmlformats.org/officeDocument/2006/relationships/presProps" Target="/ppt/presProps.xml" Id="Re4b1fc699f8b482e" /><Relationship Type="http://schemas.openxmlformats.org/officeDocument/2006/relationships/tableStyles" Target="/ppt/tableStyles.xml" Id="R7d774722ab0441ad" /><Relationship Type="http://schemas.openxmlformats.org/officeDocument/2006/relationships/slide" Target="/ppt/slides/slide1.xml" Id="Rb5ade1ef102c4ace" /><Relationship Type="http://schemas.openxmlformats.org/officeDocument/2006/relationships/slide" Target="/ppt/slides/slide2.xml" Id="R196900c2a54448ac" /><Relationship Type="http://schemas.openxmlformats.org/officeDocument/2006/relationships/slide" Target="/ppt/slides/slide3.xml" Id="R86a7d3cb0f794a2b" /><Relationship Type="http://schemas.openxmlformats.org/officeDocument/2006/relationships/slide" Target="/ppt/slides/slide4.xml" Id="R196e1fa3d2794d3f" /><Relationship Type="http://schemas.openxmlformats.org/officeDocument/2006/relationships/slide" Target="/ppt/slides/slide5.xml" Id="R522b4977b5974d95" /><Relationship Type="http://schemas.openxmlformats.org/officeDocument/2006/relationships/slide" Target="/ppt/slides/slide6.xml" Id="R893f282f80484400" /><Relationship Type="http://schemas.openxmlformats.org/officeDocument/2006/relationships/slide" Target="/ppt/slides/slide7.xml" Id="R436105bc182047db" /><Relationship Type="http://schemas.openxmlformats.org/officeDocument/2006/relationships/slide" Target="/ppt/slides/slide8.xml" Id="R92aaf6fe5fbb405a" /><Relationship Type="http://schemas.openxmlformats.org/officeDocument/2006/relationships/slide" Target="/ppt/slides/slide9.xml" Id="Rd3823e52be304e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9906edd2ca45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16e312a99441ae" /><Relationship Type="http://schemas.openxmlformats.org/officeDocument/2006/relationships/notesMaster" Target="/ppt/notesMasters/notesMaster1.xml" Id="Rae68d0d4ffd344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70ab4fb1e840a4" /><Relationship Type="http://schemas.openxmlformats.org/officeDocument/2006/relationships/notesMaster" Target="/ppt/notesMasters/notesMaster1.xml" Id="Rd123310cb4fe40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b2912affed44a5" /><Relationship Type="http://schemas.openxmlformats.org/officeDocument/2006/relationships/notesMaster" Target="/ppt/notesMasters/notesMaster1.xml" Id="R2e32ea243d1543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0ba85cd160410f" /><Relationship Type="http://schemas.openxmlformats.org/officeDocument/2006/relationships/notesMaster" Target="/ppt/notesMasters/notesMaster1.xml" Id="Rafe32e1957c643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20a1d8b4d5481a" /><Relationship Type="http://schemas.openxmlformats.org/officeDocument/2006/relationships/notesMaster" Target="/ppt/notesMasters/notesMaster1.xml" Id="R621020a0d3bc45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3e73774cf04cee" /><Relationship Type="http://schemas.openxmlformats.org/officeDocument/2006/relationships/notesMaster" Target="/ppt/notesMasters/notesMaster1.xml" Id="R6687b6aa22b64b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3eff1add894e44" /><Relationship Type="http://schemas.openxmlformats.org/officeDocument/2006/relationships/notesMaster" Target="/ppt/notesMasters/notesMaster1.xml" Id="R437360bfdf9541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f226493d004605" /><Relationship Type="http://schemas.openxmlformats.org/officeDocument/2006/relationships/notesMaster" Target="/ppt/notesMasters/notesMaster1.xml" Id="R3543c815c13c45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fcfefe9f5a4a5b" /><Relationship Type="http://schemas.openxmlformats.org/officeDocument/2006/relationships/notesMaster" Target="/ppt/notesMasters/notesMaster1.xml" Id="R4cbf526e985c4b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ac9fd9941640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eee79b279f41a7" /><Relationship Type="http://schemas.openxmlformats.org/officeDocument/2006/relationships/slideLayout" Target="/ppt/slideLayouts/slideLayout1.xml" Id="R49e54a9b0fb940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e54a9b0fb940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8e1d32001429a" /><Relationship Type="http://schemas.openxmlformats.org/officeDocument/2006/relationships/notesSlide" Target="/ppt/notesSlides/notesSlide1.xml" Id="R20e663b5c09349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38bbdcf25417d" /><Relationship Type="http://schemas.openxmlformats.org/officeDocument/2006/relationships/notesSlide" Target="/ppt/notesSlides/notesSlide2.xml" Id="Ra7279b597eab41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b76e0a9514bea" /><Relationship Type="http://schemas.openxmlformats.org/officeDocument/2006/relationships/notesSlide" Target="/ppt/notesSlides/notesSlide3.xml" Id="R61f743a3879747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0a66fd5834d77" /><Relationship Type="http://schemas.openxmlformats.org/officeDocument/2006/relationships/notesSlide" Target="/ppt/notesSlides/notesSlide4.xml" Id="Rdf698a43db2c48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f3b25327c46bd" /><Relationship Type="http://schemas.openxmlformats.org/officeDocument/2006/relationships/notesSlide" Target="/ppt/notesSlides/notesSlide5.xml" Id="R691c4059cd7b41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b9f0fee6b436c" /><Relationship Type="http://schemas.openxmlformats.org/officeDocument/2006/relationships/notesSlide" Target="/ppt/notesSlides/notesSlide6.xml" Id="R186c02e8c3cb48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ba07aba314b48" /><Relationship Type="http://schemas.openxmlformats.org/officeDocument/2006/relationships/notesSlide" Target="/ppt/notesSlides/notesSlide7.xml" Id="R972aa7b1952441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628bb07da42e0" /><Relationship Type="http://schemas.openxmlformats.org/officeDocument/2006/relationships/notesSlide" Target="/ppt/notesSlides/notesSlide8.xml" Id="R6443c613faf44e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1b2444da44af7" /><Relationship Type="http://schemas.openxmlformats.org/officeDocument/2006/relationships/notesSlide" Target="/ppt/notesSlides/notesSlide9.xml" Id="R3fecfb52afa342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7E55B1-EBB9-47F5-9837-48A31143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89DED-2DA7-46F7-A47F-9C144E65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Strings: Working with strings as single things, working with the parts of a string, Length, Traversal and the for loop,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A97817-0A70-48D5-9F3B-E8BC1B62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PYTHON PROGRAMMING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1BPLC105B/205B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programming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42BF81-D4A1-42A9-96A1-DBB33F1F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4F712-FC4D-4F31-BC8D-960D06C7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C3E2F-8446-49FF-ADBC-ED1CAC93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E4BFE-1478-472F-9D7E-7630F79A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F3E29-BA60-4042-BB2F-42557CA0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33C105-8D92-4E2D-B34A-00E4BA89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9CF73A-8479-4A91-86BF-90E41D35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D3E2B4-F12C-4A93-8EB9-CE36FAB5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15363C-0A8E-4CA7-9E53-7CFB82F2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8495EB-4716-4C57-8C6B-EF0827F4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87F533-372F-4FEF-B3D9-D2589A08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8E50D-E1B3-44DE-A2BF-56A65357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1323199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5E313E-748D-48F4-A165-EE029E90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A9220-5576-48C3-8C87-8A6EDFEC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F3424A-8CDA-4FB2-92A3-AE27907F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A7CBD-3DD0-47BB-8CA0-8C16A3B5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AD42D-BF8D-450B-A092-44A5E34A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EE51E-0A1B-4D36-B462-4FD01949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335B9-FCD1-4D5E-8388-3ACCF3CD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F3E01-41B7-4856-B26F-88A21CD2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Pseudocode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440622-4974-4557-849E-65CEA49F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E56CA-7608-41DF-BF8E-86189D30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63FAA-8A87-4234-8B7B-8D0F6D96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B978F6-65DE-48CA-B8D5-756C937B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Common 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AA8260-82CB-4C8F-93C2-3EBE54A4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Working with strings as single things, working with the parts of a string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Traversal and the for loop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String comparison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Strings are immutable, the in and not in operators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 find function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40F726-F245-4835-BEE6-6F92E4EC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DCA843-A442-499D-A047-904B52D5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12733854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E63FB-953D-44A6-BBD9-CE78052C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C23CF-4F96-4F19-B005-74A406F4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E3E98-BE93-4764-AE22-20BFE139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4FCD6-13E8-4167-9A53-FD12FCB1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Strings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8F46E1-D8B9-4C40-93CC-9FCD028B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B59D5-69D7-4E0B-928B-DCE5E8D6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single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80158-0DB7-4AB5-A030-4D89B729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things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41F3E-6730-4C76-AB10-A68EF3BC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B40EDB-F76E-4362-A156-384C5F35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C1F14E-B2D3-4BCF-A1E3-E0C61641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Looping and counting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Optional parameters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 built-in find method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 split method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41CEFB-3C26-4CDF-BF2D-C3DC441D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4797B-CC19-4FA2-81A5-456C6300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15943473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3A8B52-8427-4650-97CB-D156CB6B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1B9F1-0030-439D-802B-FB76B504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11A9E-6356-4EB6-8F97-706B714B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08ACE-1194-4063-AAC6-CD56EED3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Working with strings as single things, working with the parts of a string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Traversal and the for loop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String comparison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Strings are immutable, the in and not in operators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 find function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Looping and counting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93EE9-E95C-4BB8-9D96-03A80D05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67194-87AE-4D38-9408-6CC6F94D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6EE45-5E9D-41FE-8D1D-88607CBE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E9F5B-6F8F-40B1-98BE-9C4EB6D9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981B87-4313-4B53-A876-3CB1AB0D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663CB5-BC86-4C2E-AC4D-39514FF0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E9A92-A55D-4FF4-877E-6CC8F6DA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255B51-8D53-49FB-BA62-4FB537E9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8E54B4-7ACB-4371-944B-4A1729A0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588832-C68F-4D83-A0F7-21F17BBC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E14EB3-5A03-4AE9-BA8A-B27FF51A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53F4E-59A2-4E1B-92CC-DF2C44B7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0D2D6F-9DE5-4F50-B28F-3CC80972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447765-051F-491C-9D50-C8E7248C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3263150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5F547D-347E-4299-B49A-3C7A6C16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EE4EC-DD74-4B0C-9931-8EE93A56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Algorithm and dry-run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B714D-6FCC-45FA-8B06-57C69EC1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76FCB-3F4B-49C6-A0E7-45A67810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D2F6B-52B4-4426-892B-345779F5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3F832-9597-4E29-BCB6-40FE857E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304BF8-5B8D-4C9A-AFAC-96D29C75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9CF5D7-5DA0-4916-964A-673CD8FF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Loop/decision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1DE17-6600-4E1D-8EE9-81A15B8B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2F402D-FD39-4100-9019-76814ED7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State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14D932-9FBF-43FF-BAD0-13D99E14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6536F-02A0-405A-9FB5-4A6F0455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91FA16-8C2D-4E03-B583-9C215DC7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2622F1-9420-4A85-A907-54CA9CB9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999791-BE7D-4246-9276-21B7E0BC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3572899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02BEE-53CC-4DF1-B3E0-466AD6FA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5C6E8-3902-4EAC-8738-56F9CF0E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B2D76-55D3-4880-9D75-EB77277E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4C5C88-AAE9-4F8C-A8AA-9916F74D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D7967-204B-4A83-9949-3BF4DFC6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Working with strings as single things, working with the parts of a string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922F6-A6E9-471C-90CA-AF20BFF2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Strings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70B85-BD7D-4920-B014-E5A51E2C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069F8-92E6-424E-9721-7CC9FE41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E246FD-F459-4D81-A844-F60BB86F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10510260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F077B-2A9C-419E-A138-1AEB91B8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C806D-A90B-459C-9369-6EF3C238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F3378-DDBA-4A9A-99F1-D88A0402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5DC6E-D852-478B-A92E-2D502AE5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59D38-E402-408B-8282-291E712E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Optional parameters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 built-in find method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 split method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Cleaning up your strings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DF853-B216-4958-B6CB-F96361EF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121F00-B02B-4F02-989E-9BBCCB9C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CB719F-6165-4CD7-9ED0-02F000B1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A64319-33CC-4262-AEE9-952415D4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16021470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5AE7D2-4B8E-42B8-A58B-004080CC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45935-3099-4874-BD6F-9F2C5A14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080BF-F46D-4F00-83A1-D2F25F76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0FAE2-A88F-41DE-8827-392C9727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6533E-B70A-4189-9250-44F0ED39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05482-BAFC-4888-A0E9-51F93D61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42AF1-74D6-4476-8148-C23C62E2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Working with strings as single things, working with the parts of a string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66D9F-0782-4418-B50C-29B1BDCE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5C2E7-A306-42E8-8128-003BDE9D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B9A40-FD46-49AA-A8DC-3A35DD18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Traversal and the for loop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6D7726-F918-4FEA-89B8-27C49883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4D25E-2EB1-446F-8418-5327810F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D21CD7-5FD7-471F-A443-C7CDD64B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String comparison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15AC4A-A52C-4B6E-AD84-B0FA1FB1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4E3AEC-1CBF-417F-8F4A-DB8853D7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04C062-B44F-42A1-A610-5FA62C63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Strings are immutable, the in and not in operators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5B6F0D-E4BA-444A-BC3E-1942C2E7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80CC52-24E9-4D52-B574-784BF913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542168-2DA3-4FFF-A309-D9232F3D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 find function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0771AE-33D8-4C6E-98B2-89FBCE18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B01340-B679-47A5-9EEE-56889E47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C5CB27-6602-45BD-B598-C13728C3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Looping and counting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82D8EC-1D98-4373-9520-AD41B05B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329806-F1AF-400C-ABD1-FEB4A409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6B1BD5-E1A2-40CB-B205-AF8C33D9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Optional parameters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3CB4D9-CC1B-470D-B4DA-8F029CFA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4E0184-EC3F-421A-A6AB-DCD640AD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25A97D-C598-4385-A2EC-B6FA111F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ABB8D5-73DC-4AF3-A453-F045CA1D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10260425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A94F5-819F-4736-BB63-781229DB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24907-9DAE-40BB-9B8C-187995E0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91D50-ED17-4BCE-BD35-594AC122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98226-F7E8-411E-90BC-C6EF53E3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Strings, Working, single, things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algorithms: show pseudocode and dry-run table before code.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1AD8C2-CCEF-4457-915E-63E96B5E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E3B78-2A9E-4D87-9FFB-B5245A1B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41E79-CE71-4E0D-A391-B9DE28AB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CBA54-0689-4E2E-B20A-C3E2BD35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17807403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2026-08-24T06:38:54.5310000Z</dcterms:created>
  <dcterms:modified xsi:type="dcterms:W3CDTF">2026-08-24T06:38:54.5310000Z</dcterms:modified>
</coreProperties>
</file>