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adba2fe63421d" /><Relationship Type="http://schemas.openxmlformats.org/officeDocument/2006/relationships/extended-properties" Target="/docProps/app.xml" Id="R557ba213ebea457d" /><Relationship Type="http://schemas.openxmlformats.org/officeDocument/2006/relationships/officeDocument" Target="/ppt/presentation.xml" Id="R9016b1981fc7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be03a834cd43b1"/>
  </p:sldMasterIdLst>
  <p:notesMasterIdLst>
    <p:notesMasterId xmlns:r="http://schemas.openxmlformats.org/officeDocument/2006/relationships" r:id="R2a16ed7324ad4743"/>
  </p:notesMasterIdLst>
  <p:sldIdLst>
    <p:sldId xmlns:r="http://schemas.openxmlformats.org/officeDocument/2006/relationships" id="256" r:id="Rebb6ff8d337445b2"/>
    <p:sldId xmlns:r="http://schemas.openxmlformats.org/officeDocument/2006/relationships" id="257" r:id="Rbd0698e32e474eb2"/>
    <p:sldId xmlns:r="http://schemas.openxmlformats.org/officeDocument/2006/relationships" id="258" r:id="R94543c9498b444e4"/>
    <p:sldId xmlns:r="http://schemas.openxmlformats.org/officeDocument/2006/relationships" id="259" r:id="Re2ba2a4a2bdb4206"/>
    <p:sldId xmlns:r="http://schemas.openxmlformats.org/officeDocument/2006/relationships" id="260" r:id="R556d46cad16b4000"/>
    <p:sldId xmlns:r="http://schemas.openxmlformats.org/officeDocument/2006/relationships" id="261" r:id="R13a1c14920844f1f"/>
    <p:sldId xmlns:r="http://schemas.openxmlformats.org/officeDocument/2006/relationships" id="262" r:id="Re391828d99dd4527"/>
    <p:sldId xmlns:r="http://schemas.openxmlformats.org/officeDocument/2006/relationships" id="263" r:id="Rc1c232cd544b4d82"/>
    <p:sldId xmlns:r="http://schemas.openxmlformats.org/officeDocument/2006/relationships" id="264" r:id="R1552f2ce23d7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31d5ca60e4de8" /><Relationship Type="http://schemas.openxmlformats.org/officeDocument/2006/relationships/slideMaster" Target="/ppt/slideMasters/slideMaster1.xml" Id="Rdcbe03a834cd43b1" /><Relationship Type="http://schemas.openxmlformats.org/officeDocument/2006/relationships/notesMaster" Target="/ppt/notesMasters/notesMaster1.xml" Id="R2a16ed7324ad4743" /><Relationship Type="http://schemas.openxmlformats.org/officeDocument/2006/relationships/presProps" Target="/ppt/presProps.xml" Id="Rc302363555064f8b" /><Relationship Type="http://schemas.openxmlformats.org/officeDocument/2006/relationships/tableStyles" Target="/ppt/tableStyles.xml" Id="Rb349d88f10e4477a" /><Relationship Type="http://schemas.openxmlformats.org/officeDocument/2006/relationships/slide" Target="/ppt/slides/slide1.xml" Id="Rebb6ff8d337445b2" /><Relationship Type="http://schemas.openxmlformats.org/officeDocument/2006/relationships/slide" Target="/ppt/slides/slide2.xml" Id="Rbd0698e32e474eb2" /><Relationship Type="http://schemas.openxmlformats.org/officeDocument/2006/relationships/slide" Target="/ppt/slides/slide3.xml" Id="R94543c9498b444e4" /><Relationship Type="http://schemas.openxmlformats.org/officeDocument/2006/relationships/slide" Target="/ppt/slides/slide4.xml" Id="Re2ba2a4a2bdb4206" /><Relationship Type="http://schemas.openxmlformats.org/officeDocument/2006/relationships/slide" Target="/ppt/slides/slide5.xml" Id="R556d46cad16b4000" /><Relationship Type="http://schemas.openxmlformats.org/officeDocument/2006/relationships/slide" Target="/ppt/slides/slide6.xml" Id="R13a1c14920844f1f" /><Relationship Type="http://schemas.openxmlformats.org/officeDocument/2006/relationships/slide" Target="/ppt/slides/slide7.xml" Id="Re391828d99dd4527" /><Relationship Type="http://schemas.openxmlformats.org/officeDocument/2006/relationships/slide" Target="/ppt/slides/slide8.xml" Id="Rc1c232cd544b4d82" /><Relationship Type="http://schemas.openxmlformats.org/officeDocument/2006/relationships/slide" Target="/ppt/slides/slide9.xml" Id="R1552f2ce23d7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7d1bcb4b65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346e0a99f4918" /><Relationship Type="http://schemas.openxmlformats.org/officeDocument/2006/relationships/notesMaster" Target="/ppt/notesMasters/notesMaster1.xml" Id="Rea2c3e1f75a84b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667d8beb434e8f" /><Relationship Type="http://schemas.openxmlformats.org/officeDocument/2006/relationships/notesMaster" Target="/ppt/notesMasters/notesMaster1.xml" Id="R5d1c6d49663540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72b6239d34de3" /><Relationship Type="http://schemas.openxmlformats.org/officeDocument/2006/relationships/notesMaster" Target="/ppt/notesMasters/notesMaster1.xml" Id="R77fd0d23689d45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3b2f39cf8e4377" /><Relationship Type="http://schemas.openxmlformats.org/officeDocument/2006/relationships/notesMaster" Target="/ppt/notesMasters/notesMaster1.xml" Id="Rf69998e39ea34e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7da83edda0454e" /><Relationship Type="http://schemas.openxmlformats.org/officeDocument/2006/relationships/notesMaster" Target="/ppt/notesMasters/notesMaster1.xml" Id="R54af0b23a5ab48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4313467981413f" /><Relationship Type="http://schemas.openxmlformats.org/officeDocument/2006/relationships/notesMaster" Target="/ppt/notesMasters/notesMaster1.xml" Id="Re8a75422692a41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9fe247c2e54892" /><Relationship Type="http://schemas.openxmlformats.org/officeDocument/2006/relationships/notesMaster" Target="/ppt/notesMasters/notesMaster1.xml" Id="Ra75d0b873d23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fdcfd0a69b4a26" /><Relationship Type="http://schemas.openxmlformats.org/officeDocument/2006/relationships/notesMaster" Target="/ppt/notesMasters/notesMaster1.xml" Id="Ra4b041789c5d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0fd8976cbb4638" /><Relationship Type="http://schemas.openxmlformats.org/officeDocument/2006/relationships/notesMaster" Target="/ppt/notesMasters/notesMaster1.xml" Id="Radc0941d84bd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2cee330ff4e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d130394895470e" /><Relationship Type="http://schemas.openxmlformats.org/officeDocument/2006/relationships/slideLayout" Target="/ppt/slideLayouts/slideLayout1.xml" Id="Ree9a071f8cac4e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a071f8cac4e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2e4a693de4350" /><Relationship Type="http://schemas.openxmlformats.org/officeDocument/2006/relationships/notesSlide" Target="/ppt/notesSlides/notesSlide1.xml" Id="R1889f3af814e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9ccce7954983" /><Relationship Type="http://schemas.openxmlformats.org/officeDocument/2006/relationships/notesSlide" Target="/ppt/notesSlides/notesSlide2.xml" Id="R4f086f19b6e6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e413f9c6a4ca6" /><Relationship Type="http://schemas.openxmlformats.org/officeDocument/2006/relationships/notesSlide" Target="/ppt/notesSlides/notesSlide3.xml" Id="R7e38d58fc1b7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7bc0bdf814924" /><Relationship Type="http://schemas.openxmlformats.org/officeDocument/2006/relationships/notesSlide" Target="/ppt/notesSlides/notesSlide4.xml" Id="Rf95a6f5431fa4b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f9d53b4c042c7" /><Relationship Type="http://schemas.openxmlformats.org/officeDocument/2006/relationships/notesSlide" Target="/ppt/notesSlides/notesSlide5.xml" Id="Rddf540ae445440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27d292d840dd" /><Relationship Type="http://schemas.openxmlformats.org/officeDocument/2006/relationships/notesSlide" Target="/ppt/notesSlides/notesSlide6.xml" Id="Ra9b1a5b1c5b34e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c8ac40e534ce6" /><Relationship Type="http://schemas.openxmlformats.org/officeDocument/2006/relationships/notesSlide" Target="/ppt/notesSlides/notesSlide7.xml" Id="R6393d0eb716e44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e656e5fac4fba" /><Relationship Type="http://schemas.openxmlformats.org/officeDocument/2006/relationships/notesSlide" Target="/ppt/notesSlides/notesSlide8.xml" Id="R3ad0697490bf4d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0fb5092634d30" /><Relationship Type="http://schemas.openxmlformats.org/officeDocument/2006/relationships/notesSlide" Target="/ppt/notesSlides/notesSlide9.xml" Id="R47bd0729d88d46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652DE-7730-4DDF-8373-B845B64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DC866-473A-42DF-B9B4-75D6E27B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The way of the program: The Python programming language, what is a program? What is debugging? Syntax errors, Runtime 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0744A-EC99-4072-9B24-B96C32D7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1386-2C1F-48E8-A657-53599BC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4B809-BD1F-4DEC-A3A0-54831105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F4E2C-56E7-44F4-8FF7-60BE88BD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ADB26-F7BF-4F65-9FF1-258271B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12601-0001-40A9-B220-A9DFAA4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0BFC3-4778-4339-A755-9D3DDE9E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A9E17-4662-4363-8FED-1340C3A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80B5-A3B9-4816-9DD3-AD3090B3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51E89-59A7-424A-AEC8-6770C6A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A4D17-B969-4D0F-AD3D-5A013C87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22BC8-09BD-45D2-82D8-916A331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667FD-0311-42EA-95C0-73F17511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975470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63954-9213-4EE7-B30C-D9760BB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A234-962A-42D3-B4AE-88A47AC8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25F2D-FBEB-47ED-A35B-1B0884A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7CA37-7C0B-4253-B71F-60627715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F51E8-E195-4967-82E1-CC6AE667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0D818-1441-4BB2-9D22-A7E0487A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230A6-A596-4BC5-ACE6-E465227B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8A69D-8B3B-4847-B44A-89A0B28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6A56E-BE75-41BC-A5D1-0582B6DD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FC825-7497-4362-8E69-3907A20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06CB6-7BB5-4C58-B52C-424646D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33CA9-2C22-424C-819C-9C9B7750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AA671-3A1A-47C5-9963-C369DD0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way of the program: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Python programming language, what is a program? What is debugging? Syntax errors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Runtime errors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Semantic errors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Experimental debugging.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EFF81-CDE1-492A-89CB-C8E842A5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94B3F-8AAB-427A-AEE0-1D5D496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329682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D6563-8F79-4FC9-A83D-FB3F1C0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8F358-60A3-41F5-8A75-59E0CE13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AB431-C2B6-47DE-A45C-1ED678B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F2903-1EA0-4F5D-BE54-0544EC5E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8E50B-E85F-4DD9-B5EA-580576B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DCB9-3523-40C2-AF5A-68C74BD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programming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AC693-1CE9-42D4-A1E3-4C1A19B2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8D676-25C6-4AB1-A3C5-3A9A4578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CB8F3-7D32-417A-AB5A-C1D81BD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debugging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D727E-BE8D-4BAD-853F-10F1485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Expressions and Statements: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Values and data types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Variable names and keywords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Evaluating expressions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35360-F73C-4A94-A988-EAB1CFF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8A191-CA72-4A3D-90E2-A7C3EA20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336127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23DC-33F1-49D3-8B3F-0BFB0E4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67FC5-ECC8-44E3-A4FB-68DF9066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2E366-97B9-4960-BDA3-F25E70A2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EA6B-7E41-4D48-8463-8B49ABC3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way of the program: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Python programming language, what is a program? What is debugging? Syntax errors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Runtime errors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Semantic errors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Experimental debugging.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Expressions and Statements: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A94CC-53D1-4452-AFE3-D8E28A81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289D3-7B01-44F1-8A1C-151886E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34DBA-EB3D-477D-8599-120BAAA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0D0BB-5FF5-46F9-8E38-0CB3231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0344F-AF5B-4299-8F6C-A7BF65C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1AD49-7F62-4A5E-A562-ADC23AE7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9819E-9776-4DC2-BED8-FFCA1EF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5284A-D539-40A5-9805-F1A548E9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8E8EA-F276-4302-982C-2578F6AD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98640-A147-4E82-AA86-26AEB24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33D58-1D6B-4804-AFAE-C7A7B1E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52A90-650A-4BB6-BB6A-2EDCC12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8F46F-8D1E-4D3C-9B1B-FF67E1A1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06E55-1839-470F-8CF6-F807F48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687006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78E8-3DA8-471E-98C1-C638E39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DE46-3215-4CC3-9B31-E874C31B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6E4AD-DDD9-448C-857B-8BD63A1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A7C2C-D89C-485A-9B4C-AD53716D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65403-03C8-48FC-B928-A7F2A892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A8A10-A1C3-4237-9E34-99E7C8D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2A219-112F-4789-99C4-9438AB00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11423-C72E-4396-BB78-76854E6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E7792-674C-4523-98D8-75A3ED8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8D4F6-72C3-4A0C-97A8-7D3CD790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91959-81C5-47CC-B5E3-2C258755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ACD90-831E-4EBF-8F44-11EEDFC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CC1BA-63C9-4976-AE86-EC4B1769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DFE4B-BE82-4933-940E-6E2813A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1F698-57C9-4730-BD1C-FA096AB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061069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817B2-6139-492A-B3D3-9CAD5831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93EFF-DD84-417E-BD51-2E190C0A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598B9-E22F-4D40-A001-E790EDFB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9C995-9224-4C98-A1CC-DA992574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0166-4682-428B-AF59-FE4050ED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The way of the program: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7BFE-0728-4E3E-9E72-0C48EFF4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program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4E387-0F63-4649-87B7-BBED23B3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3CB3A-36DF-408C-8AE9-86FE3C2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3CF3D-2E34-4FE8-B131-CDC94AB1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217060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D0920-EFBB-428C-9DC1-2956926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F26F9-8286-4C2E-BE23-6C2088C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DB1C4-A419-4F84-B7B9-96C23A3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1534A-BE17-4D71-A7D1-7FB4A7D3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D91F2-4C49-4630-840E-378EA8F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Values and data types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Variable names and keywords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Evaluating expressions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Operators and operands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F2EDE-860D-402A-ADFE-3DC5856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557EE-031D-4130-8F74-CCB0B19B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E88A4-7C92-43F6-962F-325B3F15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B16AE-4A4C-4C45-85A3-673A9E29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665049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69B7D9-222C-4BA0-AF33-E846F58F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6C7B4-081A-4142-8F03-BC74D3F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27CEC-FB9E-4F2B-B44D-1A762D4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63456-57AC-456B-8556-3BF0A23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9EE76-E6DF-41AD-85E3-6A430C3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CB6CF-82E2-409B-8E95-1E064087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6C1F3-F155-48C7-B4CB-08E1672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way of the program: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3524B-3A36-47A1-B91A-93419EE2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FD105-C15B-42B0-B370-BE31EBF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93776-6C18-43EF-BF2F-9197419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Python programming language, what is a program? What is debugging? Syntax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3CF19-E893-4FE2-8BFC-AB7B301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6FFC2-56C4-4DD2-84EC-C37B9B20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93B6E-22F9-41C5-AD5B-11C1664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Runtime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EB440-3878-416A-9036-A6B9CEF4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B45FD-766C-4994-B424-454079F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7D6D7-F503-4F05-BF5E-2FA7E375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Semantic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AB75B-DFE6-4383-B293-98E817B4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7A22F-A113-4A43-87B9-57B5EB3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47915-786C-4A78-B476-43F4C186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Experimental debugging.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4D1CC-A1D1-4B26-B7A9-A823AC2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A6410-CF84-4815-B468-029253EA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F19AC-39DB-4657-AB0F-60692602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Expressions and Statements: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567CA-2144-4D44-A415-6AC152D4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2D9C2-2254-4B14-AA43-7E80EBD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67DB7-F404-4269-A84B-645BAB49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Values and data types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EAD2D-154D-4FBB-9A94-73EAE6E8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F1144-228E-49FC-8411-4AFCD37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F8C176-A944-4A19-A5CE-96039AB8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05FE8-7C39-4955-ADDF-9B20BF2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2101447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2BCED-E6E2-400C-947F-80BBAC6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86685-946E-403F-965B-82F6253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B5F7A-28F6-4A22-9DC1-B04B2CE3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30BE0-F21C-47DE-A4A0-198CE9E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program, Python, programming, language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2D215-3F04-44C4-BBED-73ABD391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E9A3-8958-4744-99DB-BA9D123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5AF9D-4931-4CAC-9E06-844F03B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49DDE-5390-4A29-9725-17F122B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660512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2026-08-24T06:38:54.4700000Z</dcterms:created>
  <dcterms:modified xsi:type="dcterms:W3CDTF">2026-08-24T06:38:54.4700000Z</dcterms:modified>
</coreProperties>
</file>