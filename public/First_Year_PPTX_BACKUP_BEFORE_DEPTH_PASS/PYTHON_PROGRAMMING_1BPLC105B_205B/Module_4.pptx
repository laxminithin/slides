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364abbe0d4dde" /><Relationship Type="http://schemas.openxmlformats.org/officeDocument/2006/relationships/extended-properties" Target="/docProps/app.xml" Id="R757e724ba44d4517" /><Relationship Type="http://schemas.openxmlformats.org/officeDocument/2006/relationships/officeDocument" Target="/ppt/presentation.xml" Id="Rb2e03a7d0a9344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98cd42d0784b41"/>
  </p:sldMasterIdLst>
  <p:notesMasterIdLst>
    <p:notesMasterId xmlns:r="http://schemas.openxmlformats.org/officeDocument/2006/relationships" r:id="Rc3f5187c4d944b30"/>
  </p:notesMasterIdLst>
  <p:sldIdLst>
    <p:sldId xmlns:r="http://schemas.openxmlformats.org/officeDocument/2006/relationships" id="256" r:id="Rbbce8f6c904d4ba1"/>
    <p:sldId xmlns:r="http://schemas.openxmlformats.org/officeDocument/2006/relationships" id="257" r:id="Ra8a24a06700f48ba"/>
    <p:sldId xmlns:r="http://schemas.openxmlformats.org/officeDocument/2006/relationships" id="258" r:id="R15d820429f714639"/>
    <p:sldId xmlns:r="http://schemas.openxmlformats.org/officeDocument/2006/relationships" id="259" r:id="R39b08c3b4fae4665"/>
    <p:sldId xmlns:r="http://schemas.openxmlformats.org/officeDocument/2006/relationships" id="260" r:id="R0412d609f9674588"/>
    <p:sldId xmlns:r="http://schemas.openxmlformats.org/officeDocument/2006/relationships" id="261" r:id="Re0ad5b5f303d476d"/>
    <p:sldId xmlns:r="http://schemas.openxmlformats.org/officeDocument/2006/relationships" id="262" r:id="R321b47b1c28d419c"/>
    <p:sldId xmlns:r="http://schemas.openxmlformats.org/officeDocument/2006/relationships" id="263" r:id="Re2436e56d8c74a56"/>
    <p:sldId xmlns:r="http://schemas.openxmlformats.org/officeDocument/2006/relationships" id="264" r:id="R65c28013fc9d42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6fc5170fc44237" /><Relationship Type="http://schemas.openxmlformats.org/officeDocument/2006/relationships/slideMaster" Target="/ppt/slideMasters/slideMaster1.xml" Id="Rb098cd42d0784b41" /><Relationship Type="http://schemas.openxmlformats.org/officeDocument/2006/relationships/notesMaster" Target="/ppt/notesMasters/notesMaster1.xml" Id="Rc3f5187c4d944b30" /><Relationship Type="http://schemas.openxmlformats.org/officeDocument/2006/relationships/presProps" Target="/ppt/presProps.xml" Id="R013c73fbc2da4d4f" /><Relationship Type="http://schemas.openxmlformats.org/officeDocument/2006/relationships/tableStyles" Target="/ppt/tableStyles.xml" Id="R6548f60a311d40a5" /><Relationship Type="http://schemas.openxmlformats.org/officeDocument/2006/relationships/slide" Target="/ppt/slides/slide1.xml" Id="Rbbce8f6c904d4ba1" /><Relationship Type="http://schemas.openxmlformats.org/officeDocument/2006/relationships/slide" Target="/ppt/slides/slide2.xml" Id="Ra8a24a06700f48ba" /><Relationship Type="http://schemas.openxmlformats.org/officeDocument/2006/relationships/slide" Target="/ppt/slides/slide3.xml" Id="R15d820429f714639" /><Relationship Type="http://schemas.openxmlformats.org/officeDocument/2006/relationships/slide" Target="/ppt/slides/slide4.xml" Id="R39b08c3b4fae4665" /><Relationship Type="http://schemas.openxmlformats.org/officeDocument/2006/relationships/slide" Target="/ppt/slides/slide5.xml" Id="R0412d609f9674588" /><Relationship Type="http://schemas.openxmlformats.org/officeDocument/2006/relationships/slide" Target="/ppt/slides/slide6.xml" Id="Re0ad5b5f303d476d" /><Relationship Type="http://schemas.openxmlformats.org/officeDocument/2006/relationships/slide" Target="/ppt/slides/slide7.xml" Id="R321b47b1c28d419c" /><Relationship Type="http://schemas.openxmlformats.org/officeDocument/2006/relationships/slide" Target="/ppt/slides/slide8.xml" Id="Re2436e56d8c74a56" /><Relationship Type="http://schemas.openxmlformats.org/officeDocument/2006/relationships/slide" Target="/ppt/slides/slide9.xml" Id="R65c28013fc9d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b16d1b4da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850a95c2d54ecb" /><Relationship Type="http://schemas.openxmlformats.org/officeDocument/2006/relationships/notesMaster" Target="/ppt/notesMasters/notesMaster1.xml" Id="R941b9a0320f349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dd40631d445e5" /><Relationship Type="http://schemas.openxmlformats.org/officeDocument/2006/relationships/notesMaster" Target="/ppt/notesMasters/notesMaster1.xml" Id="R140ca161e4cf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1cb84440947a6" /><Relationship Type="http://schemas.openxmlformats.org/officeDocument/2006/relationships/notesMaster" Target="/ppt/notesMasters/notesMaster1.xml" Id="R1395fbb23975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0aae7d1347448a" /><Relationship Type="http://schemas.openxmlformats.org/officeDocument/2006/relationships/notesMaster" Target="/ppt/notesMasters/notesMaster1.xml" Id="R9793972da743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3aba6690fe46f8" /><Relationship Type="http://schemas.openxmlformats.org/officeDocument/2006/relationships/notesMaster" Target="/ppt/notesMasters/notesMaster1.xml" Id="R7e5ecee2a459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1a53dfd794cf3" /><Relationship Type="http://schemas.openxmlformats.org/officeDocument/2006/relationships/notesMaster" Target="/ppt/notesMasters/notesMaster1.xml" Id="R1b5366fd4ce8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50464cc1174d26" /><Relationship Type="http://schemas.openxmlformats.org/officeDocument/2006/relationships/notesMaster" Target="/ppt/notesMasters/notesMaster1.xml" Id="R20b5e6cad09640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5c4a99d1a44ddf" /><Relationship Type="http://schemas.openxmlformats.org/officeDocument/2006/relationships/notesMaster" Target="/ppt/notesMasters/notesMaster1.xml" Id="R97192e4c559f46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a5323fb06d4d66" /><Relationship Type="http://schemas.openxmlformats.org/officeDocument/2006/relationships/notesMaster" Target="/ppt/notesMasters/notesMaster1.xml" Id="R28416a244e14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a4655a8aa43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b5fdc86b074123" /><Relationship Type="http://schemas.openxmlformats.org/officeDocument/2006/relationships/slideLayout" Target="/ppt/slideLayouts/slideLayout1.xml" Id="Rc62be02d6c6d48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2be02d6c6d48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7d0a935154783" /><Relationship Type="http://schemas.openxmlformats.org/officeDocument/2006/relationships/notesSlide" Target="/ppt/notesSlides/notesSlide1.xml" Id="R534b7b97fdff4d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66c81462443c" /><Relationship Type="http://schemas.openxmlformats.org/officeDocument/2006/relationships/notesSlide" Target="/ppt/notesSlides/notesSlide2.xml" Id="R25b55ef7215e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402dd5b1c4cbc" /><Relationship Type="http://schemas.openxmlformats.org/officeDocument/2006/relationships/notesSlide" Target="/ppt/notesSlides/notesSlide3.xml" Id="R7387ad3ff8ff4f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026d4395245d7" /><Relationship Type="http://schemas.openxmlformats.org/officeDocument/2006/relationships/notesSlide" Target="/ppt/notesSlides/notesSlide4.xml" Id="Re2c8cd6b24e14e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cbe2ba17c4420" /><Relationship Type="http://schemas.openxmlformats.org/officeDocument/2006/relationships/notesSlide" Target="/ppt/notesSlides/notesSlide5.xml" Id="R05e1aab956814c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1ae5719ce4bd9" /><Relationship Type="http://schemas.openxmlformats.org/officeDocument/2006/relationships/notesSlide" Target="/ppt/notesSlides/notesSlide6.xml" Id="R01c16591bacf4b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6dfc0d324d9d" /><Relationship Type="http://schemas.openxmlformats.org/officeDocument/2006/relationships/notesSlide" Target="/ppt/notesSlides/notesSlide7.xml" Id="Rdac5ad4355e349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d93aeedac40a7" /><Relationship Type="http://schemas.openxmlformats.org/officeDocument/2006/relationships/notesSlide" Target="/ppt/notesSlides/notesSlide8.xml" Id="R75d8af785e8d4f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6ac4ccd83494a" /><Relationship Type="http://schemas.openxmlformats.org/officeDocument/2006/relationships/notesSlide" Target="/ppt/notesSlides/notesSlide9.xml" Id="R831e3a79b41e45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CE0E4-A876-4CE3-AED8-CB7554BA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B01CC-0533-42C7-A9E7-6252B142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IPCC (4 Credits) template 2 2 Modules: Random numbers, the time module, the math module, creating your own modules,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683A1-F883-4394-9A55-0E7C1BC1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83171-C3E8-488F-B274-7F06A1F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F0924-D9FB-4919-BA04-DCA823CE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B4E59-EC4A-4FAB-AC13-2C3433D6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4056E-6B8F-4D42-965D-2188C9D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7696B-EC14-4C6C-8282-91D9B2C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D569C-9165-4DC9-AC3B-719BA4CD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9789F-7682-4D58-825D-21F062C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A0796-5730-4C70-8297-7BA98270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69802-AA94-48EE-ACAA-912DF9F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091B0-FA5D-43A3-B825-B5F5505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350F4-E20D-48DA-B7D8-1B2CDCF0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EBCF8-FD5B-4058-B656-4F0715B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983430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D1408-57C3-4D61-BFA7-5D108C6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25853-7CED-425B-A5D8-D2935DD0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C1F3A-BE2B-4763-B516-B4DA522C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8DB29-FC51-4D7A-A9F7-DB39E27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95A1B-71C6-4AC4-9B46-B2803B6A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1D933-383E-4188-8061-915F8B4F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BD6DE-17CD-4013-94B2-43066EEC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216CF-74A2-4319-980D-D7EB1AB0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9404F-07B7-4A84-8B99-FA0597DC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6A892-77D2-465B-8E51-3D19A54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E2A64-E045-4442-8B01-9D1A32E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05F8D-EB49-4796-837B-1F3A3BAA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E3F72-CE21-410D-BDBF-BD8D5B2D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IPCC (4 Credits) template Modules: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Random numbers, the time module, the math module, creating your own modules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Scope and lookup rules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Attributes and the dot Operator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Three import statement variants.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B7753-4EE9-41FB-B5BA-3F16E3B7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8B172-0340-45A2-8BC2-8573C8C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399344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A8579-08B0-419D-9313-C44D0C46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F4483-30ED-4372-A337-5CDC9A2D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05959-8F0C-40A8-AAA9-609F2906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DA5D8-45C1-43D5-890C-36937201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IPCC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0F4E4-8DD8-4332-94DD-57B462B2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Credits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0AB73-1A0C-4BC2-B677-E3F03FF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8767D-DC9C-4897-9FB9-A48ED2A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B34BF-B50D-4049-9586-68AA132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Random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BCA7D-1930-4B30-9B08-9D2A292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68506-83F5-4A9C-9913-CF4CE6D1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Mutable versus immutable and aliasing Object oriented programming: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Classes and Objects - The Basics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Adding methods to our class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Instances as arguments and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2613A-3A15-42AE-B0CC-EB349ABE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838C7-6C6D-4820-96FD-F07B801D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130823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DF6C5-8B7E-4459-A4BE-F329853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8413-3DE6-4E69-A407-61469626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32D12-0765-40AA-96E9-A24EA7E8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C96A4-55C3-4DAD-AE4D-CA4DB71D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IPCC (4 Credits) template Modules: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Random numbers, the time module, the math module, creating your own modules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Scope and lookup rules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Attributes and the dot Operator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Three import statement variants.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Mutable versus immutable and aliasing Object oriented programming: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7B975-81AC-410F-BBEA-A065F23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68D2D-D520-4336-B043-72F6595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6F76-DF41-4C6A-B917-377C49B2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F4246-B379-4716-8634-79DCA775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4C6DB-F493-4FB7-9BAE-C56773B8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00E17-535D-4055-B20E-0C2DBF6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D96EB-21D3-401A-9B66-5BB635E3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94D22-8D1E-43AB-8D2E-5355529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92C7-9518-4C8A-8B19-180873B2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040D1-4834-4300-BC43-DB204DD4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83B27-4869-4BA4-8CE8-EC77D1B5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68522-E0AB-4767-A562-C315A0FA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E3BCA-E7E0-4169-9D01-A7193F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B8E01-C6EC-4AE5-83D2-BC304D9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759104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21BF7-D635-4C6F-AA1C-301636DF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C2FCC-CBE2-4614-B050-5628EBF4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C4AE6-F6E4-48BE-BF85-98CC3DE1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C25E-A4C1-4421-B63F-85603D6F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86FF7-0EEB-4FC8-921D-121A47C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6E0B-E3BA-4066-B73F-A099674B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7CC59-A3D0-4FC2-A3D6-37413B7F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27FFD-AF4E-41A4-B778-B543824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9C0BF-3A72-4B32-846B-D592D9D6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354B9-4E0D-4CD6-8F43-CCD04DF5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AC7F9-653C-4379-815D-B70EECA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341A3-13CB-4F5F-A950-24B47D4E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293E5-8881-486D-865A-3BBE115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C4A4E-9074-493B-AF2B-5C7AA3C3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6F2DF-1F50-4F4A-9DC7-D04A31F8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66940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BAD36-C2D6-4DB2-BA68-1A68BA93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41537-C950-486F-BA59-47369ED1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DB1A5-A107-4E56-9DA9-524FCDE7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C17B1-3628-40EA-8A00-CDEE8AF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9B688-64B6-4E7E-A091-4ECEAEE2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IPCC (4 Credits) template Modules: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9A9F6-CBED-4FC5-9E42-A0AD1DD2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IPCC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9B7E0-9C63-4758-A527-43D36D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0A0B7-C40F-469A-84F7-66A2EC0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A8086-C1F3-4837-A743-1E553837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210412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47888-6332-42E5-989A-2CF7478C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3C20B-8BD2-471D-9DAC-CA90B4F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BA3EC-4373-44FA-92D4-890B1D5F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ABD7D-EBD1-46AE-BE2F-2827C33E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5A505-CA2D-4713-8D1A-E2F67586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Classes and Objects - The Basics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Adding methods to our class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Instances as arguments and parameters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Converting an instance to a string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7C34-AE9B-4C92-AB97-23112704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EAD38-59AB-4EA0-AC21-279C8553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56BC7-81BE-446D-B13B-69FFCD41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206F1-5522-4FF8-A76A-D0652E2F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68861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6A16B-47F9-410D-BDDB-992F325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F9A-0052-41BE-BC9C-A5F837A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24586-48F4-4B85-9879-018B90DF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6E842-615B-4F3E-9340-EF334DC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A197-124F-431F-A636-142AE19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D5983-21B1-4AC5-9961-1F6F404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51D28-F150-4E9E-8A52-E232730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IPCC (4 Credits) template Modules: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94DAC-CBDB-4115-81B5-D6B5FE9D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94065-871C-482A-B415-31E2BC0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60411-8620-4A96-8B5A-D46F99F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Random numbers, the time module, the math module, creating your own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6605B-6F87-4F61-9059-24E35FAA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5471D-BC29-4630-A23D-FDDCA6DC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25FB8-F50D-4441-B647-9459E18D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Scope and lookup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570E5-D4CE-4BA4-A346-3FFB2F8C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51D45-E492-4957-8CF6-16B3761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8FED8-9131-4DF9-886E-6BACEDC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Attributes and the dot Operator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ACCD0-91D2-476A-B7FC-8721BC19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63758-DAD3-4D03-A151-FB3D0059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95081-6931-4296-981A-775025F9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Three import statement variants.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54CC2-2B94-463E-96BE-06A956B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61751-D667-4D06-A2FE-FD9E779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E8581-B865-4329-9E8D-DB10F9B4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Mutable versus immutable and aliasing Object oriented programming: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0812C-9A1B-4DCF-8BE5-1A6FD525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BD6B8-F2A7-4EA6-B34A-ABE2015D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6E3DD-DBBD-41D6-813C-F4EB33CA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Classes and Objects - The Basics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E14AC-D17C-4A8D-9CE6-CEF2F48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956B6-4B68-48A0-88F4-F39DF11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9EA9D-6CCF-429E-8AC0-01DDB10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113B7-15B0-480A-B667-9D504D2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551350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73BA8-A98B-438F-96BB-609DC870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08BFB-A340-463B-82BF-50ECCB0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311A9-CAC5-446C-B5A3-86C7B252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B6455-D27A-4BCA-AFBC-4567525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IPCC, Credits, template, Modules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485A0-F999-4AAB-805F-9CB68E9E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BE4E0-BCC3-4259-9427-3C14548B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0D1F1-7ACE-4BA8-8A7E-4A421AD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739BE-DD9F-45CE-8615-1A53FEC0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200155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2026-08-24T06:38:54.6440000Z</dcterms:created>
  <dcterms:modified xsi:type="dcterms:W3CDTF">2026-08-24T06:38:54.6440000Z</dcterms:modified>
</coreProperties>
</file>