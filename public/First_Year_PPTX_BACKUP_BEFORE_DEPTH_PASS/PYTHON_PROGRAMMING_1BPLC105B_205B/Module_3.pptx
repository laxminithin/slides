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4ed83b06d8469e" /><Relationship Type="http://schemas.openxmlformats.org/officeDocument/2006/relationships/extended-properties" Target="/docProps/app.xml" Id="Rbef1846559bf4ed6" /><Relationship Type="http://schemas.openxmlformats.org/officeDocument/2006/relationships/officeDocument" Target="/ppt/presentation.xml" Id="R809df47fb2834f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e250af43b94b24"/>
  </p:sldMasterIdLst>
  <p:notesMasterIdLst>
    <p:notesMasterId xmlns:r="http://schemas.openxmlformats.org/officeDocument/2006/relationships" r:id="Ra8c4d0bc95e447f8"/>
  </p:notesMasterIdLst>
  <p:sldIdLst>
    <p:sldId xmlns:r="http://schemas.openxmlformats.org/officeDocument/2006/relationships" id="256" r:id="Redd1a2b90d674e16"/>
    <p:sldId xmlns:r="http://schemas.openxmlformats.org/officeDocument/2006/relationships" id="257" r:id="Rf636d538b5734367"/>
    <p:sldId xmlns:r="http://schemas.openxmlformats.org/officeDocument/2006/relationships" id="258" r:id="R3f083d7209ae428d"/>
    <p:sldId xmlns:r="http://schemas.openxmlformats.org/officeDocument/2006/relationships" id="259" r:id="R02bca0cb08384ff0"/>
    <p:sldId xmlns:r="http://schemas.openxmlformats.org/officeDocument/2006/relationships" id="260" r:id="Rbfd36442821145d2"/>
    <p:sldId xmlns:r="http://schemas.openxmlformats.org/officeDocument/2006/relationships" id="261" r:id="R031267f1385346e9"/>
    <p:sldId xmlns:r="http://schemas.openxmlformats.org/officeDocument/2006/relationships" id="262" r:id="Re5b415244941427c"/>
    <p:sldId xmlns:r="http://schemas.openxmlformats.org/officeDocument/2006/relationships" id="263" r:id="R1aac9d9b85a54f1d"/>
    <p:sldId xmlns:r="http://schemas.openxmlformats.org/officeDocument/2006/relationships" id="264" r:id="R2d2985c65f434f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1ea45433074d70" /><Relationship Type="http://schemas.openxmlformats.org/officeDocument/2006/relationships/slideMaster" Target="/ppt/slideMasters/slideMaster1.xml" Id="Raee250af43b94b24" /><Relationship Type="http://schemas.openxmlformats.org/officeDocument/2006/relationships/notesMaster" Target="/ppt/notesMasters/notesMaster1.xml" Id="Ra8c4d0bc95e447f8" /><Relationship Type="http://schemas.openxmlformats.org/officeDocument/2006/relationships/presProps" Target="/ppt/presProps.xml" Id="R72d2d6a1c48a4a41" /><Relationship Type="http://schemas.openxmlformats.org/officeDocument/2006/relationships/tableStyles" Target="/ppt/tableStyles.xml" Id="R7d9ac14ac6b14d2c" /><Relationship Type="http://schemas.openxmlformats.org/officeDocument/2006/relationships/slide" Target="/ppt/slides/slide1.xml" Id="Redd1a2b90d674e16" /><Relationship Type="http://schemas.openxmlformats.org/officeDocument/2006/relationships/slide" Target="/ppt/slides/slide2.xml" Id="Rf636d538b5734367" /><Relationship Type="http://schemas.openxmlformats.org/officeDocument/2006/relationships/slide" Target="/ppt/slides/slide3.xml" Id="R3f083d7209ae428d" /><Relationship Type="http://schemas.openxmlformats.org/officeDocument/2006/relationships/slide" Target="/ppt/slides/slide4.xml" Id="R02bca0cb08384ff0" /><Relationship Type="http://schemas.openxmlformats.org/officeDocument/2006/relationships/slide" Target="/ppt/slides/slide5.xml" Id="Rbfd36442821145d2" /><Relationship Type="http://schemas.openxmlformats.org/officeDocument/2006/relationships/slide" Target="/ppt/slides/slide6.xml" Id="R031267f1385346e9" /><Relationship Type="http://schemas.openxmlformats.org/officeDocument/2006/relationships/slide" Target="/ppt/slides/slide7.xml" Id="Re5b415244941427c" /><Relationship Type="http://schemas.openxmlformats.org/officeDocument/2006/relationships/slide" Target="/ppt/slides/slide8.xml" Id="R1aac9d9b85a54f1d" /><Relationship Type="http://schemas.openxmlformats.org/officeDocument/2006/relationships/slide" Target="/ppt/slides/slide9.xml" Id="R2d2985c65f434f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f90d6aa48c4b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3cedafcb954ac0" /><Relationship Type="http://schemas.openxmlformats.org/officeDocument/2006/relationships/notesMaster" Target="/ppt/notesMasters/notesMaster1.xml" Id="Rc99622d70cab4e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ab0b6b97934355" /><Relationship Type="http://schemas.openxmlformats.org/officeDocument/2006/relationships/notesMaster" Target="/ppt/notesMasters/notesMaster1.xml" Id="R192e5a37d18549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c75ec4ad1841a6" /><Relationship Type="http://schemas.openxmlformats.org/officeDocument/2006/relationships/notesMaster" Target="/ppt/notesMasters/notesMaster1.xml" Id="R020aa20577874b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4a17bd5ba24b6a" /><Relationship Type="http://schemas.openxmlformats.org/officeDocument/2006/relationships/notesMaster" Target="/ppt/notesMasters/notesMaster1.xml" Id="R46317976dc0245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7e41551caa45aa" /><Relationship Type="http://schemas.openxmlformats.org/officeDocument/2006/relationships/notesMaster" Target="/ppt/notesMasters/notesMaster1.xml" Id="R103c614c679d44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4a2b49b5914932" /><Relationship Type="http://schemas.openxmlformats.org/officeDocument/2006/relationships/notesMaster" Target="/ppt/notesMasters/notesMaster1.xml" Id="R4bd204a32ec44d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ff37fff51a84d74" /><Relationship Type="http://schemas.openxmlformats.org/officeDocument/2006/relationships/notesMaster" Target="/ppt/notesMasters/notesMaster1.xml" Id="R9ca7140403894a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80b8d7a41e4266" /><Relationship Type="http://schemas.openxmlformats.org/officeDocument/2006/relationships/notesMaster" Target="/ppt/notesMasters/notesMaster1.xml" Id="Rf05b023b5a8a4d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12a48fb7944198" /><Relationship Type="http://schemas.openxmlformats.org/officeDocument/2006/relationships/notesMaster" Target="/ppt/notesMasters/notesMaster1.xml" Id="R08ac579b036c46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dc6764b6e349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03c2562d6a474f" /><Relationship Type="http://schemas.openxmlformats.org/officeDocument/2006/relationships/slideLayout" Target="/ppt/slideLayouts/slideLayout1.xml" Id="R5b309a219fc348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309a219fc348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db9a782254039" /><Relationship Type="http://schemas.openxmlformats.org/officeDocument/2006/relationships/notesSlide" Target="/ppt/notesSlides/notesSlide1.xml" Id="Rdef373e6bda440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9c01675244626" /><Relationship Type="http://schemas.openxmlformats.org/officeDocument/2006/relationships/notesSlide" Target="/ppt/notesSlides/notesSlide2.xml" Id="R01ff40d8ae3248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1cc8b6fc84e7d" /><Relationship Type="http://schemas.openxmlformats.org/officeDocument/2006/relationships/notesSlide" Target="/ppt/notesSlides/notesSlide3.xml" Id="Rb01c7a0dc8e647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8737347104549" /><Relationship Type="http://schemas.openxmlformats.org/officeDocument/2006/relationships/notesSlide" Target="/ppt/notesSlides/notesSlide4.xml" Id="R7f1b090888a54f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30d4d5c284c34" /><Relationship Type="http://schemas.openxmlformats.org/officeDocument/2006/relationships/notesSlide" Target="/ppt/notesSlides/notesSlide5.xml" Id="R4ed96620b5df4e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b36bd4f6e4128" /><Relationship Type="http://schemas.openxmlformats.org/officeDocument/2006/relationships/notesSlide" Target="/ppt/notesSlides/notesSlide6.xml" Id="R3635718e8c1344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9d0ef95244503" /><Relationship Type="http://schemas.openxmlformats.org/officeDocument/2006/relationships/notesSlide" Target="/ppt/notesSlides/notesSlide7.xml" Id="Rc629cc5dd9044d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a9c1837ef44d2" /><Relationship Type="http://schemas.openxmlformats.org/officeDocument/2006/relationships/notesSlide" Target="/ppt/notesSlides/notesSlide8.xml" Id="R160572f67d9e48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a6fb60b6748f4" /><Relationship Type="http://schemas.openxmlformats.org/officeDocument/2006/relationships/notesSlide" Target="/ppt/notesSlides/notesSlide9.xml" Id="Ra1eb0e956cf240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B15F7-170A-46E6-8F98-E8FD4D72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7096D-68CD-4F50-8977-1A3A053F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Dictionaries: Dictionary operations, dictionary methods, aliasing and copying. Numpy: About, Shape, Slicing, masking, Br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10FD28-B750-4AAF-BCC4-B41FC1D4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PYTHON PROGRAMMING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1BPLC105B/205B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0757F-6329-4FDC-B90D-28F2EF46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A5A58-79E6-49B9-87A4-F20A71F50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F9607-803E-4A03-B4DA-6132BC80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11674-3F67-4CDB-9FD8-41D74D40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7D40D-F53E-4FA5-9ABD-C1568B99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C293AC-4FB7-4A25-8E4C-9A2911614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2EDB8-43D4-4B34-952C-44A84F24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0F0336-8496-4477-8648-86AD5095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5D95E-1B93-452A-BA06-570AF867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C9D2C-86A3-4926-A86C-2C1631C3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29D8D-4979-40AA-80DF-5B231804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9BA0F-A299-42FA-A8DA-4C0C1149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1/9</a:t>
            </a:r>
          </a:p>
        </p:txBody>
      </p:sp>
    </p:spTree>
    <p:extLst>
      <p:ext uri="{BB962C8B-B14F-4D97-AF65-F5344CB8AC3E}">
        <p14:creationId xmlns:p14="http://schemas.microsoft.com/office/powerpoint/2010/main" val="12994358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4D7972-A23D-46AC-856D-71AE3FF2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B21415-62DC-4E06-95DA-285F4BDE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07A6C-D40E-4AEA-9670-AB6AA180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9D8C03-DAF4-45E4-9167-9AC93975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93157-3072-41F9-A325-0B00F712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64E08-AA8C-4855-B3DF-406DFD08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87DAC-D06C-47BC-B8FD-50627C32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A8F87-3965-4FCA-9A57-446B3B62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Pseudocode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F965C-3609-4BA0-BF21-C9C3870A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19F0F2-D4F3-457B-8742-DAC4B98A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C3E26-4BD4-4EF7-B4BA-E3627D76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9B5D97-C317-4509-8B85-7BEF0E2E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90BA08-15B7-463B-A69F-5EE01C70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Dictionaries: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Dictionary operations, dictionary methods, aliasing and copying.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Slicing, masking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Broadcasting, dtype 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About files, writing our first file, reading a file line -at-a-time, turning a file into a list of lines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FAA1E-8655-4951-B539-21CBED1C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D43D7F-2C7F-4D6D-B61F-0DD2DD44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2/9</a:t>
            </a:r>
          </a:p>
        </p:txBody>
      </p:sp>
    </p:spTree>
    <p:extLst>
      <p:ext uri="{BB962C8B-B14F-4D97-AF65-F5344CB8AC3E}">
        <p14:creationId xmlns:p14="http://schemas.microsoft.com/office/powerpoint/2010/main" val="5887075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125D53-5BFF-43C6-BF4E-BA7DBD0E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C8D5C-AC7F-4A0D-8440-31639D43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0E6D1D-E8DD-4CD0-9109-824AE176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22F40-E159-449B-8C5C-87E6E3DD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Dictionaries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F27D9-EE4C-4D3B-9D3B-F5BEB296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Dictionary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FAD82-E4C2-44D4-8A6E-5DDB4221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operations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C738C-4CA3-4DA8-92EE-BA205313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methods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E0AD5-AF1A-4A0A-AD4F-48BADDFC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aliasing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78393-A519-4FFE-9A5A-9070A4EA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copying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5D9CD-3305-41A5-BE99-97E5AD1B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Reading the whole file at once, working with binary files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Directories, fetching something from the Web.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5.4, 6.1-6.5, 7.1-7.8 Number of Hours:8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EAEF9-1DFC-4B0C-B659-450F5386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11E79-C401-4DED-AA58-CF6A30C1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3/9</a:t>
            </a:r>
          </a:p>
        </p:txBody>
      </p:sp>
    </p:spTree>
    <p:extLst>
      <p:ext uri="{BB962C8B-B14F-4D97-AF65-F5344CB8AC3E}">
        <p14:creationId xmlns:p14="http://schemas.microsoft.com/office/powerpoint/2010/main" val="2897049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ED2B79-9678-4898-B6AC-DF707D56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314F5-CB9E-44FE-BD99-2F772F40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D4D00-AFA2-4078-8419-554926EA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42B9E-B543-4F0F-B40F-6D1270ED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Dictionaries: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Dictionary operations, dictionary methods, aliasing and copying.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Slicing, masking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Broadcasting, dtype 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About files, writing our first file, reading a file line -at-a-time, turning a file into a list of lines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Reading the whole file at once, working with binary files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DF843-AD57-4F7A-957A-447DD812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56DEE-5506-4777-BA5D-28F877F0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B1C073-2524-4FD7-B1C7-86BE2DB1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F4FBB-DC17-44C9-94BE-2284590F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8806B-2ED9-4D73-A2AB-84A40C96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CF6456-FDA5-4CEC-BE25-B573A7CE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8DB717-DCCD-4A72-A305-1D2114787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4E842-2760-4320-894E-FB8FE63CD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07CA8F-485B-44CF-8109-A2FDA016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6AEDBB-6997-4B85-A230-8D4B84DD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46C92-A9FB-460C-AB05-70130B05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1F3BF-5FC0-4B0E-89C2-DF90898D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2098FE-B28D-438A-BCE9-4543AEA5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96DEFE-986C-4A7C-BD52-E07CA130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4/9</a:t>
            </a:r>
          </a:p>
        </p:txBody>
      </p:sp>
    </p:spTree>
    <p:extLst>
      <p:ext uri="{BB962C8B-B14F-4D97-AF65-F5344CB8AC3E}">
        <p14:creationId xmlns:p14="http://schemas.microsoft.com/office/powerpoint/2010/main" val="5724068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C6D6F-BF6F-465F-BEC5-047B58B5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C0DDF-7F16-41E1-B8E5-B9B5AEA0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Algorithm and dry-run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96D38F-A30B-4A7F-9F4F-3DE287162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72680-561B-4553-8333-E03E38BB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09834-B9E1-49D7-A38B-F292A110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94162-F212-4AE7-A663-5CE82D9A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575F6-966C-4FE6-9C3E-3CACD6B3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4F873C-6A38-4DF8-9BD9-90B33873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Loop/decision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CCA1B-AB3E-4B47-8171-F8631A26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9549D-0096-4CF4-9592-0ECB5BE2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State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5511AA-D0B5-4CBF-B8DF-AED0AE3B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8BF7A-2023-45CD-9CC2-3BB035760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E16D8-63EE-4233-AB64-87C89274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A7F62-7553-45F0-B5B7-C7973EAB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F46865-494D-41A6-BC47-7BB5D00F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5/9</a:t>
            </a:r>
          </a:p>
        </p:txBody>
      </p:sp>
    </p:spTree>
    <p:extLst>
      <p:ext uri="{BB962C8B-B14F-4D97-AF65-F5344CB8AC3E}">
        <p14:creationId xmlns:p14="http://schemas.microsoft.com/office/powerpoint/2010/main" val="7394560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1E2C5-8507-4BDD-A355-6FD770F7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ADFFC-E9F8-49E1-A478-4989C0D2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D7087-8686-41F2-ACC0-651D9FFCB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26409-E5E5-4D7F-93D5-893EE543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C9CDB-6654-4C24-B2E5-27FFCDFE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Dictionaries: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D70B8-B41A-47FA-A5A6-359F77C6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Dictionaries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CD333-3FA6-4EBB-A576-4567D957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410D08-65BB-42B3-A3EF-3E523792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73397-CA6E-46B6-ABA9-7F98A0CA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6/9</a:t>
            </a:r>
          </a:p>
        </p:txBody>
      </p:sp>
    </p:spTree>
    <p:extLst>
      <p:ext uri="{BB962C8B-B14F-4D97-AF65-F5344CB8AC3E}">
        <p14:creationId xmlns:p14="http://schemas.microsoft.com/office/powerpoint/2010/main" val="17856467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14E298-C10E-4B70-B86E-4C9CA4EE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0063C-C929-46D2-8903-637B965E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3B1A5-9741-4ADA-965F-41D3F836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0BE7D-FF98-4F6E-9D2D-B3E42EF4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EEBEB-E0E5-4EC4-9F0E-8F53ED12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Directories, fetching something from the Web.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5.4, 6.1-6.5, 7.1-7.8 Number of Hours:8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C97EB-E204-4436-B20E-9151B7DC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E9B0C7-E2F5-43C0-BFE2-4C7E46A7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CFD15-1BBC-48CA-9955-6BC232D8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33198D-4514-45FC-8318-5400E666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7/9</a:t>
            </a:r>
          </a:p>
        </p:txBody>
      </p:sp>
    </p:spTree>
    <p:extLst>
      <p:ext uri="{BB962C8B-B14F-4D97-AF65-F5344CB8AC3E}">
        <p14:creationId xmlns:p14="http://schemas.microsoft.com/office/powerpoint/2010/main" val="12241016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8271D9-2F91-422F-BEC5-16663BF5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7E1FC-A6E7-415C-887D-9C06F863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E7E742-8AD4-4624-BE12-58DC57CD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2367E1-3E22-4042-B349-C2EF04A8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32793-ECF3-4C61-928C-EF019351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41FE29-1CC2-46F0-9ADC-F5F93CC6A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EA1A4-F7F6-4601-A859-5A68CA6B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Dictionaries: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B227D5-CB23-45BF-B05C-3A3BDFF0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57D35-DE63-48E3-8A96-D5F8E320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68689C-837E-4592-87C6-7972DEC0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Dictionary operations, dictionary methods, aliasing and copying.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3957E-AC82-4F8F-AC7B-D0927378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B4519-C8E6-478D-A6F5-A6C5F26B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CBE1D-D783-444D-A6ED-A6E9CD36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Slicing, masking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2AFC9C-6EA3-4610-B8FB-44517895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415F30-89A8-45C4-B03E-F4435AB6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7D698A-61DB-4F49-9B93-12F3E130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Broadcasting, dtype 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46DA25-8F87-4E9C-B00F-1077EA99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2AF6E5-2F95-4196-A33E-E84214231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9D9664-F687-459B-9E16-A8BC252F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About files, writing our first file, reading a file line -at-a-time, turning a file into a list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4A6DD0-AA3B-422A-90EB-542D441B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0525C7-FE38-404F-917E-329DAAA1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7691C6-3674-4B05-A957-6D4D9E22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Reading the whole file at once, working with binary files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FBEFE2-9DA8-4357-9C3D-E6560D6E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835E4E-4276-463C-ABE3-40BE6A84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82BA08-84B3-44FF-AD35-6A08F18B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Directories, fetching something from the Web.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14506A-F468-48A2-A47A-7931C334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343178-CCBD-40D7-A853-C0429633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2BA085-2543-40BF-A207-F8E52198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707212-E43B-4BF5-A0A8-3D09D3EB3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8/9</a:t>
            </a:r>
          </a:p>
        </p:txBody>
      </p:sp>
    </p:spTree>
    <p:extLst>
      <p:ext uri="{BB962C8B-B14F-4D97-AF65-F5344CB8AC3E}">
        <p14:creationId xmlns:p14="http://schemas.microsoft.com/office/powerpoint/2010/main" val="17454562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DAD13-7F99-48C8-A69F-F4AAB684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1BPLC105B/205B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258B2-AADE-49A5-9B16-A68DB339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C01FD-2B8D-4633-8929-52879815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6CBEC-17B5-4CBC-B848-7467D8AB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Dictionaries, Dictionary, operations, methods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algorithms: show pseudocode and dry-run table before code.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AFF026-F895-4CFB-A5F0-519D4D46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CEA16-21D0-449D-BB0D-8B20ED44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40E97-21BD-4A2B-8955-F5A58C96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PYTHON PROGRAMMING | 1BPLC105B/205B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6B92A-697F-4A57-804B-0CD8F47D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3 | 9/9</a:t>
            </a:r>
          </a:p>
        </p:txBody>
      </p:sp>
    </p:spTree>
    <p:extLst>
      <p:ext uri="{BB962C8B-B14F-4D97-AF65-F5344CB8AC3E}">
        <p14:creationId xmlns:p14="http://schemas.microsoft.com/office/powerpoint/2010/main" val="12800132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2026-08-24T06:38:54.5860000Z</dcterms:created>
  <dcterms:modified xsi:type="dcterms:W3CDTF">2026-08-24T06:38:54.5860000Z</dcterms:modified>
</coreProperties>
</file>