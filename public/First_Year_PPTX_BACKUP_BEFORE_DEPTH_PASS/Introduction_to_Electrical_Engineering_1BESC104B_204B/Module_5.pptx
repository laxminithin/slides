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e72e3ca824481" /><Relationship Type="http://schemas.openxmlformats.org/officeDocument/2006/relationships/extended-properties" Target="/docProps/app.xml" Id="Rfe67f3ccc5334303" /><Relationship Type="http://schemas.openxmlformats.org/officeDocument/2006/relationships/officeDocument" Target="/ppt/presentation.xml" Id="Rd084ad65e7e44a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995718370f423e"/>
  </p:sldMasterIdLst>
  <p:notesMasterIdLst>
    <p:notesMasterId xmlns:r="http://schemas.openxmlformats.org/officeDocument/2006/relationships" r:id="R64e17796e7bf4acc"/>
  </p:notesMasterIdLst>
  <p:sldIdLst>
    <p:sldId xmlns:r="http://schemas.openxmlformats.org/officeDocument/2006/relationships" id="256" r:id="Re9e2061a4fe54d58"/>
    <p:sldId xmlns:r="http://schemas.openxmlformats.org/officeDocument/2006/relationships" id="257" r:id="Rbbf6a0e1ae924680"/>
    <p:sldId xmlns:r="http://schemas.openxmlformats.org/officeDocument/2006/relationships" id="258" r:id="Rd81bd8e516414385"/>
    <p:sldId xmlns:r="http://schemas.openxmlformats.org/officeDocument/2006/relationships" id="259" r:id="Rc380d0a8c2f148da"/>
    <p:sldId xmlns:r="http://schemas.openxmlformats.org/officeDocument/2006/relationships" id="260" r:id="R28e0d116e15d4e82"/>
    <p:sldId xmlns:r="http://schemas.openxmlformats.org/officeDocument/2006/relationships" id="261" r:id="Ra008ae6c903f4763"/>
    <p:sldId xmlns:r="http://schemas.openxmlformats.org/officeDocument/2006/relationships" id="262" r:id="R650adb7b150f4d1b"/>
    <p:sldId xmlns:r="http://schemas.openxmlformats.org/officeDocument/2006/relationships" id="263" r:id="Raa1a2a1528a5474b"/>
    <p:sldId xmlns:r="http://schemas.openxmlformats.org/officeDocument/2006/relationships" id="264" r:id="R2547c2af353942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bea747ae04ed8" /><Relationship Type="http://schemas.openxmlformats.org/officeDocument/2006/relationships/slideMaster" Target="/ppt/slideMasters/slideMaster1.xml" Id="R60995718370f423e" /><Relationship Type="http://schemas.openxmlformats.org/officeDocument/2006/relationships/notesMaster" Target="/ppt/notesMasters/notesMaster1.xml" Id="R64e17796e7bf4acc" /><Relationship Type="http://schemas.openxmlformats.org/officeDocument/2006/relationships/presProps" Target="/ppt/presProps.xml" Id="Rf23c85bbb58f4b54" /><Relationship Type="http://schemas.openxmlformats.org/officeDocument/2006/relationships/tableStyles" Target="/ppt/tableStyles.xml" Id="R5ca97ef50f3b416c" /><Relationship Type="http://schemas.openxmlformats.org/officeDocument/2006/relationships/slide" Target="/ppt/slides/slide1.xml" Id="Re9e2061a4fe54d58" /><Relationship Type="http://schemas.openxmlformats.org/officeDocument/2006/relationships/slide" Target="/ppt/slides/slide2.xml" Id="Rbbf6a0e1ae924680" /><Relationship Type="http://schemas.openxmlformats.org/officeDocument/2006/relationships/slide" Target="/ppt/slides/slide3.xml" Id="Rd81bd8e516414385" /><Relationship Type="http://schemas.openxmlformats.org/officeDocument/2006/relationships/slide" Target="/ppt/slides/slide4.xml" Id="Rc380d0a8c2f148da" /><Relationship Type="http://schemas.openxmlformats.org/officeDocument/2006/relationships/slide" Target="/ppt/slides/slide5.xml" Id="R28e0d116e15d4e82" /><Relationship Type="http://schemas.openxmlformats.org/officeDocument/2006/relationships/slide" Target="/ppt/slides/slide6.xml" Id="Ra008ae6c903f4763" /><Relationship Type="http://schemas.openxmlformats.org/officeDocument/2006/relationships/slide" Target="/ppt/slides/slide7.xml" Id="R650adb7b150f4d1b" /><Relationship Type="http://schemas.openxmlformats.org/officeDocument/2006/relationships/slide" Target="/ppt/slides/slide8.xml" Id="Raa1a2a1528a5474b" /><Relationship Type="http://schemas.openxmlformats.org/officeDocument/2006/relationships/slide" Target="/ppt/slides/slide9.xml" Id="R2547c2af3539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7693ec5a64d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77bd100a94906" /><Relationship Type="http://schemas.openxmlformats.org/officeDocument/2006/relationships/notesMaster" Target="/ppt/notesMasters/notesMaster1.xml" Id="R22c9195bf86f48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282f1357024dac" /><Relationship Type="http://schemas.openxmlformats.org/officeDocument/2006/relationships/notesMaster" Target="/ppt/notesMasters/notesMaster1.xml" Id="R1137c728945b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e9882afe84d39" /><Relationship Type="http://schemas.openxmlformats.org/officeDocument/2006/relationships/notesMaster" Target="/ppt/notesMasters/notesMaster1.xml" Id="R89f94f5002f14c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8cc7e10d794a62" /><Relationship Type="http://schemas.openxmlformats.org/officeDocument/2006/relationships/notesMaster" Target="/ppt/notesMasters/notesMaster1.xml" Id="Rd0a366d8f32f4d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704995e327418f" /><Relationship Type="http://schemas.openxmlformats.org/officeDocument/2006/relationships/notesMaster" Target="/ppt/notesMasters/notesMaster1.xml" Id="Ree029f517ad64e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f5210976ad47cb" /><Relationship Type="http://schemas.openxmlformats.org/officeDocument/2006/relationships/notesMaster" Target="/ppt/notesMasters/notesMaster1.xml" Id="Rbfba0b7d16ca41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6176f4fcbe4c79" /><Relationship Type="http://schemas.openxmlformats.org/officeDocument/2006/relationships/notesMaster" Target="/ppt/notesMasters/notesMaster1.xml" Id="R32341e65876740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f7dd0e34db4dc1" /><Relationship Type="http://schemas.openxmlformats.org/officeDocument/2006/relationships/notesMaster" Target="/ppt/notesMasters/notesMaster1.xml" Id="Reae5050a626d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29e9d5e86348f4" /><Relationship Type="http://schemas.openxmlformats.org/officeDocument/2006/relationships/notesMaster" Target="/ppt/notesMasters/notesMaster1.xml" Id="R30e578aacfdd40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2ab3d04d84f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2329d51d464048" /><Relationship Type="http://schemas.openxmlformats.org/officeDocument/2006/relationships/slideLayout" Target="/ppt/slideLayouts/slideLayout1.xml" Id="R25034e07abce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34e07abce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ca4c706df41b0" /><Relationship Type="http://schemas.openxmlformats.org/officeDocument/2006/relationships/notesSlide" Target="/ppt/notesSlides/notesSlide1.xml" Id="R021a62fd90af49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0dcb39c9c450e" /><Relationship Type="http://schemas.openxmlformats.org/officeDocument/2006/relationships/notesSlide" Target="/ppt/notesSlides/notesSlide2.xml" Id="R0096c3f7c26c4d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db89229314b3c" /><Relationship Type="http://schemas.openxmlformats.org/officeDocument/2006/relationships/notesSlide" Target="/ppt/notesSlides/notesSlide3.xml" Id="R48f9305b019340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18ab4d7244c79" /><Relationship Type="http://schemas.openxmlformats.org/officeDocument/2006/relationships/notesSlide" Target="/ppt/notesSlides/notesSlide4.xml" Id="Rf6a25d9eeef645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e21639fd343c7" /><Relationship Type="http://schemas.openxmlformats.org/officeDocument/2006/relationships/notesSlide" Target="/ppt/notesSlides/notesSlide5.xml" Id="Rc97da700c5ec48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9ec904ee24ef6" /><Relationship Type="http://schemas.openxmlformats.org/officeDocument/2006/relationships/notesSlide" Target="/ppt/notesSlides/notesSlide6.xml" Id="R837b8b32ae0d46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c0d3cb8da41e7" /><Relationship Type="http://schemas.openxmlformats.org/officeDocument/2006/relationships/notesSlide" Target="/ppt/notesSlides/notesSlide7.xml" Id="R789dbb20fc874b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4e9ae125d45e3" /><Relationship Type="http://schemas.openxmlformats.org/officeDocument/2006/relationships/notesSlide" Target="/ppt/notesSlides/notesSlide8.xml" Id="R1b9081ae3edf48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4187d17df4bf3" /><Relationship Type="http://schemas.openxmlformats.org/officeDocument/2006/relationships/notesSlide" Target="/ppt/notesSlides/notesSlide9.xml" Id="R482e3282e5ff41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7CD63-7B2A-4AC1-8FF7-C6525F31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9D909-9FBB-430B-B3A4-3962671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Domestic Wiring: Two-way and three-way control of loads. Electricity Bill: Definition of "unit" used for consumption of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10D0A-9562-4863-80F9-CB0271A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B3C42-D495-4A60-9BE3-D7AE446C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7943E-8399-4E80-BF97-BE0EDDC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A3121-547B-4568-84B9-C05AD57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62345-0115-46F0-A3F3-0C7756FC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F5C35-2298-45C1-829A-B7FF8882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B533-00A5-4236-A7A9-847D97A8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3B9FE-E069-4E28-A37E-D7CFDAB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C8033-46D6-41D7-9423-E1F5A126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59291-8307-46C8-9813-0830D89F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9023E-E1CA-44D8-BFF4-BD0AC04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8AAE4-4EF6-4AE4-AFE6-1C33FF1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8ADFF-A039-4CE4-BFC0-A6899E8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928644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671F2-262C-4DE2-80A7-AFEA3A6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9304-2944-41B2-B1FF-F3C4C904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BEF4-2D77-4572-94D7-4E96110A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564B4-0E38-409C-9785-14085057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D72AB-9782-41E1-8026-AF71813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45A82-42F0-4DFA-A02F-1ACA076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3D9AF-E483-4864-B7A4-5DD65703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DA002-7D3A-448F-9C6C-5A3AB1C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89D4D-BC9F-4842-B765-15869EB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3A2A9-AA3D-41A4-AF62-133AC8B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CDA57-56ED-4F52-AC43-2FC6B86F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E5D97-EE4C-4C97-B988-CBB17CD3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AA4E6-715B-493E-8D86-B876D6E4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Domestic Wiring: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Two-way and three-way control of loads.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Electricity Bill: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of "unit" used for consumption of electrical energy, power rating of common household appliances.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Two-part electricity tariff.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C48EB-B217-4A2C-9ADF-AF2CA8F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D33A6-5FED-4987-979C-16342C5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205098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98C82-6FB1-44F9-8FFF-5DA2226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28B79-4AB1-45AE-9B53-C75F2297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3711A-1F92-487C-93AB-679A2606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816AA-3B23-4A7E-BB67-4F82A35B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Domestic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D88F4-1FFF-47AC-8214-AB76529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Wiring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3C9C9-3594-4271-BA13-75DEB89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Two-way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3EC90-BCD6-4E13-BAAD-4693D403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three-way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F9402-64D2-434D-BBC2-D25A5225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A59C4-0A84-47AC-B0CC-3D33B4B8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F0BD8-B56C-4F9C-BF3A-AFE226AC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Equipment Safety measures: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principle of fuse and miniature circuit breaker (MCB), merits and demerits.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Personal safety measures: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Electric shock, safety precautions to avoid shock.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96FC6-E541-488C-9BA0-60362FEE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07C52-C17B-40FF-B1C0-8988454B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415630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EEBC5-894F-4B59-B31A-5DF4791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15696-DD85-4086-9814-17BF2B4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9295E-3FBE-434A-B6E5-211D6F19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078D2-2874-4D4F-8FC1-2518699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Domestic Wiring: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Two-way and three-way control of loads.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Electricity Bill: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of "unit" used for consumption of electrical energy, power rating of common household appliances.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Two-part electricity tariff.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Equipment Safety measures: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36AB0-C4D7-41A5-A1D7-11B3DF1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005C4-9FE9-40D5-A37E-316328B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80CAF-A71D-4107-90A4-5A34E28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8D74F-5826-407F-9B57-7D0398A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A2C8D-2654-403A-91BD-6030988F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321C1-9894-4238-A9EC-AFAC85A9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E62B0-6BBE-4DB3-9660-F65CD63B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D6866-2044-423E-AC99-85360D84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75B9F-8269-4232-9A55-A6B43120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35FDF-2E86-467C-8D6D-3BE431A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93E32-41BF-43F3-B143-F6EE6660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E40BD-40D3-4D5B-A989-5EEF8E2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2CBE3-B1D5-4A4E-871A-4B4A1E8D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58D01-E4CA-4AE5-A4BC-4FBEB98E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394274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30B71-A1FA-4C68-90DB-9C640AB7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1B4DD-0A9C-4DE8-B9E6-C13682F3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8D6DD-82EA-4E9E-98F2-8F27B8CF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CA400-2400-4CF9-B026-6D7594C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F36FD-48A4-44FA-ABD7-09744044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30601-F6B6-4DFC-86A1-2C65C634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EB59F-CB99-409C-8386-AAFF0C26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05969-4F53-4E23-8D88-EBD89CB4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55568-5A33-48F1-9FBF-C1BFA3A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3D7CB-F4C1-433F-BDBE-C44BD695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07FAA-8DC8-4221-B301-3FC0F0F1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BC7D1-108D-4F3C-B6E4-517F466F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1BACC-BBF2-40D1-BCA1-537B5FCD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F047C-9AE8-435D-832A-6A5C77B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4CEBA-20D9-482D-BD0A-B145300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491278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13D34-3C4E-4FCF-B521-D19852A1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87FDF-BDAA-4FFD-B4AD-F71248B6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DFDC1-8277-48D0-BA01-7BB20D1F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0EDF1-1FFF-4C76-A9FD-131B8BBD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E3B45-ACB8-48CC-B4CB-11F50E3F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Domestic Wiring: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D74D3-2F97-4236-BB62-66EF6DE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Domestic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AAA3C-D3DE-41A3-8F4C-60A1B1AA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72603-1A9F-459D-A776-9169613C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334B3-FF00-4C7E-8265-AFEAF03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441133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189C9-96E7-4FC2-A83A-D567D197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6B622-B920-44C1-858D-7ECA38C0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BF926-A2A5-433F-9E20-C462108A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1670E-A9DA-4A06-BD2E-8773DC30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1AAC2-0A8C-4833-B500-60DE201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principle of fuse and miniature circuit breaker (MCB), merits and demerits.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Personal safety measures: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Electric shock, safety precautions to avoid shock.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Earthing and types: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9D04C-A8DD-4F15-A15C-CFFEB64A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EBD2B-397D-4918-AE41-48946188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C3A06-5042-4EBB-B620-5AF2F05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58DA8-A4FE-4BDE-A7DD-B02B849A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398214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61C1BE-F665-4504-B4BF-E63974EE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07B8A-DF8A-4069-A26A-5F586D25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EE753-3A32-45C1-938E-BFC546A8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3534A-2236-4F2F-B841-BB3BBB3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09C0-109C-4304-A1A1-B8D3DF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33528-4171-418E-BCDA-21362326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4C76C-D541-4284-BDDA-FD8C707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Domestic Wiring: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4E265-90EC-4201-8CE2-BE2EAF92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71DE5-1BF8-412E-A651-FBB51A0D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FBE7A-8FF4-4C97-9953-9B149CC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Two-way and three-way control of loads.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16381-679E-4D77-8927-E11A10EF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761F0-A0B4-4B80-AFA8-15C52C9D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9FA60-E4D7-4D98-8DDB-B21B524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Electricity Bill: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40042-D9A3-4D61-BA0E-160D003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4B5CE-D896-4ED1-B851-ED4527ED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BB997-46BF-4DAB-9BFD-AFA5A82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of "unit" used for consumption of electrical energy, power rating of common househol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BD982-F2F5-4603-BD84-6E76644F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047DB-1C70-425D-A72D-5F1367E1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D79D2-E451-4B87-81B7-8C40EE9C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Two-part electricity tariff.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E81DD-DC91-4946-8B9C-235CA73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B3CFD-778B-465B-A407-1274002E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94B10-96E8-465A-9884-A0AC337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Equipment Safety measures: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08418-6E1E-4200-875E-15C156C8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80F9B-CB2B-4694-9B98-C2670ED2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E95A8-329E-430A-B07B-402A92CD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Working principle of fuse and miniature circuit breaker (MCB), merits and demerits.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14729-74DF-4DD8-831F-A1108C84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7F5CA-AF33-481F-A976-4BDE469E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1082C-1BD3-4E14-B571-D06373B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CD997-0014-474A-86D3-B4CAE8C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691181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B28D4-82AC-4992-A83A-284BCC99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B6B40-6720-454B-A562-3E18C18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3F621-E67D-4A0B-B639-63014B5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E4B76-22EE-49A0-A17F-B4405B8C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Domestic, Wiring, Two-way, three-way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05581-7514-4D52-9655-11D06FA6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60C64-6674-433B-9E1A-4A450C14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D9A2A-454A-46F0-A737-37121DCC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B94FD-86E6-4120-8C98-AA8980FC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83688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2026-08-24T06:38:48.1060000Z</dcterms:created>
  <dcterms:modified xsi:type="dcterms:W3CDTF">2026-08-24T06:38:48.1060000Z</dcterms:modified>
</coreProperties>
</file>