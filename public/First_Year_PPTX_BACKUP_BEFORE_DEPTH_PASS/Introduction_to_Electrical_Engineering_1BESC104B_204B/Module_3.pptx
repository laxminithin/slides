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bb3b4084dde4f7a" /><Relationship Type="http://schemas.openxmlformats.org/officeDocument/2006/relationships/extended-properties" Target="/docProps/app.xml" Id="R3e53ca97f546414c" /><Relationship Type="http://schemas.openxmlformats.org/officeDocument/2006/relationships/officeDocument" Target="/ppt/presentation.xml" Id="Red603b836e7f461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48f5462e96848d2"/>
  </p:sldMasterIdLst>
  <p:notesMasterIdLst>
    <p:notesMasterId xmlns:r="http://schemas.openxmlformats.org/officeDocument/2006/relationships" r:id="R4e71c7b1d1204e26"/>
  </p:notesMasterIdLst>
  <p:sldIdLst>
    <p:sldId xmlns:r="http://schemas.openxmlformats.org/officeDocument/2006/relationships" id="256" r:id="Rea3a9d5790e24be6"/>
    <p:sldId xmlns:r="http://schemas.openxmlformats.org/officeDocument/2006/relationships" id="257" r:id="R392a6882bc834a46"/>
    <p:sldId xmlns:r="http://schemas.openxmlformats.org/officeDocument/2006/relationships" id="258" r:id="Rc5a42edb5b9b4209"/>
    <p:sldId xmlns:r="http://schemas.openxmlformats.org/officeDocument/2006/relationships" id="259" r:id="Rae96255152c4473d"/>
    <p:sldId xmlns:r="http://schemas.openxmlformats.org/officeDocument/2006/relationships" id="260" r:id="R125c8a95b5234116"/>
    <p:sldId xmlns:r="http://schemas.openxmlformats.org/officeDocument/2006/relationships" id="261" r:id="R757ca305e8004301"/>
    <p:sldId xmlns:r="http://schemas.openxmlformats.org/officeDocument/2006/relationships" id="262" r:id="R7c5e2ae1ab6d4016"/>
    <p:sldId xmlns:r="http://schemas.openxmlformats.org/officeDocument/2006/relationships" id="263" r:id="Raad9772c8a5a4018"/>
    <p:sldId xmlns:r="http://schemas.openxmlformats.org/officeDocument/2006/relationships" id="264" r:id="Ra2245a12110645b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913cc5124a4b79" /><Relationship Type="http://schemas.openxmlformats.org/officeDocument/2006/relationships/slideMaster" Target="/ppt/slideMasters/slideMaster1.xml" Id="R148f5462e96848d2" /><Relationship Type="http://schemas.openxmlformats.org/officeDocument/2006/relationships/notesMaster" Target="/ppt/notesMasters/notesMaster1.xml" Id="R4e71c7b1d1204e26" /><Relationship Type="http://schemas.openxmlformats.org/officeDocument/2006/relationships/presProps" Target="/ppt/presProps.xml" Id="Ra8203517ce3f4e23" /><Relationship Type="http://schemas.openxmlformats.org/officeDocument/2006/relationships/tableStyles" Target="/ppt/tableStyles.xml" Id="Rdf0ccab63a294a66" /><Relationship Type="http://schemas.openxmlformats.org/officeDocument/2006/relationships/slide" Target="/ppt/slides/slide1.xml" Id="Rea3a9d5790e24be6" /><Relationship Type="http://schemas.openxmlformats.org/officeDocument/2006/relationships/slide" Target="/ppt/slides/slide2.xml" Id="R392a6882bc834a46" /><Relationship Type="http://schemas.openxmlformats.org/officeDocument/2006/relationships/slide" Target="/ppt/slides/slide3.xml" Id="Rc5a42edb5b9b4209" /><Relationship Type="http://schemas.openxmlformats.org/officeDocument/2006/relationships/slide" Target="/ppt/slides/slide4.xml" Id="Rae96255152c4473d" /><Relationship Type="http://schemas.openxmlformats.org/officeDocument/2006/relationships/slide" Target="/ppt/slides/slide5.xml" Id="R125c8a95b5234116" /><Relationship Type="http://schemas.openxmlformats.org/officeDocument/2006/relationships/slide" Target="/ppt/slides/slide6.xml" Id="R757ca305e8004301" /><Relationship Type="http://schemas.openxmlformats.org/officeDocument/2006/relationships/slide" Target="/ppt/slides/slide7.xml" Id="R7c5e2ae1ab6d4016" /><Relationship Type="http://schemas.openxmlformats.org/officeDocument/2006/relationships/slide" Target="/ppt/slides/slide8.xml" Id="Raad9772c8a5a4018" /><Relationship Type="http://schemas.openxmlformats.org/officeDocument/2006/relationships/slide" Target="/ppt/slides/slide9.xml" Id="Ra2245a12110645b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fc3d6fd106f4b4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c496cecc2354e0d" /><Relationship Type="http://schemas.openxmlformats.org/officeDocument/2006/relationships/notesMaster" Target="/ppt/notesMasters/notesMaster1.xml" Id="R87083bdee521445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ee1fcae6d944d23" /><Relationship Type="http://schemas.openxmlformats.org/officeDocument/2006/relationships/notesMaster" Target="/ppt/notesMasters/notesMaster1.xml" Id="Rbd018f1c182b4d9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74732dbe2774567" /><Relationship Type="http://schemas.openxmlformats.org/officeDocument/2006/relationships/notesMaster" Target="/ppt/notesMasters/notesMaster1.xml" Id="Rdd0e9c028738472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82ca06cc9c2479f" /><Relationship Type="http://schemas.openxmlformats.org/officeDocument/2006/relationships/notesMaster" Target="/ppt/notesMasters/notesMaster1.xml" Id="R1d6019b3ef95413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f04e2994de3405c" /><Relationship Type="http://schemas.openxmlformats.org/officeDocument/2006/relationships/notesMaster" Target="/ppt/notesMasters/notesMaster1.xml" Id="Rb78c0bcf96ab401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b7736efb54f4e8a" /><Relationship Type="http://schemas.openxmlformats.org/officeDocument/2006/relationships/notesMaster" Target="/ppt/notesMasters/notesMaster1.xml" Id="R0dab6353a3de432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31cdb1a4dec40d1" /><Relationship Type="http://schemas.openxmlformats.org/officeDocument/2006/relationships/notesMaster" Target="/ppt/notesMasters/notesMaster1.xml" Id="R86fe92a9ccc94c9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5984027f253464c" /><Relationship Type="http://schemas.openxmlformats.org/officeDocument/2006/relationships/notesMaster" Target="/ppt/notesMasters/notesMaster1.xml" Id="Rd73a287fb77142c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ed4775644c14929" /><Relationship Type="http://schemas.openxmlformats.org/officeDocument/2006/relationships/notesMaster" Target="/ppt/notesMasters/notesMaster1.xml" Id="Rbdde41ecae784fa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fb731162ef4d4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f48452cf0ad4df3" /><Relationship Type="http://schemas.openxmlformats.org/officeDocument/2006/relationships/slideLayout" Target="/ppt/slideLayouts/slideLayout1.xml" Id="R02637c5c80c7494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2637c5c80c7494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e680d38c234e50" /><Relationship Type="http://schemas.openxmlformats.org/officeDocument/2006/relationships/notesSlide" Target="/ppt/notesSlides/notesSlide1.xml" Id="R33f4a44c49f34e6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6a1138a7664dbf" /><Relationship Type="http://schemas.openxmlformats.org/officeDocument/2006/relationships/notesSlide" Target="/ppt/notesSlides/notesSlide2.xml" Id="R1a6a18fa8cab4b3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125655ab72470d" /><Relationship Type="http://schemas.openxmlformats.org/officeDocument/2006/relationships/notesSlide" Target="/ppt/notesSlides/notesSlide3.xml" Id="R94ed9a2c02d741b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4dab33b46c4ded" /><Relationship Type="http://schemas.openxmlformats.org/officeDocument/2006/relationships/notesSlide" Target="/ppt/notesSlides/notesSlide4.xml" Id="Rc70524d4503f46d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2fb5bf7b124d19" /><Relationship Type="http://schemas.openxmlformats.org/officeDocument/2006/relationships/notesSlide" Target="/ppt/notesSlides/notesSlide5.xml" Id="R5083b21e3357434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e4dd4edbec4bf3" /><Relationship Type="http://schemas.openxmlformats.org/officeDocument/2006/relationships/notesSlide" Target="/ppt/notesSlides/notesSlide6.xml" Id="R9451ff4d444b473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8b57c9b22a4c4a" /><Relationship Type="http://schemas.openxmlformats.org/officeDocument/2006/relationships/notesSlide" Target="/ppt/notesSlides/notesSlide7.xml" Id="R70997e3d127e4a0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12db97a2c04a73" /><Relationship Type="http://schemas.openxmlformats.org/officeDocument/2006/relationships/notesSlide" Target="/ppt/notesSlides/notesSlide8.xml" Id="R8a551e4c1812490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8f440e015d416b" /><Relationship Type="http://schemas.openxmlformats.org/officeDocument/2006/relationships/notesSlide" Target="/ppt/notesSlides/notesSlide9.xml" Id="Reb9696036c444f2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10C644-63D2-4931-A4A9-2E922E095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180182-4328-48D5-A5EE-15782EDF3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DC Generator: Principle of operation, constructional details, induced emf expression, types of generators. Relation betw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D079FB-40C5-4C47-AF99-62A1B7AC1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Introduction to Electrical Engineering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1BESC104B/204B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electronics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B08CAD-C2B8-4103-9D71-5BEF1F13E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0C2A9B-BC15-4506-A15D-5769223C3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548A1A-94BD-469D-B99B-761B1C449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E4EB32-27EE-4FE9-8173-DABD8B267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F19267-8AE4-4B71-8022-38B0942F7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Law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6FE173-AA69-4847-8D85-AA7BBD832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4B2B3C-3DF3-4CA2-910F-3BF0E6114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Graph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2BC866-D8D0-49C0-A2CD-044133122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D03251-7C46-4453-9BC0-76A359157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Meaning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E5523F-7A17-4D03-816D-8AE608E64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052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Observe → model → calculate → interpret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E3F5C3-986D-4629-BEB7-0AFA0792E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Electrical Engineering | 1BESC104B/204B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0C37D4-D305-4871-80CE-60CE1A603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1/9</a:t>
            </a:r>
          </a:p>
        </p:txBody>
      </p:sp>
    </p:spTree>
    <p:extLst>
      <p:ext uri="{BB962C8B-B14F-4D97-AF65-F5344CB8AC3E}">
        <p14:creationId xmlns:p14="http://schemas.microsoft.com/office/powerpoint/2010/main" val="114049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58C125-ADB5-4473-BB44-586A74CF7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3A7FB1-0288-458A-9270-2A77D25A1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066CB9-5DB6-4261-B0BC-210621A61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DA6EDC-36DE-4339-BEA1-64A8DE8BB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F5097D-D626-474B-BE7E-0533DFBFA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450AC1-5232-4CF0-A531-45F0650F8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170FC7-FC02-43FB-9137-EC3BFBB40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87D04C-91AB-4A21-9383-936DD366F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40D9E9-59C7-4D58-B5E9-948E55267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9E3C64-5635-46E1-91EC-E08089D22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928DB2-252E-4CC0-B7DB-1C5292DCD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069B12-FCE9-4492-83D8-E53382EC5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F12BAD-0BD8-4B9D-B464-7F86B2019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DC Generator: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Principle of operation, constructional details, induced emf expression, types of generators.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Relation between induced emf and terminal voltage.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Simple problems.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Principle of operation, back emf and its significance.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E1C095-BF1F-4E17-A9DA-D60EB62C8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Electrical Engineering | 1BESC104B/204B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344FCE-8260-4471-BFFC-C174E6973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2/9</a:t>
            </a:r>
          </a:p>
        </p:txBody>
      </p:sp>
    </p:spTree>
    <p:extLst>
      <p:ext uri="{BB962C8B-B14F-4D97-AF65-F5344CB8AC3E}">
        <p14:creationId xmlns:p14="http://schemas.microsoft.com/office/powerpoint/2010/main" val="18600314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709E33-2DCF-4DB7-9FDC-C3DB989F1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3CA160-2006-4574-80C9-28A4C6581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EC454-57A7-4826-BD8E-C11EDADAE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D1956C-BE86-4ADE-9940-834C67C60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Generator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22802C-AF36-4EFA-BB46-2D9868677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004CD3-16CB-4781-BDD7-EB3AD8146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operation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730957-0E19-4E0A-A92A-B0183E3E3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constructional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E01EEC-7C47-48A4-937C-958CB4C45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details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774026-F92D-4E02-BF8A-8B03E9A39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induced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D77DF8-85D5-43E4-8AA4-52BFAB9FD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Torque equation, types of motors, characteristics and speed control of DC shunt motor.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Applications of DC motors.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Simple problems.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Number of Hours:08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A1D59F-981D-4D19-BF2C-136F4AFC9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Electrical Engineering | 1BESC104B/204B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85DB21-24F0-4EA9-8F9D-03FCA0B7B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3/9</a:t>
            </a:r>
          </a:p>
        </p:txBody>
      </p:sp>
    </p:spTree>
    <p:extLst>
      <p:ext uri="{BB962C8B-B14F-4D97-AF65-F5344CB8AC3E}">
        <p14:creationId xmlns:p14="http://schemas.microsoft.com/office/powerpoint/2010/main" val="9090252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2245AD-A9F2-4FC5-8160-8D6D9AB93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105A9A-B825-4365-8A7E-E64D92722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C67822-40A6-4972-816F-23CCC3A25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EB936F-783F-44C6-A7B5-F9E8908A4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DC Generator: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Principle of operation, constructional details, induced emf expression, types of generators.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Relation between induced emf and terminal voltage.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Simple problems.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Principle of operation, back emf and its significance.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Torque equation, types of motors, characteristics and speed control of DC shunt motor.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7E4AA3-9999-46B2-8263-705482F55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B346B1-226F-4916-AAC7-8F92AF9B0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8D7437-3443-4AC9-887D-AB4D39EBB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E25DC0-D036-4ADF-965C-50858B849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47888C-745E-4208-BEB8-F8325F9D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System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C1180F-B5A0-4DEC-BDD4-43274E8BA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093B60-2128-450D-AB48-255991C04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9ACE5C-B145-42B7-A05C-65CE0715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991730-68A1-45DC-8FF8-664C8A0A8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Graph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16C3E6-5B37-405C-868C-E674DC51E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3862A8-CD2E-417F-A98C-9FD91681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10619A-0CFC-4A5B-AF67-0B45F10CF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052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Observe → model → calculate → interpret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4B8989-76E2-42FA-B8C7-F53E16B11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Electrical Engineering | 1BESC104B/204B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135032-DDA2-4A13-8A9E-F8BE86985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4/9</a:t>
            </a:r>
          </a:p>
        </p:txBody>
      </p:sp>
    </p:spTree>
    <p:extLst>
      <p:ext uri="{BB962C8B-B14F-4D97-AF65-F5344CB8AC3E}">
        <p14:creationId xmlns:p14="http://schemas.microsoft.com/office/powerpoint/2010/main" val="21261258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994527-964B-4088-862F-BCE38DBF8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E34DB1-BD7C-47D6-8646-532C85500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5565AB-6536-444B-8BFF-DF93E6C2F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E49B95-DABC-4039-B72E-599794884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DAA784-5A75-4748-B392-14BEAFF91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71576B-3F2D-43EF-ACB5-5C47D5703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485592-20ED-49A6-8A7C-6970EE98F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600E5E-A548-4866-84C2-5105E99A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B60598-5BB9-4506-83E6-E8FBA5518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A8A600-4304-42BA-83D0-63A2AC8AD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8DAA2C-A619-45B1-A065-378EDA7A4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E5D8C2-C370-4FC0-AA19-95D9F56B6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5EC90D-D023-451D-AB1F-E6B4E1F41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4EA626-8AD8-4A93-B61F-7C22404A5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Electrical Engineering | 1BESC104B/204B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F1E85B-D1C5-431E-AC46-424363DB2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5/9</a:t>
            </a:r>
          </a:p>
        </p:txBody>
      </p:sp>
    </p:spTree>
    <p:extLst>
      <p:ext uri="{BB962C8B-B14F-4D97-AF65-F5344CB8AC3E}">
        <p14:creationId xmlns:p14="http://schemas.microsoft.com/office/powerpoint/2010/main" val="12810360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A40CFC-6C4B-4FE7-AB8A-F80769D44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DBC8FD-4BFF-4469-B389-CDEBF7BAC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B3A205-A927-4707-98F8-66B23EA76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EF44D1-F9AF-417B-B5E1-22F9EB748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26113D-DFC5-465D-9FCD-41A44DEE5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DC Generator: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0FD575-FB38-493C-9D44-7CBC7AE75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Generator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C354D5-2405-43F4-B776-F52CACD02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8D0FC7-4E76-4FA8-9C4B-5E8FE519A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Electrical Engineering | 1BESC104B/204B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69A9C0-6D06-4B63-A085-CCCE3FE38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6/9</a:t>
            </a:r>
          </a:p>
        </p:txBody>
      </p:sp>
    </p:spTree>
    <p:extLst>
      <p:ext uri="{BB962C8B-B14F-4D97-AF65-F5344CB8AC3E}">
        <p14:creationId xmlns:p14="http://schemas.microsoft.com/office/powerpoint/2010/main" val="12767605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1DB15A-1079-43A3-B154-86FC646C6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FDAC5A-DAFB-42F8-A03E-8B49FCD11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241CE9-3A24-4345-AF7E-2E76EDC8E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D5EE0A-8531-4FBE-976C-9022EF712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59E2F5-0DF9-450C-BE11-98CD1AEEB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Applications of DC motors.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Simple problems.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Number of Hours:08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AD8940-1BB2-4429-A97C-366E77DB8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6998E6-186B-499A-B751-D29972E83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5C8F20-CB45-4570-AFEF-A6D7F4003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Electrical Engineering | 1BESC104B/204B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1BDE84-7321-4F3F-AD12-16D92C80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7/9</a:t>
            </a:r>
          </a:p>
        </p:txBody>
      </p:sp>
    </p:spTree>
    <p:extLst>
      <p:ext uri="{BB962C8B-B14F-4D97-AF65-F5344CB8AC3E}">
        <p14:creationId xmlns:p14="http://schemas.microsoft.com/office/powerpoint/2010/main" val="326958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97E8D2-E286-453F-8935-F0C015B3A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3842DA-FE90-4DF9-A1A2-BFF2B4552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99136C-27ED-4DE9-AF57-1C4259CEB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338B24-C095-4A32-8EA7-671F0DE62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521D4F-837A-4708-8B30-BFC8C2D77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ACAC77-2A32-4A6A-B99A-1E2623FD6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24A909-F7BA-4F74-9645-192FD1DF6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DC Generator: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4C5F09-DC6C-42BB-B96E-C0A31CE78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F5C8DC-453B-492E-BB5D-A8F919E7C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3FB430-FDFC-488D-83BA-D8431D450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Principle of operation, constructional details, induced emf expression, types of generators.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EDB61C-9201-4DD0-B155-E08DAE8B8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DDE70E-1727-4E00-B077-20F11CCE5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0A46D1-FB44-4CB2-89D9-91624B109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Relation between induced emf and terminal voltage.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8FF8DD-EB42-46FD-9D59-AD5320314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1278C1-E098-4174-8EBB-21F6390AE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E0D893-ECB1-44FE-B61F-6424CE708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Simple problems.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4E0B3C-FE02-4DFC-B4F9-0EE7FA328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E72DC1-29E3-4152-81FF-F9F485D50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83A5ED-16D2-40BB-A8E1-895B51375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Principle of operation, back emf and its significance.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85AB5E-055F-43FD-B3F4-B9DDC8CBD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0331DC-859F-4694-A30B-C7E8E43B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C539B9-0FB9-40B1-9377-6C923F792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Torque equation, types of motors, characteristics and speed control of DC shunt motor.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C8055B-1BEA-4D2D-A97E-77494A89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F5E23D-C831-4F93-9069-EF0305E1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434052-019F-4208-8BC9-D2B534090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Applications of DC motors.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1F26CB-AC5E-424F-AB0C-E0C2702AA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4A1CFD-D3DE-45CC-A648-7BAD40836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D4C22D-0705-4FC3-8F1A-45461CDFA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Electrical Engineering | 1BESC104B/204B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C1F08D-A5FA-4051-936D-1EA023313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8/9</a:t>
            </a:r>
          </a:p>
        </p:txBody>
      </p:sp>
    </p:spTree>
    <p:extLst>
      <p:ext uri="{BB962C8B-B14F-4D97-AF65-F5344CB8AC3E}">
        <p14:creationId xmlns:p14="http://schemas.microsoft.com/office/powerpoint/2010/main" val="12722204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CBC014-AED8-405E-A56E-7A20997CE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3217E1-4A8D-44A8-9D32-A6E5D3480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9AF910-B5C5-4E45-B263-82A4704B4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0C81C2-0B8F-42FA-8538-300B4D9E3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Generator, Principle, operation, constructional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6CB51D-A6F2-4B29-8F7F-A189AD769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293F97-6588-40FD-BA78-975585788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ADFB51-F523-4170-9F14-3AD38945F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Electrical Engineering | 1BESC104B/204B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E1224F-9A49-4A69-8EB2-F0244E483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9/9</a:t>
            </a:r>
          </a:p>
        </p:txBody>
      </p:sp>
    </p:spTree>
    <p:extLst>
      <p:ext uri="{BB962C8B-B14F-4D97-AF65-F5344CB8AC3E}">
        <p14:creationId xmlns:p14="http://schemas.microsoft.com/office/powerpoint/2010/main" val="11652444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2026-08-24T06:38:47.9840000Z</dcterms:created>
  <dcterms:modified xsi:type="dcterms:W3CDTF">2026-08-24T06:38:47.9840000Z</dcterms:modified>
</coreProperties>
</file>