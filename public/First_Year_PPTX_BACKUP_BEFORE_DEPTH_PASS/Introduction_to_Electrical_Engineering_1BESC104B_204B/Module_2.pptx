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657c83e8a04646" /><Relationship Type="http://schemas.openxmlformats.org/officeDocument/2006/relationships/extended-properties" Target="/docProps/app.xml" Id="R4ab7416e1df8411f" /><Relationship Type="http://schemas.openxmlformats.org/officeDocument/2006/relationships/officeDocument" Target="/ppt/presentation.xml" Id="Ra1e5874463994d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2e9a45df114420"/>
  </p:sldMasterIdLst>
  <p:notesMasterIdLst>
    <p:notesMasterId xmlns:r="http://schemas.openxmlformats.org/officeDocument/2006/relationships" r:id="R2580203a3adf45b0"/>
  </p:notesMasterIdLst>
  <p:sldIdLst>
    <p:sldId xmlns:r="http://schemas.openxmlformats.org/officeDocument/2006/relationships" id="256" r:id="Rb28683bc7bb14a33"/>
    <p:sldId xmlns:r="http://schemas.openxmlformats.org/officeDocument/2006/relationships" id="257" r:id="R1fea775b9ebd4e7f"/>
    <p:sldId xmlns:r="http://schemas.openxmlformats.org/officeDocument/2006/relationships" id="258" r:id="Rb278c2e7f1df4b84"/>
    <p:sldId xmlns:r="http://schemas.openxmlformats.org/officeDocument/2006/relationships" id="259" r:id="R717a050fae164c1e"/>
    <p:sldId xmlns:r="http://schemas.openxmlformats.org/officeDocument/2006/relationships" id="260" r:id="R08f94eb0d64c4180"/>
    <p:sldId xmlns:r="http://schemas.openxmlformats.org/officeDocument/2006/relationships" id="261" r:id="Rf67e8a65b01d4f02"/>
    <p:sldId xmlns:r="http://schemas.openxmlformats.org/officeDocument/2006/relationships" id="262" r:id="R37aa36cd811d45cb"/>
    <p:sldId xmlns:r="http://schemas.openxmlformats.org/officeDocument/2006/relationships" id="263" r:id="R4297a408b9324985"/>
    <p:sldId xmlns:r="http://schemas.openxmlformats.org/officeDocument/2006/relationships" id="264" r:id="R27845dce142c48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9ae50bafa348be" /><Relationship Type="http://schemas.openxmlformats.org/officeDocument/2006/relationships/slideMaster" Target="/ppt/slideMasters/slideMaster1.xml" Id="R822e9a45df114420" /><Relationship Type="http://schemas.openxmlformats.org/officeDocument/2006/relationships/notesMaster" Target="/ppt/notesMasters/notesMaster1.xml" Id="R2580203a3adf45b0" /><Relationship Type="http://schemas.openxmlformats.org/officeDocument/2006/relationships/presProps" Target="/ppt/presProps.xml" Id="Recf70eb32f7d4aa0" /><Relationship Type="http://schemas.openxmlformats.org/officeDocument/2006/relationships/tableStyles" Target="/ppt/tableStyles.xml" Id="R99b07d27aa114593" /><Relationship Type="http://schemas.openxmlformats.org/officeDocument/2006/relationships/slide" Target="/ppt/slides/slide1.xml" Id="Rb28683bc7bb14a33" /><Relationship Type="http://schemas.openxmlformats.org/officeDocument/2006/relationships/slide" Target="/ppt/slides/slide2.xml" Id="R1fea775b9ebd4e7f" /><Relationship Type="http://schemas.openxmlformats.org/officeDocument/2006/relationships/slide" Target="/ppt/slides/slide3.xml" Id="Rb278c2e7f1df4b84" /><Relationship Type="http://schemas.openxmlformats.org/officeDocument/2006/relationships/slide" Target="/ppt/slides/slide4.xml" Id="R717a050fae164c1e" /><Relationship Type="http://schemas.openxmlformats.org/officeDocument/2006/relationships/slide" Target="/ppt/slides/slide5.xml" Id="R08f94eb0d64c4180" /><Relationship Type="http://schemas.openxmlformats.org/officeDocument/2006/relationships/slide" Target="/ppt/slides/slide6.xml" Id="Rf67e8a65b01d4f02" /><Relationship Type="http://schemas.openxmlformats.org/officeDocument/2006/relationships/slide" Target="/ppt/slides/slide7.xml" Id="R37aa36cd811d45cb" /><Relationship Type="http://schemas.openxmlformats.org/officeDocument/2006/relationships/slide" Target="/ppt/slides/slide8.xml" Id="R4297a408b9324985" /><Relationship Type="http://schemas.openxmlformats.org/officeDocument/2006/relationships/slide" Target="/ppt/slides/slide9.xml" Id="R27845dce142c48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1e6930426947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aeb9a463074d34" /><Relationship Type="http://schemas.openxmlformats.org/officeDocument/2006/relationships/notesMaster" Target="/ppt/notesMasters/notesMaster1.xml" Id="R8d74091813a44b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daec8dca79429c" /><Relationship Type="http://schemas.openxmlformats.org/officeDocument/2006/relationships/notesMaster" Target="/ppt/notesMasters/notesMaster1.xml" Id="R78b470664a8349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1e2796d070427a" /><Relationship Type="http://schemas.openxmlformats.org/officeDocument/2006/relationships/notesMaster" Target="/ppt/notesMasters/notesMaster1.xml" Id="Rcd42f083f8dc44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4ee08d1b354d04" /><Relationship Type="http://schemas.openxmlformats.org/officeDocument/2006/relationships/notesMaster" Target="/ppt/notesMasters/notesMaster1.xml" Id="Re004aee004e741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d35f5154014cf0" /><Relationship Type="http://schemas.openxmlformats.org/officeDocument/2006/relationships/notesMaster" Target="/ppt/notesMasters/notesMaster1.xml" Id="Ra58da42e3c534d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7c783ec6b24be5" /><Relationship Type="http://schemas.openxmlformats.org/officeDocument/2006/relationships/notesMaster" Target="/ppt/notesMasters/notesMaster1.xml" Id="R580b31ec1ef64c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81e82259674d54" /><Relationship Type="http://schemas.openxmlformats.org/officeDocument/2006/relationships/notesMaster" Target="/ppt/notesMasters/notesMaster1.xml" Id="R0235800e4c404e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8cff94b0ea4de4" /><Relationship Type="http://schemas.openxmlformats.org/officeDocument/2006/relationships/notesMaster" Target="/ppt/notesMasters/notesMaster1.xml" Id="R0981b28a717c4b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0054bada944f3b" /><Relationship Type="http://schemas.openxmlformats.org/officeDocument/2006/relationships/notesMaster" Target="/ppt/notesMasters/notesMaster1.xml" Id="R3fd76f91d7c44b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7585106b049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cb100daea74d67" /><Relationship Type="http://schemas.openxmlformats.org/officeDocument/2006/relationships/slideLayout" Target="/ppt/slideLayouts/slideLayout1.xml" Id="Re101313f17b14e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01313f17b14e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205f7afcf48f8" /><Relationship Type="http://schemas.openxmlformats.org/officeDocument/2006/relationships/notesSlide" Target="/ppt/notesSlides/notesSlide1.xml" Id="Rb5844be1038c4e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1d5a3aac14d4f" /><Relationship Type="http://schemas.openxmlformats.org/officeDocument/2006/relationships/notesSlide" Target="/ppt/notesSlides/notesSlide2.xml" Id="R4a8f2df95734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8605b5c0d4768" /><Relationship Type="http://schemas.openxmlformats.org/officeDocument/2006/relationships/notesSlide" Target="/ppt/notesSlides/notesSlide3.xml" Id="R3991fc91ef534b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f2170bdd24c54" /><Relationship Type="http://schemas.openxmlformats.org/officeDocument/2006/relationships/notesSlide" Target="/ppt/notesSlides/notesSlide4.xml" Id="Rb75d238eb3f142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35352d50c4c35" /><Relationship Type="http://schemas.openxmlformats.org/officeDocument/2006/relationships/notesSlide" Target="/ppt/notesSlides/notesSlide5.xml" Id="Rca6dff6a7a7a44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ebb880cac4922" /><Relationship Type="http://schemas.openxmlformats.org/officeDocument/2006/relationships/notesSlide" Target="/ppt/notesSlides/notesSlide6.xml" Id="Raf6b880b778949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8e53a93054b8e" /><Relationship Type="http://schemas.openxmlformats.org/officeDocument/2006/relationships/notesSlide" Target="/ppt/notesSlides/notesSlide7.xml" Id="Rfacdac036c134b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48ba3b6fb4df9" /><Relationship Type="http://schemas.openxmlformats.org/officeDocument/2006/relationships/notesSlide" Target="/ppt/notesSlides/notesSlide8.xml" Id="Rdd824969303945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e0344fb2e4b48" /><Relationship Type="http://schemas.openxmlformats.org/officeDocument/2006/relationships/notesSlide" Target="/ppt/notesSlides/notesSlide9.xml" Id="Rc11c47da64284b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5D700-3472-4227-90E5-E3CE6663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CD75B-3602-4CB5-8C1A-693F3395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Single-Phase Circuits: Generation of single-phase system. Equation of AC voltage and current, average value, RMS value,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6E6D8-F481-49CA-8848-3F4E18E3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Electrical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1BESC104B/204B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70DBA-4C72-4235-ACD5-5AC7FFD6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ACFB6-5FCC-425E-A43C-C84D9A00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9C1B4-3ECD-411D-85E5-BBF46C61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C9DC4-EFD4-4BA5-8539-CA2BD543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D59EC-1F8A-4756-BF1F-F636EF63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F4585-5355-40A2-AABB-4840D2A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2B4C1-2A43-404A-8184-1E72BFF2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22B02-3117-4D43-98B4-BB11BC6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D56BF-4566-4DE7-A4B9-BE5FC848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C9020-00A8-43E5-BDEC-C426ECEC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20B5A-0CFB-42E2-99D8-72C2E16D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72836-3969-4B56-9BCF-96DB96E7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638762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A6BCF-8BF5-4D89-8D53-4C05997D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C4241-5C71-4AF9-838F-9FA7E073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5CB72-DBB7-42F9-A84F-B83A45C5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26161-3F16-4B3F-8B51-D39922F9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7147D-ABBB-4C19-9203-DFF91FC6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A5A4A-874C-414E-9627-9540E8FA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263F9-CB44-49F8-8CF5-2DA50895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45B85-870D-4F93-ADF9-850FAEFF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FB2B3-6603-4A72-AD9B-A96D4ABE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A44C8-D65C-42D9-9878-F1001AE0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1AB23-DA98-4D33-80C7-93234438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F485B-B45A-4319-B983-1B37C553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3FFFA-5769-4931-9145-BA1A0300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Single-Phase Circuits: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Generation of single-phase system.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Equation of AC voltage and current, average value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RMS value, form factor, peak factor and their relation [No derivations].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Voltage and current relationships in 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DE1CA-FE60-45B4-88B1-8371AD11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4209D-5FE5-4CC7-9ECA-F3C54CD0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5862527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4E166-A517-498A-A443-8E067891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AF59D-9970-4BC3-9F22-27E09AB8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C3423-89BF-46D8-BE48-807CE709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36729-71AA-4157-8D34-31996419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Single-Phase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0D2DE-C46B-4580-83A5-85DBE625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91BB9-0F6E-4A51-8467-7E966417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F304E-E2E3-4FE7-80B5-4C91A32F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B9692-6BC6-4667-BD90-69DE8881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961A6-144D-48A6-A195-D08FD07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voltage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439E4-2119-42EB-9E06-723F385E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 and C circuits, concept of power, reactive power, apparent power and power factor, analysis of R-L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R-C and R-L-C series circuits, parallel circuits, illustrative examples.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Three-Phase Circuits: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Generation of three -phase system s, star and de lta (mesh) connection s, relation between phase and line values of voltages and of currents of star and delta connections 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C20FC-8EA0-4E28-81C0-B2ED4BA5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EF6A2-8E7B-4720-8CF4-608173D2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132720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D7E4F-E539-4341-B8A1-32EF2E39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DB418-DEB8-4B65-8198-DF9F7A38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9A99F-F2CC-47B7-BA73-B72AA39A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73EB8-B8CA-4855-A678-D57FAA78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Single-Phase Circuits: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Generation of single-phase system.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Equation of AC voltage and current, average value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RMS value, form factor, peak factor and their relation [No derivations].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Voltage and current relationships in 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 and C circuits, concept of power, reactive power, apparent power and power factor, analysis of R-L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7BABB-4C69-4B4D-AB44-C61734E0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038AB-B147-4163-9474-3B3FE270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EE806-F8E5-492F-AD91-108961FE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BC4CC-DCF2-451C-AE25-64246BCF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7C4CA-A160-4A22-8F0A-73CC6A47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CD37B-6B0D-4510-9E73-20FDCD5E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92BFE-BCA2-401E-8132-12E322FD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4E4A8-688D-48F1-9278-8569FD8F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B9361-0C67-4EFC-84AB-8EA77FE9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731F4-3941-4606-BC10-CCB4A525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9C129-D1F9-464F-AE44-EF2342F3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F1EAC-7002-4E6C-938F-68EBCF01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BF539-43C2-459B-AB2D-5244DE7A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46091-2A5E-43F1-84E5-A323AD1B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898593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B8918-3716-411D-B6F4-C8C8910E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6B270-4EF1-4F68-8D7D-27782AAD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8AA5E-E643-4096-AF6B-458D40FE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74EF2-1CF4-4CDB-B13D-EA38F32D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46B25-C32E-4EE4-9F0D-0BC8B2B2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B7B73-CE3C-4D3B-A116-43D83B96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89420-0D1E-4B45-A58F-C3264711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00CE3-0DB2-4E5D-BFBA-56FA474A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C18DD-6F9E-4AA6-860D-D2BDECE4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CE7ED-F976-4879-8424-BB43F544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760A6-A490-4CB0-99DC-CFEF8C06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A684B-05A7-4C6A-9461-62DB1D96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CF33B-094E-431D-8FE2-CB2C3A3A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C9EDA-BB3A-4A04-9413-1EC708D1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E9589-380F-4CAC-BD07-39E902EA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588390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06C73-AB14-48BA-B0A5-5B23F800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27269-03B7-483D-AD64-E7D3F343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D5798-E2F7-4C16-9EC7-38A00A27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51EF8-C73C-4FE1-8710-6AB3F896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631D2-CE29-4BEA-801B-C9AE9F38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Single-Phase Circuits: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142D9-3EDD-4E4A-953D-2FE3862C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Single-Phase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5A61F-B81D-4795-82C6-1F1ABDDB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844EE-3C75-4995-9E0D-D9AB6197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9D872-FCF5-4C45-BCF0-C18764CC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2854863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27E93-0535-46D2-8B8B-5D3F79C0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0BAA9-E430-4C52-B085-900EC83E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CEF10-325E-4571-AA79-1D97A919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67F41-AF53-48B0-9528-D10F39E3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CC0D3-C928-41A3-941F-659512AA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R-C and R-L-C series circuits, parallel circuits, illustrative examples.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Three-Phase Circuits: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Generation of three -phase system s, star and de lta (mesh) connection s, relation between phase and line values of voltages and of currents of star and delta connections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of balanced and unbalanced source and 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4D133-023E-4CF2-BBDD-86E96567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0511E-AF8F-4800-8EFB-F48DD493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81441-12B0-4E8B-8C2F-C0EF5FD8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A2379-1859-4D55-B0FB-D15214AB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4829387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E0A5A-D37C-4D78-9693-A48C8E92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0E572-5921-454A-BA48-4CCFBD94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26C27-E8D7-437B-974E-5A90122E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68964-AA48-4447-B351-CA639D8D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C827B-7982-4712-A5E0-4E1C4CE5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30C11-2F3E-442B-8CBF-2778D7C4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71E87-B7CD-4243-B64C-56B4AAE1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Single-Phase Circuits: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16A14-55A4-417B-A1A5-EE42B929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27D45-B52F-4FBD-B9A9-3A1C6A45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B3ECF-E2F9-4472-B712-438D7BE4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Generation of single-phase system.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85410-9B8F-4E2D-8E52-0E2C2067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7731B-13A5-40AE-A419-B7CCA94C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1744F-13F6-4CA7-A91F-81AEB987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Equation of AC voltage and current, average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B6216-BBBB-4F87-A129-E5DD83C3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F8A46-C01E-481D-9F74-4EB6766E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8B6D2-F0B9-47BA-A090-EBF32D87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RMS value, form factor, peak factor and their relation [No derivations].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1893E-B7BC-45F9-B46A-2C87B434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F38E3-2AF0-4ADE-935B-C8A272A3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E7FA2-4124-4747-8A4A-E4748673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Voltage and current relationships in 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C3CA3-5A3C-43D6-A9E8-D813C2A8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6C683-0447-4583-8E21-C0C475F9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57C45-5617-4C5E-BB06-6D9D772A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 and C circuits, concept of power, reactive power, apparent power and power factor, analysis 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CB53F-8444-4A29-AA2E-F590473A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F9C59-FB0C-40F7-9FDB-96705DE7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36CE7-10AC-4CAF-A7D6-EE4404AC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R-C and R-L-C series circuits, parallel circuits, illustrative examples.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46159-0250-4D6A-917A-33D2AF7F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9DFD08-92DC-484E-B466-2126E53A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4ABA5B-4581-4C54-AAAA-92D29908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69C651-999F-49E9-BE3E-4CEA9C8B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7302517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560E5-CD5B-420B-AF60-B6872FFB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FF69A-D9E1-4436-88ED-46EE94B6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0550E-EB25-4239-8F60-47D77D6F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699C2-4E01-4FBB-B5FE-F4C54DAB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Single-Phase, Circuits, Generation, system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C2B0D-6820-4F9E-AB0F-A7BE142A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6919E-A089-4BF0-AF70-BF49A4AE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866EA-F084-4D46-80C5-70DE8798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CAE32-AF37-439C-8C09-2430474D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885925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2026-08-24T06:38:47.9240000Z</dcterms:created>
  <dcterms:modified xsi:type="dcterms:W3CDTF">2026-08-24T06:38:47.9240000Z</dcterms:modified>
</coreProperties>
</file>