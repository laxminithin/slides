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c016a469c5496c" /><Relationship Type="http://schemas.openxmlformats.org/officeDocument/2006/relationships/extended-properties" Target="/docProps/app.xml" Id="R86abb99776914b87" /><Relationship Type="http://schemas.openxmlformats.org/officeDocument/2006/relationships/officeDocument" Target="/ppt/presentation.xml" Id="R8151a3432a9743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444cd5666f49fe"/>
  </p:sldMasterIdLst>
  <p:notesMasterIdLst>
    <p:notesMasterId xmlns:r="http://schemas.openxmlformats.org/officeDocument/2006/relationships" r:id="R4a5cd3c1830b4917"/>
  </p:notesMasterIdLst>
  <p:sldIdLst>
    <p:sldId xmlns:r="http://schemas.openxmlformats.org/officeDocument/2006/relationships" id="256" r:id="Rcfa03c1786594e94"/>
    <p:sldId xmlns:r="http://schemas.openxmlformats.org/officeDocument/2006/relationships" id="257" r:id="R692ddd819b2b455d"/>
    <p:sldId xmlns:r="http://schemas.openxmlformats.org/officeDocument/2006/relationships" id="258" r:id="R286ed102e9da4063"/>
    <p:sldId xmlns:r="http://schemas.openxmlformats.org/officeDocument/2006/relationships" id="259" r:id="Re44285639beb4215"/>
    <p:sldId xmlns:r="http://schemas.openxmlformats.org/officeDocument/2006/relationships" id="260" r:id="R6cef75c5e5264ee9"/>
    <p:sldId xmlns:r="http://schemas.openxmlformats.org/officeDocument/2006/relationships" id="261" r:id="R1a765ef25dfd4f35"/>
    <p:sldId xmlns:r="http://schemas.openxmlformats.org/officeDocument/2006/relationships" id="262" r:id="Rcb2e779cbddd4fcf"/>
    <p:sldId xmlns:r="http://schemas.openxmlformats.org/officeDocument/2006/relationships" id="263" r:id="Rf3acde43824e4727"/>
    <p:sldId xmlns:r="http://schemas.openxmlformats.org/officeDocument/2006/relationships" id="264" r:id="R9206f4e5374947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423357054842b7" /><Relationship Type="http://schemas.openxmlformats.org/officeDocument/2006/relationships/slideMaster" Target="/ppt/slideMasters/slideMaster1.xml" Id="R58444cd5666f49fe" /><Relationship Type="http://schemas.openxmlformats.org/officeDocument/2006/relationships/notesMaster" Target="/ppt/notesMasters/notesMaster1.xml" Id="R4a5cd3c1830b4917" /><Relationship Type="http://schemas.openxmlformats.org/officeDocument/2006/relationships/presProps" Target="/ppt/presProps.xml" Id="Ra6e1d3fc712f4fcd" /><Relationship Type="http://schemas.openxmlformats.org/officeDocument/2006/relationships/tableStyles" Target="/ppt/tableStyles.xml" Id="R3cb4480ecd4a41b2" /><Relationship Type="http://schemas.openxmlformats.org/officeDocument/2006/relationships/slide" Target="/ppt/slides/slide1.xml" Id="Rcfa03c1786594e94" /><Relationship Type="http://schemas.openxmlformats.org/officeDocument/2006/relationships/slide" Target="/ppt/slides/slide2.xml" Id="R692ddd819b2b455d" /><Relationship Type="http://schemas.openxmlformats.org/officeDocument/2006/relationships/slide" Target="/ppt/slides/slide3.xml" Id="R286ed102e9da4063" /><Relationship Type="http://schemas.openxmlformats.org/officeDocument/2006/relationships/slide" Target="/ppt/slides/slide4.xml" Id="Re44285639beb4215" /><Relationship Type="http://schemas.openxmlformats.org/officeDocument/2006/relationships/slide" Target="/ppt/slides/slide5.xml" Id="R6cef75c5e5264ee9" /><Relationship Type="http://schemas.openxmlformats.org/officeDocument/2006/relationships/slide" Target="/ppt/slides/slide6.xml" Id="R1a765ef25dfd4f35" /><Relationship Type="http://schemas.openxmlformats.org/officeDocument/2006/relationships/slide" Target="/ppt/slides/slide7.xml" Id="Rcb2e779cbddd4fcf" /><Relationship Type="http://schemas.openxmlformats.org/officeDocument/2006/relationships/slide" Target="/ppt/slides/slide8.xml" Id="Rf3acde43824e4727" /><Relationship Type="http://schemas.openxmlformats.org/officeDocument/2006/relationships/slide" Target="/ppt/slides/slide9.xml" Id="R9206f4e53749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13204af6844b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3629925daf4575" /><Relationship Type="http://schemas.openxmlformats.org/officeDocument/2006/relationships/notesMaster" Target="/ppt/notesMasters/notesMaster1.xml" Id="Rab511cd6db6649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a9361a48104e9e" /><Relationship Type="http://schemas.openxmlformats.org/officeDocument/2006/relationships/notesMaster" Target="/ppt/notesMasters/notesMaster1.xml" Id="R91d4a24815654a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d4dad522624827" /><Relationship Type="http://schemas.openxmlformats.org/officeDocument/2006/relationships/notesMaster" Target="/ppt/notesMasters/notesMaster1.xml" Id="R45e81609c39446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23cb0094c14e10" /><Relationship Type="http://schemas.openxmlformats.org/officeDocument/2006/relationships/notesMaster" Target="/ppt/notesMasters/notesMaster1.xml" Id="R2d2e7e5e758d40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0015dcb3b54084" /><Relationship Type="http://schemas.openxmlformats.org/officeDocument/2006/relationships/notesMaster" Target="/ppt/notesMasters/notesMaster1.xml" Id="R56ce26f1241e49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3055bb6b1543fb" /><Relationship Type="http://schemas.openxmlformats.org/officeDocument/2006/relationships/notesMaster" Target="/ppt/notesMasters/notesMaster1.xml" Id="Rc70571de01a140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38d2d49cec435f" /><Relationship Type="http://schemas.openxmlformats.org/officeDocument/2006/relationships/notesMaster" Target="/ppt/notesMasters/notesMaster1.xml" Id="R59523a3f3bd34f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f8228794544b1e" /><Relationship Type="http://schemas.openxmlformats.org/officeDocument/2006/relationships/notesMaster" Target="/ppt/notesMasters/notesMaster1.xml" Id="R1215300c5c1245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3a217322b0401f" /><Relationship Type="http://schemas.openxmlformats.org/officeDocument/2006/relationships/notesMaster" Target="/ppt/notesMasters/notesMaster1.xml" Id="Rd4f937848a4f43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6f75d30b14c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bc429538594233" /><Relationship Type="http://schemas.openxmlformats.org/officeDocument/2006/relationships/slideLayout" Target="/ppt/slideLayouts/slideLayout1.xml" Id="R68e163d3576046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e163d3576046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b35c91cc74349" /><Relationship Type="http://schemas.openxmlformats.org/officeDocument/2006/relationships/notesSlide" Target="/ppt/notesSlides/notesSlide1.xml" Id="R1e65a081c69546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b377e1b4e4de1" /><Relationship Type="http://schemas.openxmlformats.org/officeDocument/2006/relationships/notesSlide" Target="/ppt/notesSlides/notesSlide2.xml" Id="R21f809ba95424f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15258172e4969" /><Relationship Type="http://schemas.openxmlformats.org/officeDocument/2006/relationships/notesSlide" Target="/ppt/notesSlides/notesSlide3.xml" Id="R34bb4741202a43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06d715dba4846" /><Relationship Type="http://schemas.openxmlformats.org/officeDocument/2006/relationships/notesSlide" Target="/ppt/notesSlides/notesSlide4.xml" Id="Rbb979c7f5ff34a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fef6464f74dd2" /><Relationship Type="http://schemas.openxmlformats.org/officeDocument/2006/relationships/notesSlide" Target="/ppt/notesSlides/notesSlide5.xml" Id="Rd2fbdcdb1c0d4b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d38def61342a4" /><Relationship Type="http://schemas.openxmlformats.org/officeDocument/2006/relationships/notesSlide" Target="/ppt/notesSlides/notesSlide6.xml" Id="R9a3db19bffe642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aec422d184980" /><Relationship Type="http://schemas.openxmlformats.org/officeDocument/2006/relationships/notesSlide" Target="/ppt/notesSlides/notesSlide7.xml" Id="R8a8fb626426647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c499d293442af" /><Relationship Type="http://schemas.openxmlformats.org/officeDocument/2006/relationships/notesSlide" Target="/ppt/notesSlides/notesSlide8.xml" Id="R569ecbd0e6d94e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ba8bd45394be8" /><Relationship Type="http://schemas.openxmlformats.org/officeDocument/2006/relationships/notesSlide" Target="/ppt/notesSlides/notesSlide9.xml" Id="Ra5c09bdf1c0447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FC1D7-7507-4C66-B726-B71C0A8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199DF-7EB7-4330-927E-75CAD761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Transformers: Introduction to transformer s, necessity of transformer, principle s of operation, constructional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ECF2D-9438-4F9B-8D35-4C4CF5CA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Electrical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1BESC104B/204B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8D19A-78D1-48A9-BE21-F3EDB6A2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6B08B-90C5-4058-B4C7-383DE122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7A861-7FA1-4C1A-AE55-9F031734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EF131-53F1-4F55-A5E4-D4F6BF1A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BA160-3EC3-4564-80A7-87986253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AEE7B-20CC-4FFD-AB54-08684960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B1160-DAE5-40A2-BA29-29F81889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9FDC9-C581-4706-9955-45D21DCB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084AA-6AF3-4EE3-9996-DF48EFDC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57186-E082-42AE-9948-BC7117C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5E8BE-76D2-4049-830C-8FB0FE6D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80F48-AAAF-435E-A085-CF0C4EB5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451412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767A8-15CE-480C-959C-7DB61AB2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63E89-48CD-4327-8630-C82A908C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40186-401E-48E5-82AC-A56AE508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88158-C57C-452F-84CD-C921453C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E8A0A-48D4-4BDE-8A7E-E5EE8206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1FF9C-A940-4343-8F14-D82636CD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7DE10-AA4C-4C0B-B336-3B618C24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9E186-0A62-4C54-963D-4600B4E6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7FEF6-EF8D-4B2D-9A4C-32474C8A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4C63E-5C29-4AA4-97BE-77BBE4DF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BB806-E5BF-418B-A7C3-049A9D88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BB2C5-6E7D-401A-8F44-6EDD6DFA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37E70-718C-41BB-9F09-A1666B7D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Transformers: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transformer s, necessity of transformer, principle s of operation, constructional features of single phase transformers.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EMF equation, losses, variation of losses with respect to load.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Calculation of efficiency at different loads.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Three-phase induction Motors: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60912-32E9-48EC-9D30-B3983D8C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D616F-F08C-44DD-A7FE-33CC1E3B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381991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083E2-C459-4D62-8973-90C222E9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5D73D-8F75-4616-8227-9FD839C8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284E3-FF44-4B0D-9A06-F620D2B6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B06FC-19C7-440D-BFF6-1ED3B338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Transformers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17594-BAA0-4045-AAFB-F275A1B9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transformer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47E8D-5B41-4D0F-AEC0-5E0846EB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necessity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17547-4E51-41D2-98ED-00C7866E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12E99-9D7F-4845-B0CE-2CC08B4E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A841E-80AF-431E-BF2C-B58B9C8F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constructional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AF223-9BA4-42CC-9194-3E9D7E1F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of rotating magnetic field (without derivation)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 of operation.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Constructional features of squirrel cage type and wound rotor type induction motor.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Slip and its significance, problems.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91B3E-7291-4CE5-9252-0B461900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02D9F-64FE-4F0F-AA1A-A322E824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225417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D6937-4AB1-42C1-BC13-84F65FBF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223B2-9F8E-4F7C-AE51-2AD9F996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91BE4-65C9-485E-9200-5BCD971D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31224-02CB-44C0-954B-59675A18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Transformers: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transformer s, necessity of transformer, principle s of operation, constructional features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EMF equation, losses, variation of losses with respect to load.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Calculation of efficiency at different loads.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Three-phase induction Motors: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rotating magnetic field (without derivation)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C633B-C654-45F3-9AD3-A1A8DA1A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CE961-0739-46D1-8FED-F4E8B33C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372B9-1B89-4DF4-A04A-46532C8B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A2080-8A9A-46F0-B113-BF647317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9EA8D-DF8A-4C68-8877-2CEFE9A0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21440-F45A-434E-B998-BAEF3E49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50FD8-55D6-448E-A40B-534BD508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28AE8-28F6-4994-95D1-02659485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4F085-4C3A-4ABF-BA8D-C11DC1E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11868-CF4E-478E-9AC8-A55B244B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01E5C-35DF-46CE-B233-7C9F6CEA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12ADE-0014-4E7E-981F-8E6A4E8B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F55C1-9F19-4039-9FBC-75693309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4B2E4-E979-4B44-B417-FE2B5DC6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210106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BE3F6-BB83-48D8-A039-4DD3A3B1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9E862-B70D-4B6D-A82B-A2880D73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03CE5-798C-41A3-9FB6-008C0B20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B5281-CB20-46D3-96D6-6489B38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3631B-CAB4-4856-B886-9AF04713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C5E31-3852-4A84-9AFB-90A14995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8C2B2-7857-45BE-A0FF-F2AD866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D28D1-C1C2-49C5-B892-291D95EE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65FDB-A22E-4556-BAAB-805596E2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332BC-FA27-4FCE-B6C1-AD8B179B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DB287-8B4B-411A-BF4B-6A0041F0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D1ABA-F82A-4779-BF0D-79EA3E66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68C6F-4A2B-4BEB-A79A-59FC3D5F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E1F1E-E405-4DE5-B916-A6B848B5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B3EE0-E688-48DD-A0B6-F555EF2B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187176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7E8E9-B6EF-469C-A6CF-CC839A83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935FF-80C4-4679-8404-2E8AEDC7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65ED3-CB4D-4A2E-8DD7-4D5E5CEF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2DD97-D2B8-4DDC-8807-8ED4D39C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4194D-78E6-43BD-9B53-979EAD7D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Transformers: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28BDE-4ECB-4825-B54D-474CFEC4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Transformers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01BE6-9BB0-474C-9FC3-3BEB6829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9AEDA-897A-4491-B24E-02D669B7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AED16-B5A1-4F48-A00E-A8D78D08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276205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B659A-4646-4BC7-B67B-C690C82B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6D73E-E74D-4527-9493-C14F616A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C2953-7209-4693-99B1-FBD47EAC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8F4CC-7A49-4BC5-9F1B-FFEDAF43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DEE56-8AD2-43D4-AEB3-5772CA9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 of operation.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Constructional features of squirrel cage type and wound rotor type induction motor.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Slip and its significance,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333A6-175D-46C7-91EC-0AF8356B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C3998-7109-4BA8-BE1C-BBF2930F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78EE5-061D-4810-A296-5B3F1BF9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B6386-99F4-4C00-959E-580E2FE9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057221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271CD9-4471-496A-A84A-48CB95AE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94902-0E17-4F08-9D27-25FBD47A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7C3AF-DA57-49E7-93B5-69A754F9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26C84-F151-4019-B000-3D1B6535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68FB9-4B0B-4340-A27F-083B7DB4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B9F4E-E06B-42BE-8CEC-D3CD2FC2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403D1-AEA1-4B13-B8E5-A8467A5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Transformers: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82950-1C04-4860-8D96-4031B7CE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C9F71-79E9-4BA5-8049-92B70049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19A23-34B1-4D39-8720-E58AEA01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transformer s, necessity of transformer, principle s of operation, 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9A318-E12E-466A-92B8-3AA678B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FDB72-F97C-4810-8707-CC293F27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FE0D7-947A-4B56-9F95-15DCFA3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EMF equation, losses, variation of losses with respect to load.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3D238-ABBF-4F0A-A12B-7EFAEB0D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75B3C-C495-4334-ADB9-C65EC7EE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90082-FA07-476D-8806-F25B9855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Calculation of efficiency at different loads.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755DF-D5E6-498D-8897-FD9B7E36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5FBB0-8B35-45B0-AF55-47B818A8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7610D-07BF-4D74-BE3E-57E71A39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Three-phase induction Motors: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621BD-728B-4812-86A4-A9381AF8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DFB7D-C522-4AB3-988F-73D6B801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C7BB1-3C2A-4396-BE3E-33789C74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of rotating magnetic field (without derivation)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E21DA-03C3-4FD3-A04D-44CDA261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D3778-B7C5-47D1-A3C9-0FAE8613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F89B94-B2BC-4D88-98D0-B7CB38E3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Principle of operation.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B1A0F-6E2A-4B04-8066-3AF0C87C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ADAFE-19DA-429F-A1DC-7218EDEC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EA5A6-9A8A-4CE2-8752-EC002086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63D31-F7B6-4D3D-B881-F0603FE2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6544901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056DA-CF35-4054-A9E1-7C26FB00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2D0E8-C3FA-4316-8513-FDF7EBC7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B8AA-7EFA-4717-B936-73A33E0D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18942-830D-4108-83FF-A18984B9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Transformers, transformer, necessity, principle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D18DB-E3C7-4881-BA0B-CE72BC93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9AF4C-9864-48BF-B208-5FD43BB3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BC5DD-4A67-4DDE-A83C-74AB6F6E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18EEC-1CDE-4F3B-A661-4DA50C40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532880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2026-08-24T06:38:48.0460000Z</dcterms:created>
  <dcterms:modified xsi:type="dcterms:W3CDTF">2026-08-24T06:38:48.0460000Z</dcterms:modified>
</coreProperties>
</file>