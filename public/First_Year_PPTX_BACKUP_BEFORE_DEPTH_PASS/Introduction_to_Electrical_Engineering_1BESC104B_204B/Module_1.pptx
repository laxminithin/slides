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74e6535a044d4e" /><Relationship Type="http://schemas.openxmlformats.org/officeDocument/2006/relationships/extended-properties" Target="/docProps/app.xml" Id="R74bf2b3eddf44fbe" /><Relationship Type="http://schemas.openxmlformats.org/officeDocument/2006/relationships/officeDocument" Target="/ppt/presentation.xml" Id="R7e1d6e5cfc0d41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8a446023941d2"/>
  </p:sldMasterIdLst>
  <p:notesMasterIdLst>
    <p:notesMasterId xmlns:r="http://schemas.openxmlformats.org/officeDocument/2006/relationships" r:id="Rd48d39663cd34de5"/>
  </p:notesMasterIdLst>
  <p:sldIdLst>
    <p:sldId xmlns:r="http://schemas.openxmlformats.org/officeDocument/2006/relationships" id="256" r:id="Rd992379f7de945aa"/>
    <p:sldId xmlns:r="http://schemas.openxmlformats.org/officeDocument/2006/relationships" id="257" r:id="Rdaeb8c97f59a422d"/>
    <p:sldId xmlns:r="http://schemas.openxmlformats.org/officeDocument/2006/relationships" id="258" r:id="Rda9f37bfe82e4d63"/>
    <p:sldId xmlns:r="http://schemas.openxmlformats.org/officeDocument/2006/relationships" id="259" r:id="R59bb45f455b64292"/>
    <p:sldId xmlns:r="http://schemas.openxmlformats.org/officeDocument/2006/relationships" id="260" r:id="R84bcfbd1e6bb41f2"/>
    <p:sldId xmlns:r="http://schemas.openxmlformats.org/officeDocument/2006/relationships" id="261" r:id="Rbe5ea55720b54236"/>
    <p:sldId xmlns:r="http://schemas.openxmlformats.org/officeDocument/2006/relationships" id="262" r:id="R7dc207d799d14d51"/>
    <p:sldId xmlns:r="http://schemas.openxmlformats.org/officeDocument/2006/relationships" id="263" r:id="R50d131945a3f47d1"/>
    <p:sldId xmlns:r="http://schemas.openxmlformats.org/officeDocument/2006/relationships" id="264" r:id="R972ac8d73f794a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faca04b59c4bd8" /><Relationship Type="http://schemas.openxmlformats.org/officeDocument/2006/relationships/slideMaster" Target="/ppt/slideMasters/slideMaster1.xml" Id="R2d18a446023941d2" /><Relationship Type="http://schemas.openxmlformats.org/officeDocument/2006/relationships/notesMaster" Target="/ppt/notesMasters/notesMaster1.xml" Id="Rd48d39663cd34de5" /><Relationship Type="http://schemas.openxmlformats.org/officeDocument/2006/relationships/presProps" Target="/ppt/presProps.xml" Id="R2aa6e91107d84372" /><Relationship Type="http://schemas.openxmlformats.org/officeDocument/2006/relationships/tableStyles" Target="/ppt/tableStyles.xml" Id="R1b96feb750e04b0e" /><Relationship Type="http://schemas.openxmlformats.org/officeDocument/2006/relationships/slide" Target="/ppt/slides/slide1.xml" Id="Rd992379f7de945aa" /><Relationship Type="http://schemas.openxmlformats.org/officeDocument/2006/relationships/slide" Target="/ppt/slides/slide2.xml" Id="Rdaeb8c97f59a422d" /><Relationship Type="http://schemas.openxmlformats.org/officeDocument/2006/relationships/slide" Target="/ppt/slides/slide3.xml" Id="Rda9f37bfe82e4d63" /><Relationship Type="http://schemas.openxmlformats.org/officeDocument/2006/relationships/slide" Target="/ppt/slides/slide4.xml" Id="R59bb45f455b64292" /><Relationship Type="http://schemas.openxmlformats.org/officeDocument/2006/relationships/slide" Target="/ppt/slides/slide5.xml" Id="R84bcfbd1e6bb41f2" /><Relationship Type="http://schemas.openxmlformats.org/officeDocument/2006/relationships/slide" Target="/ppt/slides/slide6.xml" Id="Rbe5ea55720b54236" /><Relationship Type="http://schemas.openxmlformats.org/officeDocument/2006/relationships/slide" Target="/ppt/slides/slide7.xml" Id="R7dc207d799d14d51" /><Relationship Type="http://schemas.openxmlformats.org/officeDocument/2006/relationships/slide" Target="/ppt/slides/slide8.xml" Id="R50d131945a3f47d1" /><Relationship Type="http://schemas.openxmlformats.org/officeDocument/2006/relationships/slide" Target="/ppt/slides/slide9.xml" Id="R972ac8d73f794a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22bcda46764d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1c2bb5b43f4dce" /><Relationship Type="http://schemas.openxmlformats.org/officeDocument/2006/relationships/notesMaster" Target="/ppt/notesMasters/notesMaster1.xml" Id="Rc1b6b1aaedf84f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8d84eee6c24596" /><Relationship Type="http://schemas.openxmlformats.org/officeDocument/2006/relationships/notesMaster" Target="/ppt/notesMasters/notesMaster1.xml" Id="R7c102159a93648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bf3d8bb15a4502" /><Relationship Type="http://schemas.openxmlformats.org/officeDocument/2006/relationships/notesMaster" Target="/ppt/notesMasters/notesMaster1.xml" Id="Ra395882e24d14e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6712611b6045ff" /><Relationship Type="http://schemas.openxmlformats.org/officeDocument/2006/relationships/notesMaster" Target="/ppt/notesMasters/notesMaster1.xml" Id="R8a044c4865ae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4c1d6ce57d4cb6" /><Relationship Type="http://schemas.openxmlformats.org/officeDocument/2006/relationships/notesMaster" Target="/ppt/notesMasters/notesMaster1.xml" Id="Ra484642679ef42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c622c2136f4a99" /><Relationship Type="http://schemas.openxmlformats.org/officeDocument/2006/relationships/notesMaster" Target="/ppt/notesMasters/notesMaster1.xml" Id="R0d16c63085d743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32f587bd14486b" /><Relationship Type="http://schemas.openxmlformats.org/officeDocument/2006/relationships/notesMaster" Target="/ppt/notesMasters/notesMaster1.xml" Id="R3138902cec1a48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203256742140a2" /><Relationship Type="http://schemas.openxmlformats.org/officeDocument/2006/relationships/notesMaster" Target="/ppt/notesMasters/notesMaster1.xml" Id="Rd5be431d62ab40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162a3f9231406f" /><Relationship Type="http://schemas.openxmlformats.org/officeDocument/2006/relationships/notesMaster" Target="/ppt/notesMasters/notesMaster1.xml" Id="Rb83771bec7a34c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40cd4e98d4d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8b404c335c4c6e" /><Relationship Type="http://schemas.openxmlformats.org/officeDocument/2006/relationships/slideLayout" Target="/ppt/slideLayouts/slideLayout1.xml" Id="Rb59bec13c05844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9bec13c05844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3a3da97f64927" /><Relationship Type="http://schemas.openxmlformats.org/officeDocument/2006/relationships/notesSlide" Target="/ppt/notesSlides/notesSlide1.xml" Id="Rcab923ba39b548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dc7fe5cd346ab" /><Relationship Type="http://schemas.openxmlformats.org/officeDocument/2006/relationships/notesSlide" Target="/ppt/notesSlides/notesSlide2.xml" Id="Ra6d0449161f14e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f717254004df8" /><Relationship Type="http://schemas.openxmlformats.org/officeDocument/2006/relationships/notesSlide" Target="/ppt/notesSlides/notesSlide3.xml" Id="R620d50a896e94e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71dcdf9f449ac" /><Relationship Type="http://schemas.openxmlformats.org/officeDocument/2006/relationships/notesSlide" Target="/ppt/notesSlides/notesSlide4.xml" Id="Raf50f7d2463e4a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6d09e3dd449fb" /><Relationship Type="http://schemas.openxmlformats.org/officeDocument/2006/relationships/notesSlide" Target="/ppt/notesSlides/notesSlide5.xml" Id="R44dea91e6b8e40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a3052a67c439e" /><Relationship Type="http://schemas.openxmlformats.org/officeDocument/2006/relationships/notesSlide" Target="/ppt/notesSlides/notesSlide6.xml" Id="R004697aa722042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6981dabd04de0" /><Relationship Type="http://schemas.openxmlformats.org/officeDocument/2006/relationships/notesSlide" Target="/ppt/notesSlides/notesSlide7.xml" Id="Rf28de00d0e9046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f0952bc7942d4" /><Relationship Type="http://schemas.openxmlformats.org/officeDocument/2006/relationships/notesSlide" Target="/ppt/notesSlides/notesSlide8.xml" Id="R8b0ad2990c084e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ee62c951e41e5" /><Relationship Type="http://schemas.openxmlformats.org/officeDocument/2006/relationships/notesSlide" Target="/ppt/notesSlides/notesSlide9.xml" Id="R5e296430c16c4a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93BAF-08C9-42FB-86F6-1822FF60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6D545-C05C-4042-A7AA-7069CD94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Power Generation: Conventional and nonconventional energy sources. Single -line diagram of power supply system showing 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62422-5EF1-4B55-A893-19EEBD1D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Electrical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1BESC104B/204B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D91D3-4DA6-4363-A21A-122DBC6F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D5C6C-0A69-4C83-8BC3-E0BD6043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91A49-952E-43FD-A834-60EF2A3C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D3DCA-AD90-4796-8D74-B3D6474C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8AB83-8876-4D15-AE84-FB78C64D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28D1B-91FE-4A92-A225-E6A874FA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87CB5-C55F-49D2-ADC9-BE9F1C00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46F09-5C31-4B90-B3CF-28A57E38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FAC6D-BCAF-4D4A-9199-0E3B344E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9B698-A039-412B-B110-1719FE3C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DCE65-59F2-4FC7-9BCB-22B07384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B6A64-D3CF-4143-A039-238B8AF3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200417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CDF23-9F6E-438E-8EFB-8C56D16E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F6173-EF9A-4A89-99BE-30D5473E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84E0D-6297-4F9E-85A4-DF72436D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3FB3E-C880-4DC3-9F4B-FE151F3D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95DA7-9285-4A1A-BCA6-809EEDFC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9FC80-5797-4D2B-9E87-97528B0B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24CCF-A410-4C5A-B3B8-57BF992F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F9C5F-6A86-49C8-B660-4DCD322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C064D-D4A4-4384-A375-4DE4E2B0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26A19-D0AB-4020-AE26-AE631FC2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AD0D0-933B-437F-9F35-36A69D9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63C62-9C08-40F3-B5AF-7323DCA8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CA395-3111-456F-B233-82635E75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Power Generation: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Conventional and nonconventional energy sources.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Single -line diagram of power supply system showing power station, transmission system and distribution system.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of power grid.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DC circuits: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541E5-D347-41C5-8EC2-C5830B9C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2D4CA-8E96-455D-9154-7AF675B3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672546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BDDD1-7AF3-444F-9E2E-CB8B2B52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D16D5-333B-4A05-85BC-A3F702D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A5A3B-926A-4822-844C-0A9A2CA7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0B471-98CA-4B9D-AF5C-5419F43C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97059-24C0-46E2-B8D2-23D6F10D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Generation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D850F-56EC-4F59-AA24-BB13C0C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Conventional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5940A-CA56-4349-971A-D8673CEA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nonconventional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8566B-B919-40FB-B7BA-97DB0C1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energy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48960-F68A-4294-9F0C-C550BB5B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A9A5A-F650-47C5-AC39-EF680435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Ohm's law and Kirchhoff's laws, analysis of series, parallel and series-parallel circuits.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Power and energy.Problems.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3BF5C-F73B-496A-9BA2-41A09D20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47A9B-D08F-47C4-BC36-5A73A585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717590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97601-61F5-4070-B089-5480244F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C3033-AA55-448A-92EA-EFB1CEBF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21E4B-82F3-4581-AF9D-5D6F8B7A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95222-8F78-4860-9B7E-7E3DE702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Power Generation: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Conventional and nonconventional energy sources.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Single -line diagram of power supply system showing power station, transmission system and distribution sys...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of power grid.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DC circuits: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Ohm's law and Kirchhoff's laws, analysis of series, parallel and series-parallel circuits.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F7B4E-B88F-4AD9-AAA0-FE0AF7F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AA6E5-806E-4F3B-A16B-A5715AD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9167C-AF58-4D07-B8D2-429AACD9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2E456-7D8E-4C83-8F8F-7DAEEA38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1423C-EA7D-40B9-B1F8-5BEED036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29F41-27E0-4F7E-8145-02901267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2F95F-C665-4319-BC37-87E4D803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CC3DF-1BB2-41DD-95EA-DF0FE02D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13769-D0E5-4B00-BF15-06B5C327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D7532-B980-4D29-A34C-11B9833E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AF118-479A-4BC5-81E0-EEA1FE6B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604F4-8EA8-4F8D-831B-891F9A74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8CA22-4117-4888-9099-39803A62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5A39E-94F8-453F-AA83-088ABA29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721781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87C8B-733A-4AC9-9BD8-6D7BD812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C6EBF-EF79-4556-AEC9-06950AB6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B5918-358E-4277-A8EA-9762ACA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82563-05E1-4F3C-9944-FE7A7CB1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8E30C-A41D-42DF-A90E-53C646B5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0F5C6-D042-4794-91C7-0CC5F597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6D794-3566-4B63-8978-7D376E76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77AC1-D2AB-4A50-B74C-59F20486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F8BFB-69D2-49A5-9765-C6656506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A2755-A0A2-47D3-85E5-EF359F95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AA8DF-6ED7-4CCE-9EB5-FAF127F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3BD84-ECB1-4C46-9F3A-B9EEB484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59850-37B0-419F-B3C8-2C790719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498EA-176D-4025-A329-9D5299DB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3E21E-ACFF-4A48-B156-5D272660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863828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54AED-D90F-43ED-B24F-D77E4590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6AF78-4892-453D-B506-FDD47D45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7F228-8BD3-4F3E-A941-30E8A2D0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2DFB0-5C41-444B-AB0C-4A465185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00038-1A1D-41C8-BDB5-959743D4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Power Generation: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EFF2C-2995-4AD9-A31A-33D5D01D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Power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A273A-B30C-44CD-971C-7F65EB96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FBE47-A614-40E1-9D14-EDF91FC1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96718-F5FB-45E6-AF13-1A70E7F0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4150175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3314E-501D-4ACE-B6CF-AB060772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806B1-E453-4D4C-9F18-DFA5E152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B6B83-E555-4741-8A2B-1A6B622D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D88E6-3075-41EC-B033-E5522A8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C809E-1E8B-43C8-B035-6A4E0E74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Power and energy.Problems.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83EC2-B3E2-4DEE-9E9C-4FD081A3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F16D7-BFF9-41C0-86A5-6BA9B66F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894A8-4B0A-4055-ABA3-149CBCFB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E89DA-DB5A-4564-8D1A-F3F01912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773270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15FA5E-A383-4E8E-AF77-5B0317F2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868D4-B576-4A28-BF5B-71363023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DEB64-9935-4B33-AD70-B178D268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BA742-657A-40C1-8701-0C158CE6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E2B36-3391-423E-AD37-D25382D9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704E7-337C-4076-8F89-16B69DDA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1A9B3-AB2E-4A82-9103-55F26323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Power Generation: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02F2C-E572-45D6-B87E-92FB0AE1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9912E-0967-4849-9C5E-9A2018B3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8ABE2-F660-4B44-907D-97A2F408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Conventional and nonconventional energy sources.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7DC98-C7FA-49BF-9C8F-C3B31E8F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359C4-2DC8-4708-ACB5-FBAE0C36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20198-2B64-4200-991A-F12A12ED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Single -line diagram of power supply system showing power station, transmission system and dist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418FE-7DC6-4634-944C-04CC552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510F1-D3EE-41F5-90C2-0D101873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7486A-E2FE-4261-B736-F8AC56E4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of power grid.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3FD68-52A5-4CA7-99BB-A0F69BE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13BBE-CA05-478A-8FA4-9C393AC1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03EDB-8E5E-4C34-AFF2-1CE1C209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DC circuits: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35390-F3A6-494D-AF7F-93CD3F3C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8CAB1-B82D-486E-A793-141C5693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C98FA-EEA0-4858-AF9E-F154665E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Ohm's law and Kirchhoff's laws, analysis of series, parallel and series-parallel circuits.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B2CB5-2445-491D-9F4D-41C610E9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05CC2-B905-43FF-8285-2D464472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4EF61-E375-4DBC-8753-FA7E1F95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Power and energy.Problems.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9C8964-C117-496E-A748-6341742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5FF944-28A8-4970-B532-8E87AFE2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0117B-C98A-44DA-A5CB-A622E5D2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6CCDF-9431-4495-9750-E251522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519208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B472B-4AD4-4E65-9802-58756627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F995A-FF12-49CD-B3C8-E03D9FA6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2B967-B2C4-45A6-895A-9C6791FB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8A06F-7274-45F0-AA3C-92521A8F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Power, Generation, Conventional, nonconventional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4EAF2-EECD-45AE-8B52-33805556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DFF76-D457-4A37-A73E-9E2C85AC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2E6FA-3632-4E90-84CB-B1930479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E4115-4E56-44D3-9D16-99C5927C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450651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2026-08-24T06:38:47.8590000Z</dcterms:created>
  <dcterms:modified xsi:type="dcterms:W3CDTF">2026-08-24T06:38:47.8590000Z</dcterms:modified>
</coreProperties>
</file>