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7cb9e35ff4caf" /><Relationship Type="http://schemas.openxmlformats.org/officeDocument/2006/relationships/extended-properties" Target="/docProps/app.xml" Id="Rbce52f0056594956" /><Relationship Type="http://schemas.openxmlformats.org/officeDocument/2006/relationships/officeDocument" Target="/ppt/presentation.xml" Id="R7e5784d36807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58435e015545da"/>
  </p:sldMasterIdLst>
  <p:notesMasterIdLst>
    <p:notesMasterId xmlns:r="http://schemas.openxmlformats.org/officeDocument/2006/relationships" r:id="Racddf88457f740a5"/>
  </p:notesMasterIdLst>
  <p:sldIdLst>
    <p:sldId xmlns:r="http://schemas.openxmlformats.org/officeDocument/2006/relationships" id="256" r:id="R2d57ce5f6b5d426e"/>
    <p:sldId xmlns:r="http://schemas.openxmlformats.org/officeDocument/2006/relationships" id="257" r:id="Rb3832ee83b934031"/>
    <p:sldId xmlns:r="http://schemas.openxmlformats.org/officeDocument/2006/relationships" id="258" r:id="R85400021576146fd"/>
    <p:sldId xmlns:r="http://schemas.openxmlformats.org/officeDocument/2006/relationships" id="259" r:id="R5b998e9ce13541bc"/>
    <p:sldId xmlns:r="http://schemas.openxmlformats.org/officeDocument/2006/relationships" id="260" r:id="R3bad774583e0451f"/>
    <p:sldId xmlns:r="http://schemas.openxmlformats.org/officeDocument/2006/relationships" id="261" r:id="Ra9b7fede93bb4fa8"/>
    <p:sldId xmlns:r="http://schemas.openxmlformats.org/officeDocument/2006/relationships" id="262" r:id="Rfffb8853b13d4a7c"/>
    <p:sldId xmlns:r="http://schemas.openxmlformats.org/officeDocument/2006/relationships" id="263" r:id="Rb292275f188a4fcc"/>
    <p:sldId xmlns:r="http://schemas.openxmlformats.org/officeDocument/2006/relationships" id="264" r:id="R9ebc9f086a9a49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b4ee87afc4257" /><Relationship Type="http://schemas.openxmlformats.org/officeDocument/2006/relationships/slideMaster" Target="/ppt/slideMasters/slideMaster1.xml" Id="R4558435e015545da" /><Relationship Type="http://schemas.openxmlformats.org/officeDocument/2006/relationships/notesMaster" Target="/ppt/notesMasters/notesMaster1.xml" Id="Racddf88457f740a5" /><Relationship Type="http://schemas.openxmlformats.org/officeDocument/2006/relationships/presProps" Target="/ppt/presProps.xml" Id="Rbccd388ea473460c" /><Relationship Type="http://schemas.openxmlformats.org/officeDocument/2006/relationships/tableStyles" Target="/ppt/tableStyles.xml" Id="R829a23fba8d541c3" /><Relationship Type="http://schemas.openxmlformats.org/officeDocument/2006/relationships/slide" Target="/ppt/slides/slide1.xml" Id="R2d57ce5f6b5d426e" /><Relationship Type="http://schemas.openxmlformats.org/officeDocument/2006/relationships/slide" Target="/ppt/slides/slide2.xml" Id="Rb3832ee83b934031" /><Relationship Type="http://schemas.openxmlformats.org/officeDocument/2006/relationships/slide" Target="/ppt/slides/slide3.xml" Id="R85400021576146fd" /><Relationship Type="http://schemas.openxmlformats.org/officeDocument/2006/relationships/slide" Target="/ppt/slides/slide4.xml" Id="R5b998e9ce13541bc" /><Relationship Type="http://schemas.openxmlformats.org/officeDocument/2006/relationships/slide" Target="/ppt/slides/slide5.xml" Id="R3bad774583e0451f" /><Relationship Type="http://schemas.openxmlformats.org/officeDocument/2006/relationships/slide" Target="/ppt/slides/slide6.xml" Id="Ra9b7fede93bb4fa8" /><Relationship Type="http://schemas.openxmlformats.org/officeDocument/2006/relationships/slide" Target="/ppt/slides/slide7.xml" Id="Rfffb8853b13d4a7c" /><Relationship Type="http://schemas.openxmlformats.org/officeDocument/2006/relationships/slide" Target="/ppt/slides/slide8.xml" Id="Rb292275f188a4fcc" /><Relationship Type="http://schemas.openxmlformats.org/officeDocument/2006/relationships/slide" Target="/ppt/slides/slide9.xml" Id="R9ebc9f086a9a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9b17cdd6e34c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c9a9afbc148c3" /><Relationship Type="http://schemas.openxmlformats.org/officeDocument/2006/relationships/notesMaster" Target="/ppt/notesMasters/notesMaster1.xml" Id="Reb6cd0aa4bc7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b33abd8150413c" /><Relationship Type="http://schemas.openxmlformats.org/officeDocument/2006/relationships/notesMaster" Target="/ppt/notesMasters/notesMaster1.xml" Id="Re8ab753edd9c4d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4e1336238b40c8" /><Relationship Type="http://schemas.openxmlformats.org/officeDocument/2006/relationships/notesMaster" Target="/ppt/notesMasters/notesMaster1.xml" Id="R6981cb60664746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b8f8ead2e4f82" /><Relationship Type="http://schemas.openxmlformats.org/officeDocument/2006/relationships/notesMaster" Target="/ppt/notesMasters/notesMaster1.xml" Id="Rdf684feb2e1540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bdc467a834c46" /><Relationship Type="http://schemas.openxmlformats.org/officeDocument/2006/relationships/notesMaster" Target="/ppt/notesMasters/notesMaster1.xml" Id="Rc76936bb1048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1d93161bb4609" /><Relationship Type="http://schemas.openxmlformats.org/officeDocument/2006/relationships/notesMaster" Target="/ppt/notesMasters/notesMaster1.xml" Id="R7a2b793fe4ae4b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7cdaabfc8340f2" /><Relationship Type="http://schemas.openxmlformats.org/officeDocument/2006/relationships/notesMaster" Target="/ppt/notesMasters/notesMaster1.xml" Id="R9f84ced49289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e1f32329cc4f50" /><Relationship Type="http://schemas.openxmlformats.org/officeDocument/2006/relationships/notesMaster" Target="/ppt/notesMasters/notesMaster1.xml" Id="Rdb7b0bba747d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6d03e024894570" /><Relationship Type="http://schemas.openxmlformats.org/officeDocument/2006/relationships/notesMaster" Target="/ppt/notesMasters/notesMaster1.xml" Id="R3fa5998a90074c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636ebf9b8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0d12200ac4cdd" /><Relationship Type="http://schemas.openxmlformats.org/officeDocument/2006/relationships/slideLayout" Target="/ppt/slideLayouts/slideLayout1.xml" Id="Rcb9d3d320b63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d3d320b63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038ca736c43ef" /><Relationship Type="http://schemas.openxmlformats.org/officeDocument/2006/relationships/notesSlide" Target="/ppt/notesSlides/notesSlide1.xml" Id="Rc9ebc81c3118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5561ad6ac4c5d" /><Relationship Type="http://schemas.openxmlformats.org/officeDocument/2006/relationships/notesSlide" Target="/ppt/notesSlides/notesSlide2.xml" Id="R8254106f5f9e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df6c614804e11" /><Relationship Type="http://schemas.openxmlformats.org/officeDocument/2006/relationships/notesSlide" Target="/ppt/notesSlides/notesSlide3.xml" Id="Rc90832ba86fa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5859b425b41d3" /><Relationship Type="http://schemas.openxmlformats.org/officeDocument/2006/relationships/notesSlide" Target="/ppt/notesSlides/notesSlide4.xml" Id="Ra4ea6deffbc8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2c66482434f68" /><Relationship Type="http://schemas.openxmlformats.org/officeDocument/2006/relationships/notesSlide" Target="/ppt/notesSlides/notesSlide5.xml" Id="R4294373fd8a14d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cffff43c4330" /><Relationship Type="http://schemas.openxmlformats.org/officeDocument/2006/relationships/notesSlide" Target="/ppt/notesSlides/notesSlide6.xml" Id="Rd4786e3804eb4c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4bbd6b8943da" /><Relationship Type="http://schemas.openxmlformats.org/officeDocument/2006/relationships/notesSlide" Target="/ppt/notesSlides/notesSlide7.xml" Id="Rdaf43cad4982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6537393874e68" /><Relationship Type="http://schemas.openxmlformats.org/officeDocument/2006/relationships/notesSlide" Target="/ppt/notesSlides/notesSlide8.xml" Id="Ra8bdd6661233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981198d0c4c80" /><Relationship Type="http://schemas.openxmlformats.org/officeDocument/2006/relationships/notesSlide" Target="/ppt/notesSlides/notesSlide9.xml" Id="Rc0c306ce01c046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13EA4-A520-4D0D-9A8F-5C4A41EE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9AA8A-E758-40D7-91D9-8C3D6BA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943E4-CF1D-487D-8177-26E835AE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8BB4B-F5CC-4BF5-9178-23EB7AC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386DB-E703-4158-9F48-E1CEB3EC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5CB88-229F-456D-9A2D-4E9F3F53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F16C-F40B-43AC-B558-28FD1DF0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775D4-6E27-441C-B745-69CAA88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F684E-4D1A-46B0-AB3A-86841333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DFBCA-A0FC-40C1-871E-BC8EFC3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DC639-A693-4161-A445-38403C1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A5DCC-6ABE-4D53-87AC-C045A99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F08D0-A37B-4C88-8C8D-8DF067C0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D2EAA-6C75-4D7A-8E87-0811520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7499B-0DA3-40B0-B4E9-033F480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695043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AA0C5-D59C-4A32-9887-9B3AFF53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5ED76-B5D3-4316-87C5-AD81393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85977-113F-4343-8058-4427A8C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EB3B0-CBBB-4A02-89A2-61C8D78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D6FF3-9D5B-4841-84AE-66D6E1AA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A3EE2-E222-4723-A964-6C485DF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471F0-42C0-415F-AE56-040F5F4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A32FA-CA52-4EBD-AB32-79400AD5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68E51-002E-45CB-B3DA-82F1934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9D626-B4D6-4959-A9B9-2C1E82A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3E1DD-1B90-46E4-8469-FFDDF74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A8C05-504A-43CA-A3A6-26FFEC0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48CAD-C3B8-4D35-B1CB-80A69323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Computer Aided Drafting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C467A-A42D-4D4F-93D1-9003B19E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E916F-CD82-4E36-B571-AB21848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850584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F8A9D-BAAE-4D65-A24C-B29B9FA4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BE089-57B9-46BE-8817-A575C3B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7DF9D-2935-49A0-B9E0-0547675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B0ABD-FEC8-4057-B6BB-FCBBECB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2C2F5-848E-432B-9D4E-68A4EF2B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D5C14-9FF0-471F-9CFB-B9DA873F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88328-7CA8-4780-A8E2-1E473FBA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8ED49-FFDB-4A06-A395-2560CB8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39C27-44F7-4395-9A46-46B822FA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C38F1-B751-4D4B-AF2A-D3629F1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 -ordinate system and reference planes HP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BF8B9-ED67-4994-879B-B57D1402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2DA1E-CBBC-4ADC-BEFD-8ADDEF6A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807783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0A67E-A4F2-447B-9A23-D43A664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409A6-F0AF-46AA-9D63-8E54688F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07FBF-8750-4400-8141-1B588CBB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8E3C9-5DB1-40B8-858B-7DB46127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Computer Aided Drafting software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 -ordinate system and reference planes 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DE649-D0D3-4348-8F87-CBA5B05F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E5680-9438-4207-84B2-653025C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B01C0-5EDE-45BA-9BB9-2EDEF373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D87D5-93E7-48CE-837B-87F4B8A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A831A-90CD-479C-A71B-BC4D3A5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0093A-9163-45B2-A7B2-ED2F1785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DFEC4-0DE1-4E84-A325-D6578747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DE390-BA8E-45BC-9B57-53F6E4A0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F4D36-FA30-42A6-B05A-797D2C5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FAD2B-CC20-46C4-B053-E8304FB4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54F84-07CF-46FD-8930-EE6DB89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19EDE-CAB5-463C-83BD-FBBB24B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1281A-F172-4F9C-ABFC-4BF50A6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CE912-9A48-412E-8F4C-A9D0614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205900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F9EB4-3BB6-4522-9FB2-1ADB8E4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48C9B-3FC0-4707-B6FE-1B7FA534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88E7-3B65-430B-AC19-E1718FE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60963-62C2-4D99-93B5-39B0A7E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97EC8-9FCA-445F-96B3-53A6CBA3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DC673-6ECB-48ED-9B14-32E00ABB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3B93E-3468-4ED5-8593-64E5BC2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60B2-E42D-4B22-BCC6-7B7A375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3AAD-B8A5-4594-936B-52AA6AAD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8D7C5-7F4A-4DAE-AE51-7A41BC6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3005F-371B-4A8A-B07C-553D99F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886A2-A83E-488F-B85D-1F4BF32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7CD58-71CA-45ED-9DC5-496900C8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591C8-03A7-40C2-926B-2A58E85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5A1B1-9311-44BF-87A1-0B7D73C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133606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92F1A-3D7B-4ADB-8D7A-34B01E6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4D821-8402-459E-85F7-F2D87E1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35E3A-A0FB-4489-881C-9677479A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386B0-E951-4FC2-9642-DD51022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645AA-8C93-43A4-951A-65A3BB25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A773B-3F74-4442-9369-201D6345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Significance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5F529-EA41-45EB-A6A2-DE757131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6D54B-2CA8-439D-B4D0-9D3E4B77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34D72-4406-4BDF-9275-DB87D87C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41571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C180D-0B66-41C3-8FAC-E7EE71C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4B245-6D33-42A3-A21A-4806A7F9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67E95-CF77-4DDB-B96C-40D856E3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E464E-2B30-4599-9342-258A852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DE210-856C-4C26-AB2C-A7AAC071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D27B4-E4A8-429D-875A-A8BDF260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D4880-41F7-45E0-8339-491B0741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648CA-2D8F-4CDF-BEEE-18D3670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2176B-3100-45EA-9290-38FD4660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662034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10EC4-B150-4065-81BB-A5C98EB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BEB2B-A820-4C41-A90A-D5B6BE1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33D90-5118-4D5B-9F12-70ED7E8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18E25-274A-4B86-A14B-2AFC0F0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1BB62-774F-4EC2-8750-46423A08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EA1B1-AC71-47BF-A568-AB39691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7552B-65FB-43F1-AE71-B532235C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A35F8-243A-4BCA-811C-4FF8C2C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019FD-B22B-40C2-9025-C9F7310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DC097-03E2-4A45-8436-2ADBB99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Engineering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37872-1759-4B81-AED4-D713546E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1A130-C4FC-419C-A58C-FDB2D93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ED5F9-AB69-46D5-8760-6D24B31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BIS Conventions of Engineering Drawing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88800-3D17-42AD-98C0-075B209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ADFE4-2470-47DB-8610-B9554FD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AC28F-2E5C-44D4-97D8-605A582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hand sketching of engineering drawing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C7E11-76ED-4880-B789-C3157AAA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29368-4310-460E-B20D-06D0410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65498-370A-4B2D-B6BE-ED34987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Computer Aided Drafting software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28032-410C-4BB3-91F4-F96F7CC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EC99F-B93A-444E-9445-DB07A54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EDF63-7F86-4F65-98EC-FB9CA6A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 -ordinate system and reference planes HP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BAE2B-FA88-402D-8192-A7D3C4A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CABC9-1C4B-4A25-BA1A-57E876FF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7AF5A-451A-4BAF-A614-CC3CDE5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RPP &amp; LPP of 2D/3D environment.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27670-36F8-4383-A78E-CDAA69D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7FC83-8F9C-44DF-B470-5F32E29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B93F3-5A57-4FE3-A090-42C63F6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7F5C3-C1BE-4F76-A27E-8E835C53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795763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8F86-C4F6-4156-9941-014BCF91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8FA3B-C5E9-409B-91C4-577A112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32C89-C225-4FE9-A057-9B7829AE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8AC9-BD3C-4E0C-BA33-CAB2588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Significance, Engineering, drawing, Conventions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F48C-EED4-41C6-AB7F-648BB9D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29EB8-C4C7-450A-B74B-BEB73EAD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C9556-E57D-48E0-95E7-32AD4C4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15BE9-E874-4DBF-ADA3-343F34F2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489515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2026-08-24T06:38:42.0570000Z</dcterms:created>
  <dcterms:modified xsi:type="dcterms:W3CDTF">2026-08-24T06:38:42.0570000Z</dcterms:modified>
</coreProperties>
</file>