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815835c39444b4" /><Relationship Type="http://schemas.openxmlformats.org/officeDocument/2006/relationships/extended-properties" Target="/docProps/app.xml" Id="R01c43bbe8a2d48dd" /><Relationship Type="http://schemas.openxmlformats.org/officeDocument/2006/relationships/officeDocument" Target="/ppt/presentation.xml" Id="R5ae0d4d101aa43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40053ff82e47c7"/>
  </p:sldMasterIdLst>
  <p:notesMasterIdLst>
    <p:notesMasterId xmlns:r="http://schemas.openxmlformats.org/officeDocument/2006/relationships" r:id="R73c9fe98cb5d4758"/>
  </p:notesMasterIdLst>
  <p:sldIdLst>
    <p:sldId xmlns:r="http://schemas.openxmlformats.org/officeDocument/2006/relationships" id="256" r:id="R4de39600f74b4925"/>
    <p:sldId xmlns:r="http://schemas.openxmlformats.org/officeDocument/2006/relationships" id="257" r:id="Rdf7a1c9ab9cf4e42"/>
    <p:sldId xmlns:r="http://schemas.openxmlformats.org/officeDocument/2006/relationships" id="258" r:id="R79efb80de0804d94"/>
    <p:sldId xmlns:r="http://schemas.openxmlformats.org/officeDocument/2006/relationships" id="259" r:id="R7c5c81c864e04881"/>
    <p:sldId xmlns:r="http://schemas.openxmlformats.org/officeDocument/2006/relationships" id="260" r:id="R7d0e04e1ae504da3"/>
    <p:sldId xmlns:r="http://schemas.openxmlformats.org/officeDocument/2006/relationships" id="261" r:id="R55ad89214d96427e"/>
    <p:sldId xmlns:r="http://schemas.openxmlformats.org/officeDocument/2006/relationships" id="262" r:id="R75e82c3aec444267"/>
    <p:sldId xmlns:r="http://schemas.openxmlformats.org/officeDocument/2006/relationships" id="263" r:id="R7e5e618e1a974243"/>
    <p:sldId xmlns:r="http://schemas.openxmlformats.org/officeDocument/2006/relationships" id="264" r:id="R0574c011bf204c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b6ea8b88dd4bd6" /><Relationship Type="http://schemas.openxmlformats.org/officeDocument/2006/relationships/slideMaster" Target="/ppt/slideMasters/slideMaster1.xml" Id="Rbd40053ff82e47c7" /><Relationship Type="http://schemas.openxmlformats.org/officeDocument/2006/relationships/notesMaster" Target="/ppt/notesMasters/notesMaster1.xml" Id="R73c9fe98cb5d4758" /><Relationship Type="http://schemas.openxmlformats.org/officeDocument/2006/relationships/presProps" Target="/ppt/presProps.xml" Id="R1456d55a8db34851" /><Relationship Type="http://schemas.openxmlformats.org/officeDocument/2006/relationships/tableStyles" Target="/ppt/tableStyles.xml" Id="R3c0329ef8762433a" /><Relationship Type="http://schemas.openxmlformats.org/officeDocument/2006/relationships/slide" Target="/ppt/slides/slide1.xml" Id="R4de39600f74b4925" /><Relationship Type="http://schemas.openxmlformats.org/officeDocument/2006/relationships/slide" Target="/ppt/slides/slide2.xml" Id="Rdf7a1c9ab9cf4e42" /><Relationship Type="http://schemas.openxmlformats.org/officeDocument/2006/relationships/slide" Target="/ppt/slides/slide3.xml" Id="R79efb80de0804d94" /><Relationship Type="http://schemas.openxmlformats.org/officeDocument/2006/relationships/slide" Target="/ppt/slides/slide4.xml" Id="R7c5c81c864e04881" /><Relationship Type="http://schemas.openxmlformats.org/officeDocument/2006/relationships/slide" Target="/ppt/slides/slide5.xml" Id="R7d0e04e1ae504da3" /><Relationship Type="http://schemas.openxmlformats.org/officeDocument/2006/relationships/slide" Target="/ppt/slides/slide6.xml" Id="R55ad89214d96427e" /><Relationship Type="http://schemas.openxmlformats.org/officeDocument/2006/relationships/slide" Target="/ppt/slides/slide7.xml" Id="R75e82c3aec444267" /><Relationship Type="http://schemas.openxmlformats.org/officeDocument/2006/relationships/slide" Target="/ppt/slides/slide8.xml" Id="R7e5e618e1a974243" /><Relationship Type="http://schemas.openxmlformats.org/officeDocument/2006/relationships/slide" Target="/ppt/slides/slide9.xml" Id="R0574c011bf204c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830f4dbfe4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ad0ae0e7254b48" /><Relationship Type="http://schemas.openxmlformats.org/officeDocument/2006/relationships/notesMaster" Target="/ppt/notesMasters/notesMaster1.xml" Id="Ra5f2281ca6ac4a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310a43bc6c4623" /><Relationship Type="http://schemas.openxmlformats.org/officeDocument/2006/relationships/notesMaster" Target="/ppt/notesMasters/notesMaster1.xml" Id="R90d9699c324040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3de4b026d4039" /><Relationship Type="http://schemas.openxmlformats.org/officeDocument/2006/relationships/notesMaster" Target="/ppt/notesMasters/notesMaster1.xml" Id="R27aae02ed70e43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4e4fddfe4747ca" /><Relationship Type="http://schemas.openxmlformats.org/officeDocument/2006/relationships/notesMaster" Target="/ppt/notesMasters/notesMaster1.xml" Id="Rb502ec152bb945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e1113d5fc7465f" /><Relationship Type="http://schemas.openxmlformats.org/officeDocument/2006/relationships/notesMaster" Target="/ppt/notesMasters/notesMaster1.xml" Id="R33fcda06f37342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0cf27e4cb64365" /><Relationship Type="http://schemas.openxmlformats.org/officeDocument/2006/relationships/notesMaster" Target="/ppt/notesMasters/notesMaster1.xml" Id="R152023eb8d3248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e3c2ef9d014cf4" /><Relationship Type="http://schemas.openxmlformats.org/officeDocument/2006/relationships/notesMaster" Target="/ppt/notesMasters/notesMaster1.xml" Id="R5ba1a353213945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dd772488f1404f" /><Relationship Type="http://schemas.openxmlformats.org/officeDocument/2006/relationships/notesMaster" Target="/ppt/notesMasters/notesMaster1.xml" Id="R01e35e1ce4d049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6c747a3d2a48a5" /><Relationship Type="http://schemas.openxmlformats.org/officeDocument/2006/relationships/notesMaster" Target="/ppt/notesMasters/notesMaster1.xml" Id="R457a48f5c241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bb144017e4f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3195248132486c" /><Relationship Type="http://schemas.openxmlformats.org/officeDocument/2006/relationships/slideLayout" Target="/ppt/slideLayouts/slideLayout1.xml" Id="R76ec2ef5516341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ec2ef5516341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211c616a949b2" /><Relationship Type="http://schemas.openxmlformats.org/officeDocument/2006/relationships/notesSlide" Target="/ppt/notesSlides/notesSlide1.xml" Id="R2b47da8f034e41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1ddca004943e4" /><Relationship Type="http://schemas.openxmlformats.org/officeDocument/2006/relationships/notesSlide" Target="/ppt/notesSlides/notesSlide2.xml" Id="R16e9c82fba9d47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8f44ebb03423c" /><Relationship Type="http://schemas.openxmlformats.org/officeDocument/2006/relationships/notesSlide" Target="/ppt/notesSlides/notesSlide3.xml" Id="R7b68fdf8c20b45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4ef24341d45be" /><Relationship Type="http://schemas.openxmlformats.org/officeDocument/2006/relationships/notesSlide" Target="/ppt/notesSlides/notesSlide4.xml" Id="R1a1de7ce1aeb40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98907542c41e4" /><Relationship Type="http://schemas.openxmlformats.org/officeDocument/2006/relationships/notesSlide" Target="/ppt/notesSlides/notesSlide5.xml" Id="Rbdca5afce7d04f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b8a36293c42a0" /><Relationship Type="http://schemas.openxmlformats.org/officeDocument/2006/relationships/notesSlide" Target="/ppt/notesSlides/notesSlide6.xml" Id="R596f3f32e09249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269f30e884786" /><Relationship Type="http://schemas.openxmlformats.org/officeDocument/2006/relationships/notesSlide" Target="/ppt/notesSlides/notesSlide7.xml" Id="R2e93627a7b1b4c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6408dc728438f" /><Relationship Type="http://schemas.openxmlformats.org/officeDocument/2006/relationships/notesSlide" Target="/ppt/notesSlides/notesSlide8.xml" Id="R7e2cee327fa146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6329469ea456b" /><Relationship Type="http://schemas.openxmlformats.org/officeDocument/2006/relationships/notesSlide" Target="/ppt/notesSlides/notesSlide9.xml" Id="R6d60941a64c34c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C4DCC-A1F8-4C86-8635-CF323833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BEC7F-7D4E-4407-9FDF-52E0F614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21023-3303-4D1D-9071-441ECD8A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EA0ED-652C-47CA-8B1F-60FB1427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D17CB-62FB-4035-BAAC-5AA2D8FD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B058F-21DC-43C0-A048-C306EE28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23B18-48AF-45DD-A3A2-ADE29C01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113FE-8A3A-4767-B0AF-098D3CEA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98E04-63C3-481F-A030-D2C88591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DDCAA-9731-4365-A826-E12E3112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DC0EC-83BD-4394-9B6D-3D8F2D83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C23B5-B0AE-4C66-89BE-B64936CE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3DF63-9C44-406B-A542-57F3692F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83015-EF4F-4B4A-9A4D-475CD1F1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9371F-2B5B-401C-A939-B3716B7E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639388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23B80-3AC9-434A-B1FC-BBC5D2E6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EF7AD-C652-4CEF-91E6-764BBB4E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E63AE-F236-4119-B1D2-B9EE17BE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7492A-DAD8-46C7-AFCF-99D22EAC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53F25-73A6-4805-9581-D6B72BC0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C26AF-0B52-405C-A8A6-59EE0A74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E5B28-98F7-4AAB-B30F-897D62D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5FB9E-803E-4909-A616-9BB178A7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2A711-331B-4E1B-8AE7-B187689B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3312A-932C-4C95-B7B8-F11A69D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0529C-6C88-4991-9808-D634F310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57F20-1F03-4838-9761-A8F2B966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22CA3-61C8-4291-B808-3293B7D1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apparent shapes and true shapes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FC3C2-F4EE-4587-B36B-E4749D41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257A8-3E17-4A3F-A354-DB2E4B8E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127568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C76D7-B590-40A0-9AAF-7D3D873F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3277B-7177-4206-9BCC-787C084A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2D6C-F44A-432D-A9D9-E4D25497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ABB7D-6296-4FB0-B545-B96B0992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CE968-29A3-45B1-A83E-8BD3B59C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1E17D-3A3E-41FE-A626-7DBF558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22E9B-C6DD-4F6E-9A0B-12AF9EAF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766E9-F1E8-4A2C-93A3-57D6243F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018F2-879C-411C-B08B-ED638A8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apparent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7194F-5398-4A3C-9E1B-8C25872F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 and their frustums and truncations.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1C3CB-38A3-4E38-8F78-10FF4EA1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06FE0-D47F-4DDA-98EB-BECF70D2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534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9A34F-AE9B-4C9E-9DBD-BA0620C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BF9AA-2FB9-4DC7-A20F-412E55C0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A1378-C207-4BBC-AE94-C64077F1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FB58D-D49E-45E8-963B-D73F7670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apparent shapes and true shapes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91D48-6BBA-48C2-AAED-148C4A3B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54DBA-4674-41B8-9573-7A83D14F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270F5-6E3C-44A6-8B59-3625B7E1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E1456-1055-47C0-86AC-54059DA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E496A-14F6-4EF2-BEB9-B84073A6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A37DB-52A9-4AFF-8B70-B282ADD9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165A8-E1CF-49D5-9D83-53A60930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7E068-3F95-4BC4-BE65-52995C39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22435-8B85-4DBF-8D91-6783FFC3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CC367-20C8-4291-8724-E8223F1B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C807D-0756-4215-93F1-319682AE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9298E-97DE-4D39-B32E-34C1ADFA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F73DC-5F4C-4B5D-927E-127FCCDC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7988F-4281-465D-842C-00BEC3F2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474205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F8932-3EB1-4E89-B314-096D8B17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F4BDA-DD40-423A-A10F-898E013E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19BE0-6E5D-4F51-803C-FAE08D6A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97FEA-C1A4-46DA-9A3F-282B721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7A107-9D2C-4E19-954F-372D334C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2531E-CB3A-4F18-A186-4DB0855B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DD453-4BC6-4CEB-B404-512DC400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7D828-0DA5-460E-ADFC-05B08687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3E802-574E-4263-9707-5C4668B1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08450-1F9B-43E8-A7CC-5231323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8724C-C2AC-4BAF-A26F-E75F9482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31F05-92AC-4ABA-90E1-BC566E2A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E5CCD-9974-40AA-A005-8E2CCA20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2B968-D3A9-4C0F-B565-E3F6F6EC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2F380-5725-49C2-9E33-99CE5B7E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945160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ABFE9-1A5C-43D2-9A56-1730DE97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D7A07-EC2C-4603-B4DE-D6BFB0F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8B449-AEDD-4893-86A8-AEFF26F3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345CF-D656-45D2-A488-11FF202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03D11-0756-4C85-9722-C69CE8A5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E3C93-D4C0-45FC-B682-FA1DBA2E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Section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39208-C8ED-43B4-9E3C-E08211A4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FCB0C-26CF-44F4-8B6F-E1E2262E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063A3-FF28-4159-B236-29486EC5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66385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863C1-594E-4145-BFB1-21864402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B2F8E-5635-4A10-BCD9-72589885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BC149-CCD9-4344-8873-3E8F0877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D7E11-1776-47EE-9201-53A378C7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5BCA1-6B08-4305-9DAA-3A2F926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 and their frustums and truncations.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applications of development of lateral surfaces like funnels and trays.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BB3E8-69E7-44AA-BB0C-690435C4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1FB1B-BF5C-47B3-AD81-0DC21BF0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06B04-D9F8-4D43-BD6B-ED807152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3F324-83D9-4152-B993-1288BD35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313309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5C56E1-755C-4B6B-83FC-0E2D35E6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36C54-4D20-40DE-9812-508A4830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33E0B-3B96-487F-BFD2-01F6A89F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B50D1-D099-4155-80B0-F06DB7F0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68893-23E2-4473-BEB0-B4E0E399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8D1D9-1009-449C-9ED7-E2D9EAF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6A6EA-4D25-4AF5-B3A9-77C9C456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718DC-66BA-41DE-A02E-5FD0FF0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0C309-5E8D-422D-A150-1F90FB23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1D80B-3FE5-47C5-AE0F-11DC7558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E66A2-F513-4658-9CD9-993220F8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FE685-5434-43FE-AEB4-D453B70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EFAD3-4145-4F2A-A629-AB5D7E95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23927-61F9-46B2-A1EB-5FE707C1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2A6A6-0C5E-4F13-8001-1DDF8D92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7FC6F-B8C1-480B-9577-5F633563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Sectional views: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85E4B-7238-487F-A6E0-F4E0A5C3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2256F-0E7C-4965-92B7-17BA4B1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4888E-4E7F-46F6-ABCF-35957929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apparent shapes and true shapes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A0FB2-512D-4169-B2BC-B4632595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AEB75-BD47-4F1C-8E9A-97F9A074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C52A6-5860-4A23-A981-7F380411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of right regular prisms, pyramids, cylinders and cones resting with their base on HP.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7328E-DF97-45C5-B94B-C0610B2B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17BE4-D218-4464-A44A-A5AD8D68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71791-A65F-4650-9195-89FCA32A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(Concepts only and No Problems for practice) Development of Lateral Surfaces of Solids: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ADAC9-57CF-4B73-9AD1-3175579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619EC-1737-488D-BB5E-61F20A34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8CE771-2843-4B89-9B7B-F561E63E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73F014-46FF-480A-965E-E651159A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8621194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3FCD-0DB2-4604-A379-FDEA3853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B0120-D9D7-4841-9759-2A4DF00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8ED0A-1EF3-4CD0-971A-A5D06AF4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66F50-EDF9-4CF6-AD62-CBBD6E5B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Section, Solids, planes, Sectional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64BB0-6710-47E7-B1EB-81BEC3E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BA41F-F2BB-48C1-8716-0DEF80F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5A954-73EE-402F-ADBD-3E300CF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E3619-042F-4C97-990D-2749E79A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859255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2026-08-24T06:38:42.1800000Z</dcterms:created>
  <dcterms:modified xsi:type="dcterms:W3CDTF">2026-08-24T06:38:42.1800000Z</dcterms:modified>
</coreProperties>
</file>