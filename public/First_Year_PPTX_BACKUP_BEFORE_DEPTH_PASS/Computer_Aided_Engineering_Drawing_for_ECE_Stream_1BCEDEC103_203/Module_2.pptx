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05279f80f14ec0" /><Relationship Type="http://schemas.openxmlformats.org/officeDocument/2006/relationships/extended-properties" Target="/docProps/app.xml" Id="R8635680cbb4249cc" /><Relationship Type="http://schemas.openxmlformats.org/officeDocument/2006/relationships/officeDocument" Target="/ppt/presentation.xml" Id="R669534d9afe6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7bb3d1ea2f4e4d"/>
  </p:sldMasterIdLst>
  <p:notesMasterIdLst>
    <p:notesMasterId xmlns:r="http://schemas.openxmlformats.org/officeDocument/2006/relationships" r:id="R6bf27c2aeaa6421a"/>
  </p:notesMasterIdLst>
  <p:sldIdLst>
    <p:sldId xmlns:r="http://schemas.openxmlformats.org/officeDocument/2006/relationships" id="256" r:id="R7669fdff7a3746cc"/>
    <p:sldId xmlns:r="http://schemas.openxmlformats.org/officeDocument/2006/relationships" id="257" r:id="R1179306155a040f8"/>
    <p:sldId xmlns:r="http://schemas.openxmlformats.org/officeDocument/2006/relationships" id="258" r:id="Rcd77e06784cc4563"/>
    <p:sldId xmlns:r="http://schemas.openxmlformats.org/officeDocument/2006/relationships" id="259" r:id="R1aee039916f54160"/>
    <p:sldId xmlns:r="http://schemas.openxmlformats.org/officeDocument/2006/relationships" id="260" r:id="R69eb6877233f40ad"/>
    <p:sldId xmlns:r="http://schemas.openxmlformats.org/officeDocument/2006/relationships" id="261" r:id="R5c54a1d29e4641df"/>
    <p:sldId xmlns:r="http://schemas.openxmlformats.org/officeDocument/2006/relationships" id="262" r:id="R2a8e32d522ae45e7"/>
    <p:sldId xmlns:r="http://schemas.openxmlformats.org/officeDocument/2006/relationships" id="263" r:id="R25a8666da4d34fa5"/>
    <p:sldId xmlns:r="http://schemas.openxmlformats.org/officeDocument/2006/relationships" id="264" r:id="R21dd2c9659ad46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0265275ff14113" /><Relationship Type="http://schemas.openxmlformats.org/officeDocument/2006/relationships/slideMaster" Target="/ppt/slideMasters/slideMaster1.xml" Id="R867bb3d1ea2f4e4d" /><Relationship Type="http://schemas.openxmlformats.org/officeDocument/2006/relationships/notesMaster" Target="/ppt/notesMasters/notesMaster1.xml" Id="R6bf27c2aeaa6421a" /><Relationship Type="http://schemas.openxmlformats.org/officeDocument/2006/relationships/presProps" Target="/ppt/presProps.xml" Id="R2cbb65b8cb414be0" /><Relationship Type="http://schemas.openxmlformats.org/officeDocument/2006/relationships/tableStyles" Target="/ppt/tableStyles.xml" Id="Rdb8f6261e40345d8" /><Relationship Type="http://schemas.openxmlformats.org/officeDocument/2006/relationships/slide" Target="/ppt/slides/slide1.xml" Id="R7669fdff7a3746cc" /><Relationship Type="http://schemas.openxmlformats.org/officeDocument/2006/relationships/slide" Target="/ppt/slides/slide2.xml" Id="R1179306155a040f8" /><Relationship Type="http://schemas.openxmlformats.org/officeDocument/2006/relationships/slide" Target="/ppt/slides/slide3.xml" Id="Rcd77e06784cc4563" /><Relationship Type="http://schemas.openxmlformats.org/officeDocument/2006/relationships/slide" Target="/ppt/slides/slide4.xml" Id="R1aee039916f54160" /><Relationship Type="http://schemas.openxmlformats.org/officeDocument/2006/relationships/slide" Target="/ppt/slides/slide5.xml" Id="R69eb6877233f40ad" /><Relationship Type="http://schemas.openxmlformats.org/officeDocument/2006/relationships/slide" Target="/ppt/slides/slide6.xml" Id="R5c54a1d29e4641df" /><Relationship Type="http://schemas.openxmlformats.org/officeDocument/2006/relationships/slide" Target="/ppt/slides/slide7.xml" Id="R2a8e32d522ae45e7" /><Relationship Type="http://schemas.openxmlformats.org/officeDocument/2006/relationships/slide" Target="/ppt/slides/slide8.xml" Id="R25a8666da4d34fa5" /><Relationship Type="http://schemas.openxmlformats.org/officeDocument/2006/relationships/slide" Target="/ppt/slides/slide9.xml" Id="R21dd2c9659ad46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8a414b872442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d601effc9b4c7b" /><Relationship Type="http://schemas.openxmlformats.org/officeDocument/2006/relationships/notesMaster" Target="/ppt/notesMasters/notesMaster1.xml" Id="R4d0710f721e448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4813120f384b04" /><Relationship Type="http://schemas.openxmlformats.org/officeDocument/2006/relationships/notesMaster" Target="/ppt/notesMasters/notesMaster1.xml" Id="Rf5706ce5baff41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c464f45e4746f4" /><Relationship Type="http://schemas.openxmlformats.org/officeDocument/2006/relationships/notesMaster" Target="/ppt/notesMasters/notesMaster1.xml" Id="R636b95bc61ed47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ffe0ec10354a66" /><Relationship Type="http://schemas.openxmlformats.org/officeDocument/2006/relationships/notesMaster" Target="/ppt/notesMasters/notesMaster1.xml" Id="Rdcffa97f8d914a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001167e5f54b92" /><Relationship Type="http://schemas.openxmlformats.org/officeDocument/2006/relationships/notesMaster" Target="/ppt/notesMasters/notesMaster1.xml" Id="R0c15070459364f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7ae6d279dc4b24" /><Relationship Type="http://schemas.openxmlformats.org/officeDocument/2006/relationships/notesMaster" Target="/ppt/notesMasters/notesMaster1.xml" Id="R4f5d318a05c945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7b833dc18045b3" /><Relationship Type="http://schemas.openxmlformats.org/officeDocument/2006/relationships/notesMaster" Target="/ppt/notesMasters/notesMaster1.xml" Id="R47f0971bec444f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78a12ffd754208" /><Relationship Type="http://schemas.openxmlformats.org/officeDocument/2006/relationships/notesMaster" Target="/ppt/notesMasters/notesMaster1.xml" Id="R8fb9960f3b2b49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abec5e50c24c93" /><Relationship Type="http://schemas.openxmlformats.org/officeDocument/2006/relationships/notesMaster" Target="/ppt/notesMasters/notesMaster1.xml" Id="R69651248a7b141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1f748039344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c309568fd45c8" /><Relationship Type="http://schemas.openxmlformats.org/officeDocument/2006/relationships/slideLayout" Target="/ppt/slideLayouts/slideLayout1.xml" Id="Ra181dd8e1b51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81dd8e1b51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c140423b84858" /><Relationship Type="http://schemas.openxmlformats.org/officeDocument/2006/relationships/notesSlide" Target="/ppt/notesSlides/notesSlide1.xml" Id="R3d49bac8ede14c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ca4ea6caa430a" /><Relationship Type="http://schemas.openxmlformats.org/officeDocument/2006/relationships/notesSlide" Target="/ppt/notesSlides/notesSlide2.xml" Id="R22fe73f25132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fa03c548c47fe" /><Relationship Type="http://schemas.openxmlformats.org/officeDocument/2006/relationships/notesSlide" Target="/ppt/notesSlides/notesSlide3.xml" Id="Rabadaf682808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907a4fbad4c0c" /><Relationship Type="http://schemas.openxmlformats.org/officeDocument/2006/relationships/notesSlide" Target="/ppt/notesSlides/notesSlide4.xml" Id="R2b17105a1336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321b1b4f94d00" /><Relationship Type="http://schemas.openxmlformats.org/officeDocument/2006/relationships/notesSlide" Target="/ppt/notesSlides/notesSlide5.xml" Id="R8984d448ef3142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19ef164b149d9" /><Relationship Type="http://schemas.openxmlformats.org/officeDocument/2006/relationships/notesSlide" Target="/ppt/notesSlides/notesSlide6.xml" Id="R290bffce9ed146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7f9ceb5e741e1" /><Relationship Type="http://schemas.openxmlformats.org/officeDocument/2006/relationships/notesSlide" Target="/ppt/notesSlides/notesSlide7.xml" Id="R79ab30a3bdce40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5e6215ba0402b" /><Relationship Type="http://schemas.openxmlformats.org/officeDocument/2006/relationships/notesSlide" Target="/ppt/notesSlides/notesSlide8.xml" Id="R688b1198d5204c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6496922044997" /><Relationship Type="http://schemas.openxmlformats.org/officeDocument/2006/relationships/notesSlide" Target="/ppt/notesSlides/notesSlide9.xml" Id="R9e23b97a6ce74a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C752F-DF30-4B29-ABC9-558A10A0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0A8A0-32CD-4D91-99D2-11B6F6EE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209A3-3EE4-4127-A044-4178DC8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CCD71-1143-4F28-B7C5-710BE2C9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54494-88B8-47E1-980A-30DB6938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46FA6-0875-48AF-B13F-1733CBF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79223-E37D-481E-B61F-5F6B50BE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F6A90-EBA1-4880-AE45-E94AAFC1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F437A-7AA1-425E-8B75-93AE9D72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CB0C2-F459-4476-906B-2243D3DD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2A63B-7BDB-45B1-B2F5-BB67FAE8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41A9E-0B68-4F1A-AF8D-DB4E3761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4EFB8-63FF-42DA-94B9-7CAC905A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8E9D9-6199-42A8-8B57-65110434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83023-20EA-499C-9D79-478E7EA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422295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47DFD-7720-4B64-8D77-955DEC15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5302A-D3D4-4A9E-A70B-BFC4D41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549AA-5DF2-4A82-A85C-558B0466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15376-10B6-465F-A9D6-ADBBFEE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A9AC9-C5A6-47F6-9D8B-58AC7B47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7D7CD-4707-45FA-8E5E-C752675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799CC-779C-4CA5-812E-42A35C33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67E1D-0397-4EA7-9089-244FA4D9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4D3F1-6210-4E45-A1B5-8C85C7CF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F718D-BD63-4CD1-B5DF-B18D9CA8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73536-12EB-4AD4-9D57-86518E1F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1D1B2-8272-4B60-AA96-4AD72C9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C464F-3C20-49DD-A513-0F33D285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7BBC6-392E-4771-A9D6-D86473C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E450B-77DB-4BB6-A395-D894D45F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3947808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ACD9C-85C6-4D9D-9EC2-DA2082F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FA384-C2EA-44E9-94D5-E67C79BE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0B553-872F-41B6-94D0-0272E79D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3A995-A5E7-4D5E-9867-3497E44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FBD50-9381-4E40-893C-9A7C83F1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3FD61-501C-4BDB-BB84-1EF6456B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6A931-DCBE-4893-A643-194C7AD5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74C65-6C24-4A92-BA5F-B73097A5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AA3AB-3588-4F1B-9489-0D900926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7CAC6-FCCA-49A9-B78A-4B8E5AAE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11519-76C4-4DEF-8FA0-8A989C47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BCA73-1319-4374-B0A7-7A495A2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773454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FF855-8205-4720-BD73-FFA018ED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D4753-6071-484E-83CE-DCC66261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D89E1-017D-4056-BD26-41071933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A74D6-D95B-49D5-9B3A-68CFDABB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FDB32-BAAD-4D58-AF75-9EAD8FD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03F21-36D3-4156-A281-C485D7DB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549CD-19ED-44AB-A7C3-1C9239BF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EF9E9-B2C2-48F8-B33E-8A1D3940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4DA03-1B2D-4D38-8E61-891541D9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1EEDE-3716-496E-A862-719E476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81F04-0EBE-4DEF-A679-EF3F1DFB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EFC0D-F66A-4400-9735-38A63262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0894C-2D7B-4627-B638-0C07207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4719C-470B-416F-AAE6-3E0D4AA2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2A2CB-13E0-4FFC-B807-AED6C60C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DEE15-C25D-4497-945E-48DE02C5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D4E66-5726-4F40-9509-BC08C325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B1CDE-4BFA-4E43-AEFB-95B3972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923638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475BA-121E-4DC0-8191-3024D33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2D541-0057-4D45-A7C5-2298F52D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B4572-4803-4809-ACDB-44B0AE67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65408-0364-469F-8C48-BE20C5AC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39D47-D122-4175-83F6-783ED22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87216-37BE-483E-AAFD-99F14D2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0FD60-5BA2-483E-8BB9-A64D8D7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AF515-E359-4699-9D30-524530DD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99256-6476-4CC2-BA0C-20D34AF4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A9008-F406-4A21-9ADB-284A76E0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B1ED5-27A5-458E-B9AB-4A1B7E18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7F7CF-BBE8-4C68-9103-C8E9CAD1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C3825-8E53-4519-99CD-002356A9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3290E-8BD5-462A-8791-FA30F76D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72E4C-F051-42EF-B332-86467E7C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61373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D44ED-DA39-44DD-B6D1-171E0CD0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6DC77-10F0-4843-807F-A1EE98B2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5FBC1-4B0E-4F45-865F-6B759575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4EE60-4DAD-403D-B1BA-E8C2DA1E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58FE9-4BB6-4C97-A451-EB864DF4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045E8-68D9-4FF1-B873-A658D2DE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Orthographic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2184D-72AC-4ACB-B879-04A9A606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903B2-DE70-4512-A7B4-7F21FF3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BCF75-9B1E-4DC7-B8B2-B5ADBE1E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998996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22D49-FB93-43B2-A818-1BB040F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91284-2F81-4836-8224-E47E154E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100AA-0E6B-451B-A02B-ABB9B19B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40E7E-BC21-4A0D-A135-1C228D59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259DD-DD31-4836-9FA8-A062BC3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108CB-41CD-49B2-9516-A4FF3D26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F2FD3-270E-45E2-B527-237A12DA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A7127-B977-42FF-891A-12C765D6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93B2B-23CD-44B2-8F78-EB97E3F9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167416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AB282-858B-41ED-BCFE-EE1814C6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615FC-7694-4DC7-984B-D57EC96F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F8B2F-B7FB-48E0-89AD-57535687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FCE4F-BE16-4D80-AA81-1049054C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5EEA0-032D-4B39-B937-AFF0C8B5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463D1-076F-4554-8137-F15C3897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37711-B9E3-46F5-A8DF-78CB23C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8D9AD-A249-485A-B313-CA955503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EB87A-79EC-4A62-9D85-E71ED3AA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C3CE9-ABBD-4F9F-B082-6BBFAD0B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right regular solids (Resting on HP only and inclined to both the 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CED73-C27B-4B4C-86E5-70ABAE3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6964B-C94D-48D4-9946-389E8215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EAC8C-F03D-416D-8944-5E2D2997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Cylinders &amp; Cones.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E6FA8-DBE4-410A-9B32-0BB780A5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0E1FC-D377-4426-B66C-30D33F23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C3F6F-AE6E-4016-A796-BF4AC5DD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of Hours: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8969E-FFEE-40E8-AEE7-349FD3F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7A9DE-E272-4038-A772-07D0A127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636A6-89C4-4D55-90AB-C151A106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69DFB-523F-4C9B-AD0A-F5F28014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960716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1183F-92C3-4A4A-ACBD-41DAAABF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DB187-2179-4FE8-8A5C-D4C95E22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B70F8-8C81-4D69-A8B5-91C55343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F5829-33AC-4037-A92B-F14535EF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Orthographic, Projection, Solids, right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FFE6C-45D0-4D83-B1CA-A15A20E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52323-2D0B-4D50-961B-9EAD0874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63DFF-39D1-4B22-943E-9648780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EF2C9-F392-47CC-BD57-C0EF58D8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2102760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2026-08-24T06:38:42.1200000Z</dcterms:created>
  <dcterms:modified xsi:type="dcterms:W3CDTF">2026-08-24T06:38:42.1200000Z</dcterms:modified>
</coreProperties>
</file>