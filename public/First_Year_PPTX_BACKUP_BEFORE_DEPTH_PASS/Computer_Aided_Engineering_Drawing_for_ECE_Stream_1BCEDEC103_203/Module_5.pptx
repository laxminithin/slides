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7db766332540f5" /><Relationship Type="http://schemas.openxmlformats.org/officeDocument/2006/relationships/extended-properties" Target="/docProps/app.xml" Id="Radf6f4500cf64b2f" /><Relationship Type="http://schemas.openxmlformats.org/officeDocument/2006/relationships/officeDocument" Target="/ppt/presentation.xml" Id="Rd0ab19afec33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eed7aee7a5467f"/>
  </p:sldMasterIdLst>
  <p:notesMasterIdLst>
    <p:notesMasterId xmlns:r="http://schemas.openxmlformats.org/officeDocument/2006/relationships" r:id="R6a80e41400d342bd"/>
  </p:notesMasterIdLst>
  <p:sldIdLst>
    <p:sldId xmlns:r="http://schemas.openxmlformats.org/officeDocument/2006/relationships" id="256" r:id="Rdd0414f0e41d42c2"/>
    <p:sldId xmlns:r="http://schemas.openxmlformats.org/officeDocument/2006/relationships" id="257" r:id="R1fb6284ba3f74153"/>
    <p:sldId xmlns:r="http://schemas.openxmlformats.org/officeDocument/2006/relationships" id="258" r:id="Rd30b18f91a964870"/>
    <p:sldId xmlns:r="http://schemas.openxmlformats.org/officeDocument/2006/relationships" id="259" r:id="Rf35625c7a7884e03"/>
    <p:sldId xmlns:r="http://schemas.openxmlformats.org/officeDocument/2006/relationships" id="260" r:id="R06ae9eac05b64ef2"/>
    <p:sldId xmlns:r="http://schemas.openxmlformats.org/officeDocument/2006/relationships" id="261" r:id="Re3ade9d4552a4e28"/>
    <p:sldId xmlns:r="http://schemas.openxmlformats.org/officeDocument/2006/relationships" id="262" r:id="Rfb9a0ef895ab4fb1"/>
    <p:sldId xmlns:r="http://schemas.openxmlformats.org/officeDocument/2006/relationships" id="263" r:id="Rfdcec1f202834877"/>
    <p:sldId xmlns:r="http://schemas.openxmlformats.org/officeDocument/2006/relationships" id="264" r:id="Rb69a4c6863e04f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1f4a72116d446e" /><Relationship Type="http://schemas.openxmlformats.org/officeDocument/2006/relationships/slideMaster" Target="/ppt/slideMasters/slideMaster1.xml" Id="Ra0eed7aee7a5467f" /><Relationship Type="http://schemas.openxmlformats.org/officeDocument/2006/relationships/notesMaster" Target="/ppt/notesMasters/notesMaster1.xml" Id="R6a80e41400d342bd" /><Relationship Type="http://schemas.openxmlformats.org/officeDocument/2006/relationships/presProps" Target="/ppt/presProps.xml" Id="R145c805ee1ef4257" /><Relationship Type="http://schemas.openxmlformats.org/officeDocument/2006/relationships/tableStyles" Target="/ppt/tableStyles.xml" Id="Re4379cb491fd4afa" /><Relationship Type="http://schemas.openxmlformats.org/officeDocument/2006/relationships/slide" Target="/ppt/slides/slide1.xml" Id="Rdd0414f0e41d42c2" /><Relationship Type="http://schemas.openxmlformats.org/officeDocument/2006/relationships/slide" Target="/ppt/slides/slide2.xml" Id="R1fb6284ba3f74153" /><Relationship Type="http://schemas.openxmlformats.org/officeDocument/2006/relationships/slide" Target="/ppt/slides/slide3.xml" Id="Rd30b18f91a964870" /><Relationship Type="http://schemas.openxmlformats.org/officeDocument/2006/relationships/slide" Target="/ppt/slides/slide4.xml" Id="Rf35625c7a7884e03" /><Relationship Type="http://schemas.openxmlformats.org/officeDocument/2006/relationships/slide" Target="/ppt/slides/slide5.xml" Id="R06ae9eac05b64ef2" /><Relationship Type="http://schemas.openxmlformats.org/officeDocument/2006/relationships/slide" Target="/ppt/slides/slide6.xml" Id="Re3ade9d4552a4e28" /><Relationship Type="http://schemas.openxmlformats.org/officeDocument/2006/relationships/slide" Target="/ppt/slides/slide7.xml" Id="Rfb9a0ef895ab4fb1" /><Relationship Type="http://schemas.openxmlformats.org/officeDocument/2006/relationships/slide" Target="/ppt/slides/slide8.xml" Id="Rfdcec1f202834877" /><Relationship Type="http://schemas.openxmlformats.org/officeDocument/2006/relationships/slide" Target="/ppt/slides/slide9.xml" Id="Rb69a4c6863e04f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8d4a1f5d84f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6588b5e85b4c03" /><Relationship Type="http://schemas.openxmlformats.org/officeDocument/2006/relationships/notesMaster" Target="/ppt/notesMasters/notesMaster1.xml" Id="R9d9ffe0e74674f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48763761394811" /><Relationship Type="http://schemas.openxmlformats.org/officeDocument/2006/relationships/notesMaster" Target="/ppt/notesMasters/notesMaster1.xml" Id="R5e27beb3d4ab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d909824d7b47d9" /><Relationship Type="http://schemas.openxmlformats.org/officeDocument/2006/relationships/notesMaster" Target="/ppt/notesMasters/notesMaster1.xml" Id="R2ae732f50a8a4e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8d0318f61345dc" /><Relationship Type="http://schemas.openxmlformats.org/officeDocument/2006/relationships/notesMaster" Target="/ppt/notesMasters/notesMaster1.xml" Id="R7d3d17230d4140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8eda340edf48cf" /><Relationship Type="http://schemas.openxmlformats.org/officeDocument/2006/relationships/notesMaster" Target="/ppt/notesMasters/notesMaster1.xml" Id="Rc44c355d91e24b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af664b2df049d7" /><Relationship Type="http://schemas.openxmlformats.org/officeDocument/2006/relationships/notesMaster" Target="/ppt/notesMasters/notesMaster1.xml" Id="R2b18d560ae2645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8becb10ea147c7" /><Relationship Type="http://schemas.openxmlformats.org/officeDocument/2006/relationships/notesMaster" Target="/ppt/notesMasters/notesMaster1.xml" Id="R208f772d9f5a4d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8435d27e264d7c" /><Relationship Type="http://schemas.openxmlformats.org/officeDocument/2006/relationships/notesMaster" Target="/ppt/notesMasters/notesMaster1.xml" Id="Rcb6d7164c09246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65acee8d6b4d9a" /><Relationship Type="http://schemas.openxmlformats.org/officeDocument/2006/relationships/notesMaster" Target="/ppt/notesMasters/notesMaster1.xml" Id="Re392e6586fb94d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4dd9a0f954f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54b8cc1a284377" /><Relationship Type="http://schemas.openxmlformats.org/officeDocument/2006/relationships/slideLayout" Target="/ppt/slideLayouts/slideLayout1.xml" Id="Rd30a4f4027a34a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0a4f4027a34a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489284c5e4381" /><Relationship Type="http://schemas.openxmlformats.org/officeDocument/2006/relationships/notesSlide" Target="/ppt/notesSlides/notesSlide1.xml" Id="R9d33d02a9b2a45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8a0d030484446" /><Relationship Type="http://schemas.openxmlformats.org/officeDocument/2006/relationships/notesSlide" Target="/ppt/notesSlides/notesSlide2.xml" Id="R9c34e3e5353c4a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121d9f45443d5" /><Relationship Type="http://schemas.openxmlformats.org/officeDocument/2006/relationships/notesSlide" Target="/ppt/notesSlides/notesSlide3.xml" Id="R1a3e4d511e3d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59d4b0e714e7b" /><Relationship Type="http://schemas.openxmlformats.org/officeDocument/2006/relationships/notesSlide" Target="/ppt/notesSlides/notesSlide4.xml" Id="R4909a64435634a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e85a910db49b6" /><Relationship Type="http://schemas.openxmlformats.org/officeDocument/2006/relationships/notesSlide" Target="/ppt/notesSlides/notesSlide5.xml" Id="Ra408ef9d8fd74a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5600c6fc04aae" /><Relationship Type="http://schemas.openxmlformats.org/officeDocument/2006/relationships/notesSlide" Target="/ppt/notesSlides/notesSlide6.xml" Id="R8b80cfd8fcc44d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75ce74d6c40a2" /><Relationship Type="http://schemas.openxmlformats.org/officeDocument/2006/relationships/notesSlide" Target="/ppt/notesSlides/notesSlide7.xml" Id="Rf83ac819bf254a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7d2c60cb64e78" /><Relationship Type="http://schemas.openxmlformats.org/officeDocument/2006/relationships/notesSlide" Target="/ppt/notesSlides/notesSlide8.xml" Id="R5774f02ff8e548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55063442d4acf" /><Relationship Type="http://schemas.openxmlformats.org/officeDocument/2006/relationships/notesSlide" Target="/ppt/notesSlides/notesSlide9.xml" Id="R6bc9e791242a4f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CDEBB-0EC2-4D6D-A280-002722EB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D691C-636C-45BB-875C-6AD5D16B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Electronic Components Visualisation (For CIE Only): 3D Modelling: Optical fibre cable with core and cladding, photonic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FCC45-6F4D-44DD-8ADF-9F6A1FE7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ECE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1BCEDEC103/203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0FF36-8CB0-4900-BC42-E6FD925B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Electronic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49DF06-03DC-4496-A650-408BA374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0629D-6D60-48B4-9844-B05213B0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F5838-EE22-4CD8-A6AE-B61DA8E4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76D7D-D574-4FC7-BAB4-F2E55929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Visualisation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B3385-4ACD-461D-881D-E686FE33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4A73D-7800-424E-966D-46247827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E8C38-05C8-49D1-8F10-AE9B2877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4DA8F-B4DD-499D-B7D9-A843A146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E7C62-F0BF-4E93-ACE5-4CFB9DE7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A2D31A-1BCC-462C-8496-19001F53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5407CC-2745-4B14-8A1C-49B3D033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5314233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15FD1-1FD7-476D-84DD-6E75FCD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3173E-7758-4CBD-AAD6-1DEE175F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B9ACF-54B2-4C40-A35D-E7B741EE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67E34-AA8A-49F0-90AE-F35B1E64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16B81-BBA6-4187-B93C-D941BAC4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DB59-FAF4-41E4-89F9-EF980A1C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EC952-8FC8-4928-A0C9-639DE941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3BFDD-5D6F-4E00-A23F-77B25A23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06DFF-1936-479F-9CDC-63A599D8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CAEB-DAA3-45C2-BA92-D17834CB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D6C11-6477-4E02-B7F7-4D0C23C2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3C2E6D-1792-4AFD-A550-B72F278E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F7D54-6E7C-459D-B7F3-C1E8CC62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Electronic Components Visualisation (For CIE Only):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3D Modelling: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Optical fibre cable with core and cladding, photonic crystal fibers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Single element patch antenna, antenna array.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Sheet Metal &amp; Surface Design: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64D61-436A-4795-A406-94FC860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1A475-BC92-423B-9210-F36FEAAA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1762603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80309-FA5C-41F0-831F-CAFE7891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B1545-F032-4AAA-8782-A9DE7580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90EA0-B432-4CFD-9968-99F2D7BF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C39D5-C36E-4BC8-AE42-80BCA8AC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Electronic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4898-D36E-45EC-835E-0AF6A87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1ADD2-0DB2-495D-B008-F5819556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Visualisation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8E53-7BB0-4EA5-A382-677316BB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44C1D-6CFA-4272-960C-1DF1265E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1FD19-13B6-40A8-814B-8C733019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Optical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3453F-ED1C-4C44-99B3-3CB8AF0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PCB Enclosures: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Creation of different geometry with slots as per Standards: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NMEA -0183, applying material properties for heat sink and water/dust proofing and rendering for realistic visualization.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Industrial drawing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7872C-1756-4CE6-89F5-4352DE5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070CF-C8C3-4176-BED5-876C4202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7648714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04178B-07FA-4C0D-A45D-4023FE4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F1F47-36BA-4F5A-9F7F-F0FF022C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6F7D4-C6FC-4132-A6EF-A11B1914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956D8-AD4C-40F0-AD76-0934CFF0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Electronic Components Visualisation (For CIE Only):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3D Modelling: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Optical fibre cable with core and cladding, photonic crystal fibers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Single element patch antenna, antenna array.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Sheet Metal &amp; Surface Design: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PCB Enclosures: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63072-83DD-414D-9F53-698FF125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EB1EB-4A30-4B93-8A74-AF45A2E1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1BF1E-40DD-4716-B141-B32DF2C0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Electronic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95D096-788C-42BA-B56C-213596C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4FF2E-55E8-4983-BD7D-0BFBC44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3DAAE-A46E-4001-9AD6-D4418B89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82C68-2DB3-4DD4-A784-A7E882B1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Visualisation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02F761-42EF-44BA-B309-598B7724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59AEC-A235-46ED-98A8-A228ADD0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889D2-C023-4049-B681-1FA18E83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6FC29-8EAA-4F7A-85A8-BAAC6B3E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E1698-70B4-473B-AF0C-C0D85EF7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D6036-C694-4CBB-94FF-F94C6032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1D068A-0822-438B-BD4E-2132ED08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0070844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26D40-5A1A-4717-8F16-82016968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D995E-A87D-42CA-846E-0A4AC214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C9318-E0F4-4B00-A23B-3791DACA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AB80D-6D97-4D6F-9B68-FF312EDA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A9B9B-DCEB-4B1E-992B-1499FB9B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C23D8-865B-4AA9-A78A-1781531A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9C8D3-5026-45DC-9EA6-9A2D8A27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A39CB-6D11-4183-BCDA-05C765F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51063-C8B4-4B4A-9970-581457F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7D497-F0BB-404D-AC68-58BA4F4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0A21D-8FC4-4822-A2FC-DBA50749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83972-A497-48D9-9858-4026C56F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6587B-FEDF-48C7-9694-B0BB3A47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6CDA3-6136-4DE2-AD34-A57D515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CC077-1B7A-45E0-8EB0-D8A192DD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972018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6648D-17E8-4F33-8ACB-68F3E8BD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51AC1-9721-4D18-B170-C3E0FB85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88D3E-5FA6-4CFC-93E2-5E1D6492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5B766-32B3-4DA5-B4A8-41BE1FDC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97942-0BB2-43D0-B496-B4038F24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Electronic Components Visualisation (For CIE Only):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EFDC6-DDF8-4AF3-A22D-D24D5B37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Electronic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4FA31-7F00-4ABE-9056-F82CCB5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23C89E-2276-4833-A5E2-A6BC0262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9B90C-D84E-4631-A939-3B97F7B1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5446486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FC5BE-9204-4C6A-8224-5AAD304C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9D386-9C30-4C48-B4D7-89A587E1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DBA15-AB4C-401C-85A2-B81B0544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EFECD-78D0-4D27-9687-9BFB77B5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AFD3B-DD8E-443F-9002-173D22A6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Creation of different geometry with slots as per Standards: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NMEA -0183, applying material properties for heat sink and water/dust proofing and rendering for realistic visualization.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Industrial drawing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B61F1-4949-4DC1-A5F4-7253EFF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FD547-DC88-4378-B741-48A8DAA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5FC82-0FB8-460B-B20E-2A1D2C9F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C0445B-0096-451F-A02C-93D9F7ED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865108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40D4F-FDD8-45CB-AC96-9828625B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1BD11-0E7B-46DA-9030-00636E43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266D8-46B6-4679-8E0A-AD6F1EAF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A274F-C663-4792-8542-1D6930F7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87E50-13D9-4665-B94A-B1E58F41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DE283-C86C-42AB-AAFD-16134A20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3EB66-86FD-4259-AE8B-D9DE517F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Electronic Components Visualisation (For CIE Only):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F7539-2FBF-40F1-B814-1B6F62B4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926BD-E7D9-40E8-8980-5BD3DE97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1EB32-3B32-4A68-8290-E6B8733F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3D Modelling: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8EADD1-377A-41CE-B0B5-AF6E7111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B127F2-85F5-468E-9D8A-A8D008DC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468BD-A775-4D1C-B6A2-68B46901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Optical fibre cable with core and cladding, photonic crystal fibers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62616-E49F-410E-A8B7-5AA5EAB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1ACCF-54C1-4DC2-81C3-12FEB4A2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F2CBB-C9AF-463D-98C5-EFB15CAA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Single element patch antenna, antenna array.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81317-1A3D-4A67-AE0D-D331CEA3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0EEF3-B5A4-4886-B259-B58745A2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809D3-45BD-4BF3-8960-CF1083C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Sheet Metal &amp; Surface Design: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9A944-D5B1-4CB5-A52C-9AC3F588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0A5FB9-8441-48D8-A339-842119ED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24DE2-B560-4B2F-94F6-EC5D1A43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PCB Enclosures: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C6EB5E-5589-4B56-BDE7-D165B34A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7C776-38BC-4489-9DDC-4464B0A0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C26488-96AC-4908-BD55-B49FC130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Creation of different geometry with slots as per Standards: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38030D-7793-4C0D-86DB-FBF685D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E2639-05EA-45F8-A36E-24ED833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421E7-1DE6-4BAC-8997-8E00E69A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94CC1B-952F-4E40-AD11-1734F54B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5700123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26167-93A7-4521-A439-87DE7A38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1BCEDEC103/203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ACF09-BB03-4B6D-9B29-B5756A5E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D0E08-0CBB-461C-BDA6-6C93642E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501C4-E256-4E28-B4FB-92F1C8BF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Electronic, Components, Visualisation, Only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3AC91-7814-4D1B-A0B8-1F83955A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2E44-F7BF-4037-9CF7-C30BD67B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83499-AC20-424C-B8FE-EB7C5589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ECE Stream | 1BCEDEC103/203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DBA98-57F1-46E9-8CE3-D94D1028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782262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2026-08-24T06:38:42.3070000Z</dcterms:created>
  <dcterms:modified xsi:type="dcterms:W3CDTF">2026-08-24T06:38:42.3070000Z</dcterms:modified>
</coreProperties>
</file>