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e3aeadef2141b5" /><Relationship Type="http://schemas.openxmlformats.org/officeDocument/2006/relationships/extended-properties" Target="/docProps/app.xml" Id="Rb472654636194cdf" /><Relationship Type="http://schemas.openxmlformats.org/officeDocument/2006/relationships/officeDocument" Target="/ppt/presentation.xml" Id="Rc4ed60951daf43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94320e4ea74021"/>
  </p:sldMasterIdLst>
  <p:notesMasterIdLst>
    <p:notesMasterId xmlns:r="http://schemas.openxmlformats.org/officeDocument/2006/relationships" r:id="R029c60cbf0dd442f"/>
  </p:notesMasterIdLst>
  <p:sldIdLst>
    <p:sldId xmlns:r="http://schemas.openxmlformats.org/officeDocument/2006/relationships" id="256" r:id="Rc9b496b3770a48fe"/>
    <p:sldId xmlns:r="http://schemas.openxmlformats.org/officeDocument/2006/relationships" id="257" r:id="Rb2f76c01a4cb4794"/>
    <p:sldId xmlns:r="http://schemas.openxmlformats.org/officeDocument/2006/relationships" id="258" r:id="R8697984502714078"/>
    <p:sldId xmlns:r="http://schemas.openxmlformats.org/officeDocument/2006/relationships" id="259" r:id="R2279474f97ae426c"/>
    <p:sldId xmlns:r="http://schemas.openxmlformats.org/officeDocument/2006/relationships" id="260" r:id="R9d71fb943380477e"/>
    <p:sldId xmlns:r="http://schemas.openxmlformats.org/officeDocument/2006/relationships" id="261" r:id="R65c6a0ec1b6d47c4"/>
    <p:sldId xmlns:r="http://schemas.openxmlformats.org/officeDocument/2006/relationships" id="262" r:id="R3bcab153ceb44166"/>
    <p:sldId xmlns:r="http://schemas.openxmlformats.org/officeDocument/2006/relationships" id="263" r:id="R78bda3a67dc644da"/>
    <p:sldId xmlns:r="http://schemas.openxmlformats.org/officeDocument/2006/relationships" id="264" r:id="R5dc06ed37e6e43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aa6353120942fa" /><Relationship Type="http://schemas.openxmlformats.org/officeDocument/2006/relationships/slideMaster" Target="/ppt/slideMasters/slideMaster1.xml" Id="R0a94320e4ea74021" /><Relationship Type="http://schemas.openxmlformats.org/officeDocument/2006/relationships/notesMaster" Target="/ppt/notesMasters/notesMaster1.xml" Id="R029c60cbf0dd442f" /><Relationship Type="http://schemas.openxmlformats.org/officeDocument/2006/relationships/presProps" Target="/ppt/presProps.xml" Id="R5ad3d001e60440f2" /><Relationship Type="http://schemas.openxmlformats.org/officeDocument/2006/relationships/tableStyles" Target="/ppt/tableStyles.xml" Id="Rbcde8fc4e8124f17" /><Relationship Type="http://schemas.openxmlformats.org/officeDocument/2006/relationships/slide" Target="/ppt/slides/slide1.xml" Id="Rc9b496b3770a48fe" /><Relationship Type="http://schemas.openxmlformats.org/officeDocument/2006/relationships/slide" Target="/ppt/slides/slide2.xml" Id="Rb2f76c01a4cb4794" /><Relationship Type="http://schemas.openxmlformats.org/officeDocument/2006/relationships/slide" Target="/ppt/slides/slide3.xml" Id="R8697984502714078" /><Relationship Type="http://schemas.openxmlformats.org/officeDocument/2006/relationships/slide" Target="/ppt/slides/slide4.xml" Id="R2279474f97ae426c" /><Relationship Type="http://schemas.openxmlformats.org/officeDocument/2006/relationships/slide" Target="/ppt/slides/slide5.xml" Id="R9d71fb943380477e" /><Relationship Type="http://schemas.openxmlformats.org/officeDocument/2006/relationships/slide" Target="/ppt/slides/slide6.xml" Id="R65c6a0ec1b6d47c4" /><Relationship Type="http://schemas.openxmlformats.org/officeDocument/2006/relationships/slide" Target="/ppt/slides/slide7.xml" Id="R3bcab153ceb44166" /><Relationship Type="http://schemas.openxmlformats.org/officeDocument/2006/relationships/slide" Target="/ppt/slides/slide8.xml" Id="R78bda3a67dc644da" /><Relationship Type="http://schemas.openxmlformats.org/officeDocument/2006/relationships/slide" Target="/ppt/slides/slide9.xml" Id="R5dc06ed37e6e43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c2548d145a4c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d74159d7d4457b" /><Relationship Type="http://schemas.openxmlformats.org/officeDocument/2006/relationships/notesMaster" Target="/ppt/notesMasters/notesMaster1.xml" Id="R9115a7adfc1c47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767e163ef944e1" /><Relationship Type="http://schemas.openxmlformats.org/officeDocument/2006/relationships/notesMaster" Target="/ppt/notesMasters/notesMaster1.xml" Id="R4544deca0e8b4e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54c218520f42df" /><Relationship Type="http://schemas.openxmlformats.org/officeDocument/2006/relationships/notesMaster" Target="/ppt/notesMasters/notesMaster1.xml" Id="R2ae3612cf9eb4e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f5ec36631e402d" /><Relationship Type="http://schemas.openxmlformats.org/officeDocument/2006/relationships/notesMaster" Target="/ppt/notesMasters/notesMaster1.xml" Id="R1eaed2c563964a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c1ccd88933471c" /><Relationship Type="http://schemas.openxmlformats.org/officeDocument/2006/relationships/notesMaster" Target="/ppt/notesMasters/notesMaster1.xml" Id="R54a18243ee1b47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0a7a5bdd374bef" /><Relationship Type="http://schemas.openxmlformats.org/officeDocument/2006/relationships/notesMaster" Target="/ppt/notesMasters/notesMaster1.xml" Id="R793052bb5d2944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bf5810756b4638" /><Relationship Type="http://schemas.openxmlformats.org/officeDocument/2006/relationships/notesMaster" Target="/ppt/notesMasters/notesMaster1.xml" Id="R8f0741f91abb45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3bd1e1c68641bf" /><Relationship Type="http://schemas.openxmlformats.org/officeDocument/2006/relationships/notesMaster" Target="/ppt/notesMasters/notesMaster1.xml" Id="R6e3f54c570e844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d26260fde040ea" /><Relationship Type="http://schemas.openxmlformats.org/officeDocument/2006/relationships/notesMaster" Target="/ppt/notesMasters/notesMaster1.xml" Id="Rfdda0e9d20c242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ce3550793e4a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456919d00a40fa" /><Relationship Type="http://schemas.openxmlformats.org/officeDocument/2006/relationships/slideLayout" Target="/ppt/slideLayouts/slideLayout1.xml" Id="Rf1624d4a7e6a44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624d4a7e6a44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8968848df407f" /><Relationship Type="http://schemas.openxmlformats.org/officeDocument/2006/relationships/notesSlide" Target="/ppt/notesSlides/notesSlide1.xml" Id="Rd01525d9397a42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ad343c34d4d31" /><Relationship Type="http://schemas.openxmlformats.org/officeDocument/2006/relationships/notesSlide" Target="/ppt/notesSlides/notesSlide2.xml" Id="R7f285354e0ff48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b5af7300a4d48" /><Relationship Type="http://schemas.openxmlformats.org/officeDocument/2006/relationships/notesSlide" Target="/ppt/notesSlides/notesSlide3.xml" Id="Re47e3b97ccba4d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5e3d86c774c9e" /><Relationship Type="http://schemas.openxmlformats.org/officeDocument/2006/relationships/notesSlide" Target="/ppt/notesSlides/notesSlide4.xml" Id="R6703335b7ec24c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9470fcb3c480d" /><Relationship Type="http://schemas.openxmlformats.org/officeDocument/2006/relationships/notesSlide" Target="/ppt/notesSlides/notesSlide5.xml" Id="R1fa46106a3b843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0f4d2746f4486" /><Relationship Type="http://schemas.openxmlformats.org/officeDocument/2006/relationships/notesSlide" Target="/ppt/notesSlides/notesSlide6.xml" Id="Rac3fec2560244b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c22f6f09445cd" /><Relationship Type="http://schemas.openxmlformats.org/officeDocument/2006/relationships/notesSlide" Target="/ppt/notesSlides/notesSlide7.xml" Id="Rf4437f2bb3894d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176a51db1451e" /><Relationship Type="http://schemas.openxmlformats.org/officeDocument/2006/relationships/notesSlide" Target="/ppt/notesSlides/notesSlide8.xml" Id="R1ab408aaa2da43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5798d6e0340b4" /><Relationship Type="http://schemas.openxmlformats.org/officeDocument/2006/relationships/notesSlide" Target="/ppt/notesSlides/notesSlide9.xml" Id="R4e949effa3bb44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645EA-B61E-4472-BF99-2914B0ED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34861-C586-4436-A7B1-4552917D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Isometric Views: Introduction to Isometric views, Isometric projections, Isometric scale. Isometric view of hexahedron (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DD7D3-07D5-4B9E-A82B-431C0C90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ECE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1BCEDEC103/203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C5042-8E26-4027-BD33-7EC1E4FB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Isometric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2EFCD-6C23-42F4-AD60-E12A3F24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59C76-2323-4404-8807-957ABF40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49B52-54BA-4009-98D7-F774CD85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277C5-B184-4E4E-82EC-A5C0D009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50239-E403-4EC1-B7E5-B7CBEE27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2B878-C44A-4398-B2D7-5B9282B0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scale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45F8C-1434-4DA4-91D8-6F6D7531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33181-338D-4ADB-996E-78982CD2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F438F-DF11-4031-94A1-C588BD8D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323AB-85BB-4A25-B9BB-2AB97FA9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74C767-3F5F-4ACE-9FD3-4772B57F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7186263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253B0-B4DA-4429-891E-F0E62BDE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35C46-1223-492B-A04B-962CB096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8689E-2E1D-439C-82C0-9266954E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519EA-F139-4D74-A24F-9B8D8DF2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1692C-5C9B-4FE9-BC1D-AFA634D4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2B17C-6FDB-4721-B971-3C2E85FA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46452-31F8-4352-BC45-C9227545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EB435-229F-433D-94C9-B83FA488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32584-93D5-4344-B2C3-643DBAB6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252C8-7FC7-4538-8589-F870E42D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4C4C7-924E-4220-9FC9-DADCFCD1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DBB85-44EF-4E07-8133-413E801B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E9B72-3BE3-4E33-87C0-F4AA4F9E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Views: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 to Isometric views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projections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scale.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view of hexahedron (cube), right regular prisms, pyramids, cylinders, cones and spheres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C72D6-06E9-4F9C-9500-F18E7505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06F65-273A-4C15-9537-BEEB332B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20312800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B56A0-011D-4675-9632-70212382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154CE-03C1-40A9-874D-6744CB41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D1F13-997D-46FC-B7F2-21CFF687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F62BC-F753-4D77-AA5B-9ABAB187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Isometric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93105-65FE-4E75-A696-D3FC67CC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8A4FF-C769-41E1-9B70-D706B1F5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projections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38AE5-6138-485D-956A-32648824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6129E-14AE-41EE-B3AC-789802DA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DC981-FF93-43AE-A499-5181004A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hexahedron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2C4DE-568E-4588-B0CF-7C8B4CC4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Isometric view of combination of two simple solids, step block.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Conversion of simple isometric drawings into orthographic views: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Problems on conversion of Isometric view of simple objects / engineering components into orthographic views.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BF22E-FA9C-4182-A78A-F305E08D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F17404-1B8E-4659-807F-E3710862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4262206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8C2DBE-670F-4297-BC90-9771E002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EB422-FC8E-4381-AB2A-9E7876C3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71C73-54A1-4216-A3E4-8DDF0F42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75A4A-8A16-4BA5-A22E-693316B2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Views: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 to Isometric views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projections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scale.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view of hexahedron (cube), right regular prisms, pyramids, cylinders, cones and spheres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Isometric view of combination of two simple solids, step block.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191FC-CEB4-420E-B6C9-6BE489D4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1A487-5BA0-4B9F-BB76-6F2F15DB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14DD7-BEDF-4B91-B57A-25C32202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Isometric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763CB-4D32-4BFC-A9A8-F52E8C07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6CCDC-1FFB-4029-87BA-11254890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05203-BA29-4DCF-A444-6914A4C9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A469D-6694-4A2B-AA1E-DBFBBBA4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B1C69-36E4-471E-B42D-A69F007E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82247-F0D9-43D8-9C71-729AC517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9A63B-1F29-4386-A2C4-8F50BF79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D55A2-03E7-4F62-ACF7-66470D5F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9A4AB-73E5-4FB8-94B6-E4F38738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599EA4-FC3D-460D-8A17-27475121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E4CB9-46CB-4A36-9A52-DD5B0094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3166718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A59F7-5A74-4E97-AAF6-03DD11EE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8FBEE-1883-4628-B8E3-86D18702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27C1E-5E9C-44DA-A590-5368AD86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AF566-8A51-4B31-8A6D-94DBA48F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FA9F9-FAB1-4B0C-8E46-DB2BCCBF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CF0CE-49B9-4337-9F35-49D6903E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1A98B-BA97-4D1B-A2A5-D489F401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91D2E-77E6-468A-9E69-F05DCF18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6049A-F04F-4108-B0D9-0F2FEF85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C2390-4077-4B96-BDBE-72C5001C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2C0B90-4975-419E-93DE-808C122A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E466F-CFF3-4D6B-A478-C404E87D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8D352-F6C1-44D9-83EE-8DDDAD2B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21B17-CA7C-4FA9-BF73-EF01FF23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AF480-1981-4E4C-8DD7-BD1DDABB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42270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AB88A-341B-4101-A5B4-E5106A82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6FBE3-330B-499E-816A-5C2FEF91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EAFD1-CB9C-4815-8631-F5488D46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3C547-FD9E-4607-A2F3-61F6659C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7A8E0-CCF4-46B1-B71A-329C1D87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Isometric Views: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8180A-3EE9-49B1-A342-1D66EFA1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Isometric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E2B74-E394-42D1-88E8-9B653FD0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792E5-3A84-4C65-9C6D-0D1B63C4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6E050-3F4C-48AB-84BD-B7403B51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116688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CBE7B-976F-4E71-A508-A6124E23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358B1-771F-4442-9B6C-B5B322C3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02B377-8BD7-4F55-A99A-E75D39DE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702B6-4BBF-4BDE-BC69-62DE84DF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2F8CF-3E32-4648-9B0F-FBE0730A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Conversion of simple isometric drawings into orthographic views: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Problems on conversion of Isometric view of simple objects / engineering components into orthographic views.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16787-A1BF-4193-9BCB-6D9015A5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22E5F-2DE6-418B-82C8-24AFC9C0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7C658-4460-40E6-88D0-A12AFF47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016F4-F33F-44CC-8BC1-B9A7E684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21322616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4141CE-9452-4901-AB1A-B4C4F82A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89C86-7CC1-4130-9C36-FED88DCF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156D6-A194-4C24-9DA9-FAF79D4E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9991B-FFE9-45DB-A597-F3D9C32A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80FBF-97DA-4E0E-9583-53C8BAE6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20281-A287-4D09-8A61-21928BFA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7C640-9978-45C8-AA7F-526EDE8F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Views: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F5663-A6EB-43CC-AE01-C4B10414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36CC3-25C3-4F8A-B0D2-45D0CE2B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7072C-C32F-4505-8239-9FECC279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 to Isometric 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9D2DC-5B84-401B-909C-2452D50A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ED7DF-A645-45D5-B5CE-054C12A1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09FC6-89CA-4CBF-909A-BE58DA70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projections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D71ED-2A7D-43EA-8D78-504541F5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A27FF-1ABD-4E4A-9342-94A8F8C4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0676A-CA72-439E-9E13-D150EFB1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scale.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A66C3B-987A-4E0A-BF01-98CDF851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8BA4B-3FE0-4CFE-966F-87018CA9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CF118-F5B0-4BB0-8A4D-ABAE437A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view of hexahedron (cube), right regular prisms, pyramids, cylinders, cones and spher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ADD927-943E-4320-9AF1-34A035B7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E9D66-C6A3-4D68-B183-EF4CF281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090BBD-D9D7-4F60-B0F7-C3B2A63E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Isometric view of combination of two simple solids, step block.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20B1BA-7540-49C3-8186-3CD52AAA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E62AD-EBFD-4CBD-9AC4-82E3BFDA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432D76-3E39-41B3-857F-F13EE60F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Conversion of simple isometric drawings into orthographic views: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2217E3-3DB1-4F5C-AE84-EF2CECBD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2B47EC-E708-437A-A2A7-34BB4343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353909-60C4-4E21-875D-9E03DAD5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635680-4D27-4322-8CC0-43DCEBD6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1386617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AD10EE-E741-4A6B-9168-3A5444FA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92D83-2CB2-4D34-B8D7-8BBE25A2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81EFA-3D2B-4B92-9CDF-EDE9E69F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2DF13-3B6A-4FF0-BBF7-4396834F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Isometric, Views, projections, scale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43C6C-D418-47DB-8238-3C44A17E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44937-9E07-443A-B324-14C82E5F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6451D-39D1-400F-A588-0C16127F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CE1D5-4C18-4866-9237-C2D6FBB1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256387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2026-08-24T06:38:42.2460000Z</dcterms:created>
  <dcterms:modified xsi:type="dcterms:W3CDTF">2026-08-24T06:38:42.2460000Z</dcterms:modified>
</coreProperties>
</file>