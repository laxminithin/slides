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3b3758d5f045e1" /><Relationship Type="http://schemas.openxmlformats.org/officeDocument/2006/relationships/extended-properties" Target="/docProps/app.xml" Id="Rdd77024bcf4a4d3a" /><Relationship Type="http://schemas.openxmlformats.org/officeDocument/2006/relationships/officeDocument" Target="/ppt/presentation.xml" Id="R69abcfabd5ac43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8ab676d1fe4713"/>
  </p:sldMasterIdLst>
  <p:notesMasterIdLst>
    <p:notesMasterId xmlns:r="http://schemas.openxmlformats.org/officeDocument/2006/relationships" r:id="R241b460cd20a4660"/>
  </p:notesMasterIdLst>
  <p:sldIdLst>
    <p:sldId xmlns:r="http://schemas.openxmlformats.org/officeDocument/2006/relationships" id="256" r:id="R15b3f5defb3a45b5"/>
    <p:sldId xmlns:r="http://schemas.openxmlformats.org/officeDocument/2006/relationships" id="257" r:id="R58434f2387754e55"/>
    <p:sldId xmlns:r="http://schemas.openxmlformats.org/officeDocument/2006/relationships" id="258" r:id="Rac89583f0c4c4a4d"/>
    <p:sldId xmlns:r="http://schemas.openxmlformats.org/officeDocument/2006/relationships" id="259" r:id="R0ee847a3fe524a32"/>
    <p:sldId xmlns:r="http://schemas.openxmlformats.org/officeDocument/2006/relationships" id="260" r:id="Rdc75f940ba6c4b7f"/>
    <p:sldId xmlns:r="http://schemas.openxmlformats.org/officeDocument/2006/relationships" id="261" r:id="Rfbba23af06ec4108"/>
    <p:sldId xmlns:r="http://schemas.openxmlformats.org/officeDocument/2006/relationships" id="262" r:id="R3132b030df164bed"/>
    <p:sldId xmlns:r="http://schemas.openxmlformats.org/officeDocument/2006/relationships" id="263" r:id="R8de6bece67004437"/>
    <p:sldId xmlns:r="http://schemas.openxmlformats.org/officeDocument/2006/relationships" id="264" r:id="R023576641d4144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2ba1e9cd474e27" /><Relationship Type="http://schemas.openxmlformats.org/officeDocument/2006/relationships/slideMaster" Target="/ppt/slideMasters/slideMaster1.xml" Id="R8f8ab676d1fe4713" /><Relationship Type="http://schemas.openxmlformats.org/officeDocument/2006/relationships/notesMaster" Target="/ppt/notesMasters/notesMaster1.xml" Id="R241b460cd20a4660" /><Relationship Type="http://schemas.openxmlformats.org/officeDocument/2006/relationships/presProps" Target="/ppt/presProps.xml" Id="Rb4ecbd15a2db49c7" /><Relationship Type="http://schemas.openxmlformats.org/officeDocument/2006/relationships/tableStyles" Target="/ppt/tableStyles.xml" Id="R4fbf7c1ebe4b42a2" /><Relationship Type="http://schemas.openxmlformats.org/officeDocument/2006/relationships/slide" Target="/ppt/slides/slide1.xml" Id="R15b3f5defb3a45b5" /><Relationship Type="http://schemas.openxmlformats.org/officeDocument/2006/relationships/slide" Target="/ppt/slides/slide2.xml" Id="R58434f2387754e55" /><Relationship Type="http://schemas.openxmlformats.org/officeDocument/2006/relationships/slide" Target="/ppt/slides/slide3.xml" Id="Rac89583f0c4c4a4d" /><Relationship Type="http://schemas.openxmlformats.org/officeDocument/2006/relationships/slide" Target="/ppt/slides/slide4.xml" Id="R0ee847a3fe524a32" /><Relationship Type="http://schemas.openxmlformats.org/officeDocument/2006/relationships/slide" Target="/ppt/slides/slide5.xml" Id="Rdc75f940ba6c4b7f" /><Relationship Type="http://schemas.openxmlformats.org/officeDocument/2006/relationships/slide" Target="/ppt/slides/slide6.xml" Id="Rfbba23af06ec4108" /><Relationship Type="http://schemas.openxmlformats.org/officeDocument/2006/relationships/slide" Target="/ppt/slides/slide7.xml" Id="R3132b030df164bed" /><Relationship Type="http://schemas.openxmlformats.org/officeDocument/2006/relationships/slide" Target="/ppt/slides/slide8.xml" Id="R8de6bece67004437" /><Relationship Type="http://schemas.openxmlformats.org/officeDocument/2006/relationships/slide" Target="/ppt/slides/slide9.xml" Id="R023576641d4144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e452d9ab0d44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115d619d8b4b66" /><Relationship Type="http://schemas.openxmlformats.org/officeDocument/2006/relationships/notesMaster" Target="/ppt/notesMasters/notesMaster1.xml" Id="R2b0bd716a73740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cebf449c234001" /><Relationship Type="http://schemas.openxmlformats.org/officeDocument/2006/relationships/notesMaster" Target="/ppt/notesMasters/notesMaster1.xml" Id="Red854b9823d84c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40d0e53fd6421a" /><Relationship Type="http://schemas.openxmlformats.org/officeDocument/2006/relationships/notesMaster" Target="/ppt/notesMasters/notesMaster1.xml" Id="Rd5b8e47eb6c440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d60865a2474c42" /><Relationship Type="http://schemas.openxmlformats.org/officeDocument/2006/relationships/notesMaster" Target="/ppt/notesMasters/notesMaster1.xml" Id="R5b3d2e38d83c44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97a02869e34ff3" /><Relationship Type="http://schemas.openxmlformats.org/officeDocument/2006/relationships/notesMaster" Target="/ppt/notesMasters/notesMaster1.xml" Id="Rb94a568c898a41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e34fa688e2411b" /><Relationship Type="http://schemas.openxmlformats.org/officeDocument/2006/relationships/notesMaster" Target="/ppt/notesMasters/notesMaster1.xml" Id="R9d48219f730a4e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63db5acabf4f68" /><Relationship Type="http://schemas.openxmlformats.org/officeDocument/2006/relationships/notesMaster" Target="/ppt/notesMasters/notesMaster1.xml" Id="R8d8a692c64ae4a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cad07b61eb4d0b" /><Relationship Type="http://schemas.openxmlformats.org/officeDocument/2006/relationships/notesMaster" Target="/ppt/notesMasters/notesMaster1.xml" Id="R3ddce53d8fc04e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77df73601244a9" /><Relationship Type="http://schemas.openxmlformats.org/officeDocument/2006/relationships/notesMaster" Target="/ppt/notesMasters/notesMaster1.xml" Id="R10315d5ec0004d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0759b0dbe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57f1d00ea243d3" /><Relationship Type="http://schemas.openxmlformats.org/officeDocument/2006/relationships/slideLayout" Target="/ppt/slideLayouts/slideLayout1.xml" Id="R483c36cb4dde4e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3c36cb4dde4e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54e2ca426472b" /><Relationship Type="http://schemas.openxmlformats.org/officeDocument/2006/relationships/notesSlide" Target="/ppt/notesSlides/notesSlide1.xml" Id="R53ea855383d74a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cfd141ee74959" /><Relationship Type="http://schemas.openxmlformats.org/officeDocument/2006/relationships/notesSlide" Target="/ppt/notesSlides/notesSlide2.xml" Id="Rb774e043b19d43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a87a4e5354ca2" /><Relationship Type="http://schemas.openxmlformats.org/officeDocument/2006/relationships/notesSlide" Target="/ppt/notesSlides/notesSlide3.xml" Id="Rbe73d577beb144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2cf09c2e4418b" /><Relationship Type="http://schemas.openxmlformats.org/officeDocument/2006/relationships/notesSlide" Target="/ppt/notesSlides/notesSlide4.xml" Id="Rafd6f66b918b4c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d76edcc374672" /><Relationship Type="http://schemas.openxmlformats.org/officeDocument/2006/relationships/notesSlide" Target="/ppt/notesSlides/notesSlide5.xml" Id="R27dc71eecf6f41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99861bf304ce4" /><Relationship Type="http://schemas.openxmlformats.org/officeDocument/2006/relationships/notesSlide" Target="/ppt/notesSlides/notesSlide6.xml" Id="Rd09bad5dbcb745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56cafa0d24992" /><Relationship Type="http://schemas.openxmlformats.org/officeDocument/2006/relationships/notesSlide" Target="/ppt/notesSlides/notesSlide7.xml" Id="Rc54345316c3f44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32a396abe47e3" /><Relationship Type="http://schemas.openxmlformats.org/officeDocument/2006/relationships/notesSlide" Target="/ppt/notesSlides/notesSlide8.xml" Id="Rfaa9f988153a4b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0f868d5cc4a10" /><Relationship Type="http://schemas.openxmlformats.org/officeDocument/2006/relationships/notesSlide" Target="/ppt/notesSlides/notesSlide9.xml" Id="R6eabeac7584747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19CD1-FA15-4299-9403-FB16CF9A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FD76C-0B6D-425C-8ED2-650D37EC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Ordinary Differential Equations of First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FF694-217A-42DE-98DC-885FE37E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F536B-3B56-4BF3-B2DA-79FA9A4F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CAD62-7CC9-4DE8-BEB1-3E35324A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91B27-6100-47F3-9504-E89577CD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6582E-C0BB-43F6-91BC-996322B5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0BFEC-44D0-4792-A9FB-3C056AF3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704F2-20D4-4CAE-A0E2-0F2B941C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2A28A-3787-48CF-A151-D7EFF7E9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872F9-6E99-432B-A775-F968BF3B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2BD8F-672C-4EB9-B796-1AE23B79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20950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F5F26-13E3-4D64-B7BA-9675D8B1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20B93-DEB4-48B4-B0BD-64ECA51C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CC67-75E2-4CFA-BCAC-8092A3A7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FB639-7046-4953-BAA8-DB8A5AA7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5D99C-7F92-4089-9D94-00AABA21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6D7F7-7055-43A4-9301-2A16B2C5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72EE1-55BC-4CCE-A029-5AF8624E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73410-2962-449E-A266-562A9D3B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8CBA7-E643-49B5-8C7D-F76765E5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33079-59D1-4644-8CF6-712B1D45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28279-2381-42C3-972E-DB80FCDA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20C5B-B51B-46F7-AC55-1CC036B8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F48C3-B176-4BDC-8AC7-F2012B0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Ordinary Differential Equations of First Order (8Hours Theory) + (4Hours Tutorial) Linear and Bernoulli's differential equation.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Exact and reducible to exact differential equations with integrating factor: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𝟏 (𝝏𝑴 − 𝝏𝑵) and 𝟏 (𝝏𝑵 − 𝝏𝑴).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Orthogonal trajectories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Law of natural 𝑵 𝝏𝒚 𝝏𝒙 𝑴 𝝏𝒙 𝝏𝒚 growth and decay.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E86C3-6D7F-4F77-BD30-D641DD7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09CFD-F6F3-4B8B-8685-C46F294D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729948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8975D-C1F0-496B-9D24-955E2DB8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533B8-E7F9-4F1F-A586-43CB034F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84D8B-8710-4E98-9594-9468206B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0C630-C930-42E9-A1DE-8DE55B59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C05ED-C3A5-4534-8F72-1871841D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01104-0282-4C02-B0BB-AFD9E36F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66A4A-370C-47D6-AB0D-11C2751D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E9B8B-3FD7-4C43-808A-00CFEEE6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DD266-D7FE-40ED-81A9-176F795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DF02A-EDDA-46C6-BCD8-951B7CAC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11:11.9-,11.12(4)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12:12.3-12.8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2: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F658-6ECE-420A-8474-F404184C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2C008-0B36-45BC-BF14-12FE1EC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903920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A8A2F-27BB-484C-8A24-52202369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B23B6-ADD1-4D44-B919-2A2583A9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D289E-C677-4529-8CE4-135E4196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8B8EB-CF21-42D0-B3F2-FFBAFBDB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Ordinary Differential Equations of First Order (8Hours Theory) + (4Hours Tutorial) Linear and Bernoulli's d...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Exact and reducible to exact differential equations with integrating factor: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𝟏 (𝝏𝑴 − 𝝏𝑵) and 𝟏 (𝝏𝑵 − 𝝏𝑴).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Orthogonal trajectories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Law of natural 𝑵 𝝏𝒚 𝝏𝒙 𝑴 𝝏𝒙 𝝏𝒚 growth and decay.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1938A-F359-4BE0-8212-EB22A721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74759-2222-4377-97A2-D56F9D98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EE1C4-436B-497D-849A-9A27074F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C7138-BB41-40BC-B611-35C35065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E142E-2C3F-49A3-B18D-6695A19E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F6D28-97AC-4219-9FE4-7892FCC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133BB-6419-4758-B8C8-E16EF6C1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E7C84-417B-4774-B249-A2DF199B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6EC4E-A03B-4AEF-8893-9C912D1D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3E75C-20B4-4E61-9ACB-7B6F51F4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03557-0CDA-4CE5-854D-28C3D90A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097773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BC4E7-4603-4691-B4B0-4DFA4D59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DB3CF-8A00-451F-9277-4D75C84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E7581-B7CC-488A-B871-D1DB4C37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817C3-554A-4A9D-B076-68CDF94C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1C485-33C0-49EA-9644-D8B4B553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4CC8E-CFAF-43A8-B958-9A7E913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BE173-1834-4F54-813B-640462A6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68914-9C9F-49E6-8424-8422AC29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30FFB-1ED0-49F1-8C93-A3704423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F2253-0F3D-4E64-84DF-86C3E65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6E8A0-FFE7-4AF0-BAEB-95F5769E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2B9A8-3F86-4CAC-BB13-C7AADCE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C0B75-A59A-4266-B1A6-43C58FB7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D1EF2-BE54-49C9-8B59-D4BAF88E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B2BF2-C457-4B96-BC1C-DE68BBFD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2090021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4A6F4-7EAE-4614-B4FA-9D98FCE7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3E09A-923E-459C-B213-A51F1C5A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0A601-8043-48D1-94FC-983FCBF6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AD2E3-ABC3-4065-BD5C-6701AED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19759-FA6C-4598-B51F-646E456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Ordinary Differential Equations of First Order (8Hours Theory) + (4Hours Tutorial) Linear and Bernoulli's differential equation.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95553-7659-4B35-9EBC-048657C5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Ordinary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5EF4A-D47C-4908-866B-C7C3DD1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84F9C-F360-4716-B596-DDC125E2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00004-7643-47E6-A7DC-6D29DB49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798028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A307F-2E00-4B3E-B044-FCC5120D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C67C0-85CB-421A-8533-DD658213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48439-2765-4592-A6B3-91DF745B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194B1-8B08-4B0E-AAFF-CFDE0E55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E84A7-1EEE-48B8-A7BD-B2A6F99F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11:11.9-,11.12(4)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12:12.3-12.8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2: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04601-15E8-4AF0-B4B6-06BA774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12B0E-49C2-476F-BD8E-C8295C5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DCBE6-FB0B-407F-BBA8-90FB050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D1176-367F-410B-AF3D-0BFCEDC2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654885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001D05-29B6-45BE-B3D9-71FDC7F0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E6D96-F3DD-4D39-BDDD-46E997CC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2336D-39FB-4AF4-82E7-FC42FFF3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2A86A-3232-483D-83AC-30DEEB16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44C11-DD05-4D65-B6CA-65351C77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284E3-E73F-45B5-A0AC-0BDF1239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6AC3A-5671-4EC4-9670-21CD933E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Ordinary Differential Equations of First Order (8Hours Theory) + (4Hours Tutorial) Linear and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A6EDC-4704-44E0-9E3F-092EC5A7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8AD0B-29DB-4E46-9145-3C3911D6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C69B4-A8C7-4368-B980-75DA25B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Exact and reducible to exact differential equations with integrating factor: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B0B81-21A6-460E-9C4C-55A6DD3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055D3-880B-4227-9EE9-4CA4D0E9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9D313-36BE-403C-8863-238EC9E6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𝟏 (𝝏𝑴 − 𝝏𝑵) and 𝟏 (𝝏𝑵 − 𝝏𝑴).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B0B4F-C307-4A82-906F-C5BD1D85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5E120-08D9-4B04-B960-11DB10CC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264BC-6EA2-49B2-908F-542345C4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Orthogonal trajectories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11404-D8F9-4272-8EFE-B75D4C9E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3BDC0-9FBB-4661-8C78-7090AF43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67E50-1411-4788-B793-B1B98411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Law of natural 𝑵 𝝏𝒚 𝝏𝒙 𝑴 𝝏𝒙 𝝏𝒚 growth and decay.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B9815-9F69-45FF-8B11-390615E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6E831-FF34-411D-92BE-007412D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0B18F-01A4-4652-9E14-0593D028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B6E1B-18ED-4081-ACCD-0D353128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9CD2A-E8F2-49C3-941A-1CDBA84C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04E81-06DB-40EC-AA5B-8DBA07A3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11:11.9-,11.12(4)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22AD8-962B-4B7D-865E-22346FF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45CAB-10BF-4936-BF46-0A4C06F0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321B5-EE11-4B82-B38C-97F11B56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5E92B9-952F-4F4D-9CC0-579A4FD8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3575402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E75F8-9296-4FFE-A952-5B782D2A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51B30-72A4-4131-AF82-2E454DAF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08CE6-2CA4-45CF-AE9A-A2F5A8C5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B0841-C15E-4F0C-871E-02EEB3E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Ordinary, Differential, Equations, First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DC3B6-2F1E-4AA3-B0AC-C1F06331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85869-97E9-41CD-B6BA-2E2A702A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E8C51-DBC0-4706-A82A-08FFD38D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78A53-DFE3-4E75-812F-3B6FF31D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840758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2026-08-24T06:38:51.5490000Z</dcterms:created>
  <dcterms:modified xsi:type="dcterms:W3CDTF">2026-08-24T06:38:51.5490000Z</dcterms:modified>
</coreProperties>
</file>