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c2b9f367b74164" /><Relationship Type="http://schemas.openxmlformats.org/officeDocument/2006/relationships/extended-properties" Target="/docProps/app.xml" Id="R8cd1a153a5274a69" /><Relationship Type="http://schemas.openxmlformats.org/officeDocument/2006/relationships/officeDocument" Target="/ppt/presentation.xml" Id="R9906d3194dd0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2db8c4517403b"/>
  </p:sldMasterIdLst>
  <p:notesMasterIdLst>
    <p:notesMasterId xmlns:r="http://schemas.openxmlformats.org/officeDocument/2006/relationships" r:id="R076b6c7d17cc41b6"/>
  </p:notesMasterIdLst>
  <p:sldIdLst>
    <p:sldId xmlns:r="http://schemas.openxmlformats.org/officeDocument/2006/relationships" id="256" r:id="Rf6ce3e287cc7419b"/>
    <p:sldId xmlns:r="http://schemas.openxmlformats.org/officeDocument/2006/relationships" id="257" r:id="Rd29f405360904ba5"/>
    <p:sldId xmlns:r="http://schemas.openxmlformats.org/officeDocument/2006/relationships" id="258" r:id="R00b32b4cce894a75"/>
    <p:sldId xmlns:r="http://schemas.openxmlformats.org/officeDocument/2006/relationships" id="259" r:id="Re00fad0cd39345c5"/>
    <p:sldId xmlns:r="http://schemas.openxmlformats.org/officeDocument/2006/relationships" id="260" r:id="R5f51eb19607047a9"/>
    <p:sldId xmlns:r="http://schemas.openxmlformats.org/officeDocument/2006/relationships" id="261" r:id="Ra5892adcdbfc4783"/>
    <p:sldId xmlns:r="http://schemas.openxmlformats.org/officeDocument/2006/relationships" id="262" r:id="R481590ffe883461d"/>
    <p:sldId xmlns:r="http://schemas.openxmlformats.org/officeDocument/2006/relationships" id="263" r:id="Rfb6f2a8d2b854d5e"/>
    <p:sldId xmlns:r="http://schemas.openxmlformats.org/officeDocument/2006/relationships" id="264" r:id="Rfc921fca32ef48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efc1d819e54a02" /><Relationship Type="http://schemas.openxmlformats.org/officeDocument/2006/relationships/slideMaster" Target="/ppt/slideMasters/slideMaster1.xml" Id="Rc712db8c4517403b" /><Relationship Type="http://schemas.openxmlformats.org/officeDocument/2006/relationships/notesMaster" Target="/ppt/notesMasters/notesMaster1.xml" Id="R076b6c7d17cc41b6" /><Relationship Type="http://schemas.openxmlformats.org/officeDocument/2006/relationships/presProps" Target="/ppt/presProps.xml" Id="R46e12e5dacb248b6" /><Relationship Type="http://schemas.openxmlformats.org/officeDocument/2006/relationships/tableStyles" Target="/ppt/tableStyles.xml" Id="R60d14aec75e540e4" /><Relationship Type="http://schemas.openxmlformats.org/officeDocument/2006/relationships/slide" Target="/ppt/slides/slide1.xml" Id="Rf6ce3e287cc7419b" /><Relationship Type="http://schemas.openxmlformats.org/officeDocument/2006/relationships/slide" Target="/ppt/slides/slide2.xml" Id="Rd29f405360904ba5" /><Relationship Type="http://schemas.openxmlformats.org/officeDocument/2006/relationships/slide" Target="/ppt/slides/slide3.xml" Id="R00b32b4cce894a75" /><Relationship Type="http://schemas.openxmlformats.org/officeDocument/2006/relationships/slide" Target="/ppt/slides/slide4.xml" Id="Re00fad0cd39345c5" /><Relationship Type="http://schemas.openxmlformats.org/officeDocument/2006/relationships/slide" Target="/ppt/slides/slide5.xml" Id="R5f51eb19607047a9" /><Relationship Type="http://schemas.openxmlformats.org/officeDocument/2006/relationships/slide" Target="/ppt/slides/slide6.xml" Id="Ra5892adcdbfc4783" /><Relationship Type="http://schemas.openxmlformats.org/officeDocument/2006/relationships/slide" Target="/ppt/slides/slide7.xml" Id="R481590ffe883461d" /><Relationship Type="http://schemas.openxmlformats.org/officeDocument/2006/relationships/slide" Target="/ppt/slides/slide8.xml" Id="Rfb6f2a8d2b854d5e" /><Relationship Type="http://schemas.openxmlformats.org/officeDocument/2006/relationships/slide" Target="/ppt/slides/slide9.xml" Id="Rfc921fca32ef48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16aa138d3b47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0dfb03f5364034" /><Relationship Type="http://schemas.openxmlformats.org/officeDocument/2006/relationships/notesMaster" Target="/ppt/notesMasters/notesMaster1.xml" Id="R8385857afdb0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1bb99249346ec" /><Relationship Type="http://schemas.openxmlformats.org/officeDocument/2006/relationships/notesMaster" Target="/ppt/notesMasters/notesMaster1.xml" Id="Rc8b2b634d9ff4e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9f3b9a177b40e8" /><Relationship Type="http://schemas.openxmlformats.org/officeDocument/2006/relationships/notesMaster" Target="/ppt/notesMasters/notesMaster1.xml" Id="Rc4e68dfc579d4d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a459d8a9004363" /><Relationship Type="http://schemas.openxmlformats.org/officeDocument/2006/relationships/notesMaster" Target="/ppt/notesMasters/notesMaster1.xml" Id="R684e45fd1ba44f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84ba96f7494a84" /><Relationship Type="http://schemas.openxmlformats.org/officeDocument/2006/relationships/notesMaster" Target="/ppt/notesMasters/notesMaster1.xml" Id="Rf29bce91a63346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c8243d127c4730" /><Relationship Type="http://schemas.openxmlformats.org/officeDocument/2006/relationships/notesMaster" Target="/ppt/notesMasters/notesMaster1.xml" Id="Radcde51253d140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713e5c95294711" /><Relationship Type="http://schemas.openxmlformats.org/officeDocument/2006/relationships/notesMaster" Target="/ppt/notesMasters/notesMaster1.xml" Id="R0ddb942be32646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6d891f3efd4efc" /><Relationship Type="http://schemas.openxmlformats.org/officeDocument/2006/relationships/notesMaster" Target="/ppt/notesMasters/notesMaster1.xml" Id="R451c264f96d142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e9297efa34aa2" /><Relationship Type="http://schemas.openxmlformats.org/officeDocument/2006/relationships/notesMaster" Target="/ppt/notesMasters/notesMaster1.xml" Id="Rd0871b00290c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6ae4e96774a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23496a0824cb7" /><Relationship Type="http://schemas.openxmlformats.org/officeDocument/2006/relationships/slideLayout" Target="/ppt/slideLayouts/slideLayout1.xml" Id="R3e320cf8b8e448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20cf8b8e448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37c2dfa404006" /><Relationship Type="http://schemas.openxmlformats.org/officeDocument/2006/relationships/notesSlide" Target="/ppt/notesSlides/notesSlide1.xml" Id="R525f765e9b2649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fc0366e9744c0" /><Relationship Type="http://schemas.openxmlformats.org/officeDocument/2006/relationships/notesSlide" Target="/ppt/notesSlides/notesSlide2.xml" Id="R5f7a892b73494d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db1f1d0e54521" /><Relationship Type="http://schemas.openxmlformats.org/officeDocument/2006/relationships/notesSlide" Target="/ppt/notesSlides/notesSlide3.xml" Id="R7765e34d337b4d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fae4691c54a7e" /><Relationship Type="http://schemas.openxmlformats.org/officeDocument/2006/relationships/notesSlide" Target="/ppt/notesSlides/notesSlide4.xml" Id="R2df91259aea541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4f02912a94b01" /><Relationship Type="http://schemas.openxmlformats.org/officeDocument/2006/relationships/notesSlide" Target="/ppt/notesSlides/notesSlide5.xml" Id="R4c577bcb5cb947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4d14ea68243b2" /><Relationship Type="http://schemas.openxmlformats.org/officeDocument/2006/relationships/notesSlide" Target="/ppt/notesSlides/notesSlide6.xml" Id="R86d5b67cf15441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235a78b064a0e" /><Relationship Type="http://schemas.openxmlformats.org/officeDocument/2006/relationships/notesSlide" Target="/ppt/notesSlides/notesSlide7.xml" Id="Ra1effa43eac748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c9f30935a479f" /><Relationship Type="http://schemas.openxmlformats.org/officeDocument/2006/relationships/notesSlide" Target="/ppt/notesSlides/notesSlide8.xml" Id="R877a0ecc1a1b4b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fd20037b144a8" /><Relationship Type="http://schemas.openxmlformats.org/officeDocument/2006/relationships/notesSlide" Target="/ppt/notesSlides/notesSlide9.xml" Id="R7ea094e004e144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01127-0457-4B5D-8CE2-6359347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9B572-9B6D-45A0-BB36-EAA8FCCC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Linear Algebra 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12F7F-2B2E-4FB8-ADFC-37CF42FF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7B131-2802-4BF5-A878-DE52889E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71CBA-2E4C-481E-A91B-C7C992AE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9A1B6-38CF-4EA1-B9B3-D6802135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4D958-F60D-4D55-9436-782A92C6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EA6A2-9172-47C2-BFF5-96230ED7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43CA3-6B9C-4232-8C62-97658CBC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51A4B-6FA4-4F8D-B5FA-7803B817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4836D-ADB0-4F59-BE9D-9D9FB197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84CB0-011C-4A22-BED9-7CB5E87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264388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73CA6-5DA8-46A5-9A7A-82C98DC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DD958-06A6-47F4-9B3A-E037A86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905F8-09C0-434F-BBEA-428B392C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C50D6-8A59-415E-8EA2-392FC163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4801F-FD0B-4CF9-BE9C-DF843A48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A6EBD-10C1-43A1-8649-36623E54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EEF7E-4E3D-4BDB-85C4-000A379B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AB5AF-DE36-4E46-8AFF-B7A7AB73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7A1C-C0E0-41EC-8004-951B623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5E648-89A9-4D8F-A03A-7A15AC88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08153-DDAC-4446-AB4B-330476CD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7F773-7C6B-4147-9B73-E867D6A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07201-6C07-4D2C-81DC-69895EC4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Linear Algebra -2 (8Hours Theory) + (4Hours Tutorial) Eigenvalues and Eigenvectors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Rayleigh's power method to find the dominant Eigenvalue and Eigenvector.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Model matrix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Diagonalization of the matrix, inverse of a matrix by Cayley-Hamilton theorem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Characteristic and minimal polynomials of block matrices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F6B0E-EA5C-4FF0-8A6C-5A54C895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E29F9-14D4-4BF5-B939-8BF66C12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2028075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081E4-8322-44DE-B591-6A7FF6E1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6B519-52EC-4B09-A052-7B74EDE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FD561-CF6A-46FE-B28F-9BECF5A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ADA0D-ACFB-4742-83A7-410C1389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Linear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0AC94-1DFC-4E26-93DB-58BDA24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8CC96-E950-494E-A056-0659B41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DF256-1C13-45F9-9356-A82EC3CB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Eigenvalues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DECA9-6166-4FA8-8A04-5FB0EE12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Eigenvectors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4E1EB-9E5F-4867-BF56-0DA5308D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Rayleigh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5983C-1E66-464A-A8C6-A8810014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Moore-Penrose pseudoinverse.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3: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8 :8.1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20: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A270F-5850-4411-B02C-D662DDC1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EB161-A738-463F-BB45-E65E0541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30778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23658-EB27-4D62-889E-C3F50E06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5D22B-CCC8-40F4-A9F5-4F57B610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A637B-ECA4-4E1E-AA98-AAB01D55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D91E1-BF10-4D42-8C92-706E1861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Linear Algebra -2 (8Hours Theory) + (4Hours Tutorial) Eigenvalues and Eigenvectors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Rayleigh's power method to find the dominant Eigenvalue and Eigenvector.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Model matrix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Diagonalization of the matrix, inverse of a matrix by Cayley-Hamilton theorem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Characteristic and minimal polynomials of block matrices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Moore-Penrose pseudoinverse.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392CE-450C-4C4C-B2DA-31019966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DFD23-9BA7-46B7-8EB0-14B3C95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50D14-42CD-4B8F-B2AF-C6CCEE0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DA53F-1013-4263-9881-B16C736D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9BFE8-C9A8-44E0-84B0-D9F43DD8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A4034-A0E1-4D70-BE03-24381600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D4DAC-5C0A-43EB-AF0E-48EA87A9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22A45-4033-4B22-A71B-08FDFB62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7D4BF-854B-4A51-A7C6-6A973CE5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7B659-8C4E-4CA2-AF28-50BCFE18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19B8F-A886-4428-81C8-972F6352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831473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0AC3F-A792-4BDC-A892-58C55887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85CD3-98F7-4414-B664-C8277547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0F796-7329-4DE9-A103-DAA3D384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EA105-753F-4427-A073-B449B85E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6D2A3-4C2F-40C5-9DED-1D7216BB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4024E-C331-405D-A5D1-2440931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B489-AAF2-4B7F-9225-1FB16F72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52F22-0224-49E6-ACA0-277C8AF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B321E-0413-44FF-8979-238CBA28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007BC-6CEA-44BE-AF03-D8FEB66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3705E-2393-439A-918A-C15E2910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0ED25-8BE0-421E-B228-7821A0E1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0F711-2527-4664-959B-DA925F54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2ADFB-E122-4FCC-8367-4E737D3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882A7-4586-4E40-A300-954566CA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707212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87B93-16F5-4E63-A43A-2C6FA809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3020D-0DFF-44C5-AF11-03DA9006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852B9-20E4-4B3D-9E95-9C6C250A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14FE-0FF5-491A-A700-839F3B6C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9C70C-6E60-4FA5-B785-513B896B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Linear Algebra -2 (8Hours Theory) + (4Hours Tutorial) Eigenvalues and Eigenvectors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7A44E-748B-49AF-A982-3C960525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Linear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57096-7B04-4AE0-A57E-1EC6F2B0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AED01-8C0C-4CBB-B7DC-E980D33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1863D-FA2D-47DC-9950-1732D779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534324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02013-BAD4-45B6-9C45-630BAABB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B41AD-0825-45D7-B830-22C72D0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090BE-79C5-4F91-9C28-B063DC86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EDFE4-C101-4507-8DCE-20CA3D05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1AD66-BEA5-4F0F-A06C-781289F4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3: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8 :8.1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20: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05A79-0AFD-46E6-9D18-5488B5AB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97CA6-7A05-43A3-9A64-76CC04ED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9B335-A03D-4134-8C7B-BC1A7536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C703E-3785-413D-B51C-C31213C6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883504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D61F3-B1E8-41AC-92E7-F4AA6C9F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91A7F-5FE2-491D-8F05-C271D4C6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79AFD-2236-43AE-8510-70213E1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6BB28-02BB-4411-A3DB-3097D661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E4F8D-99A9-4864-B9A6-5A8E7E9B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BFE9C-2844-4E4C-AEA9-C56BACD7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523F8-7593-4634-B6F9-BEAC52B0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Linear Algebra -2 (8Hours Theory) + (4Hours Tutorial) Eigenvalues and Eigenvectors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76B53-A92F-4936-9F86-FCAD6B44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9D844-D339-4212-8B64-F346E3F3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FD846-A271-4734-8CE4-30087B6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Rayleigh's power method to find the dominant Eigenvalue and Eigenvector.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55F36-2E7A-4110-8479-567687A2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D10C0-89EE-46F1-BA82-6AAA9540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34070-BF43-4239-8448-FE6C5D02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Model matrix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43EC1-B23D-4FB5-BC6F-A04603CE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E9C59-CC78-4E2C-AA66-BC676E25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A575-5AAA-43DA-9AF7-F4E2D6D5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Diagonalization of the matrix, inverse of a matrix by Cayley-Hamilton theorem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34F2B-0E93-4CFE-92BA-A3BEA18D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F880E-4BEB-49A1-BF5D-99C28F65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B36FC-1EC2-4133-9359-7D44433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Characteristic and minimal polynomials of block matrices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37405-5B77-43FE-A289-5061C60D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148B4-13C6-47F8-932A-B088C96F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E4F4E-715A-43DD-BB69-0520CA8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Moore-Penrose pseudoinverse.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6ADC1-2AD5-4B3D-8630-25875010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EB44F-0A5E-49BB-80FB-A63A6DAF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61336-FE1E-4A61-8CE1-2D63625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3: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A4AAC-C6DE-4772-814B-74911E1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45925-8F1A-4583-84B5-68C68BDC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F3834-28DF-4283-A96D-90AE6A4F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6C426-6223-47C4-8931-858BF4C7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490550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D03D3-9BCC-43BA-A197-B822F4D9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7A4B6-DF71-4A7B-A7BD-6135AA5E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A828E-47CA-414C-AF66-A08A4E9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1A55E-33F7-491E-81DF-75FE0D7A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Linear, Algebra, Tutorial, Eigenvalues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651CF-F944-4E97-8D77-C2AFBDCC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03262-A818-4996-8E50-A36CF9EC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7AFB6-350F-4B73-8D34-1F13EFE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3352E-D979-466D-90E3-911C26F4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631903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2026-08-24T06:38:51.6620000Z</dcterms:created>
  <dcterms:modified xsi:type="dcterms:W3CDTF">2026-08-24T06:38:51.6620000Z</dcterms:modified>
</coreProperties>
</file>