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4cd91f1584f6b" /><Relationship Type="http://schemas.openxmlformats.org/officeDocument/2006/relationships/extended-properties" Target="/docProps/app.xml" Id="Rf7f87da64bf94e81" /><Relationship Type="http://schemas.openxmlformats.org/officeDocument/2006/relationships/officeDocument" Target="/ppt/presentation.xml" Id="R52c8aea4dd344d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ec7bb2d2de4f76"/>
  </p:sldMasterIdLst>
  <p:notesMasterIdLst>
    <p:notesMasterId xmlns:r="http://schemas.openxmlformats.org/officeDocument/2006/relationships" r:id="Rcd7089309f544881"/>
  </p:notesMasterIdLst>
  <p:sldIdLst>
    <p:sldId xmlns:r="http://schemas.openxmlformats.org/officeDocument/2006/relationships" id="256" r:id="R60aa654f09c143aa"/>
    <p:sldId xmlns:r="http://schemas.openxmlformats.org/officeDocument/2006/relationships" id="257" r:id="Rdd5b8ca4d72c4112"/>
    <p:sldId xmlns:r="http://schemas.openxmlformats.org/officeDocument/2006/relationships" id="258" r:id="Rcdddd05069464cdc"/>
    <p:sldId xmlns:r="http://schemas.openxmlformats.org/officeDocument/2006/relationships" id="259" r:id="R04afb1eb3d5443ec"/>
    <p:sldId xmlns:r="http://schemas.openxmlformats.org/officeDocument/2006/relationships" id="260" r:id="R7fdec74989e84dba"/>
    <p:sldId xmlns:r="http://schemas.openxmlformats.org/officeDocument/2006/relationships" id="261" r:id="Re5f12210af064a47"/>
    <p:sldId xmlns:r="http://schemas.openxmlformats.org/officeDocument/2006/relationships" id="262" r:id="R4a8d1c9d3c484949"/>
    <p:sldId xmlns:r="http://schemas.openxmlformats.org/officeDocument/2006/relationships" id="263" r:id="Rdcb19815a2754ddd"/>
    <p:sldId xmlns:r="http://schemas.openxmlformats.org/officeDocument/2006/relationships" id="264" r:id="Rc908135f56ca48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e2c26e0c6742c0" /><Relationship Type="http://schemas.openxmlformats.org/officeDocument/2006/relationships/slideMaster" Target="/ppt/slideMasters/slideMaster1.xml" Id="Reaec7bb2d2de4f76" /><Relationship Type="http://schemas.openxmlformats.org/officeDocument/2006/relationships/notesMaster" Target="/ppt/notesMasters/notesMaster1.xml" Id="Rcd7089309f544881" /><Relationship Type="http://schemas.openxmlformats.org/officeDocument/2006/relationships/presProps" Target="/ppt/presProps.xml" Id="Re253e6b8d2eb4ebc" /><Relationship Type="http://schemas.openxmlformats.org/officeDocument/2006/relationships/tableStyles" Target="/ppt/tableStyles.xml" Id="Rff8370bbc40d49f2" /><Relationship Type="http://schemas.openxmlformats.org/officeDocument/2006/relationships/slide" Target="/ppt/slides/slide1.xml" Id="R60aa654f09c143aa" /><Relationship Type="http://schemas.openxmlformats.org/officeDocument/2006/relationships/slide" Target="/ppt/slides/slide2.xml" Id="Rdd5b8ca4d72c4112" /><Relationship Type="http://schemas.openxmlformats.org/officeDocument/2006/relationships/slide" Target="/ppt/slides/slide3.xml" Id="Rcdddd05069464cdc" /><Relationship Type="http://schemas.openxmlformats.org/officeDocument/2006/relationships/slide" Target="/ppt/slides/slide4.xml" Id="R04afb1eb3d5443ec" /><Relationship Type="http://schemas.openxmlformats.org/officeDocument/2006/relationships/slide" Target="/ppt/slides/slide5.xml" Id="R7fdec74989e84dba" /><Relationship Type="http://schemas.openxmlformats.org/officeDocument/2006/relationships/slide" Target="/ppt/slides/slide6.xml" Id="Re5f12210af064a47" /><Relationship Type="http://schemas.openxmlformats.org/officeDocument/2006/relationships/slide" Target="/ppt/slides/slide7.xml" Id="R4a8d1c9d3c484949" /><Relationship Type="http://schemas.openxmlformats.org/officeDocument/2006/relationships/slide" Target="/ppt/slides/slide8.xml" Id="Rdcb19815a2754ddd" /><Relationship Type="http://schemas.openxmlformats.org/officeDocument/2006/relationships/slide" Target="/ppt/slides/slide9.xml" Id="Rc908135f56ca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e6b56d9e04e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955e6a20e4206" /><Relationship Type="http://schemas.openxmlformats.org/officeDocument/2006/relationships/notesMaster" Target="/ppt/notesMasters/notesMaster1.xml" Id="R581b6a43455f46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b0c5e8e8a5472b" /><Relationship Type="http://schemas.openxmlformats.org/officeDocument/2006/relationships/notesMaster" Target="/ppt/notesMasters/notesMaster1.xml" Id="Rc2f6e147c5d2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282c9720f4f10" /><Relationship Type="http://schemas.openxmlformats.org/officeDocument/2006/relationships/notesMaster" Target="/ppt/notesMasters/notesMaster1.xml" Id="R803b8ad93f93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a4926cf16d42a0" /><Relationship Type="http://schemas.openxmlformats.org/officeDocument/2006/relationships/notesMaster" Target="/ppt/notesMasters/notesMaster1.xml" Id="Rb48c4679e54249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fc58a3ccb469f" /><Relationship Type="http://schemas.openxmlformats.org/officeDocument/2006/relationships/notesMaster" Target="/ppt/notesMasters/notesMaster1.xml" Id="Rfda109fdb22049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b787b65924102" /><Relationship Type="http://schemas.openxmlformats.org/officeDocument/2006/relationships/notesMaster" Target="/ppt/notesMasters/notesMaster1.xml" Id="R1929c73a0d81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a29eb20354849" /><Relationship Type="http://schemas.openxmlformats.org/officeDocument/2006/relationships/notesMaster" Target="/ppt/notesMasters/notesMaster1.xml" Id="R2c3c70ee08a747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41f06c3be145a9" /><Relationship Type="http://schemas.openxmlformats.org/officeDocument/2006/relationships/notesMaster" Target="/ppt/notesMasters/notesMaster1.xml" Id="R40e8f786390a46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a837e092824eb1" /><Relationship Type="http://schemas.openxmlformats.org/officeDocument/2006/relationships/notesMaster" Target="/ppt/notesMasters/notesMaster1.xml" Id="R73bfa00653e64a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1a386447343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d69e4881bf4447" /><Relationship Type="http://schemas.openxmlformats.org/officeDocument/2006/relationships/slideLayout" Target="/ppt/slideLayouts/slideLayout1.xml" Id="Rcb4654564ee040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4654564ee0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e278686c942c8" /><Relationship Type="http://schemas.openxmlformats.org/officeDocument/2006/relationships/notesSlide" Target="/ppt/notesSlides/notesSlide1.xml" Id="R7e3e15718b0448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9866c851472b" /><Relationship Type="http://schemas.openxmlformats.org/officeDocument/2006/relationships/notesSlide" Target="/ppt/notesSlides/notesSlide2.xml" Id="Re339908ca69c48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3536b949f4cb5" /><Relationship Type="http://schemas.openxmlformats.org/officeDocument/2006/relationships/notesSlide" Target="/ppt/notesSlides/notesSlide3.xml" Id="Rb10a98c88fd447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19ac61b554c92" /><Relationship Type="http://schemas.openxmlformats.org/officeDocument/2006/relationships/notesSlide" Target="/ppt/notesSlides/notesSlide4.xml" Id="R5cbffafc2f71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d5e3a3834c83" /><Relationship Type="http://schemas.openxmlformats.org/officeDocument/2006/relationships/notesSlide" Target="/ppt/notesSlides/notesSlide5.xml" Id="R675ba249b0ff45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a1a8d86754e43" /><Relationship Type="http://schemas.openxmlformats.org/officeDocument/2006/relationships/notesSlide" Target="/ppt/notesSlides/notesSlide6.xml" Id="R3a77f3df10b1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244ec74fc432c" /><Relationship Type="http://schemas.openxmlformats.org/officeDocument/2006/relationships/notesSlide" Target="/ppt/notesSlides/notesSlide7.xml" Id="R03b389efc52944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0093a0ff646f8" /><Relationship Type="http://schemas.openxmlformats.org/officeDocument/2006/relationships/notesSlide" Target="/ppt/notesSlides/notesSlide8.xml" Id="R675ab01ac4ca47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982d3db774016" /><Relationship Type="http://schemas.openxmlformats.org/officeDocument/2006/relationships/notesSlide" Target="/ppt/notesSlides/notesSlide9.xml" Id="Rdd2f608ebb0e4c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EF5868-2C68-426D-B3A3-231AE3F6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B388C-B064-48D5-9635-A6AC6B1E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Series Expansion,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3BF85-1AC8-45AE-BB50-049AC918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E9F75-1D24-4274-BBC0-85304AD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9D47B-59FC-45CA-AD61-8605E10B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71C2F-24C5-497F-B13B-042D6D4A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AE685-3608-4DAD-AA53-B92B0060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808C84-98DD-4754-B89D-8156FCDE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BC6EB-B4DC-4B03-B7F2-3DA9B254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08929-03DA-43DB-9D42-300F0847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B0A13-9784-4BBE-9C96-77D3BED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9D9AB-CBC7-4BF8-9DCA-314904F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18459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EB6330-18C2-463F-A8D0-00163A29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C6A2A-A54F-43A1-84B9-91EB4E2B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6B4BB-B1BA-44F4-A559-8DCA96E3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B7193-5AA8-4F2A-B3DD-38E9FAF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3BB06-FD81-48FD-AE8F-1420FB3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8C401-17C9-48E5-9092-9CA49306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8E9AE-CE4A-45F2-9479-CD59508D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8B893-4F25-4B56-9F5E-7AE01FB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500B0-20D5-4600-96AB-7C68C43C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B1382-DBC1-4EFD-B16E-07EF6127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35B4-EAE0-4CC6-A397-377DA344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E1A65-26A1-4B34-A82D-AD34837A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70E9B1-3D8E-4CDF-A0C5-366D40A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Series Expansion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Indeterminate Forms and Multivariable Calculus (8Hours Theory) + (4Hours Tutorial) Statement and problems on Taylor's and Maclaurin's series expansion for one variable.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Partial differentiation, total derivative - differentiation of composite functions.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Maxima and minima for the function of two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AC2E7-73E0-4106-B22E-F7BB329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32FCF-CB84-4703-AAD4-3474A48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6997329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DC97-7408-4B05-844F-4B383E4F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887E6-30A0-4F7B-AE93-AC73289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BBB704-7750-4515-9C84-2855715C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3E950-1F8F-4DEE-8941-D678D73C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AD222-0FB0-4660-BF3D-FEBBCD2C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3BE65-C3D9-4CC2-A715-E3C00943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Indeterminate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B9FE7-CB20-4298-8E67-8A3B3FBD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5A0C9-A9B8-432F-A4FA-55B64C9A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Multivariable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24DEE0-18C4-436A-8AC3-1AB29855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Calculus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62897-E1B0-4360-A161-BCDB698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4 :4.4,4.5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5 :5.1-5.7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E65E4-68ED-48D3-A277-AF28245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3B027-A814-434D-81B9-FD17BFEE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660280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F85A4B-C308-45AB-BBE4-609ECC0C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41AB1-6932-4EC8-85BB-91E7F420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1EE2F-B0F6-40D0-B356-5AE97B5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F5893-1948-4ABC-B9B1-7082991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Series Expansion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Indeterminate Forms and Multivariable Calculus (8Hours Theory) + (4Hours Tutorial) Statement and problems o...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Partial differentiation, total derivative - differentiation of composite functions.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Maxima and minima for the function of two variables.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FD058-55EF-4E9D-9F72-1A869E48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62C5B-1D22-413D-89DC-8473AD6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25C2F-E3B3-4550-9610-35967390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EDF52-5907-4790-A869-94447AF5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6AC21-7007-4651-8366-5A208715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BF92E5-D64F-4316-B0C0-F544008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838A1F-689F-4032-8EAC-27E73B2C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A77F2-F75A-4B6D-9CC2-A0125E9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CCBEF-DC44-417B-A7BA-583F1B1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A85E7-8CF3-4F1D-BFBB-CD61D2D3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95CB3-B8A8-4D7C-ABB3-454F99D5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4387343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0FD8B-85C2-49DE-9300-A9BE682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7D391-FFB0-49B6-AEE1-206744F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251D1-47C2-4E4C-932B-AC9C9480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F6B2B-6BC0-4C13-8DFC-5F241D63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7D22C-EB55-4C23-B50D-9A66F181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D96D0-B135-4E4A-B70A-27BA501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634C4-71E2-4D6D-8710-BD9B8526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C4F22-18DB-4748-97AB-FBF95FA5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3CCB9-CF24-4648-90E6-38DDCB1E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E0294-2752-4DD1-84F3-016FE78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83493-A0E2-4196-A9A7-38D5756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7D6B5-F7E2-482F-BABD-0D89BBD7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8B98D-00F2-43ED-88B2-3B1D2134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FB658-59DD-4981-817E-5983C0B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31C06-387E-46E7-9CC8-3316B3E0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853415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7914F-8E84-4A0C-B750-9CB58CFC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20F04-6861-4D69-B7EA-580932CC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7F23B-A150-414A-9193-D4350A0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F53E4-BB80-48D1-979D-9D0C9806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B3DA5-3CF2-42E8-A5AA-644D6521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Series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C7044-8435-4C62-8390-0F0F373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Series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F00CE-3395-40DA-AA33-AD66586F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83F4C-9B2F-4676-B0F0-26B69DC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4C663-0D34-43EF-AAD5-A17DA94E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2086372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672CC-8339-47D7-9132-1E9D5355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4198C-CC06-4F60-AADC-5AD3BBE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33343-D363-4AC4-8A36-7D79FFF5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B79BD-545E-47F4-B42C-02D69DC4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23B2-5069-46CA-9063-D85386A9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4 :4.4,4.5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5 :5.1-5.7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0B1E-DDD0-476E-9215-30B1AFE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4A76D-69E5-4E4E-B93E-74C40348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A7F7A-21F8-4CA8-9C0B-33B522D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44674-E648-42D1-8D7C-CDD8255A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111805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8AE92-86FF-42C8-8AC2-6B7CFF81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ADCFD-5ECC-4070-A5D9-58B0E17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15F3F-BB06-4281-83A1-6465AE5B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9BAC5-F71B-4627-861B-B548E890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5730F-D1D2-4A41-8731-74695BE9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3FFE4-4F48-43E9-A4FB-898B0B6C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D8F22-7762-4C4D-8EC9-C26C757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Series Expansion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C2781-D445-49C1-A5AF-C454F942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20719-2906-461E-BDE2-2086A0F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79299-A8E1-467B-810E-E8522630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Indeterminate Forms and Multivariable Calculus (8Hours Theory) + (4Hours Tutorial) Statement 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CD678-2A17-4AE1-8DFE-1E13291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6F935-1FD0-4BD8-85DC-F1CE5353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A7925-2694-4210-8245-242FF848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Indeterminate forms - L'Hospital's rule.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62B2A-598F-4F17-ACF0-B54D2F92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D37F0-7A9A-436C-888D-FD144C1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9D033-D7B5-4160-8664-245C010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Partial differentiation, total derivative - differentiation of composite functions.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17C5D-F577-4AF0-88B9-8E8E7E5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9C234-1F57-4394-AA57-BC2B2EED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05E12-FE71-41B6-8F97-B19D5F28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Maxima and minima for the function of two variables.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EB9D8-800E-42FB-9A7F-A076813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A02BC-DE9A-4407-B2A2-7C906ED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6995E-40AB-493E-B9A7-AF1A6F9C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04C51-E200-4DB6-9EF4-4422D967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85CF-A7F2-46C0-B1DB-03FF34D1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C9E3C3-347A-4DF5-AD9A-104E4980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4 :4.4,4.5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227D8-0724-42F1-9BEE-E4D298D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C7B54B-E4E7-42B0-B6E3-5DDFCF55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7A8D4-17D9-4C71-B3ED-04DF2BE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9DDE54-BCE0-4CFD-9939-530E5CA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2147833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EABE2-341A-43DC-B03B-AFDB1E96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FFC47-11DC-439C-B9B8-DBB720D1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E1E4C-E8A3-4E54-9B6E-C5D55AF0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FDFC8-2E5F-4BA6-9E8A-C8327B60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Series, Expansion, Indeterminate, Forms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B1268-2538-4B5D-BF51-7A399D8C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DE192-F19E-45A2-805E-77345A1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4C05-DBF8-4FF7-8B50-97136016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5090B-2EA3-4837-BD54-66503D5E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6343170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2026-08-24T06:38:51.4930000Z</dcterms:created>
  <dcterms:modified xsi:type="dcterms:W3CDTF">2026-08-24T06:38:51.4930000Z</dcterms:modified>
</coreProperties>
</file>