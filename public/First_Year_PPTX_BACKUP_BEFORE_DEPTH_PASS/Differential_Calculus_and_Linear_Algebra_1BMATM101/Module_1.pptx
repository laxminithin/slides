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676e89747b4363" /><Relationship Type="http://schemas.openxmlformats.org/officeDocument/2006/relationships/extended-properties" Target="/docProps/app.xml" Id="R9b8d390ed18a4ae0" /><Relationship Type="http://schemas.openxmlformats.org/officeDocument/2006/relationships/officeDocument" Target="/ppt/presentation.xml" Id="R9dc34c21438c416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ec864679dd346b6"/>
  </p:sldMasterIdLst>
  <p:notesMasterIdLst>
    <p:notesMasterId xmlns:r="http://schemas.openxmlformats.org/officeDocument/2006/relationships" r:id="R30c8dbf635564247"/>
  </p:notesMasterIdLst>
  <p:sldIdLst>
    <p:sldId xmlns:r="http://schemas.openxmlformats.org/officeDocument/2006/relationships" id="256" r:id="R019cb1e254514e79"/>
    <p:sldId xmlns:r="http://schemas.openxmlformats.org/officeDocument/2006/relationships" id="257" r:id="Rbb5df923f3f04610"/>
    <p:sldId xmlns:r="http://schemas.openxmlformats.org/officeDocument/2006/relationships" id="258" r:id="Re38df8dda611473b"/>
    <p:sldId xmlns:r="http://schemas.openxmlformats.org/officeDocument/2006/relationships" id="259" r:id="R427de3bb56ba4e71"/>
    <p:sldId xmlns:r="http://schemas.openxmlformats.org/officeDocument/2006/relationships" id="260" r:id="R9ad4e81d30434fd3"/>
    <p:sldId xmlns:r="http://schemas.openxmlformats.org/officeDocument/2006/relationships" id="261" r:id="Rd4ab0017f27b4fbe"/>
    <p:sldId xmlns:r="http://schemas.openxmlformats.org/officeDocument/2006/relationships" id="262" r:id="R3e46b38398ac4191"/>
    <p:sldId xmlns:r="http://schemas.openxmlformats.org/officeDocument/2006/relationships" id="263" r:id="R61c02cce6d524f16"/>
    <p:sldId xmlns:r="http://schemas.openxmlformats.org/officeDocument/2006/relationships" id="264" r:id="R5b7eb4b65550473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20ea13950084261" /><Relationship Type="http://schemas.openxmlformats.org/officeDocument/2006/relationships/slideMaster" Target="/ppt/slideMasters/slideMaster1.xml" Id="R1ec864679dd346b6" /><Relationship Type="http://schemas.openxmlformats.org/officeDocument/2006/relationships/notesMaster" Target="/ppt/notesMasters/notesMaster1.xml" Id="R30c8dbf635564247" /><Relationship Type="http://schemas.openxmlformats.org/officeDocument/2006/relationships/presProps" Target="/ppt/presProps.xml" Id="R63b5b62c0e39465e" /><Relationship Type="http://schemas.openxmlformats.org/officeDocument/2006/relationships/tableStyles" Target="/ppt/tableStyles.xml" Id="R7140d74e30df416a" /><Relationship Type="http://schemas.openxmlformats.org/officeDocument/2006/relationships/slide" Target="/ppt/slides/slide1.xml" Id="R019cb1e254514e79" /><Relationship Type="http://schemas.openxmlformats.org/officeDocument/2006/relationships/slide" Target="/ppt/slides/slide2.xml" Id="Rbb5df923f3f04610" /><Relationship Type="http://schemas.openxmlformats.org/officeDocument/2006/relationships/slide" Target="/ppt/slides/slide3.xml" Id="Re38df8dda611473b" /><Relationship Type="http://schemas.openxmlformats.org/officeDocument/2006/relationships/slide" Target="/ppt/slides/slide4.xml" Id="R427de3bb56ba4e71" /><Relationship Type="http://schemas.openxmlformats.org/officeDocument/2006/relationships/slide" Target="/ppt/slides/slide5.xml" Id="R9ad4e81d30434fd3" /><Relationship Type="http://schemas.openxmlformats.org/officeDocument/2006/relationships/slide" Target="/ppt/slides/slide6.xml" Id="Rd4ab0017f27b4fbe" /><Relationship Type="http://schemas.openxmlformats.org/officeDocument/2006/relationships/slide" Target="/ppt/slides/slide7.xml" Id="R3e46b38398ac4191" /><Relationship Type="http://schemas.openxmlformats.org/officeDocument/2006/relationships/slide" Target="/ppt/slides/slide8.xml" Id="R61c02cce6d524f16" /><Relationship Type="http://schemas.openxmlformats.org/officeDocument/2006/relationships/slide" Target="/ppt/slides/slide9.xml" Id="R5b7eb4b65550473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67b7dd0638b4ab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75f56fb10a74289" /><Relationship Type="http://schemas.openxmlformats.org/officeDocument/2006/relationships/notesMaster" Target="/ppt/notesMasters/notesMaster1.xml" Id="R52ab96fe113d40c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a6373c49e854df6" /><Relationship Type="http://schemas.openxmlformats.org/officeDocument/2006/relationships/notesMaster" Target="/ppt/notesMasters/notesMaster1.xml" Id="R59e43ab505734ac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7f95289318443f0" /><Relationship Type="http://schemas.openxmlformats.org/officeDocument/2006/relationships/notesMaster" Target="/ppt/notesMasters/notesMaster1.xml" Id="Rfa9585fce6d3453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e62db2e61ae4995" /><Relationship Type="http://schemas.openxmlformats.org/officeDocument/2006/relationships/notesMaster" Target="/ppt/notesMasters/notesMaster1.xml" Id="R9551d347f04c442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a8e53191de64c0d" /><Relationship Type="http://schemas.openxmlformats.org/officeDocument/2006/relationships/notesMaster" Target="/ppt/notesMasters/notesMaster1.xml" Id="R5c1bb367ca474d4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df348cf70a24af5" /><Relationship Type="http://schemas.openxmlformats.org/officeDocument/2006/relationships/notesMaster" Target="/ppt/notesMasters/notesMaster1.xml" Id="R690a2ca9c0d743d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8df9d65d3414b3d" /><Relationship Type="http://schemas.openxmlformats.org/officeDocument/2006/relationships/notesMaster" Target="/ppt/notesMasters/notesMaster1.xml" Id="R33d92ddfd98848e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c659f8a0bab4a83" /><Relationship Type="http://schemas.openxmlformats.org/officeDocument/2006/relationships/notesMaster" Target="/ppt/notesMasters/notesMaster1.xml" Id="R0d91b4cd0af84a3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e104fe66b8d4ca0" /><Relationship Type="http://schemas.openxmlformats.org/officeDocument/2006/relationships/notesMaster" Target="/ppt/notesMasters/notesMaster1.xml" Id="R40754ddabb1e4b3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33a2c7f8b3478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b538e5a320b4e03" /><Relationship Type="http://schemas.openxmlformats.org/officeDocument/2006/relationships/slideLayout" Target="/ppt/slideLayouts/slideLayout1.xml" Id="R309ebbae28e5471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09ebbae28e5471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dfd0d32b2a46ae" /><Relationship Type="http://schemas.openxmlformats.org/officeDocument/2006/relationships/notesSlide" Target="/ppt/notesSlides/notesSlide1.xml" Id="R550c64e8be7441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1d7d5a5a0f43ec" /><Relationship Type="http://schemas.openxmlformats.org/officeDocument/2006/relationships/notesSlide" Target="/ppt/notesSlides/notesSlide2.xml" Id="R770a623431c146f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7f18ce0f2c4ac3" /><Relationship Type="http://schemas.openxmlformats.org/officeDocument/2006/relationships/notesSlide" Target="/ppt/notesSlides/notesSlide3.xml" Id="Ra56ac05922d3415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74d44abb4d4dcd" /><Relationship Type="http://schemas.openxmlformats.org/officeDocument/2006/relationships/notesSlide" Target="/ppt/notesSlides/notesSlide4.xml" Id="R1382bc2195be471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ce09a965794858" /><Relationship Type="http://schemas.openxmlformats.org/officeDocument/2006/relationships/notesSlide" Target="/ppt/notesSlides/notesSlide5.xml" Id="R11c1062d0ed84d0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c9c8a6d4824a8f" /><Relationship Type="http://schemas.openxmlformats.org/officeDocument/2006/relationships/notesSlide" Target="/ppt/notesSlides/notesSlide6.xml" Id="Rec28541fbe414a0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6d4d6d7bd7464e" /><Relationship Type="http://schemas.openxmlformats.org/officeDocument/2006/relationships/notesSlide" Target="/ppt/notesSlides/notesSlide7.xml" Id="R3f3530a6c2c547e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9a5ac57381417f" /><Relationship Type="http://schemas.openxmlformats.org/officeDocument/2006/relationships/notesSlide" Target="/ppt/notesSlides/notesSlide8.xml" Id="R72398021c74042b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40f0dec35d4643" /><Relationship Type="http://schemas.openxmlformats.org/officeDocument/2006/relationships/notesSlide" Target="/ppt/notesSlides/notesSlide9.xml" Id="R75c19844c97c407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B34583-C7CA-4158-9A42-74E5ACE3E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C9F2A3-E500-4C3B-8D91-043FBB53D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Polar Curves and Curvature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7E95D7-F54D-41C7-A174-6C9A364CA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Differential Calculus and Linear Algebra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1BMATM101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1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math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2B157C-FBA9-495D-AD75-C2AABA09C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92BE9B-E022-4A07-B042-30D33779A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9070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BFC047-19BB-4132-93E2-C0379A1B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Solve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7888FA-D63C-46FD-93BB-500011BB0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765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033"/>
                </a:solidFill>
              </a:defRPr>
            </a:pPr>
            <a:r>
              <a:rPr sz="1950" b="1">
                <a:solidFill>
                  <a:srgbClr val="172033"/>
                </a:solidFill>
              </a:rPr>
              <a:t>f(x) → f'(x) → interpretation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E9CA64-3148-4C3B-9F28-32DFFDFD5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4337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1A53AF-046D-43FE-9FD4-AB6DB1BEF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2291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8E4B45-5D11-485E-9B34-4F036FA19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385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4A4C19-9093-4CD2-B99F-6A2EC783C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Linear Algebra | 1BMATM101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ECC178-7CA9-42A6-8E9D-A96AF0A40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1/9</a:t>
            </a:r>
          </a:p>
        </p:txBody>
      </p:sp>
    </p:spTree>
    <p:extLst>
      <p:ext uri="{BB962C8B-B14F-4D97-AF65-F5344CB8AC3E}">
        <p14:creationId xmlns:p14="http://schemas.microsoft.com/office/powerpoint/2010/main" val="1639393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6BBA6A-4E58-4561-A482-0CE683F3C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C4E6C9-1078-4770-B482-666CCEBA9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136B81-1C4D-4D56-AA89-EAF66CC9D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E9F0AA-FCFE-46E2-AC66-E0F27FEFB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A647DC-3D41-4339-9BCF-17C9CAF19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7FC36E-B4A0-4C44-9429-F2AE2A6CC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Core formula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8C5F43-2D28-4CCF-B0B7-EC0CBFFCB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F221C3-5E49-4BEB-B18F-E2859117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Derivation steps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90D128-886E-4E09-97CD-34DCDB8E6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56A24D-A63E-4AFC-9C35-8C79C329D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Worked problem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783A82-7213-4589-8FA8-E70AFE389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69CD2B-7679-416E-8DFD-E2B8854D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Exam checklist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FFE7C1-ED95-417E-B528-07F9E9912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Polar Curves and Curvature (8 Hours Theory + 4 Hours Tutorial) Polar coordinates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Polar curves, angle between the radius vector and the tangent, angle between two curves.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Pedal equations.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Curvature and radius of curvature - Cartesian, parametric, polar and pedal forms.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Textbook 1: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FC9251-E6C3-4F51-B46F-E47E7FD72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Linear Algebra | 1BMATM101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ADFD9F-8A1A-4E72-B020-7E4FA0EDA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2/9</a:t>
            </a:r>
          </a:p>
        </p:txBody>
      </p:sp>
    </p:spTree>
    <p:extLst>
      <p:ext uri="{BB962C8B-B14F-4D97-AF65-F5344CB8AC3E}">
        <p14:creationId xmlns:p14="http://schemas.microsoft.com/office/powerpoint/2010/main" val="10980760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CA40FA-0764-4ECE-81C3-2206A81E8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CA82C8-0027-4937-9618-8F87DD7FC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50D7E5-B664-489A-A868-DFCC1DDE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C0BF5E-C650-4C5B-849A-4540CCA6A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Polar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026DD9-62DB-4090-8573-2E3FE1D2F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Curves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ECE36D-EF37-481B-A9AC-CCE6DBFD7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Curvature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7D2CA9-9DA8-4370-8994-30A9D8B6F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Tutorial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5FC76F-486C-45FC-9A28-F35B60E4F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coordinates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DBEFAF-1282-4279-A1B1-39A4C2023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angle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4EDA9E-F356-43D5-8275-94A9C5612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Chapter 4 :4.7-4.11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168F3D-22B6-4511-9F8B-0C12C3ADD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Linear Algebra | 1BMATM101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60F697-7CF1-4C10-B0C5-2C68D3F65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3/9</a:t>
            </a:r>
          </a:p>
        </p:txBody>
      </p:sp>
    </p:spTree>
    <p:extLst>
      <p:ext uri="{BB962C8B-B14F-4D97-AF65-F5344CB8AC3E}">
        <p14:creationId xmlns:p14="http://schemas.microsoft.com/office/powerpoint/2010/main" val="12643043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8FBA86-B05B-4475-8C4E-411C4C3D0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AF1E7D-1843-4F4E-965E-2506C578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637A2F-107B-49A6-8140-ECB840406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B7A249-F368-45E6-B1C5-943D824C7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Polar Curves and Curvature (8 Hours Theory + 4 Hours Tutorial) Polar coordinates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Polar curves, angle between the radius vector and the tangent, angle between two curves.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Pedal equations.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Curvature and radius of curvature - Cartesian, parametric, polar and pedal forms.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Textbook 1: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Chapter 4 :4.7-4.11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EDDC79-9471-488B-ADB4-5021A49A4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14CA9F-CEF6-477B-9A94-454EDD6DE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E1E260-33A3-4D4A-A0B2-359B09A99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00F828-9CDA-4BCA-B7B8-D74C75603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9070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17BAC1-360B-49E3-B9A0-64B979BDC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790700"/>
            <a:ext cx="1143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Solve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AADA71-8F6E-4838-BDA2-9AECF386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876550"/>
            <a:ext cx="3905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2033"/>
                </a:solidFill>
              </a:defRPr>
            </a:pPr>
            <a:r>
              <a:rPr sz="1950" b="1">
                <a:solidFill>
                  <a:srgbClr val="172033"/>
                </a:solidFill>
              </a:rPr>
              <a:t>f(x) → f'(x) →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CEB88D-C50B-481B-BEE8-EEBBF957C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43375"/>
            <a:ext cx="342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12A1E8-758C-49A9-9BAE-CFEDFDC50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422910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C2438B-1044-46AD-90CB-D17446D36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638550"/>
            <a:ext cx="228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B7A"/>
                </a:solidFill>
              </a:defRPr>
            </a:pPr>
            <a:r>
              <a:rPr sz="1200" b="0">
                <a:solidFill>
                  <a:srgbClr val="5F6B7A"/>
                </a:solidFill>
              </a:rPr>
              <a:t>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20566A-D148-4556-8B1E-B152AECDE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Linear Algebra | 1BMATM101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CEAC87-5D4C-452F-8A74-743FB88D3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4/9</a:t>
            </a:r>
          </a:p>
        </p:txBody>
      </p:sp>
    </p:spTree>
    <p:extLst>
      <p:ext uri="{BB962C8B-B14F-4D97-AF65-F5344CB8AC3E}">
        <p14:creationId xmlns:p14="http://schemas.microsoft.com/office/powerpoint/2010/main" val="10439550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7386FC-F291-4912-A3D5-8A8B9F0EE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3D00D2-0EB4-4E64-90BA-ABC8AB3A0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Worked-solution pattern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890F9D-F677-40C9-9726-3D5C7E5A1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E4FFA5-8B9C-4120-910C-1126428C2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Given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CDCABF-73CA-4209-AECF-65AA8BDD6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D0323C-F649-4F35-A38D-9F1BFD930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Find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3D6F3B-BAC1-458A-BD73-B77603019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3FE2C0-BF3E-4536-B883-DDEE830C2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Formula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8D4AA5-FED7-44AF-ABFC-C04536597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1456AE-3B60-4254-BA41-CF5DB6288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Substitution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43A1D9-7B4A-4A8A-83C5-F53200BCF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C4B8B0-F74C-4AB1-9242-66ECECA12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Calculation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ABA306-09C9-444D-8B86-DE4CF33B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3591C6-2641-465E-A2B2-137FE25EF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Linear Algebra | 1BMATM101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7CB397-EE5D-49F0-AAE1-4F02E26AA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5/9</a:t>
            </a:r>
          </a:p>
        </p:txBody>
      </p:sp>
    </p:spTree>
    <p:extLst>
      <p:ext uri="{BB962C8B-B14F-4D97-AF65-F5344CB8AC3E}">
        <p14:creationId xmlns:p14="http://schemas.microsoft.com/office/powerpoint/2010/main" val="16851448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6E8E51-D0E7-4F47-B9AE-BDA3EC838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4C6FB1-424F-44D6-B785-EA5D40CAB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C8058B-E287-44A5-9605-105E70C4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DD434B-5FF5-4E40-BAB4-8172471A3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ABC98A-23EC-4D87-9201-45CEAD016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Polar Curves and Curvature (8 Hours Theory + 4 Hours Tutorial) Polar coordinates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30DE7F-5535-4FE3-BC6B-0CFA42D77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Polar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358796-0DD5-4F1A-A7B8-23D7F50E5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3305D3-ED5A-47D0-90A1-6AC2A5BA5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Linear Algebra | 1BMATM101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3CD636-71EF-45C2-A522-61A6510E6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6/9</a:t>
            </a:r>
          </a:p>
        </p:txBody>
      </p:sp>
    </p:spTree>
    <p:extLst>
      <p:ext uri="{BB962C8B-B14F-4D97-AF65-F5344CB8AC3E}">
        <p14:creationId xmlns:p14="http://schemas.microsoft.com/office/powerpoint/2010/main" val="6932372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E2626E-CE64-4946-8531-5B89AB9CC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F5A32A-8B29-4584-A8A3-E76827BAC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F0BFF0-AAE3-474E-AED1-016A60BC4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3F9F90-E45C-4EBC-8331-465516EE2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ACBC1A-057D-4CE4-AE5B-04B63E862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Use the concept in engineering analysis.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Relate the method to design, measurement, communication, or decision-making.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67FDC1-0EE9-4C59-A394-9B8CB9612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B64836-EE1B-4655-B59B-BF52C276B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6B6631-3ABF-4735-AC62-6EE0AAE08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Linear Algebra | 1BMATM101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73CEF7-B031-4D48-B7F2-866B3A300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7/9</a:t>
            </a:r>
          </a:p>
        </p:txBody>
      </p:sp>
    </p:spTree>
    <p:extLst>
      <p:ext uri="{BB962C8B-B14F-4D97-AF65-F5344CB8AC3E}">
        <p14:creationId xmlns:p14="http://schemas.microsoft.com/office/powerpoint/2010/main" val="127910604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7BEE21-FD91-46E5-9EBD-799DBDE0D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31764B-A24E-40A7-92C1-A64E21C53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38F424-6A10-47B8-A740-0D10D2F11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B5466B-DE0A-40CE-8FC5-7E80638C4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5A3E09-279C-4075-A08E-392749FC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5C0ECA-B092-4B04-91AA-537B862D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F2914A-6FFA-47FE-A265-C9C8CAD3F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Polar Curves and Curvature (8 Hours Theory + 4 Hours Tutorial) Polar coordinates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F47D00-2649-400D-9DC7-5EF9787D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2B1DC4-FEBF-43BB-952D-33E740124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72C05E-A47D-4957-A37F-C124AF0EE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Polar curves, angle between the radius vector and the tangent, angle between two curves.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701B22-A477-40D7-A0C2-F5D79B3C0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A4B835-62BD-4C45-9D4E-B24DC56B3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E400C3-FB34-4F4B-ABC1-360D1B3EE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Pedal equations.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EC7824-E56A-40B6-B1C8-255EB15EB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35BACF-4D92-484B-9536-B65477248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D670D1-2C4E-4BE7-9EC6-C2C888F61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Curvature and radius of curvature - Cartesian, parametric, polar and pedal forms.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4E29EC-8975-41C3-AFD1-FDF760859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D2B748-809C-46EB-80DD-B07C0D488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A372F7-FD87-4DBA-AFC4-05550ABAD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Textbook 1: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79F043-202F-4047-83FE-B2578569D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071B45-453F-4C1C-8812-CCAA176F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3F2596-F483-4321-861A-B649DE7E0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Chapter 4 :4.7-4.11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8E918C-3733-4910-9B6B-A9ED0D2D2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52FDB9-5597-45B2-B74B-267E3F3FB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438236-8166-48AA-BD7A-88AF519AC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Linear Algebra | 1BMATM101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D0310A-FB37-4744-A572-D1CB6F759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8/9</a:t>
            </a:r>
          </a:p>
        </p:txBody>
      </p:sp>
    </p:spTree>
    <p:extLst>
      <p:ext uri="{BB962C8B-B14F-4D97-AF65-F5344CB8AC3E}">
        <p14:creationId xmlns:p14="http://schemas.microsoft.com/office/powerpoint/2010/main" val="117755552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6A1A79-16E6-4E22-A186-E7D4A9EAB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1BMATM101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95207A-2590-47DD-8F86-5F0F0B339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7D37AA-9996-4879-ABE1-49F3EB136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F61A8B-FBDA-40A8-BF0B-2F89CB966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Polar, Curves, Curvature, Tutorial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formulae: write the starting expression, assumptions, and final form.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C30D11-EE16-4A31-97F1-7BFDEC91A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199496-8670-4ABF-BCCD-EC9B6657D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A4EBB2-3A21-4D66-B1EF-1FEB6335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Differential Calculus and Linear Algebra | 1BMATM101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76A58A-7920-4918-B1D1-4A60D547B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1 | 9/9</a:t>
            </a:r>
          </a:p>
        </p:txBody>
      </p:sp>
    </p:spTree>
    <p:extLst>
      <p:ext uri="{BB962C8B-B14F-4D97-AF65-F5344CB8AC3E}">
        <p14:creationId xmlns:p14="http://schemas.microsoft.com/office/powerpoint/2010/main" val="13961622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2026-08-24T06:38:51.4350000Z</dcterms:created>
  <dcterms:modified xsi:type="dcterms:W3CDTF">2026-08-24T06:38:51.4350000Z</dcterms:modified>
</coreProperties>
</file>