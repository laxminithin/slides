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afc7b5499049a1" /><Relationship Type="http://schemas.openxmlformats.org/officeDocument/2006/relationships/extended-properties" Target="/docProps/app.xml" Id="Rf28623bcfbe548b4" /><Relationship Type="http://schemas.openxmlformats.org/officeDocument/2006/relationships/officeDocument" Target="/ppt/presentation.xml" Id="Rc5e8524d8a1d43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8f2a69f9114ef3"/>
  </p:sldMasterIdLst>
  <p:notesMasterIdLst>
    <p:notesMasterId xmlns:r="http://schemas.openxmlformats.org/officeDocument/2006/relationships" r:id="Rc47e00e0194e4937"/>
  </p:notesMasterIdLst>
  <p:sldIdLst>
    <p:sldId xmlns:r="http://schemas.openxmlformats.org/officeDocument/2006/relationships" id="256" r:id="R28ea328b98864b2e"/>
    <p:sldId xmlns:r="http://schemas.openxmlformats.org/officeDocument/2006/relationships" id="257" r:id="R98d528c11eaa41bb"/>
    <p:sldId xmlns:r="http://schemas.openxmlformats.org/officeDocument/2006/relationships" id="258" r:id="R146f41de8e894a9c"/>
    <p:sldId xmlns:r="http://schemas.openxmlformats.org/officeDocument/2006/relationships" id="259" r:id="R70eeecedba604a07"/>
    <p:sldId xmlns:r="http://schemas.openxmlformats.org/officeDocument/2006/relationships" id="260" r:id="Rb1b29c9d3bcb4578"/>
    <p:sldId xmlns:r="http://schemas.openxmlformats.org/officeDocument/2006/relationships" id="261" r:id="R5f48229327354940"/>
    <p:sldId xmlns:r="http://schemas.openxmlformats.org/officeDocument/2006/relationships" id="262" r:id="R458ecdd582ee4436"/>
    <p:sldId xmlns:r="http://schemas.openxmlformats.org/officeDocument/2006/relationships" id="263" r:id="R5c7fafe21dc84aba"/>
    <p:sldId xmlns:r="http://schemas.openxmlformats.org/officeDocument/2006/relationships" id="264" r:id="R4497d042413b4f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a75a3b5b4b4236" /><Relationship Type="http://schemas.openxmlformats.org/officeDocument/2006/relationships/slideMaster" Target="/ppt/slideMasters/slideMaster1.xml" Id="R2b8f2a69f9114ef3" /><Relationship Type="http://schemas.openxmlformats.org/officeDocument/2006/relationships/notesMaster" Target="/ppt/notesMasters/notesMaster1.xml" Id="Rc47e00e0194e4937" /><Relationship Type="http://schemas.openxmlformats.org/officeDocument/2006/relationships/presProps" Target="/ppt/presProps.xml" Id="R42542b005214413c" /><Relationship Type="http://schemas.openxmlformats.org/officeDocument/2006/relationships/tableStyles" Target="/ppt/tableStyles.xml" Id="R9a0d561971f940a8" /><Relationship Type="http://schemas.openxmlformats.org/officeDocument/2006/relationships/slide" Target="/ppt/slides/slide1.xml" Id="R28ea328b98864b2e" /><Relationship Type="http://schemas.openxmlformats.org/officeDocument/2006/relationships/slide" Target="/ppt/slides/slide2.xml" Id="R98d528c11eaa41bb" /><Relationship Type="http://schemas.openxmlformats.org/officeDocument/2006/relationships/slide" Target="/ppt/slides/slide3.xml" Id="R146f41de8e894a9c" /><Relationship Type="http://schemas.openxmlformats.org/officeDocument/2006/relationships/slide" Target="/ppt/slides/slide4.xml" Id="R70eeecedba604a07" /><Relationship Type="http://schemas.openxmlformats.org/officeDocument/2006/relationships/slide" Target="/ppt/slides/slide5.xml" Id="Rb1b29c9d3bcb4578" /><Relationship Type="http://schemas.openxmlformats.org/officeDocument/2006/relationships/slide" Target="/ppt/slides/slide6.xml" Id="R5f48229327354940" /><Relationship Type="http://schemas.openxmlformats.org/officeDocument/2006/relationships/slide" Target="/ppt/slides/slide7.xml" Id="R458ecdd582ee4436" /><Relationship Type="http://schemas.openxmlformats.org/officeDocument/2006/relationships/slide" Target="/ppt/slides/slide8.xml" Id="R5c7fafe21dc84aba" /><Relationship Type="http://schemas.openxmlformats.org/officeDocument/2006/relationships/slide" Target="/ppt/slides/slide9.xml" Id="R4497d042413b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b1ebbeb7449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39bb1aaea4da3" /><Relationship Type="http://schemas.openxmlformats.org/officeDocument/2006/relationships/notesMaster" Target="/ppt/notesMasters/notesMaster1.xml" Id="R20c4c08b839544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feffb4506048ed" /><Relationship Type="http://schemas.openxmlformats.org/officeDocument/2006/relationships/notesMaster" Target="/ppt/notesMasters/notesMaster1.xml" Id="Rd2b1bc926d4f4d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7d533fc8b04de4" /><Relationship Type="http://schemas.openxmlformats.org/officeDocument/2006/relationships/notesMaster" Target="/ppt/notesMasters/notesMaster1.xml" Id="R5706ec47b2b844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dad50d4a4d4a06" /><Relationship Type="http://schemas.openxmlformats.org/officeDocument/2006/relationships/notesMaster" Target="/ppt/notesMasters/notesMaster1.xml" Id="Rbbb0fb1362234e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91e51a7f324481" /><Relationship Type="http://schemas.openxmlformats.org/officeDocument/2006/relationships/notesMaster" Target="/ppt/notesMasters/notesMaster1.xml" Id="R346a9cc0029a4a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543a0cc47f4589" /><Relationship Type="http://schemas.openxmlformats.org/officeDocument/2006/relationships/notesMaster" Target="/ppt/notesMasters/notesMaster1.xml" Id="Rb7a36e456cfe4f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c60b54441e45ca" /><Relationship Type="http://schemas.openxmlformats.org/officeDocument/2006/relationships/notesMaster" Target="/ppt/notesMasters/notesMaster1.xml" Id="R05ca991aac144e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32c182e5de44e9" /><Relationship Type="http://schemas.openxmlformats.org/officeDocument/2006/relationships/notesMaster" Target="/ppt/notesMasters/notesMaster1.xml" Id="R869aef09fa4644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27a233c6c54ecd" /><Relationship Type="http://schemas.openxmlformats.org/officeDocument/2006/relationships/notesMaster" Target="/ppt/notesMasters/notesMaster1.xml" Id="R5d0897c42c7e45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f0cccc82241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3469e027d84354" /><Relationship Type="http://schemas.openxmlformats.org/officeDocument/2006/relationships/slideLayout" Target="/ppt/slideLayouts/slideLayout1.xml" Id="Rd74f6280bb5a44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f6280bb5a44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eeb2b2e764be6" /><Relationship Type="http://schemas.openxmlformats.org/officeDocument/2006/relationships/notesSlide" Target="/ppt/notesSlides/notesSlide1.xml" Id="R2dc5a215558240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981aebdcc488b" /><Relationship Type="http://schemas.openxmlformats.org/officeDocument/2006/relationships/notesSlide" Target="/ppt/notesSlides/notesSlide2.xml" Id="Rf282517cc59744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06f3246db4a59" /><Relationship Type="http://schemas.openxmlformats.org/officeDocument/2006/relationships/notesSlide" Target="/ppt/notesSlides/notesSlide3.xml" Id="Ra9bacabf248f4b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00f671e0b4554" /><Relationship Type="http://schemas.openxmlformats.org/officeDocument/2006/relationships/notesSlide" Target="/ppt/notesSlides/notesSlide4.xml" Id="Rca40b2ffd7fb4d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cd3b8967f49c8" /><Relationship Type="http://schemas.openxmlformats.org/officeDocument/2006/relationships/notesSlide" Target="/ppt/notesSlides/notesSlide5.xml" Id="Rcb8df2bc953643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e0688917d42bd" /><Relationship Type="http://schemas.openxmlformats.org/officeDocument/2006/relationships/notesSlide" Target="/ppt/notesSlides/notesSlide6.xml" Id="Rcfa517f0c97247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cf21e95954f18" /><Relationship Type="http://schemas.openxmlformats.org/officeDocument/2006/relationships/notesSlide" Target="/ppt/notesSlides/notesSlide7.xml" Id="R2d0d45d3ddd145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9a865b0fd4c0c" /><Relationship Type="http://schemas.openxmlformats.org/officeDocument/2006/relationships/notesSlide" Target="/ppt/notesSlides/notesSlide8.xml" Id="R2a2be741775a4c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03f3908894fb5" /><Relationship Type="http://schemas.openxmlformats.org/officeDocument/2006/relationships/notesSlide" Target="/ppt/notesSlides/notesSlide9.xml" Id="R34d01abb44474e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37D47-DB43-4E25-BF8E-25925820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56C26-CB7C-4433-924A-31AD9C42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Linear Algebra 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82DC1-DE26-42D4-9A7B-492297C8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35DAB-E024-4AE4-8C66-BDE3A3DD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4B485-B9D4-46B3-9CAC-6467BE27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4CBBC-F1D3-4ACD-9E95-001B6201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06906-513F-436F-B347-0F296279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5DB65-5E53-421B-8BD1-8D92DF9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3554F-3491-4C87-8B5B-3B828431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6BB9E-D8AE-4BDF-8B4E-D46BE79F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A2315-FEC2-4FC5-AD2F-ADCC868C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E6E5C-21E4-400E-B823-A0E546A9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6761773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B29AC-058E-49D2-947B-0BB1F14D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3D140-7FFC-49DF-948A-39666504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3F490-73EA-48C1-B343-0575692E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D699D-82DB-4495-95B2-AE2A0AE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26EF4-4EB5-4C14-87DF-A99A4084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2C0C1-62A2-4D1D-B07B-894B752D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5F9EC-C2D4-4B23-A6B3-DE5B48B3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C5FB7-3E06-4C5A-97EC-FDB9970E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96712-EA7A-4907-A61A-B1C3BF12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EBC9E-8EC7-4F3C-A585-3408C16B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CF1BF-9C58-4723-8A14-19977966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D1D94-D16B-4DF9-A094-23C50591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216A9-48D7-4F43-A97E-E917641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Linear Algebra -1(8Hours Theory) + (4Hours Tutorial) Elementary row transformation of a matrix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Row echelon form and Rank of a matrix.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Inverse of matrix by Jordan method.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Consistency and Solution of system of linear equations - Gauss- elimination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LU decomposition method and approximate solution by Gauss-Seidel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22C05-57D7-4D73-8B6F-15B1C605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3E5A3-77EB-4D1F-9822-BE10BCAF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916157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83FDD-F0AB-462E-A4CD-9CDB2B56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77AAA-EC6C-450D-BD0B-7FA2C027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71877-1AAE-466D-8BD7-B6719136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A6B05-10F9-455E-877B-EBD8B790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Linear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10B0D-F8FD-4BB4-B41B-97CF69C4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EDB63-CBB6-479F-8FC9-001A7032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486FF-5DC0-4322-BDEE-1F4107C5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Elementary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EAB21-3224-4AF0-8732-79C9DAA0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9120D-1D99-4987-934B-E78179F4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0CAB8-7A34-4BAA-86C2-CC8B574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 to traffic flow.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2 :2.7,2.10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28 :28.6(1,2,3), 28.7(2) Textbook 3: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7A9BE-35AF-4F0A-BC95-08E059D1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FDA9A-893C-426C-A427-7B811E00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91375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CB882-6C2F-475B-BB1A-DB115D16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121C7-5F79-47D0-8614-10F78E55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77FB3-EB28-4A12-AB64-9135C1C0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7D6BC-3991-4C47-A420-4B935623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Linear Algebra -1(8Hours Theory) + (4Hours Tutorial) Elementary row transformation of a matrix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Row echelon form and Rank of a matrix.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Inverse of matrix by Jordan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Consistency and Solution of system of linear equations - Gauss- elimination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LU decomposition method and approximate solution by Gauss-Seidel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 to traffic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F0E7F-6E67-4265-B652-D8854EAB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70E09-0D3D-4515-8D0F-2921004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1C6B0-8724-4F9B-9737-9CF2A21D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DE229-9F84-46CB-9421-B921AF2D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B49C0-CB02-46DE-84C3-0C057F07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848BD-948E-41F0-9DD6-0683E78E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919B4-8AEC-4847-9082-F7EC64B3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56F16-1734-4886-9637-F54CF2E8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6F299-9F52-4F08-B842-FCB3EC5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817B4-49AB-4CE8-8595-2693D99A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6F996-550E-4761-A3D1-58B9ED44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502652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60C53-EDEF-4D07-A7DF-65A56A13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5B33B-8530-4446-BEDB-2650027E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63C6F-7224-47D4-BDF9-7B33758B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DBF0A-CB8B-4469-A553-F98E6164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D3345-D84B-4051-B2EF-B427AAE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AC065-7FEA-436F-81E5-73EFA42D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1DF22-5922-44E4-86A3-F362249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B930F-9F5C-4386-B4B9-9BD51A64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41C0F-E3D1-4A08-8044-5F0B99B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A6F12-4A7B-4FBE-93CC-CA1EB6A2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26154-8B24-4010-AE0D-3134B6DE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601DA-C6D9-4BC2-B5F4-6A674B34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5BFD4-A220-4E97-A7E6-17261EC2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61E22-47AA-4FA6-84B5-1F235EF8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BE7AF-4B6C-4766-A1FE-9C0772A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6235322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EE0ED-185D-47AB-A079-21A7B7FE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22823-0472-4DF7-8188-CDF7C614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9383A-A1CE-43E3-A54F-5D69EA9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73E0B-3537-4EF4-8435-7BE9750F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8B062-A88C-42B7-922A-68ECD79B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Linear Algebra -1(8Hours Theory) + (4Hours Tutorial) Elementary row transformation of a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50674-04B0-4BFB-B976-C8AAB1D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Linear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F2CF0-9520-4A78-8CCA-289DB3BD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B77C7-D053-429F-9FAD-5ECFFBCA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38D2F-32D7-490E-92A3-45082DEA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1060468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5DA21-9022-49BA-B791-971818A2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92135-2920-4C14-A48B-5B33E0D3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26578-E853-4A5E-B26A-F4EF1181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74945-8711-4181-8497-67445D5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C77D1-5F67-4277-A4A3-16D9C7AE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2 :2.7,2.10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28 :28.6(1,2,3), 28.7(2) Textbook 3: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74174-71FE-4702-91DF-4D1863D3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5E754-9509-46FA-9FDD-A6821BDD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932C1-A5FF-439F-B23C-BE6C5096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096A3-2082-4D4A-845F-5C8DD888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8094227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5F9CA7-1F5B-48AF-BE22-B69F65E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0766F-19A9-4F41-ADC1-D36D0420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3C7BD-E23B-4294-84C9-D56E9BB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A83AA-C518-4898-8329-5C2B2CD6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00B95-54C2-483A-AC49-6B12F962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2476F-2984-40C5-BC98-150D6853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C21ED-B48E-4B8F-9B18-AE62CEA6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Linear Algebra -1(8Hours Theory) + (4Hours Tutorial) Elementary row transformation of a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3CF25-8496-4848-97FD-A0EFB258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04157-8E9C-46BA-B3D1-9D1B172C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AD6DA-0444-4EAF-923C-5B0B24EB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Row echelon form and Rank of a matrix.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F2302-B3A0-41AC-85E1-F56BC5FD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F4566-9122-4C48-8458-3D06506C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9AB0A-D4C6-41B3-8190-B6671A67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Inverse of matrix by Jordan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E6CE6-23C3-4011-B463-0B86E23A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24526-CC6F-44A7-92FF-523BCF8A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86129-7D16-47BA-85EB-A86CDA2B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Consistency and Solution of system of linear equations - Gauss- elimination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9BEE9-AE86-4165-B401-4DD86B7A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AFEFE-6328-4D6D-B09D-566AFE7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353E0-16BF-46BB-AADC-D81AC91A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LU decomposition method and approximate solution by Gauss-Seidel method.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F1FE9-0FC0-4453-BF9D-DB4F78FE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AC748-5EB6-4D57-A127-BD46EFBC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E55CC-D439-4740-B10B-532AD203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 to traffic 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30A3E-5011-4D63-8133-D9883D5C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B680A-331A-4DB1-87D8-5A425E9A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75D79-05F8-40CE-B251-D2507612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D16D3-0F47-44CA-A3EB-CE8877A5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EC310-2FC5-47EE-BFF9-D8CD5D74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B4BE9-EF5A-4DCC-B646-36821433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E569A-E058-448B-AB73-CE813CD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537059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0DD50-14F0-47DE-8F50-C3C2DE46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A96EE-C2FE-4EAC-800C-32219D7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737D5-6235-4E50-825B-FE912BAE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9B7A6-135D-4DF7-9DBC-7645D0AE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Linear, Algebra, Tutorial, Elementary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51C79-734F-4269-9CE5-7EAA4626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92BB8-84AB-49E5-8974-27B078C5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09FDA-03E7-411F-8A0C-6419338B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A5734-0291-4861-8DD3-D742874E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821482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2026-08-24T06:38:51.6040000Z</dcterms:created>
  <dcterms:modified xsi:type="dcterms:W3CDTF">2026-08-24T06:38:51.6040000Z</dcterms:modified>
</coreProperties>
</file>