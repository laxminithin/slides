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679fc717894d41" /><Relationship Type="http://schemas.openxmlformats.org/officeDocument/2006/relationships/extended-properties" Target="/docProps/app.xml" Id="R9a8b2967a9664713" /><Relationship Type="http://schemas.openxmlformats.org/officeDocument/2006/relationships/officeDocument" Target="/ppt/presentation.xml" Id="R269cc0bd057b49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1521fbc2f4480"/>
  </p:sldMasterIdLst>
  <p:notesMasterIdLst>
    <p:notesMasterId xmlns:r="http://schemas.openxmlformats.org/officeDocument/2006/relationships" r:id="R3b9ead7ea92d44cd"/>
  </p:notesMasterIdLst>
  <p:sldIdLst>
    <p:sldId xmlns:r="http://schemas.openxmlformats.org/officeDocument/2006/relationships" id="256" r:id="Re0c27e92328b4575"/>
    <p:sldId xmlns:r="http://schemas.openxmlformats.org/officeDocument/2006/relationships" id="257" r:id="Rb8efedd7d95245dc"/>
    <p:sldId xmlns:r="http://schemas.openxmlformats.org/officeDocument/2006/relationships" id="258" r:id="R87bccfc5b4364e6a"/>
    <p:sldId xmlns:r="http://schemas.openxmlformats.org/officeDocument/2006/relationships" id="259" r:id="Rd8887a17282c4fb1"/>
    <p:sldId xmlns:r="http://schemas.openxmlformats.org/officeDocument/2006/relationships" id="260" r:id="Rd046fc1d1dab45c8"/>
    <p:sldId xmlns:r="http://schemas.openxmlformats.org/officeDocument/2006/relationships" id="261" r:id="R517765c4d19942cb"/>
    <p:sldId xmlns:r="http://schemas.openxmlformats.org/officeDocument/2006/relationships" id="262" r:id="Re7520e4e96b045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a4de5186ed4eaa" /><Relationship Type="http://schemas.openxmlformats.org/officeDocument/2006/relationships/slideMaster" Target="/ppt/slideMasters/slideMaster1.xml" Id="R42e1521fbc2f4480" /><Relationship Type="http://schemas.openxmlformats.org/officeDocument/2006/relationships/notesMaster" Target="/ppt/notesMasters/notesMaster1.xml" Id="R3b9ead7ea92d44cd" /><Relationship Type="http://schemas.openxmlformats.org/officeDocument/2006/relationships/presProps" Target="/ppt/presProps.xml" Id="Rc8cbce74b40b4227" /><Relationship Type="http://schemas.openxmlformats.org/officeDocument/2006/relationships/tableStyles" Target="/ppt/tableStyles.xml" Id="R3c659ef6cc1d44bb" /><Relationship Type="http://schemas.openxmlformats.org/officeDocument/2006/relationships/slide" Target="/ppt/slides/slide1.xml" Id="Re0c27e92328b4575" /><Relationship Type="http://schemas.openxmlformats.org/officeDocument/2006/relationships/slide" Target="/ppt/slides/slide2.xml" Id="Rb8efedd7d95245dc" /><Relationship Type="http://schemas.openxmlformats.org/officeDocument/2006/relationships/slide" Target="/ppt/slides/slide3.xml" Id="R87bccfc5b4364e6a" /><Relationship Type="http://schemas.openxmlformats.org/officeDocument/2006/relationships/slide" Target="/ppt/slides/slide4.xml" Id="Rd8887a17282c4fb1" /><Relationship Type="http://schemas.openxmlformats.org/officeDocument/2006/relationships/slide" Target="/ppt/slides/slide5.xml" Id="Rd046fc1d1dab45c8" /><Relationship Type="http://schemas.openxmlformats.org/officeDocument/2006/relationships/slide" Target="/ppt/slides/slide6.xml" Id="R517765c4d19942cb" /><Relationship Type="http://schemas.openxmlformats.org/officeDocument/2006/relationships/slide" Target="/ppt/slides/slide7.xml" Id="Re7520e4e96b045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26415bae4f49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b1095d406943f6" /><Relationship Type="http://schemas.openxmlformats.org/officeDocument/2006/relationships/notesMaster" Target="/ppt/notesMasters/notesMaster1.xml" Id="R3fba1d8195bd40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43fa3a4ea4379" /><Relationship Type="http://schemas.openxmlformats.org/officeDocument/2006/relationships/notesMaster" Target="/ppt/notesMasters/notesMaster1.xml" Id="R05797b18a4aa4e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31f25d6a034b49" /><Relationship Type="http://schemas.openxmlformats.org/officeDocument/2006/relationships/notesMaster" Target="/ppt/notesMasters/notesMaster1.xml" Id="R628720d55ba84e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264a4cc51346ee" /><Relationship Type="http://schemas.openxmlformats.org/officeDocument/2006/relationships/notesMaster" Target="/ppt/notesMasters/notesMaster1.xml" Id="R6b03fcb8076049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2c676b07b84549" /><Relationship Type="http://schemas.openxmlformats.org/officeDocument/2006/relationships/notesMaster" Target="/ppt/notesMasters/notesMaster1.xml" Id="R2b8dde6d779145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d607d02dd94a39" /><Relationship Type="http://schemas.openxmlformats.org/officeDocument/2006/relationships/notesMaster" Target="/ppt/notesMasters/notesMaster1.xml" Id="Rd91ddb2e7de644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290839674943ce" /><Relationship Type="http://schemas.openxmlformats.org/officeDocument/2006/relationships/notesMaster" Target="/ppt/notesMasters/notesMaster1.xml" Id="R932034c6612f43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346d1c81d4b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9c0f4df3fc4dd0" /><Relationship Type="http://schemas.openxmlformats.org/officeDocument/2006/relationships/slideLayout" Target="/ppt/slideLayouts/slideLayout1.xml" Id="Rdabb2e19a07f4e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bb2e19a07f4e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b6ec69b0244a2" /><Relationship Type="http://schemas.openxmlformats.org/officeDocument/2006/relationships/notesSlide" Target="/ppt/notesSlides/notesSlide1.xml" Id="Rfea74be6a62c4f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006a514124dda" /><Relationship Type="http://schemas.openxmlformats.org/officeDocument/2006/relationships/notesSlide" Target="/ppt/notesSlides/notesSlide2.xml" Id="Rab0562e1730149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81ea69141452d" /><Relationship Type="http://schemas.openxmlformats.org/officeDocument/2006/relationships/notesSlide" Target="/ppt/notesSlides/notesSlide3.xml" Id="R712937efe7aa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07758c3374245" /><Relationship Type="http://schemas.openxmlformats.org/officeDocument/2006/relationships/notesSlide" Target="/ppt/notesSlides/notesSlide4.xml" Id="Rf4e3b23a611040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a8671de6940c4" /><Relationship Type="http://schemas.openxmlformats.org/officeDocument/2006/relationships/notesSlide" Target="/ppt/notesSlides/notesSlide5.xml" Id="R0b8357a347854e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58b4f5d844c60" /><Relationship Type="http://schemas.openxmlformats.org/officeDocument/2006/relationships/notesSlide" Target="/ppt/notesSlides/notesSlide6.xml" Id="R9f2c42b9e1be47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c19e337ec4b42" /><Relationship Type="http://schemas.openxmlformats.org/officeDocument/2006/relationships/notesSlide" Target="/ppt/notesSlides/notesSlide7.xml" Id="R93fba9d193b34f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A1DFE-D421-4AC3-8827-D8E05CB6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15B1C-0819-4B7E-BAD6-27FC58DA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math app needs to determine the type of roots for a quadratic equation based on user input. Develop a C program to 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EE1FA-6DE3-4168-908A-6071AF3D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5F8E6-FE91-45F9-9E43-A0B4BDA7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4A946-25FD-4A4F-9D23-AF81829D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33794-DAC5-4B1A-95A2-DB16CF65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000F5-E3C6-412F-9470-E8CF5FFA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3D31E-86C3-4924-A394-9C7722B0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6FBD2-E680-4FE2-A528-981443EC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241C7-6A2D-4C6B-905D-79729FC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69565-1AA1-426C-9AA9-C049CFF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EF1C7-0FCB-4D1C-8634-5E21620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36854-B7A2-4E79-871C-3555D870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EF5C6-BD5D-4606-B47F-4357E8F1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3FD83-A192-458C-B5AA-7871EBBC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1/7</a:t>
            </a:r>
          </a:p>
        </p:txBody>
      </p:sp>
    </p:spTree>
    <p:extLst>
      <p:ext uri="{BB962C8B-B14F-4D97-AF65-F5344CB8AC3E}">
        <p14:creationId xmlns:p14="http://schemas.microsoft.com/office/powerpoint/2010/main" val="1781431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0B51A-9B7C-42B6-AB36-BD84401B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A8E9D-80F5-4C80-9E75-D00B3CEC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B4DF4-70B2-4FD0-8357-6AB27397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8B8ED-4F6E-4706-8FE0-941BEA55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math app needs to determine the type of roots for a quadratic equation based on user input. Develop a C program to 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D774C-7301-4ECD-B626-DE0BE3BD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3F967-AEE2-4771-917A-B7D814D2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A7590-7FF9-4536-866C-86D04D0F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AAC60-8295-4803-BC1F-FF8815C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058CD-9BCB-40BA-A547-6F8F7BE9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63C5D-26C9-4117-947A-041380A2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107BD-8E5E-41D6-AECF-85EE65F0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2270F-AB24-4F8D-BA67-5B2B502B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B222C-C6F4-497E-BBD8-696FB034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6AE68-6E81-47E8-8174-C214E3F8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80A89-6878-45C6-8E5A-44A73B59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240BE-AE09-46E2-A102-E0104FD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2/7</a:t>
            </a:r>
          </a:p>
        </p:txBody>
      </p:sp>
    </p:spTree>
    <p:extLst>
      <p:ext uri="{BB962C8B-B14F-4D97-AF65-F5344CB8AC3E}">
        <p14:creationId xmlns:p14="http://schemas.microsoft.com/office/powerpoint/2010/main" val="1939379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10852-D6ED-4660-9AEA-4B5249CB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607C6-A087-40F4-81D7-1CB08D7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F7093-F415-4E6D-89A5-2F932CA5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23948-7944-42F4-9E91-64AC47DA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math app needs to determine the type of roots for a quadratic equation based on user input. Develop a C program to calculate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display the roots based on the given coefficients.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75BCA-35E7-4B15-91A8-A4D3FDDD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FCE7E-DF5E-40C6-B99C-00AC375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DDDB0-71E5-4F3C-A6DA-003ECE8E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AF137-2DD8-4BC7-B30B-8371CA9A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D8060-BC11-4655-9F70-5E52DD6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determine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9544D-0224-43C4-8E9A-86F3B0C0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A9FE1-39BA-401A-B9CB-406688A8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D8736-9A44-4754-93DB-64D6B170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BE8FF-9324-4444-B9B5-AED6F5F4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roots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50513-1C3E-4692-9C32-5260ADAF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E5001-EFD4-4C4A-B55E-D78E65BA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3/7</a:t>
            </a:r>
          </a:p>
        </p:txBody>
      </p:sp>
    </p:spTree>
    <p:extLst>
      <p:ext uri="{BB962C8B-B14F-4D97-AF65-F5344CB8AC3E}">
        <p14:creationId xmlns:p14="http://schemas.microsoft.com/office/powerpoint/2010/main" val="1533193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91A12-39BF-4D23-9442-F1ACC08A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D052C-4241-4B6E-A8B2-31EC62D0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27624-7433-4028-9361-D5D6F60B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0A031-AD96-4B11-8CAB-5A633179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7CF77-9F8C-4904-9B3F-53F03CD6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6E4E0-986A-478A-8D4B-725A32EA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5DEB2-35B5-4C6F-8600-C17882E7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8C750-EB69-4024-BCE3-8055DEFA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4/7</a:t>
            </a:r>
          </a:p>
        </p:txBody>
      </p:sp>
    </p:spTree>
    <p:extLst>
      <p:ext uri="{BB962C8B-B14F-4D97-AF65-F5344CB8AC3E}">
        <p14:creationId xmlns:p14="http://schemas.microsoft.com/office/powerpoint/2010/main" val="766051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E6198-2D54-4703-AA0E-012B53A3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D58B2-A6F3-4DC0-AE7F-C29B8AB8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8403A-8FD4-45DD-BC0B-CD896D48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57AFB-650F-47B3-B8B8-82E8F6A3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A0E26-E85B-4D04-98F6-F89F3E3E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29464-6B36-42F2-8143-B4500AD7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76195-6A25-4DAB-B9B3-60F861D4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89DE0-E1F5-463A-9F2F-BB97A7C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8AD60-C2BE-4E8E-AD78-841FFC94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2594E-39A7-4AB5-9F60-75486BFD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2A849-6F43-4DAD-961D-89EF8B9D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8F6B5-76AD-45ED-A7F0-86BB2CBD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286BC-49F3-4C6C-B128-A580F4C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37890-11C3-45F2-859F-FD340EF8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24AE7-1ECC-4C92-82B4-2E75A2BA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5/7</a:t>
            </a:r>
          </a:p>
        </p:txBody>
      </p:sp>
    </p:spTree>
    <p:extLst>
      <p:ext uri="{BB962C8B-B14F-4D97-AF65-F5344CB8AC3E}">
        <p14:creationId xmlns:p14="http://schemas.microsoft.com/office/powerpoint/2010/main" val="9318667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F9EC0C-3FC2-4655-BCFC-5F6F094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186FA-C23D-4B7F-802D-723B8E64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6FF1B-C69B-47C2-82A3-A70FB9C0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62E26-9C99-45FE-AC56-821380F5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9167A-269C-494D-9F5B-55A9C981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54E5C-8954-4C4D-A9D4-EA33FBBE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68FCE-69AC-4F6D-85A9-EEF56F84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C76CB-3763-47D8-8BC5-864652E0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254A1-D38E-4668-8FD3-5CE73C8C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D5307-A7EE-4EC9-925A-ADD3B720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4B426-87DB-4E9D-804F-CB7EF18F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CAEF7-E751-4C2A-9960-73D4C710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EE5A3-DC08-42BC-98E7-D979E443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28C19-7704-4C7E-BBD3-299495AB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106A0-2DA4-43FB-AB61-9E42843C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B39E6-6B92-47A7-9ECD-A591BEB6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6B095-DAF0-4EA2-889F-2B8B82AE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CDD2E-E07D-49F1-944B-DD6E0505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18870-BE66-4E02-8CC1-A59C4F91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5BD29-AF89-44DD-BD46-6580314D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4EC10-1353-4F29-BA6A-77F06433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F0F21-FBB5-450D-B437-62C821E5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D9BF7-C78D-4B61-A17A-60F3A8F2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6110E-FF04-4303-A707-2F3F02F1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35614-00DF-4F9C-BC36-B406A3F8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25A368-0B61-4D3B-BC33-1776A351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6/7</a:t>
            </a:r>
          </a:p>
        </p:txBody>
      </p:sp>
    </p:spTree>
    <p:extLst>
      <p:ext uri="{BB962C8B-B14F-4D97-AF65-F5344CB8AC3E}">
        <p14:creationId xmlns:p14="http://schemas.microsoft.com/office/powerpoint/2010/main" val="1660973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AED0C-9E23-4B39-923F-1382C459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7C1CA-6DE2-4A7D-B478-8BAD9B50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88263-F1C5-466D-B5F3-54E26E0A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06110-5FFB-43E1-94B0-818F5356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EC3C9-0A46-4DBE-8AA8-9741E13F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A40DE-4EFB-486F-A517-ABBE18F1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278C8-6DD0-4582-90FF-13108F48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5FD7E-5A5E-44BD-B43B-6D8EFBAC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7/7</a:t>
            </a:r>
          </a:p>
        </p:txBody>
      </p:sp>
    </p:spTree>
    <p:extLst>
      <p:ext uri="{BB962C8B-B14F-4D97-AF65-F5344CB8AC3E}">
        <p14:creationId xmlns:p14="http://schemas.microsoft.com/office/powerpoint/2010/main" val="1747214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2026-08-24T06:38:55.1880000Z</dcterms:created>
  <dcterms:modified xsi:type="dcterms:W3CDTF">2026-08-24T06:38:55.1880000Z</dcterms:modified>
</coreProperties>
</file>