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591443446e454d" /><Relationship Type="http://schemas.openxmlformats.org/officeDocument/2006/relationships/extended-properties" Target="/docProps/app.xml" Id="R211e5fd2a42c4ed8" /><Relationship Type="http://schemas.openxmlformats.org/officeDocument/2006/relationships/officeDocument" Target="/ppt/presentation.xml" Id="R35930b92858a4d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985b01cdcb4a6b"/>
  </p:sldMasterIdLst>
  <p:notesMasterIdLst>
    <p:notesMasterId xmlns:r="http://schemas.openxmlformats.org/officeDocument/2006/relationships" r:id="R1ac1562e52924d25"/>
  </p:notesMasterIdLst>
  <p:sldIdLst>
    <p:sldId xmlns:r="http://schemas.openxmlformats.org/officeDocument/2006/relationships" id="256" r:id="R6c501f6f91694b2e"/>
    <p:sldId xmlns:r="http://schemas.openxmlformats.org/officeDocument/2006/relationships" id="257" r:id="R3ed602a081cf43c6"/>
    <p:sldId xmlns:r="http://schemas.openxmlformats.org/officeDocument/2006/relationships" id="258" r:id="Rb74889ffa690455c"/>
    <p:sldId xmlns:r="http://schemas.openxmlformats.org/officeDocument/2006/relationships" id="259" r:id="R1382b8b727604940"/>
    <p:sldId xmlns:r="http://schemas.openxmlformats.org/officeDocument/2006/relationships" id="260" r:id="Ra60a58930dc742c6"/>
    <p:sldId xmlns:r="http://schemas.openxmlformats.org/officeDocument/2006/relationships" id="261" r:id="R36cc5900e8714c94"/>
    <p:sldId xmlns:r="http://schemas.openxmlformats.org/officeDocument/2006/relationships" id="262" r:id="R8341bc0bfe3e48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869605aa514918" /><Relationship Type="http://schemas.openxmlformats.org/officeDocument/2006/relationships/slideMaster" Target="/ppt/slideMasters/slideMaster1.xml" Id="R34985b01cdcb4a6b" /><Relationship Type="http://schemas.openxmlformats.org/officeDocument/2006/relationships/notesMaster" Target="/ppt/notesMasters/notesMaster1.xml" Id="R1ac1562e52924d25" /><Relationship Type="http://schemas.openxmlformats.org/officeDocument/2006/relationships/presProps" Target="/ppt/presProps.xml" Id="R727c882e0d6d4d52" /><Relationship Type="http://schemas.openxmlformats.org/officeDocument/2006/relationships/tableStyles" Target="/ppt/tableStyles.xml" Id="R2d2ce32b57e64fe6" /><Relationship Type="http://schemas.openxmlformats.org/officeDocument/2006/relationships/slide" Target="/ppt/slides/slide1.xml" Id="R6c501f6f91694b2e" /><Relationship Type="http://schemas.openxmlformats.org/officeDocument/2006/relationships/slide" Target="/ppt/slides/slide2.xml" Id="R3ed602a081cf43c6" /><Relationship Type="http://schemas.openxmlformats.org/officeDocument/2006/relationships/slide" Target="/ppt/slides/slide3.xml" Id="Rb74889ffa690455c" /><Relationship Type="http://schemas.openxmlformats.org/officeDocument/2006/relationships/slide" Target="/ppt/slides/slide4.xml" Id="R1382b8b727604940" /><Relationship Type="http://schemas.openxmlformats.org/officeDocument/2006/relationships/slide" Target="/ppt/slides/slide5.xml" Id="Ra60a58930dc742c6" /><Relationship Type="http://schemas.openxmlformats.org/officeDocument/2006/relationships/slide" Target="/ppt/slides/slide6.xml" Id="R36cc5900e8714c94" /><Relationship Type="http://schemas.openxmlformats.org/officeDocument/2006/relationships/slide" Target="/ppt/slides/slide7.xml" Id="R8341bc0bfe3e48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a16ab6693248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1a8226ac30497a" /><Relationship Type="http://schemas.openxmlformats.org/officeDocument/2006/relationships/notesMaster" Target="/ppt/notesMasters/notesMaster1.xml" Id="R68098cc5a36f43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134f0a75014371" /><Relationship Type="http://schemas.openxmlformats.org/officeDocument/2006/relationships/notesMaster" Target="/ppt/notesMasters/notesMaster1.xml" Id="R426bb1f72d6b42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e176319cc9409f" /><Relationship Type="http://schemas.openxmlformats.org/officeDocument/2006/relationships/notesMaster" Target="/ppt/notesMasters/notesMaster1.xml" Id="Ra9f1ce644d754f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e60bbdd0e34e64" /><Relationship Type="http://schemas.openxmlformats.org/officeDocument/2006/relationships/notesMaster" Target="/ppt/notesMasters/notesMaster1.xml" Id="Ree4db1897f714a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99bb43226a4fa1" /><Relationship Type="http://schemas.openxmlformats.org/officeDocument/2006/relationships/notesMaster" Target="/ppt/notesMasters/notesMaster1.xml" Id="R814bbea0ccac44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40694ad47a4b88" /><Relationship Type="http://schemas.openxmlformats.org/officeDocument/2006/relationships/notesMaster" Target="/ppt/notesMasters/notesMaster1.xml" Id="R06770b5031db41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63d439d4964b1f" /><Relationship Type="http://schemas.openxmlformats.org/officeDocument/2006/relationships/notesMaster" Target="/ppt/notesMasters/notesMaster1.xml" Id="R6f01d253cea246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2f4e0e18d42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c8e6ce1eb34b2d" /><Relationship Type="http://schemas.openxmlformats.org/officeDocument/2006/relationships/slideLayout" Target="/ppt/slideLayouts/slideLayout1.xml" Id="Re2f06be18caa40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f06be18caa40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9135e209b42ff" /><Relationship Type="http://schemas.openxmlformats.org/officeDocument/2006/relationships/notesSlide" Target="/ppt/notesSlides/notesSlide1.xml" Id="R91fe4e1b1c2349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fe164616c461d" /><Relationship Type="http://schemas.openxmlformats.org/officeDocument/2006/relationships/notesSlide" Target="/ppt/notesSlides/notesSlide2.xml" Id="Rf47ac838d62c4f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1a37ea9a04b17" /><Relationship Type="http://schemas.openxmlformats.org/officeDocument/2006/relationships/notesSlide" Target="/ppt/notesSlides/notesSlide3.xml" Id="R863d05e8d4c04b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7e4c5055e4519" /><Relationship Type="http://schemas.openxmlformats.org/officeDocument/2006/relationships/notesSlide" Target="/ppt/notesSlides/notesSlide4.xml" Id="R8d48efbc72604d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8651627df4fb0" /><Relationship Type="http://schemas.openxmlformats.org/officeDocument/2006/relationships/notesSlide" Target="/ppt/notesSlides/notesSlide5.xml" Id="R517e4f0530b047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f1ff2a0284ced" /><Relationship Type="http://schemas.openxmlformats.org/officeDocument/2006/relationships/notesSlide" Target="/ppt/notesSlides/notesSlide6.xml" Id="R35bc32e8e42b46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7ba32d71a4fa4" /><Relationship Type="http://schemas.openxmlformats.org/officeDocument/2006/relationships/notesSlide" Target="/ppt/notesSlides/notesSlide7.xml" Id="R5e35431a53774f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0B132-F2CC-4F14-B9D9-6A981592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3B4EE-5A67-4195-9B5E-02C46A3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Develop a C program that accepts a course description string and a keyword from the user. Search whether the keyword exi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DB2D3-E73C-4EBC-A6F9-79D38C41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8FEB3-A1B1-485C-AEE8-F9B495FC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3993B-52F2-493A-BB3B-D1EED3C3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BA76A-230A-4905-A843-BAB21725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D6A8A-44A3-402B-A4FF-ABDC1D59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30CD5-05D1-4DB3-8652-9608FAA8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016A0-5FBA-4912-A836-64BF4ED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C0C32-DD3D-4C34-9DD0-767A5859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977DE-9EDF-4858-B277-2F7BB535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919B8-9BFE-4566-BD79-7CA036C8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4CD4B-094F-4BBA-A877-7145DEE8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12971-B9EE-4267-A3A7-24B14523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1CF17-892A-49E7-81A1-694F7528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1/7</a:t>
            </a:r>
          </a:p>
        </p:txBody>
      </p:sp>
    </p:spTree>
    <p:extLst>
      <p:ext uri="{BB962C8B-B14F-4D97-AF65-F5344CB8AC3E}">
        <p14:creationId xmlns:p14="http://schemas.microsoft.com/office/powerpoint/2010/main" val="788296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D11F6-00EE-4675-8083-2D21202F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37383-2A93-4623-9675-E3D3A1CC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2165F-6E74-412A-8802-E296DAB3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F9EF3-7018-4A07-8BD8-6B1339EF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Develop a C program that accepts a course description string and a keyword from the user. Search whether the keyword exi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6C019-48C4-45AF-95E9-B217EFD6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09077-349C-441A-9AAD-4AC87BD3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3A7B3-6D69-4489-A699-1594EB04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EBAEB-8480-4C18-A77B-34BB83F2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30F4A-8D6C-46B6-B523-20533B33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173AB-4568-4F89-B047-971E435C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3A392-37F4-4E0D-B0BC-C28E4C1E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77B94-31EA-42FD-9A2E-A3D10634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1FFBC-89D7-4151-83DC-406F46FA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FFAF4-B8EE-4AF2-AB11-D13571FD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BEA1D-F8A0-492D-86E4-356D70C1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0AD18-76FF-4F36-BA02-3A86A24C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2/7</a:t>
            </a:r>
          </a:p>
        </p:txBody>
      </p:sp>
    </p:spTree>
    <p:extLst>
      <p:ext uri="{BB962C8B-B14F-4D97-AF65-F5344CB8AC3E}">
        <p14:creationId xmlns:p14="http://schemas.microsoft.com/office/powerpoint/2010/main" val="353260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276BD-EF83-43F1-B076-409D8355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53244-749F-40FE-993F-B0D1BAB2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78DD3-C6D0-46DA-95DB-2CD49CC4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65F30-C1BE-41B3-91E9-67B1E155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Develop a C program that accepts a course description string and a keyword from the user.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Search whether the keyword exists within the course description using appropriate string functions.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If found, display: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"Keyword '&lt;keyword&gt;' found in the course description." Otherwise, display: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"Keyword '&lt;keyword&gt;' not found in the course description."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A7D31-FEBF-47FE-AA4C-ED64A9AD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Develop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14915-6EA9-458E-A296-D87D0991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D3105-0B80-4FAA-8F68-5E316467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DCE5C-6100-48CC-8D16-1412B59D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76DA7-D3FE-4DC5-A026-66E6901B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accepts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D094D-FE48-432F-BDD3-D32A766E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8B100-31F2-4890-87F8-064FEF40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description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09798-3DEB-448A-B7A8-3A18A1C3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93BF0-FB92-4E99-8754-0A5B2F6E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E9A1B-AEBB-41A5-9856-39474DFA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06AA1-8514-406F-8E0D-1E9A8D61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3/7</a:t>
            </a:r>
          </a:p>
        </p:txBody>
      </p:sp>
    </p:spTree>
    <p:extLst>
      <p:ext uri="{BB962C8B-B14F-4D97-AF65-F5344CB8AC3E}">
        <p14:creationId xmlns:p14="http://schemas.microsoft.com/office/powerpoint/2010/main" val="815791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58DCB-08E5-439F-A108-B36B5D0E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9A13C-5D2C-4DF7-89A8-9B0AA6B8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D09B3-C3F9-4BD5-9B9E-9F008DEA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28E57-5ABE-4199-977A-6FD058BD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A5E22-AE94-415E-A634-9A052CBA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4F77D-2E89-40D7-8BF9-563E6295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3F86A-76DB-4C30-9B62-A87E6FA7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3C651-8D3D-47CB-B3F2-A9EC8C68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4/7</a:t>
            </a:r>
          </a:p>
        </p:txBody>
      </p:sp>
    </p:spTree>
    <p:extLst>
      <p:ext uri="{BB962C8B-B14F-4D97-AF65-F5344CB8AC3E}">
        <p14:creationId xmlns:p14="http://schemas.microsoft.com/office/powerpoint/2010/main" val="1128811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377BE-F68A-4A88-AF83-6E975DC4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FE4FB-503C-4DB8-8248-0A380A07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9CDEA-479F-43F1-8C9E-A15F35F0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EA42C-C45E-46C6-A705-D3B14856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0586E-3EBB-4EFF-B2A3-DF108753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23729-D381-4069-8AE9-CCD1BAA9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02CF0-CBFC-464A-A341-B7F20BAD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6A705-710A-4970-A000-580E5B14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697DE-EEFE-4932-ADEF-6BC589FF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347E4-49B1-406B-AC1D-36CA2563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B5370-EF90-4568-96B3-4EA43846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29E85-F1F8-413A-89E0-B1C64483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903E7-7B82-47E6-BBD4-B30299BD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154C7-0109-4216-953C-B28CEEF0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52E46-D919-4411-8742-28351005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5/7</a:t>
            </a:r>
          </a:p>
        </p:txBody>
      </p:sp>
    </p:spTree>
    <p:extLst>
      <p:ext uri="{BB962C8B-B14F-4D97-AF65-F5344CB8AC3E}">
        <p14:creationId xmlns:p14="http://schemas.microsoft.com/office/powerpoint/2010/main" val="10109176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87B07A-5A52-4643-9AF3-E610448D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5E118-2905-4A8E-8EC6-31574E8E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564FC-9064-4FD5-BB87-FA992809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D17B3-0672-41EF-88EF-0307A7E6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83623-017E-4E49-8BB3-974E9773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6B853-C3E9-4FA3-98A3-E6237639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0A0BC-BBC3-40C5-8631-6EC0B5FB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5471A-4794-4184-A089-D8B89C0B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B7017-12E6-4962-8115-50360656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D9DB7-F9FB-4EC3-BB97-0E6288EB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4DD06-961B-45A4-9C4F-089914CD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B1C5C-00B6-4AC9-9DC9-FA22728E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32E5C-F26A-41F7-B99C-5D6CEB8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F368A-BAFD-4B6F-B18C-46037A41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2DC14-DD3B-45F2-BBCC-199D0217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0FBF3-5EB5-4BA5-ACBB-4DE9F82B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F5B59-B3C7-4E84-B800-57D8B3FA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43079-16C1-448E-9B13-475617EE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364C6-713C-44EB-9979-A8ECF63E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748859-700E-4B43-9B8B-0CA45F95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5DE09-EBCE-4B97-8C24-C5783E16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C5648-42C7-4A0A-918E-AC54DA3A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718C9-CC96-48E6-9345-FD737768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225686-C5F9-4D07-A1A4-83B114A9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CC28B-B482-4EA1-98AE-7F88810D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6AA25-856C-4576-9EBC-489B5CD9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6/7</a:t>
            </a:r>
          </a:p>
        </p:txBody>
      </p:sp>
    </p:spTree>
    <p:extLst>
      <p:ext uri="{BB962C8B-B14F-4D97-AF65-F5344CB8AC3E}">
        <p14:creationId xmlns:p14="http://schemas.microsoft.com/office/powerpoint/2010/main" val="1278966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72992-25F1-49DE-8744-5DA699C7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BA2CB-D3A4-415B-A2DD-32EDFAEB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4F1CC-BECB-4F39-94C6-F8B9F741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B6ADA-CDBA-476E-BE82-E2D6BC79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4ECF9-E8C7-485B-A6E7-315748DB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A35DB-FD09-4571-9D13-D6FE449A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B2267-FB0F-4A49-86EE-96B8CCDA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BDDD6-1490-4883-B88B-297E7C0A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7/7</a:t>
            </a:r>
          </a:p>
        </p:txBody>
      </p:sp>
    </p:spTree>
    <p:extLst>
      <p:ext uri="{BB962C8B-B14F-4D97-AF65-F5344CB8AC3E}">
        <p14:creationId xmlns:p14="http://schemas.microsoft.com/office/powerpoint/2010/main" val="925203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2026-08-24T06:38:55.2820000Z</dcterms:created>
  <dcterms:modified xsi:type="dcterms:W3CDTF">2026-08-24T06:38:55.2820000Z</dcterms:modified>
</coreProperties>
</file>