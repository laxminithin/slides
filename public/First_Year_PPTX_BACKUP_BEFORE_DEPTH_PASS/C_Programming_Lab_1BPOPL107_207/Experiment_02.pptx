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13d5a785194036" /><Relationship Type="http://schemas.openxmlformats.org/officeDocument/2006/relationships/extended-properties" Target="/docProps/app.xml" Id="R7a70c5ae69ca4410" /><Relationship Type="http://schemas.openxmlformats.org/officeDocument/2006/relationships/officeDocument" Target="/ppt/presentation.xml" Id="Rd752459df0fd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ca202da6f145df"/>
  </p:sldMasterIdLst>
  <p:notesMasterIdLst>
    <p:notesMasterId xmlns:r="http://schemas.openxmlformats.org/officeDocument/2006/relationships" r:id="Rbbf400d74ef44163"/>
  </p:notesMasterIdLst>
  <p:sldIdLst>
    <p:sldId xmlns:r="http://schemas.openxmlformats.org/officeDocument/2006/relationships" id="256" r:id="R3e3d9211e2594723"/>
    <p:sldId xmlns:r="http://schemas.openxmlformats.org/officeDocument/2006/relationships" id="257" r:id="R95ed8d8d23c34a64"/>
    <p:sldId xmlns:r="http://schemas.openxmlformats.org/officeDocument/2006/relationships" id="258" r:id="R43367a31e2af4407"/>
    <p:sldId xmlns:r="http://schemas.openxmlformats.org/officeDocument/2006/relationships" id="259" r:id="R9adcb211379548b7"/>
    <p:sldId xmlns:r="http://schemas.openxmlformats.org/officeDocument/2006/relationships" id="260" r:id="Rc4fa17103e6c4c3c"/>
    <p:sldId xmlns:r="http://schemas.openxmlformats.org/officeDocument/2006/relationships" id="261" r:id="R36bdc8a6ef654dee"/>
    <p:sldId xmlns:r="http://schemas.openxmlformats.org/officeDocument/2006/relationships" id="262" r:id="R7b4dc9d35d9e46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6693ce26745bb" /><Relationship Type="http://schemas.openxmlformats.org/officeDocument/2006/relationships/slideMaster" Target="/ppt/slideMasters/slideMaster1.xml" Id="Rbaca202da6f145df" /><Relationship Type="http://schemas.openxmlformats.org/officeDocument/2006/relationships/notesMaster" Target="/ppt/notesMasters/notesMaster1.xml" Id="Rbbf400d74ef44163" /><Relationship Type="http://schemas.openxmlformats.org/officeDocument/2006/relationships/presProps" Target="/ppt/presProps.xml" Id="Rabf35d6a90c4417e" /><Relationship Type="http://schemas.openxmlformats.org/officeDocument/2006/relationships/tableStyles" Target="/ppt/tableStyles.xml" Id="Ra7d390f415ac4206" /><Relationship Type="http://schemas.openxmlformats.org/officeDocument/2006/relationships/slide" Target="/ppt/slides/slide1.xml" Id="R3e3d9211e2594723" /><Relationship Type="http://schemas.openxmlformats.org/officeDocument/2006/relationships/slide" Target="/ppt/slides/slide2.xml" Id="R95ed8d8d23c34a64" /><Relationship Type="http://schemas.openxmlformats.org/officeDocument/2006/relationships/slide" Target="/ppt/slides/slide3.xml" Id="R43367a31e2af4407" /><Relationship Type="http://schemas.openxmlformats.org/officeDocument/2006/relationships/slide" Target="/ppt/slides/slide4.xml" Id="R9adcb211379548b7" /><Relationship Type="http://schemas.openxmlformats.org/officeDocument/2006/relationships/slide" Target="/ppt/slides/slide5.xml" Id="Rc4fa17103e6c4c3c" /><Relationship Type="http://schemas.openxmlformats.org/officeDocument/2006/relationships/slide" Target="/ppt/slides/slide6.xml" Id="R36bdc8a6ef654dee" /><Relationship Type="http://schemas.openxmlformats.org/officeDocument/2006/relationships/slide" Target="/ppt/slides/slide7.xml" Id="R7b4dc9d35d9e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fd3cd63b640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1234117354d23" /><Relationship Type="http://schemas.openxmlformats.org/officeDocument/2006/relationships/notesMaster" Target="/ppt/notesMasters/notesMaster1.xml" Id="R475eec93cccf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2266afe4ba4bd8" /><Relationship Type="http://schemas.openxmlformats.org/officeDocument/2006/relationships/notesMaster" Target="/ppt/notesMasters/notesMaster1.xml" Id="Rcd9c60fe74d6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0d7ac80b7469f" /><Relationship Type="http://schemas.openxmlformats.org/officeDocument/2006/relationships/notesMaster" Target="/ppt/notesMasters/notesMaster1.xml" Id="Rfb70c175a1544e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a2cce51f947d7" /><Relationship Type="http://schemas.openxmlformats.org/officeDocument/2006/relationships/notesMaster" Target="/ppt/notesMasters/notesMaster1.xml" Id="R1b28a86cc07241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4b717e1c1441b" /><Relationship Type="http://schemas.openxmlformats.org/officeDocument/2006/relationships/notesMaster" Target="/ppt/notesMasters/notesMaster1.xml" Id="R6a909e75607e4c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bb4affd38449a" /><Relationship Type="http://schemas.openxmlformats.org/officeDocument/2006/relationships/notesMaster" Target="/ppt/notesMasters/notesMaster1.xml" Id="Rcdd64813cc29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6e88a992f45e7" /><Relationship Type="http://schemas.openxmlformats.org/officeDocument/2006/relationships/notesMaster" Target="/ppt/notesMasters/notesMaster1.xml" Id="Rf6fc49b63684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ad5d18f9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0ab3d3c4df4b50" /><Relationship Type="http://schemas.openxmlformats.org/officeDocument/2006/relationships/slideLayout" Target="/ppt/slideLayouts/slideLayout1.xml" Id="R8aec1c31e38d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ec1c31e38d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796df64d439f" /><Relationship Type="http://schemas.openxmlformats.org/officeDocument/2006/relationships/notesSlide" Target="/ppt/notesSlides/notesSlide1.xml" Id="Racbfa13009e2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be0af5c834b12" /><Relationship Type="http://schemas.openxmlformats.org/officeDocument/2006/relationships/notesSlide" Target="/ppt/notesSlides/notesSlide2.xml" Id="R6d7bedb1145a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71828c4ab4a95" /><Relationship Type="http://schemas.openxmlformats.org/officeDocument/2006/relationships/notesSlide" Target="/ppt/notesSlides/notesSlide3.xml" Id="R8569cc35ee9649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91f4e4dc748bd" /><Relationship Type="http://schemas.openxmlformats.org/officeDocument/2006/relationships/notesSlide" Target="/ppt/notesSlides/notesSlide4.xml" Id="Rfaa8708372c644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9cbbd0ea14cae" /><Relationship Type="http://schemas.openxmlformats.org/officeDocument/2006/relationships/notesSlide" Target="/ppt/notesSlides/notesSlide5.xml" Id="Rc74aec3265cc4e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f266fe134661" /><Relationship Type="http://schemas.openxmlformats.org/officeDocument/2006/relationships/notesSlide" Target="/ppt/notesSlides/notesSlide6.xml" Id="R1f413e737ae744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69480dfa409a" /><Relationship Type="http://schemas.openxmlformats.org/officeDocument/2006/relationships/notesSlide" Target="/ppt/notesSlides/notesSlide7.xml" Id="Rb995a06f06bc4b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7D95-945F-4A70-9938-5B03489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26AA2-E274-45A7-BE86-0BE9E1C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Develop a C program that takes a student's marks as input and displays their grade based on the following criteria: 90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73BD2-2DF8-4D0D-8D8E-846AE967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25896-9952-41F5-B26F-6EA151E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C351A-3186-4911-9E4D-0FAAA5C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DACAF-EAF6-475D-AEEE-51C3AC52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DD280-8818-46D3-B804-B4D2088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EB8B5-93FD-4C8D-AF3A-A470B5E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0625B-7341-45B0-B82D-B3CC6413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0589C-A297-4694-802C-0790830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7F9CB-A00A-44E7-B2CD-BDB62A6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C7AC1-C86E-40C5-B223-843AA1FF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35BD4-9EDD-4544-9E2B-E2087E47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915BA-62DC-43A6-A273-806C4C26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2B5B6-AFD3-4E39-98FA-B8CF1416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1/7</a:t>
            </a:r>
          </a:p>
        </p:txBody>
      </p:sp>
    </p:spTree>
    <p:extLst>
      <p:ext uri="{BB962C8B-B14F-4D97-AF65-F5344CB8AC3E}">
        <p14:creationId xmlns:p14="http://schemas.microsoft.com/office/powerpoint/2010/main" val="1429902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7D46A-445E-43A9-8A19-A4729C7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0D16-2567-459D-AFF2-760B02E9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34346-9CF9-4261-8950-8EE8DFA9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4A1D7-69C4-4459-A847-5607DFC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Develop a C program that takes a student's marks as input and displays their grade based on the following criteria: 90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601C1-D097-4C2A-BB74-380674CC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B2445-3DBA-4473-B1BB-540731E1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53363-2D80-406B-8DA5-DCDC170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F12B-7DFF-49B1-9A92-A8BCF67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BA340-7EAA-4349-AFAF-4D4C94B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8C20C-7BA3-4C3F-9899-909E7D44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FF02F-E333-4B47-81B0-D75A77F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0E6E-A1F9-43DF-87F8-19A8861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EABA9-BA10-4286-85FF-B7C6B5AD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0358E-73A0-4D4D-BC01-8E0D810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B8EFA-987A-49DA-A2D1-A58B765C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D5DEC-1A5B-42A5-8DBA-3BB8CCA4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2/7</a:t>
            </a:r>
          </a:p>
        </p:txBody>
      </p:sp>
    </p:spTree>
    <p:extLst>
      <p:ext uri="{BB962C8B-B14F-4D97-AF65-F5344CB8AC3E}">
        <p14:creationId xmlns:p14="http://schemas.microsoft.com/office/powerpoint/2010/main" val="2104102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3154B-C207-4F19-9F16-87F7B91D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6C24F-21E0-4F69-ADA3-D0283D0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3CDA9-45E5-47F4-84A5-D28B20D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E4AFA-9AC7-462C-9541-6D7A1B2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that takes a student's marks as input and displays their grade based on the following criteria: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90 and above: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Grade A 75 to 89: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Grade B 60 to 74: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Grade C 50 to 59: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6BC19-BF5B-4AD3-8131-904C0D3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Develop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69ADF-10CE-46CE-91FA-4D6AA2B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EE8B9-70EA-4C35-8D12-57F1B26C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8407B-CCD5-4AB8-BCAC-0CAF3394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7F61C-4856-4171-8718-965C7A4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takes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9ED92-9776-4232-B3F7-8A6A4AA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0256C-C373-4A97-8DBD-47CF7AF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46160-34C8-4B10-8FEA-8226856E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EAAD3-5B9E-4FEB-8BCF-BA04EE41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902E2-F7C0-4EC3-BD2A-3C5A2F48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1988D-0BD1-4010-A09A-8D6E047F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3/7</a:t>
            </a:r>
          </a:p>
        </p:txBody>
      </p:sp>
    </p:spTree>
    <p:extLst>
      <p:ext uri="{BB962C8B-B14F-4D97-AF65-F5344CB8AC3E}">
        <p14:creationId xmlns:p14="http://schemas.microsoft.com/office/powerpoint/2010/main" val="812798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AEF4E-BFB0-4E49-9CC2-E0590FC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001A3-00AD-48B8-B40F-139FDBAA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5E499-8A17-4CCE-A115-E6893938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99A1D-4224-49AD-B676-A73D1FFD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D7DDC-72EB-4277-84A0-91D1B06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06BAA-9B67-4A67-8686-A9E414B9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00E0C-0F2B-4D63-84CC-5771F5A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C80B4-E4E5-4BBD-A812-5DE2BF39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4/7</a:t>
            </a:r>
          </a:p>
        </p:txBody>
      </p:sp>
    </p:spTree>
    <p:extLst>
      <p:ext uri="{BB962C8B-B14F-4D97-AF65-F5344CB8AC3E}">
        <p14:creationId xmlns:p14="http://schemas.microsoft.com/office/powerpoint/2010/main" val="1214152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B17EC-A011-4CC7-A965-8A0E612C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F65F4-668D-464A-BD03-1595155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6805B-8D65-4D41-B4D3-96BCE95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ED64D-84CA-491A-8016-1B2FE3A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6ACE-8158-48C8-AD8D-D5D668F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C5701-CAE9-4111-A216-A573C7E2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4F05-C5B2-431D-9CFD-E430CA83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87B9E-76AE-4DED-A9C8-CB51C09D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28EF4-A22B-42B2-A3BB-6894FF8F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118A3-550A-492B-81BC-A818E46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7BF8F-C6E5-48F2-9776-6D228A88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6F418-D76A-4077-95F2-2E15D229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5E3B8-9E4E-4B42-B4D7-BF093BCE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C4948-4C89-4A7F-A195-21B10FA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8924D-F21A-444C-841D-3C6ED8A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5/7</a:t>
            </a:r>
          </a:p>
        </p:txBody>
      </p:sp>
    </p:spTree>
    <p:extLst>
      <p:ext uri="{BB962C8B-B14F-4D97-AF65-F5344CB8AC3E}">
        <p14:creationId xmlns:p14="http://schemas.microsoft.com/office/powerpoint/2010/main" val="1727139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EAE00-D10D-47E4-B2CD-D2B6813C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395AB-E92F-4515-8834-DC69659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587F1-5783-4B31-B4DA-0672EC16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EABE0-ABC5-4434-8121-C78C067A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561A-23E2-4406-8F85-B5DA96DA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81AD2-CE15-4CEA-83AB-B67E67EE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FD446-A320-43FF-803A-6172AC4E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0C222-B850-4FF0-89D8-57B8142C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5B79E-0AE1-4870-8547-8A96B0D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D7906-9576-4CF5-BE71-C7941E9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340DF-EB6E-4D62-BD86-9753BFF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BF5E5-BAFF-4A0D-8475-40DD1E0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132A8-2076-4432-BC46-180DE7D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9A60F-39A5-4013-8CC0-4FEDE32C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1BA1B-AFE7-4643-AE72-BB212142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D40A4-2B09-46D9-8708-474726F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1F205-CB4E-47F5-8807-78F672FA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F518A-33CD-4DC1-BCBE-AA8DCF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9EC1D-A018-4676-9521-58A21E2D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D9ABD-855A-42D8-9487-F45EE67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8FE6-CADE-434A-86E4-93C71CA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2E8E8-31BD-4F08-85A1-B3E5B6C0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E9787-8F3A-4EC6-983B-DD63130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D4E6F-D17B-4DB6-89B7-BAC5035E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AFC84-93F7-4C23-890D-D219049D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827BC-5062-4293-B26E-06DB52D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6/7</a:t>
            </a:r>
          </a:p>
        </p:txBody>
      </p:sp>
    </p:spTree>
    <p:extLst>
      <p:ext uri="{BB962C8B-B14F-4D97-AF65-F5344CB8AC3E}">
        <p14:creationId xmlns:p14="http://schemas.microsoft.com/office/powerpoint/2010/main" val="1597457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46F50-D1F8-401E-BF5B-1DA1076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E4796-B7C8-4B44-BB13-4DC0F66A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0F03A-F20F-44A7-A520-704AAE7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D99F2-67A1-4339-B3DE-B4A62FC0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B7772-01CA-4B70-91BB-34F4B39D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AF223-1DCB-4823-A0C2-5186AA14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7A0A2-0814-44C3-A7E1-81CEF898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DF089-BFFD-453B-BE70-6D7AB6AA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7/7</a:t>
            </a:r>
          </a:p>
        </p:txBody>
      </p:sp>
    </p:spTree>
    <p:extLst>
      <p:ext uri="{BB962C8B-B14F-4D97-AF65-F5344CB8AC3E}">
        <p14:creationId xmlns:p14="http://schemas.microsoft.com/office/powerpoint/2010/main" val="865470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2026-08-24T06:38:55.0980000Z</dcterms:created>
  <dcterms:modified xsi:type="dcterms:W3CDTF">2026-08-24T06:38:55.0980000Z</dcterms:modified>
</coreProperties>
</file>