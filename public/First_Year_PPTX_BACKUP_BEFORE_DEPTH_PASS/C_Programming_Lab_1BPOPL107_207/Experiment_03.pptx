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c886c0c28b4c72" /><Relationship Type="http://schemas.openxmlformats.org/officeDocument/2006/relationships/extended-properties" Target="/docProps/app.xml" Id="Rececaf706ea34308" /><Relationship Type="http://schemas.openxmlformats.org/officeDocument/2006/relationships/officeDocument" Target="/ppt/presentation.xml" Id="R771c748d2b9647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2f0248ec924f48"/>
  </p:sldMasterIdLst>
  <p:notesMasterIdLst>
    <p:notesMasterId xmlns:r="http://schemas.openxmlformats.org/officeDocument/2006/relationships" r:id="Rfbd9b1ec95d8412b"/>
  </p:notesMasterIdLst>
  <p:sldIdLst>
    <p:sldId xmlns:r="http://schemas.openxmlformats.org/officeDocument/2006/relationships" id="256" r:id="R78277a3202d041d5"/>
    <p:sldId xmlns:r="http://schemas.openxmlformats.org/officeDocument/2006/relationships" id="257" r:id="R437cd57faedd4c31"/>
    <p:sldId xmlns:r="http://schemas.openxmlformats.org/officeDocument/2006/relationships" id="258" r:id="R9fd12b6815af4dfc"/>
    <p:sldId xmlns:r="http://schemas.openxmlformats.org/officeDocument/2006/relationships" id="259" r:id="Rf89514913166450c"/>
    <p:sldId xmlns:r="http://schemas.openxmlformats.org/officeDocument/2006/relationships" id="260" r:id="R3929b1ef83204ad7"/>
    <p:sldId xmlns:r="http://schemas.openxmlformats.org/officeDocument/2006/relationships" id="261" r:id="R9de129ffaf1c497e"/>
    <p:sldId xmlns:r="http://schemas.openxmlformats.org/officeDocument/2006/relationships" id="262" r:id="R640bb0d5bfdc4b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1d3af41ecf4227" /><Relationship Type="http://schemas.openxmlformats.org/officeDocument/2006/relationships/slideMaster" Target="/ppt/slideMasters/slideMaster1.xml" Id="R292f0248ec924f48" /><Relationship Type="http://schemas.openxmlformats.org/officeDocument/2006/relationships/notesMaster" Target="/ppt/notesMasters/notesMaster1.xml" Id="Rfbd9b1ec95d8412b" /><Relationship Type="http://schemas.openxmlformats.org/officeDocument/2006/relationships/presProps" Target="/ppt/presProps.xml" Id="R279ba5265d1641f0" /><Relationship Type="http://schemas.openxmlformats.org/officeDocument/2006/relationships/tableStyles" Target="/ppt/tableStyles.xml" Id="Rc6f08297a8ea47a0" /><Relationship Type="http://schemas.openxmlformats.org/officeDocument/2006/relationships/slide" Target="/ppt/slides/slide1.xml" Id="R78277a3202d041d5" /><Relationship Type="http://schemas.openxmlformats.org/officeDocument/2006/relationships/slide" Target="/ppt/slides/slide2.xml" Id="R437cd57faedd4c31" /><Relationship Type="http://schemas.openxmlformats.org/officeDocument/2006/relationships/slide" Target="/ppt/slides/slide3.xml" Id="R9fd12b6815af4dfc" /><Relationship Type="http://schemas.openxmlformats.org/officeDocument/2006/relationships/slide" Target="/ppt/slides/slide4.xml" Id="Rf89514913166450c" /><Relationship Type="http://schemas.openxmlformats.org/officeDocument/2006/relationships/slide" Target="/ppt/slides/slide5.xml" Id="R3929b1ef83204ad7" /><Relationship Type="http://schemas.openxmlformats.org/officeDocument/2006/relationships/slide" Target="/ppt/slides/slide6.xml" Id="R9de129ffaf1c497e" /><Relationship Type="http://schemas.openxmlformats.org/officeDocument/2006/relationships/slide" Target="/ppt/slides/slide7.xml" Id="R640bb0d5bfdc4b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69acb5ae0246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0909a489b44d58" /><Relationship Type="http://schemas.openxmlformats.org/officeDocument/2006/relationships/notesMaster" Target="/ppt/notesMasters/notesMaster1.xml" Id="R283d44ef3da340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9a05ec6ec4953" /><Relationship Type="http://schemas.openxmlformats.org/officeDocument/2006/relationships/notesMaster" Target="/ppt/notesMasters/notesMaster1.xml" Id="R4717a4ac7ce044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7ebc0910b849a4" /><Relationship Type="http://schemas.openxmlformats.org/officeDocument/2006/relationships/notesMaster" Target="/ppt/notesMasters/notesMaster1.xml" Id="Rf690b3d292c542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d814e246c8425c" /><Relationship Type="http://schemas.openxmlformats.org/officeDocument/2006/relationships/notesMaster" Target="/ppt/notesMasters/notesMaster1.xml" Id="R2ef1d501ef3347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40938891a443aa" /><Relationship Type="http://schemas.openxmlformats.org/officeDocument/2006/relationships/notesMaster" Target="/ppt/notesMasters/notesMaster1.xml" Id="R9eba28078a0547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0d10110edf4781" /><Relationship Type="http://schemas.openxmlformats.org/officeDocument/2006/relationships/notesMaster" Target="/ppt/notesMasters/notesMaster1.xml" Id="R68e631d98ce84b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29fe221e6c46d4" /><Relationship Type="http://schemas.openxmlformats.org/officeDocument/2006/relationships/notesMaster" Target="/ppt/notesMasters/notesMaster1.xml" Id="R1624d10328824f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5e808b6c946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97976d97ea4a56" /><Relationship Type="http://schemas.openxmlformats.org/officeDocument/2006/relationships/slideLayout" Target="/ppt/slideLayouts/slideLayout1.xml" Id="Ra389f09767cb46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89f09767cb46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968bf28f944fa" /><Relationship Type="http://schemas.openxmlformats.org/officeDocument/2006/relationships/notesSlide" Target="/ppt/notesSlides/notesSlide1.xml" Id="R068af0e35b484d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a5783814c48b7" /><Relationship Type="http://schemas.openxmlformats.org/officeDocument/2006/relationships/notesSlide" Target="/ppt/notesSlides/notesSlide2.xml" Id="Ra30179352bb544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06312b84045e9" /><Relationship Type="http://schemas.openxmlformats.org/officeDocument/2006/relationships/notesSlide" Target="/ppt/notesSlides/notesSlide3.xml" Id="R19af32fdc16047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70a5838dd41f8" /><Relationship Type="http://schemas.openxmlformats.org/officeDocument/2006/relationships/notesSlide" Target="/ppt/notesSlides/notesSlide4.xml" Id="R9f926f0d098149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7f67227864396" /><Relationship Type="http://schemas.openxmlformats.org/officeDocument/2006/relationships/notesSlide" Target="/ppt/notesSlides/notesSlide5.xml" Id="R4979d92e1ceb43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e0278053544eb" /><Relationship Type="http://schemas.openxmlformats.org/officeDocument/2006/relationships/notesSlide" Target="/ppt/notesSlides/notesSlide6.xml" Id="R32a4e7e65d1d44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8f2bc99c34a7d" /><Relationship Type="http://schemas.openxmlformats.org/officeDocument/2006/relationships/notesSlide" Target="/ppt/notesSlides/notesSlide7.xml" Id="Rd3ddae3542ea40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658A1-0976-40B5-9AC6-ABAA874D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3DA05A-4486-48E6-9CCF-23DAA614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Develop a C program that takes a unique identification input like PAN Number, AADHAR_Number, APAAR_Id, Driving License,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BC926-31C8-4E57-BE07-29DB39D6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5C8E3-288F-481A-91F9-DA3A2200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5FEDA-5F41-46F5-A569-BE5B69F3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CE680E-5BE9-421A-8515-6C0CE1FE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6C060-30CC-4ADE-B0C4-F25E2085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17417-0C97-49CD-8837-9B38583C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15AAA6-A02B-444A-8269-B5390A77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4205C-760A-4951-A874-5438007A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C5258-8F0E-4853-903D-41F45583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1D736-CBA3-4161-A021-81549F6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0D7823-E763-447D-9745-4589874E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03598-CDBE-42AD-90F9-10A5EF60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E06A9-D103-403A-A9AD-CC45647A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1/7</a:t>
            </a:r>
          </a:p>
        </p:txBody>
      </p:sp>
    </p:spTree>
    <p:extLst>
      <p:ext uri="{BB962C8B-B14F-4D97-AF65-F5344CB8AC3E}">
        <p14:creationId xmlns:p14="http://schemas.microsoft.com/office/powerpoint/2010/main" val="52112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371EA-43C1-4C6C-A4AA-9E35165E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883D4-CC7C-4E3B-A274-EECF382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A38B6-98EF-409C-B800-2CA0E419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DC166-5A31-4CEC-8696-BF2BADE1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Develop a C program that takes a unique identification input like PAN Number, AADHAR_Number, APAAR_Id, Driving License, 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9FEEA-F49F-4309-8277-0334A32F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D33D2-4A67-4D05-8239-86222EED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E6D21-240E-407E-9CBA-D5A09DFD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6701B-709B-458E-A4E0-0626AE02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E7151-7826-4DE9-87B0-06DC6F94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F398F-7EEF-4188-821E-63187609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B34CC5-6D83-4D3E-BD04-5C637C76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C6B27-3BD5-4A91-9710-58ECA9D2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E0CE1-2733-4559-BDC4-24ACEDBD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1DC0C-230C-4B7E-88DE-8F56C3F3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2D7F7-6EB4-4A19-897A-2D4DE7C8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B8130-C930-4153-AB49-2BF0616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2/7</a:t>
            </a:r>
          </a:p>
        </p:txBody>
      </p:sp>
    </p:spTree>
    <p:extLst>
      <p:ext uri="{BB962C8B-B14F-4D97-AF65-F5344CB8AC3E}">
        <p14:creationId xmlns:p14="http://schemas.microsoft.com/office/powerpoint/2010/main" val="1332212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BEEC2-536D-4780-9252-6D477DA7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218F8-FC70-4B5B-A30E-1E710430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293FD-2F04-4210-96E2-9C446189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25065-8C8E-47D9-9E0C-B6991277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Develop a C program that takes a unique identification input like PAN Number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AADHAR_Number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Driving License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Passport and checks it against a set of stored KYC records.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Based on the input, display whether the individual is verified or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92889-7ADF-4178-8357-8F4E0EB1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Develop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51BF3-4ED5-44D5-8B18-D6C79D2C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0BD89-DB5F-40D4-82E6-9848A72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program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795F3-FECF-41D1-A6F1-31A21CAC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972DF-E667-4578-B8C2-F4058707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takes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8F128-3E05-47FB-A5AD-D571766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5BCD1-06E9-4551-B474-3A445F56C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unique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14981-1D29-402A-879B-CD753515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C0A13-E3CE-49F7-A834-764C1651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identification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E354B-3AE6-481F-9A2C-8F653EC6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16374A-E339-4501-9DEC-79363581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3/7</a:t>
            </a:r>
          </a:p>
        </p:txBody>
      </p:sp>
    </p:spTree>
    <p:extLst>
      <p:ext uri="{BB962C8B-B14F-4D97-AF65-F5344CB8AC3E}">
        <p14:creationId xmlns:p14="http://schemas.microsoft.com/office/powerpoint/2010/main" val="1183538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A4F79-1A2B-4344-81C2-BF5F7E1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EB484-4767-40B7-AA39-523DED4A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8CD6B-9189-4108-97B3-D4FA75A0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0FE97-0A40-46C5-B121-1818B70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0EC4F-CECC-4408-AE3B-0DB1C6F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17984-EA62-4CDC-B11D-C7AFDF2C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1E758-47BC-4FA7-9171-B0638B2E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E8A06-BAC9-4EB6-90E1-30C63588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4/7</a:t>
            </a:r>
          </a:p>
        </p:txBody>
      </p:sp>
    </p:spTree>
    <p:extLst>
      <p:ext uri="{BB962C8B-B14F-4D97-AF65-F5344CB8AC3E}">
        <p14:creationId xmlns:p14="http://schemas.microsoft.com/office/powerpoint/2010/main" val="1388194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6D792-B533-499F-B781-22A44F7B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EB30A-7FF1-4D8F-B812-982F4568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E47F7-31A8-472A-A435-BF432496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DE9DE-E3C0-458A-8A05-D4E59359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10ED1-70FE-417D-9FDA-4EB7032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DA62B-3A3F-4FC6-8D77-64100A6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CC25F-99CD-4F6D-8F28-469F0F1E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FFB65-7520-474D-A4CC-D6E41C29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0C1EA-DDD3-4A56-95DF-7AF87D4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D6520-9D30-4C10-9608-C8395A9F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E9761-AEB9-4FEC-8478-F36E9AC2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5328A-82B1-423B-B82A-3A2AC2E1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E97AD-D3D6-4424-8E98-EA8803E8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BC30B8-08C9-468E-B48E-17A3920D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F5B5B-554B-4D6F-9C15-7B5FA81E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5/7</a:t>
            </a:r>
          </a:p>
        </p:txBody>
      </p:sp>
    </p:spTree>
    <p:extLst>
      <p:ext uri="{BB962C8B-B14F-4D97-AF65-F5344CB8AC3E}">
        <p14:creationId xmlns:p14="http://schemas.microsoft.com/office/powerpoint/2010/main" val="593596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30B08-9EC9-440B-B32D-929E0F1A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AF121-6AC5-4AA6-B170-CA1D8BC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FF0D91-BF93-458C-981A-93666A28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651B3-358D-4224-8C59-B2C60356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0A549-0E23-4184-95C2-21ABC552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63580-8112-420D-8F76-2D80F296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71DF8-3A54-4A60-80D5-F000CDA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12408-F6E7-4B43-97BF-E1428298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4BFF9-31DF-4AD3-BF71-C2505C93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E65C1-3875-4AA3-B2D2-1EB52B27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508B2-6837-4CC5-8EB5-88F10E03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7F3BD-AA29-4D1B-B100-CA3239D0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9CBF9-10DD-4C75-B70D-4453AEB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8B073-7177-472C-AFD7-9989F7F1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D48288-3804-4429-B0C3-1B27AFF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081BA-6107-49A8-890F-723489F4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1E070-11E4-4C7F-9E3D-414001A8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26732-F8C8-440F-AC8F-9B410238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25E6C-4970-449E-A165-075D882B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5F85A-75AE-4CCD-BC7F-92596801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39FAC-5B1B-42F1-BCBB-8E9B668A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5F2BF-6A03-4886-A3F0-22A28866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135E2-FAD5-473F-8D12-7634EC0D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A38AB4-C72C-4567-9849-4891B804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BDDF3-CAB6-49E5-8037-3BB92CC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31E0DB-2A16-486F-A04A-EC6CC62A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6/7</a:t>
            </a:r>
          </a:p>
        </p:txBody>
      </p:sp>
    </p:spTree>
    <p:extLst>
      <p:ext uri="{BB962C8B-B14F-4D97-AF65-F5344CB8AC3E}">
        <p14:creationId xmlns:p14="http://schemas.microsoft.com/office/powerpoint/2010/main" val="644255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584B0-493E-4376-9C4B-9A4CF173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D23DC-A453-43E2-8620-391F42C8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C2344-955E-4B71-BE6E-72B771B8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CC8BD-2036-4C34-8BF5-82821169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600D2-0BC6-4300-96EB-D66937C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0D101-2F35-4BBC-B49D-D8B8A9DF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B82F3-E645-4A0F-92D6-3A062503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E6A95-E57A-44A9-9A0F-9836AAA7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3 | 7/7</a:t>
            </a:r>
          </a:p>
        </p:txBody>
      </p:sp>
    </p:spTree>
    <p:extLst>
      <p:ext uri="{BB962C8B-B14F-4D97-AF65-F5344CB8AC3E}">
        <p14:creationId xmlns:p14="http://schemas.microsoft.com/office/powerpoint/2010/main" val="2074402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2026-08-24T06:38:55.1430000Z</dcterms:created>
  <dcterms:modified xsi:type="dcterms:W3CDTF">2026-08-24T06:38:55.1430000Z</dcterms:modified>
</coreProperties>
</file>