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40fd43d194273" /><Relationship Type="http://schemas.openxmlformats.org/officeDocument/2006/relationships/extended-properties" Target="/docProps/app.xml" Id="R9735214fa8fc4b05" /><Relationship Type="http://schemas.openxmlformats.org/officeDocument/2006/relationships/officeDocument" Target="/ppt/presentation.xml" Id="R07284b7d919e48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ec392934b44ed"/>
  </p:sldMasterIdLst>
  <p:notesMasterIdLst>
    <p:notesMasterId xmlns:r="http://schemas.openxmlformats.org/officeDocument/2006/relationships" r:id="Reae6c1cb153c4655"/>
  </p:notesMasterIdLst>
  <p:sldIdLst>
    <p:sldId xmlns:r="http://schemas.openxmlformats.org/officeDocument/2006/relationships" id="256" r:id="R00839ff72e894ceb"/>
    <p:sldId xmlns:r="http://schemas.openxmlformats.org/officeDocument/2006/relationships" id="257" r:id="Re6ac1baa550d48d7"/>
    <p:sldId xmlns:r="http://schemas.openxmlformats.org/officeDocument/2006/relationships" id="258" r:id="Rffd33a02ab2b46d3"/>
    <p:sldId xmlns:r="http://schemas.openxmlformats.org/officeDocument/2006/relationships" id="259" r:id="Raf6177d95fd64f0a"/>
    <p:sldId xmlns:r="http://schemas.openxmlformats.org/officeDocument/2006/relationships" id="260" r:id="R03449c1f9aab4591"/>
    <p:sldId xmlns:r="http://schemas.openxmlformats.org/officeDocument/2006/relationships" id="261" r:id="R249cd675d62b44bb"/>
    <p:sldId xmlns:r="http://schemas.openxmlformats.org/officeDocument/2006/relationships" id="262" r:id="R70c46d8b627048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ab904bdf045fb" /><Relationship Type="http://schemas.openxmlformats.org/officeDocument/2006/relationships/slideMaster" Target="/ppt/slideMasters/slideMaster1.xml" Id="Rd1fec392934b44ed" /><Relationship Type="http://schemas.openxmlformats.org/officeDocument/2006/relationships/notesMaster" Target="/ppt/notesMasters/notesMaster1.xml" Id="Reae6c1cb153c4655" /><Relationship Type="http://schemas.openxmlformats.org/officeDocument/2006/relationships/presProps" Target="/ppt/presProps.xml" Id="Ra8e9610114bb43b9" /><Relationship Type="http://schemas.openxmlformats.org/officeDocument/2006/relationships/tableStyles" Target="/ppt/tableStyles.xml" Id="Ra72856aad41d403a" /><Relationship Type="http://schemas.openxmlformats.org/officeDocument/2006/relationships/slide" Target="/ppt/slides/slide1.xml" Id="R00839ff72e894ceb" /><Relationship Type="http://schemas.openxmlformats.org/officeDocument/2006/relationships/slide" Target="/ppt/slides/slide2.xml" Id="Re6ac1baa550d48d7" /><Relationship Type="http://schemas.openxmlformats.org/officeDocument/2006/relationships/slide" Target="/ppt/slides/slide3.xml" Id="Rffd33a02ab2b46d3" /><Relationship Type="http://schemas.openxmlformats.org/officeDocument/2006/relationships/slide" Target="/ppt/slides/slide4.xml" Id="Raf6177d95fd64f0a" /><Relationship Type="http://schemas.openxmlformats.org/officeDocument/2006/relationships/slide" Target="/ppt/slides/slide5.xml" Id="R03449c1f9aab4591" /><Relationship Type="http://schemas.openxmlformats.org/officeDocument/2006/relationships/slide" Target="/ppt/slides/slide6.xml" Id="R249cd675d62b44bb" /><Relationship Type="http://schemas.openxmlformats.org/officeDocument/2006/relationships/slide" Target="/ppt/slides/slide7.xml" Id="R70c46d8b627048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5da7a9b5a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4f0304278d421a" /><Relationship Type="http://schemas.openxmlformats.org/officeDocument/2006/relationships/notesMaster" Target="/ppt/notesMasters/notesMaster1.xml" Id="Rcc23fa0d141344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412be1d67416d" /><Relationship Type="http://schemas.openxmlformats.org/officeDocument/2006/relationships/notesMaster" Target="/ppt/notesMasters/notesMaster1.xml" Id="Rb491dfeea6964a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e021a1cc99466d" /><Relationship Type="http://schemas.openxmlformats.org/officeDocument/2006/relationships/notesMaster" Target="/ppt/notesMasters/notesMaster1.xml" Id="Rf73e1cd99c5d4a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bc5d37108a40d8" /><Relationship Type="http://schemas.openxmlformats.org/officeDocument/2006/relationships/notesMaster" Target="/ppt/notesMasters/notesMaster1.xml" Id="R040772a281c5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2963700ed4402" /><Relationship Type="http://schemas.openxmlformats.org/officeDocument/2006/relationships/notesMaster" Target="/ppt/notesMasters/notesMaster1.xml" Id="R62587a1b714b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66080f73ee4ef1" /><Relationship Type="http://schemas.openxmlformats.org/officeDocument/2006/relationships/notesMaster" Target="/ppt/notesMasters/notesMaster1.xml" Id="R3d27b616da4e45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35a49def4d4c88" /><Relationship Type="http://schemas.openxmlformats.org/officeDocument/2006/relationships/notesMaster" Target="/ppt/notesMasters/notesMaster1.xml" Id="R9ff01b75bf81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a8d92a81c49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c02cbd4b84ab4" /><Relationship Type="http://schemas.openxmlformats.org/officeDocument/2006/relationships/slideLayout" Target="/ppt/slideLayouts/slideLayout1.xml" Id="Rf035c28a5e05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35c28a5e05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309b63a2f42ed" /><Relationship Type="http://schemas.openxmlformats.org/officeDocument/2006/relationships/notesSlide" Target="/ppt/notesSlides/notesSlide1.xml" Id="Rb3e3b6d73f3d47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a366d95234702" /><Relationship Type="http://schemas.openxmlformats.org/officeDocument/2006/relationships/notesSlide" Target="/ppt/notesSlides/notesSlide2.xml" Id="R45466e121ee342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1c11a717a43a0" /><Relationship Type="http://schemas.openxmlformats.org/officeDocument/2006/relationships/notesSlide" Target="/ppt/notesSlides/notesSlide3.xml" Id="Rf5cd4f321e7a4e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414e5dc9043ab" /><Relationship Type="http://schemas.openxmlformats.org/officeDocument/2006/relationships/notesSlide" Target="/ppt/notesSlides/notesSlide4.xml" Id="R919525e4e9c8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094becd9245e7" /><Relationship Type="http://schemas.openxmlformats.org/officeDocument/2006/relationships/notesSlide" Target="/ppt/notesSlides/notesSlide5.xml" Id="R7428e4b06139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8da29576e438c" /><Relationship Type="http://schemas.openxmlformats.org/officeDocument/2006/relationships/notesSlide" Target="/ppt/notesSlides/notesSlide6.xml" Id="R3b66265f1572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e83ebe376488b" /><Relationship Type="http://schemas.openxmlformats.org/officeDocument/2006/relationships/notesSlide" Target="/ppt/notesSlides/notesSlide7.xml" Id="R7761bb8d83e94f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FBEAD-2E77-46F0-AFC0-CE8BB33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D62B0-FA65-4FF3-B28A-7C667B5F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Develop a C program that takes marks for three subjects as input. Use a function to check if the student has passed (min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CADDE-E816-4A8F-91B3-9C573EC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86367-62F8-43DF-AB7A-4A13D073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0A3A1-982F-40FC-8904-1BC83A55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E8863-2757-486E-A749-CB85BDB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D3AA0-D7C0-40E8-9B52-EADAA48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B6882-DAFB-465A-88B3-50465A98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22012-CD7A-43CD-9112-769972FC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5901B-D005-425A-AC7B-D215C20C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DC066-27B0-4FFF-8DC4-891507C6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0F108-D3AC-47BD-9665-1D0670DF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0759A-5CAE-420D-913C-CD1C268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1DF82-A705-4BB4-B211-C0CC04E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887D8-8B72-48D6-B338-A7B18AA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1/7</a:t>
            </a:r>
          </a:p>
        </p:txBody>
      </p:sp>
    </p:spTree>
    <p:extLst>
      <p:ext uri="{BB962C8B-B14F-4D97-AF65-F5344CB8AC3E}">
        <p14:creationId xmlns:p14="http://schemas.microsoft.com/office/powerpoint/2010/main" val="1977628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9432F-1660-499B-8ED7-78539D75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ECD39-890D-412F-93BD-C94DA0C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831CB-15CB-4845-B85F-C0B9CB1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5E584-8C1F-43DA-8B25-2BF5B55B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Develop a C program that takes marks for three subjects as input. Use a function to check if the student has passed (min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14AE1-F5B9-4761-9769-39BDDDC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25494-32E2-49F5-8190-73B036F8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C4CF0-B3D0-4D38-88B0-DA837D0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810A9-A2CF-49E4-B6AE-B37E78D8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9B9B8-66EE-4580-B13B-75BE2A2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36115-C72C-4345-B8DA-BAE1E73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3168E-6E72-4983-9A6E-E8B5F266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AA9AB-0A6A-4E14-8CFE-04C2E908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89478-03EB-45F4-9D03-889023A3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99AF6-3B8E-40B6-A4A4-D78D2875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C967E-883D-4FEA-9D81-DFFB2A0C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4068F-AE27-4434-9217-69422784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2/7</a:t>
            </a:r>
          </a:p>
        </p:txBody>
      </p:sp>
    </p:spTree>
    <p:extLst>
      <p:ext uri="{BB962C8B-B14F-4D97-AF65-F5344CB8AC3E}">
        <p14:creationId xmlns:p14="http://schemas.microsoft.com/office/powerpoint/2010/main" val="1612341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31D9E-9C27-4646-97B4-9CDE61B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931A9-4CE5-4A33-9B36-8C13417B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12F0E-242B-4DA8-A0DA-E3939DB0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C912D-E1C2-4811-8F99-188E4950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a C program that takes marks for three subjects as input. Use a function to check if the student has passed (minimum 40 marks in each subject). Display the average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whether the student passed or failed.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96786-60F0-4DDB-AFDA-0AEAB02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Develop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D81AF-3F59-49E0-9A48-2695D8A5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5F220-CB84-47B0-BA41-349AE005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21F4E-9260-47A4-A9CB-AE46B2B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444F7-1651-4E7F-8FEC-1F6C15C6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takes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38B5-92D6-4056-B818-5ECB02EA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DF818-5034-45EA-9F59-976B41EF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56F02-9C47-467D-8233-7831DFA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2CCD1-78BB-4567-89A7-17C87D89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C22C-E90F-423D-85B3-E65A0A2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54D49-96BE-4FB1-8BEA-37B8062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3/7</a:t>
            </a:r>
          </a:p>
        </p:txBody>
      </p:sp>
    </p:spTree>
    <p:extLst>
      <p:ext uri="{BB962C8B-B14F-4D97-AF65-F5344CB8AC3E}">
        <p14:creationId xmlns:p14="http://schemas.microsoft.com/office/powerpoint/2010/main" val="1727239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C8D33-B801-41E1-9E30-5B4E4A1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A9917-43BF-40DB-A43C-AC340B85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4DB67-BFCC-41D2-8FD7-8E8672D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BB53F-A517-4CCD-8D8F-F5155CF7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C38AC-B15C-466D-9FD8-F8D3649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A77DF-B0DC-4082-A6A9-525D03E7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26055-16EC-4092-88CE-4D83DC9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3DFF5-CDF1-44FF-B409-CCF53912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4/7</a:t>
            </a:r>
          </a:p>
        </p:txBody>
      </p:sp>
    </p:spTree>
    <p:extLst>
      <p:ext uri="{BB962C8B-B14F-4D97-AF65-F5344CB8AC3E}">
        <p14:creationId xmlns:p14="http://schemas.microsoft.com/office/powerpoint/2010/main" val="730411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57FA5-01D8-4767-9FE7-82363905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AEAF5-6697-45E0-97AA-BBD48E4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275CD-D9CB-483E-86FD-466E7EA5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03EED-E151-4F7D-9EAB-7A68ABF4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9B9A3-4825-4B13-860E-361B84AC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B6810-39D3-4CF4-9A92-6BAA6475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D7A33-B56A-4E06-90F3-E284773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F02E6-76E9-4C64-854E-9E5AB07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F2E79-793E-44F2-A134-E166315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510A5-F529-4ABE-A7F3-B381E182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EB039-C1CC-4005-8AA6-6851EBB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4EE58-5FF3-4602-BAFB-7DA750E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578B0-8FA7-445C-B7AF-BE6AC4F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552B8-107D-4F90-9D5D-CC117C9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22E7E-198D-46DE-84C4-FAF9211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5/7</a:t>
            </a:r>
          </a:p>
        </p:txBody>
      </p:sp>
    </p:spTree>
    <p:extLst>
      <p:ext uri="{BB962C8B-B14F-4D97-AF65-F5344CB8AC3E}">
        <p14:creationId xmlns:p14="http://schemas.microsoft.com/office/powerpoint/2010/main" val="1154336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68CFF-AC41-4CD3-8F05-BF2B167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1C436-41D8-44E8-A24E-CDEB0E6D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14D1F-601C-4F60-9457-96AE28D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D545-32ED-4399-A6BD-C19BD03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30A7E-E9BB-45DA-B779-6CDF7F2C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B2E87-C380-45CE-8019-B672A7CC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A5106-3E2D-419F-8D73-7283318D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A750A-D6EB-46AA-A631-1BD494D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3B2E4-8B56-4B03-BD76-2967ACE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6B74C-F81A-433A-A9B8-59FEEF3D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052B3-36EC-48D5-81A6-90B1EEE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48995-64A1-4220-98DE-3C98D864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CA550-9157-4C57-BBB7-5E88554D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8A581-D361-4A11-B7CA-D3E32C1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3CD74-F75C-4A1F-8D93-762BC4C1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96AA0-BD2D-4BA0-977A-CDA99876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FF2D1-616B-467F-B1E4-5FB06BA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C742B-099E-4CFF-810F-F19AF2F2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0E65A-46BD-41CD-8F2E-38204045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F004C-F6C0-45D5-8029-56726FD7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C9428-2404-45E4-956C-529A87B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59318-C4BD-4BBE-935A-5889F5E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9997A-32DE-45D7-8635-9C691B3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3542D-BCDD-4B20-9F08-4C4AA7BF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F1B242-CAF0-47F5-A2EB-7C99A49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41EC4-4018-481A-B336-1BE9E3AE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6/7</a:t>
            </a:r>
          </a:p>
        </p:txBody>
      </p:sp>
    </p:spTree>
    <p:extLst>
      <p:ext uri="{BB962C8B-B14F-4D97-AF65-F5344CB8AC3E}">
        <p14:creationId xmlns:p14="http://schemas.microsoft.com/office/powerpoint/2010/main" val="1521968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85FF3-F341-4ABD-977D-4C5E982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F603B-147D-4367-AD38-A3094B1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73514-3B63-472C-8F84-3DBDF6BA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8EBE7-CE8F-4E43-9CE6-ACB48A1F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0A786-45EA-4556-B36A-7D6B361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FAA3C-678B-46B9-9E33-7AD73A67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BCC7F-E324-4D03-BB3A-E25F520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6007E-0A7D-4778-B2AD-2AB00CC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7/7</a:t>
            </a:r>
          </a:p>
        </p:txBody>
      </p:sp>
    </p:spTree>
    <p:extLst>
      <p:ext uri="{BB962C8B-B14F-4D97-AF65-F5344CB8AC3E}">
        <p14:creationId xmlns:p14="http://schemas.microsoft.com/office/powerpoint/2010/main" val="2075784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2026-08-24T06:38:55.3270000Z</dcterms:created>
  <dcterms:modified xsi:type="dcterms:W3CDTF">2026-08-24T06:38:55.3270000Z</dcterms:modified>
</coreProperties>
</file>