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86a6e101e14ce1" /><Relationship Type="http://schemas.openxmlformats.org/officeDocument/2006/relationships/extended-properties" Target="/docProps/app.xml" Id="R584beac9f9f545d3" /><Relationship Type="http://schemas.openxmlformats.org/officeDocument/2006/relationships/officeDocument" Target="/ppt/presentation.xml" Id="R4691d29e33e941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8b15b276ce4f4a"/>
  </p:sldMasterIdLst>
  <p:notesMasterIdLst>
    <p:notesMasterId xmlns:r="http://schemas.openxmlformats.org/officeDocument/2006/relationships" r:id="R3f6f2285a3954e63"/>
  </p:notesMasterIdLst>
  <p:sldIdLst>
    <p:sldId xmlns:r="http://schemas.openxmlformats.org/officeDocument/2006/relationships" id="256" r:id="R35bc16e2438943ce"/>
    <p:sldId xmlns:r="http://schemas.openxmlformats.org/officeDocument/2006/relationships" id="257" r:id="Rce8a87eacbcc47e3"/>
    <p:sldId xmlns:r="http://schemas.openxmlformats.org/officeDocument/2006/relationships" id="258" r:id="Rb061a050d72f4c68"/>
    <p:sldId xmlns:r="http://schemas.openxmlformats.org/officeDocument/2006/relationships" id="259" r:id="Rda57e40601004436"/>
    <p:sldId xmlns:r="http://schemas.openxmlformats.org/officeDocument/2006/relationships" id="260" r:id="Rf91643d6d7e449b2"/>
    <p:sldId xmlns:r="http://schemas.openxmlformats.org/officeDocument/2006/relationships" id="261" r:id="R098cc17e8c87431a"/>
    <p:sldId xmlns:r="http://schemas.openxmlformats.org/officeDocument/2006/relationships" id="262" r:id="Ra6b8bae16d9143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010fa531cf4153" /><Relationship Type="http://schemas.openxmlformats.org/officeDocument/2006/relationships/slideMaster" Target="/ppt/slideMasters/slideMaster1.xml" Id="R5f8b15b276ce4f4a" /><Relationship Type="http://schemas.openxmlformats.org/officeDocument/2006/relationships/notesMaster" Target="/ppt/notesMasters/notesMaster1.xml" Id="R3f6f2285a3954e63" /><Relationship Type="http://schemas.openxmlformats.org/officeDocument/2006/relationships/presProps" Target="/ppt/presProps.xml" Id="R6ab72118f6fa43f9" /><Relationship Type="http://schemas.openxmlformats.org/officeDocument/2006/relationships/tableStyles" Target="/ppt/tableStyles.xml" Id="R7f166d39a2864ef9" /><Relationship Type="http://schemas.openxmlformats.org/officeDocument/2006/relationships/slide" Target="/ppt/slides/slide1.xml" Id="R35bc16e2438943ce" /><Relationship Type="http://schemas.openxmlformats.org/officeDocument/2006/relationships/slide" Target="/ppt/slides/slide2.xml" Id="Rce8a87eacbcc47e3" /><Relationship Type="http://schemas.openxmlformats.org/officeDocument/2006/relationships/slide" Target="/ppt/slides/slide3.xml" Id="Rb061a050d72f4c68" /><Relationship Type="http://schemas.openxmlformats.org/officeDocument/2006/relationships/slide" Target="/ppt/slides/slide4.xml" Id="Rda57e40601004436" /><Relationship Type="http://schemas.openxmlformats.org/officeDocument/2006/relationships/slide" Target="/ppt/slides/slide5.xml" Id="Rf91643d6d7e449b2" /><Relationship Type="http://schemas.openxmlformats.org/officeDocument/2006/relationships/slide" Target="/ppt/slides/slide6.xml" Id="R098cc17e8c87431a" /><Relationship Type="http://schemas.openxmlformats.org/officeDocument/2006/relationships/slide" Target="/ppt/slides/slide7.xml" Id="Ra6b8bae16d9143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3eeb2991964b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603f8b8d8e4b50" /><Relationship Type="http://schemas.openxmlformats.org/officeDocument/2006/relationships/notesMaster" Target="/ppt/notesMasters/notesMaster1.xml" Id="R96b7a0ce2dab4d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11bc978e9245d4" /><Relationship Type="http://schemas.openxmlformats.org/officeDocument/2006/relationships/notesMaster" Target="/ppt/notesMasters/notesMaster1.xml" Id="R85dccab6e61043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7677053e364cad" /><Relationship Type="http://schemas.openxmlformats.org/officeDocument/2006/relationships/notesMaster" Target="/ppt/notesMasters/notesMaster1.xml" Id="R2a382f67d41144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b8c769ff584830" /><Relationship Type="http://schemas.openxmlformats.org/officeDocument/2006/relationships/notesMaster" Target="/ppt/notesMasters/notesMaster1.xml" Id="R2207bbf1935848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b18e16ac5c40ce" /><Relationship Type="http://schemas.openxmlformats.org/officeDocument/2006/relationships/notesMaster" Target="/ppt/notesMasters/notesMaster1.xml" Id="Rafa8b19f1aac40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6d6bc4bc964d7b" /><Relationship Type="http://schemas.openxmlformats.org/officeDocument/2006/relationships/notesMaster" Target="/ppt/notesMasters/notesMaster1.xml" Id="R43bc9c0d889645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cb097dfbb94ddb" /><Relationship Type="http://schemas.openxmlformats.org/officeDocument/2006/relationships/notesMaster" Target="/ppt/notesMasters/notesMaster1.xml" Id="R2b21cdc80ed848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9fa69e0c644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89f2ced36a4f6f" /><Relationship Type="http://schemas.openxmlformats.org/officeDocument/2006/relationships/slideLayout" Target="/ppt/slideLayouts/slideLayout1.xml" Id="R557a3c58722b4c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7a3c58722b4c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943947b314fb4" /><Relationship Type="http://schemas.openxmlformats.org/officeDocument/2006/relationships/notesSlide" Target="/ppt/notesSlides/notesSlide1.xml" Id="Rc7fca9f81f964d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4ad17f86f421f" /><Relationship Type="http://schemas.openxmlformats.org/officeDocument/2006/relationships/notesSlide" Target="/ppt/notesSlides/notesSlide2.xml" Id="R6c55d7494c4349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a622b0bdb4a4e" /><Relationship Type="http://schemas.openxmlformats.org/officeDocument/2006/relationships/notesSlide" Target="/ppt/notesSlides/notesSlide3.xml" Id="R0820670a3d404c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e36df63c54eb9" /><Relationship Type="http://schemas.openxmlformats.org/officeDocument/2006/relationships/notesSlide" Target="/ppt/notesSlides/notesSlide4.xml" Id="R6a79207d561e46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fd48d7e0f49b7" /><Relationship Type="http://schemas.openxmlformats.org/officeDocument/2006/relationships/notesSlide" Target="/ppt/notesSlides/notesSlide5.xml" Id="Re1b1e934bdf84f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d4fe841834d3b" /><Relationship Type="http://schemas.openxmlformats.org/officeDocument/2006/relationships/notesSlide" Target="/ppt/notesSlides/notesSlide6.xml" Id="R729266e8d23a4f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034c4ce17449b" /><Relationship Type="http://schemas.openxmlformats.org/officeDocument/2006/relationships/notesSlide" Target="/ppt/notesSlides/notesSlide7.xml" Id="Rc0ca97d7b70d4e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BF7CE-E3F6-4221-A332-42A06474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1869B-0463-4592-A35A-FA66B020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 small warehouse tracks how many units of different products are shipped from multiple branches. Another dataset shows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E5403-F2F3-4F64-9051-15BBD8F7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5D826-8D88-49E4-BDEE-14890226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1CE77-9B4E-48B5-99B3-0C8C6209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E9342-2D0D-4028-82A5-E1A87E26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46B78-2F72-4975-BD52-C73146F2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5DBD4-F24F-4786-89EB-8605287B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0548E-3366-434E-865C-8CBF5523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738BF-C79C-4926-9D22-D1AF70CE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747B4-C3EA-45B0-8176-43E2CD02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06E53-B39C-47B2-83E0-62348BAC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05403-C231-448A-A17F-CA917146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A380D-E8A5-4A0C-B718-C81A4EB9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17E8D-AB7F-41A9-8801-1FE16D42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1/7</a:t>
            </a:r>
          </a:p>
        </p:txBody>
      </p:sp>
    </p:spTree>
    <p:extLst>
      <p:ext uri="{BB962C8B-B14F-4D97-AF65-F5344CB8AC3E}">
        <p14:creationId xmlns:p14="http://schemas.microsoft.com/office/powerpoint/2010/main" val="2097307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A6D57-1F5C-4DB3-BF1E-691DE2D2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BBE95-89F8-4525-8D62-1022ED55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C41AB-7B31-4A8F-992E-3DB96566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3E379-9FCA-4050-9519-7BA9CC08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 small warehouse tracks how many units of different products are shipped from multiple branches. Another dataset shows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78C8C-D580-4381-9E55-7902E968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68985-72C9-42C7-8857-BEADE7D0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6E22C-80F0-4552-A29D-97235B9B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D969E-322E-4E96-BB42-3A818EC5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F7A30-1224-41FB-8ABD-58916561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7CB42-634D-4841-A707-2BA2481C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BD525-B1DE-4955-8B8F-C4BA5549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13A9F-9CA8-4645-A3FB-788C04EC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2EFB0-19FC-471A-9177-DFDCF645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EA6B0-AE2D-4EAF-91DD-6C71356E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A21E0-F0F0-422D-92B9-180EEE6B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AD2F1-E4F5-4126-8824-30B9731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2/7</a:t>
            </a:r>
          </a:p>
        </p:txBody>
      </p:sp>
    </p:spTree>
    <p:extLst>
      <p:ext uri="{BB962C8B-B14F-4D97-AF65-F5344CB8AC3E}">
        <p14:creationId xmlns:p14="http://schemas.microsoft.com/office/powerpoint/2010/main" val="268110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A3D86-E385-4C17-AE17-CD4B69B5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A1AD6-4D40-4A5F-BFD8-0DA64F36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B6A6C-1AB5-4591-AE36-2DAE98C1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83216-020E-41E2-AC2F-8A949DAB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 small warehouse tracks how many units of different products are shipped from multiple branches. Another dataset shows how much revenue each product generates per unit. Develop a C program which combines these datasets to calculate the total revenue generated by each branch.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0526F-10B3-4B65-9F02-435657DF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small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3F1AD-22F1-4D4F-94F1-AA4ED117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12003-A06F-40A3-BF35-1B6F02E1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warehouse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05A16-FAFD-4CBB-9E4C-FCD03BCE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61E2B-0C57-4639-941F-22ABB098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tracks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FA14B-ADC5-456A-BF7E-42A2EAC6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10E9-6366-429E-B282-E9AB591E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C6F76-A2A8-4C7B-B495-C2A1CCAF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41E4B-80A0-413F-84E5-CE36AEDD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units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3C7D3-C9B7-447A-A1E1-44A1474F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0F171-9258-4487-91D2-720B355D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3/7</a:t>
            </a:r>
          </a:p>
        </p:txBody>
      </p:sp>
    </p:spTree>
    <p:extLst>
      <p:ext uri="{BB962C8B-B14F-4D97-AF65-F5344CB8AC3E}">
        <p14:creationId xmlns:p14="http://schemas.microsoft.com/office/powerpoint/2010/main" val="762647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AF244-4F86-4DBC-B2E6-93C4496C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7F324-5BCB-4679-A7AB-12D68A03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92CEB-E67B-4C3C-AD93-BFB30583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C0EA2-4FA0-4D2E-9E3D-1DFAEBF6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22BE6-870B-4149-BF07-569EE5A3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E822F-B400-4BFF-AF01-D6C976FF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4AFD3-C43D-4FBC-A5D1-312874D4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F768B-A4B0-4FCE-87C3-AC0A6442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4/7</a:t>
            </a:r>
          </a:p>
        </p:txBody>
      </p:sp>
    </p:spTree>
    <p:extLst>
      <p:ext uri="{BB962C8B-B14F-4D97-AF65-F5344CB8AC3E}">
        <p14:creationId xmlns:p14="http://schemas.microsoft.com/office/powerpoint/2010/main" val="1384193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B9C2D-2585-4C71-8B31-E07BECA4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98833-7E94-4BE4-A5DF-73134BA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A9199-3872-4548-B52B-03875013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E634E-420B-4A35-BB96-9718A68B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4D1E0-C9CA-4576-800C-96F8E677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8F7C0-C040-4179-A532-1E6FFC30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7D170-EB9C-49A8-8587-073F06EC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1F961-1FD3-4520-9989-5EC6F856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40BE6-215A-4582-8DCF-D3AB1615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4E320-F06C-40D7-9DAA-62253048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2FF34-E676-4814-B3BA-383D7C67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0A248-D7E0-4480-9C0F-DEDA1135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94E19-D637-498F-90B8-5F1105BA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6D2E8-99C7-4C49-8881-AFD393F8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32A8C-F76C-413A-875D-56742EBF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5/7</a:t>
            </a:r>
          </a:p>
        </p:txBody>
      </p:sp>
    </p:spTree>
    <p:extLst>
      <p:ext uri="{BB962C8B-B14F-4D97-AF65-F5344CB8AC3E}">
        <p14:creationId xmlns:p14="http://schemas.microsoft.com/office/powerpoint/2010/main" val="1865584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286A6E-624C-4B9C-8FA5-D9793A9A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569BC-3B65-4BF2-80E2-029C0508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F1592-CB89-48F8-BE85-475C8C3B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1C92C-FB0C-4A26-91A6-39E0BAB3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12426-C7D7-4976-989A-2F9DC26A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3E752-FC12-48CB-AC28-BA545732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19F1C-128A-4A06-8FDF-150BEDE8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474AD-E86E-4EB7-B372-FBA8A56D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259D4-E935-4C22-AD12-F3997E80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7B66A-8111-4C72-B0F4-4F8DA7BB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961D8-AE72-48FD-9971-2F1952AC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1C90C-8863-4200-BAC0-EC26B679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3DF18-7CF2-4875-8642-693A3B1D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CABCF-0FA0-406A-BAD8-E97A5314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CAC10-9838-4CDF-BACC-B9325B63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AE064-C32F-4C90-B387-11F4B671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F047A-341A-4734-A02D-2EDE469C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8C783-161F-42C5-B163-48C29C2C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C98D2-6C87-4405-846D-31982F2A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BC2B7-0FCE-4291-9D22-CD111B72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D1965-5EF7-4C2C-A82F-2A8F37DF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2924D-9B4E-4E06-9EE7-A38580F9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31B6C-97B4-427A-AF07-FC60EBA0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433B35-5C52-4C7D-82AB-5C4B67AE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C17785-D557-4CDD-B245-FB58F7C9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79400-FC61-408C-BDCF-BA2DC40E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6/7</a:t>
            </a:r>
          </a:p>
        </p:txBody>
      </p:sp>
    </p:spTree>
    <p:extLst>
      <p:ext uri="{BB962C8B-B14F-4D97-AF65-F5344CB8AC3E}">
        <p14:creationId xmlns:p14="http://schemas.microsoft.com/office/powerpoint/2010/main" val="627520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B00DA-B021-43AB-9059-495B7E36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5C1A2-EF6D-4788-8E7E-76E5B58E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ACFE2-9D3F-456B-9553-479F65AF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25C16-23C3-4CB6-ACC1-D81C6AA1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E06C1-0D76-4EBD-80C0-3A45FDD1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48E2C-47E8-4263-85A5-A22D781E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A0D34-F460-4460-A4AE-861CC3A7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89C0F-F33D-41CC-9675-DBEDDA16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7/7</a:t>
            </a:r>
          </a:p>
        </p:txBody>
      </p:sp>
    </p:spTree>
    <p:extLst>
      <p:ext uri="{BB962C8B-B14F-4D97-AF65-F5344CB8AC3E}">
        <p14:creationId xmlns:p14="http://schemas.microsoft.com/office/powerpoint/2010/main" val="1179429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2026-08-24T06:38:55.5120000Z</dcterms:created>
  <dcterms:modified xsi:type="dcterms:W3CDTF">2026-08-24T06:38:55.5120000Z</dcterms:modified>
</coreProperties>
</file>