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55f15d0c9b4e8a" /><Relationship Type="http://schemas.openxmlformats.org/officeDocument/2006/relationships/extended-properties" Target="/docProps/app.xml" Id="Rbe32f5a62027460b" /><Relationship Type="http://schemas.openxmlformats.org/officeDocument/2006/relationships/officeDocument" Target="/ppt/presentation.xml" Id="Rf32d9af5013f46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4c5f28308449ec"/>
  </p:sldMasterIdLst>
  <p:notesMasterIdLst>
    <p:notesMasterId xmlns:r="http://schemas.openxmlformats.org/officeDocument/2006/relationships" r:id="Rb0ec0364d1e848d0"/>
  </p:notesMasterIdLst>
  <p:sldIdLst>
    <p:sldId xmlns:r="http://schemas.openxmlformats.org/officeDocument/2006/relationships" id="256" r:id="Re2c55828511742ab"/>
    <p:sldId xmlns:r="http://schemas.openxmlformats.org/officeDocument/2006/relationships" id="257" r:id="R04ed101471dc4fb1"/>
    <p:sldId xmlns:r="http://schemas.openxmlformats.org/officeDocument/2006/relationships" id="258" r:id="R015ad6a09b264455"/>
    <p:sldId xmlns:r="http://schemas.openxmlformats.org/officeDocument/2006/relationships" id="259" r:id="R953c4e4eb7ce4ce1"/>
    <p:sldId xmlns:r="http://schemas.openxmlformats.org/officeDocument/2006/relationships" id="260" r:id="R8b6fd11ad58e4abe"/>
    <p:sldId xmlns:r="http://schemas.openxmlformats.org/officeDocument/2006/relationships" id="261" r:id="Re8c4d54e9c554dce"/>
    <p:sldId xmlns:r="http://schemas.openxmlformats.org/officeDocument/2006/relationships" id="262" r:id="R4555de196ed44d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d4a79cd23f460d" /><Relationship Type="http://schemas.openxmlformats.org/officeDocument/2006/relationships/slideMaster" Target="/ppt/slideMasters/slideMaster1.xml" Id="Rec4c5f28308449ec" /><Relationship Type="http://schemas.openxmlformats.org/officeDocument/2006/relationships/notesMaster" Target="/ppt/notesMasters/notesMaster1.xml" Id="Rb0ec0364d1e848d0" /><Relationship Type="http://schemas.openxmlformats.org/officeDocument/2006/relationships/presProps" Target="/ppt/presProps.xml" Id="Rb75bd86f17424b0d" /><Relationship Type="http://schemas.openxmlformats.org/officeDocument/2006/relationships/tableStyles" Target="/ppt/tableStyles.xml" Id="R5fbae751f0af4075" /><Relationship Type="http://schemas.openxmlformats.org/officeDocument/2006/relationships/slide" Target="/ppt/slides/slide1.xml" Id="Re2c55828511742ab" /><Relationship Type="http://schemas.openxmlformats.org/officeDocument/2006/relationships/slide" Target="/ppt/slides/slide2.xml" Id="R04ed101471dc4fb1" /><Relationship Type="http://schemas.openxmlformats.org/officeDocument/2006/relationships/slide" Target="/ppt/slides/slide3.xml" Id="R015ad6a09b264455" /><Relationship Type="http://schemas.openxmlformats.org/officeDocument/2006/relationships/slide" Target="/ppt/slides/slide4.xml" Id="R953c4e4eb7ce4ce1" /><Relationship Type="http://schemas.openxmlformats.org/officeDocument/2006/relationships/slide" Target="/ppt/slides/slide5.xml" Id="R8b6fd11ad58e4abe" /><Relationship Type="http://schemas.openxmlformats.org/officeDocument/2006/relationships/slide" Target="/ppt/slides/slide6.xml" Id="Re8c4d54e9c554dce" /><Relationship Type="http://schemas.openxmlformats.org/officeDocument/2006/relationships/slide" Target="/ppt/slides/slide7.xml" Id="R4555de196ed44d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6650d716784e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644e125ae74060" /><Relationship Type="http://schemas.openxmlformats.org/officeDocument/2006/relationships/notesMaster" Target="/ppt/notesMasters/notesMaster1.xml" Id="Rb8f9707f2e7f4f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92622ccce246c0" /><Relationship Type="http://schemas.openxmlformats.org/officeDocument/2006/relationships/notesMaster" Target="/ppt/notesMasters/notesMaster1.xml" Id="R81708f70c5b74b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bdffc36b20430b" /><Relationship Type="http://schemas.openxmlformats.org/officeDocument/2006/relationships/notesMaster" Target="/ppt/notesMasters/notesMaster1.xml" Id="Rf870d76ee92a43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24409eca0c478c" /><Relationship Type="http://schemas.openxmlformats.org/officeDocument/2006/relationships/notesMaster" Target="/ppt/notesMasters/notesMaster1.xml" Id="R8a9cf07b264842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77a1c55dfc4114" /><Relationship Type="http://schemas.openxmlformats.org/officeDocument/2006/relationships/notesMaster" Target="/ppt/notesMasters/notesMaster1.xml" Id="R995967b45c724d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eea4e31c2c460e" /><Relationship Type="http://schemas.openxmlformats.org/officeDocument/2006/relationships/notesMaster" Target="/ppt/notesMasters/notesMaster1.xml" Id="Rd4aaf06080dd4c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ea575e6b0b4f4e" /><Relationship Type="http://schemas.openxmlformats.org/officeDocument/2006/relationships/notesMaster" Target="/ppt/notesMasters/notesMaster1.xml" Id="Reee7a9863ce94b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4f8ee4e2347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a65c31d00640a2" /><Relationship Type="http://schemas.openxmlformats.org/officeDocument/2006/relationships/slideLayout" Target="/ppt/slideLayouts/slideLayout1.xml" Id="R282d94c888ed40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2d94c888ed40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4ed65019a491c" /><Relationship Type="http://schemas.openxmlformats.org/officeDocument/2006/relationships/notesSlide" Target="/ppt/notesSlides/notesSlide1.xml" Id="R5d1b356ed1c548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3365e15f94bdc" /><Relationship Type="http://schemas.openxmlformats.org/officeDocument/2006/relationships/notesSlide" Target="/ppt/notesSlides/notesSlide2.xml" Id="Ra1793476bb0744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23f5724c14c9d" /><Relationship Type="http://schemas.openxmlformats.org/officeDocument/2006/relationships/notesSlide" Target="/ppt/notesSlides/notesSlide3.xml" Id="Re8a2f940ace849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fb93a3de048d7" /><Relationship Type="http://schemas.openxmlformats.org/officeDocument/2006/relationships/notesSlide" Target="/ppt/notesSlides/notesSlide4.xml" Id="R372a826091e646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ca2c05f404ff9" /><Relationship Type="http://schemas.openxmlformats.org/officeDocument/2006/relationships/notesSlide" Target="/ppt/notesSlides/notesSlide5.xml" Id="R8c7395ed9c784f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bcadd674b41ba" /><Relationship Type="http://schemas.openxmlformats.org/officeDocument/2006/relationships/notesSlide" Target="/ppt/notesSlides/notesSlide6.xml" Id="R77f1c9894dc840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339a676814e4c" /><Relationship Type="http://schemas.openxmlformats.org/officeDocument/2006/relationships/notesSlide" Target="/ppt/notesSlides/notesSlide7.xml" Id="Rd6cf8c19110840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4A5C1-FCEC-4BA3-B908-F555B3D1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6CD1C-EC3D-4210-AD5D-1BDACE14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 basic mobile contact manager stores first and last names separately. For displaying full names in the contact list, 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597CA-45A5-471E-9EAF-3DD18E15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A721B-EA40-4BE1-9236-1DFC1490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92B6C-E087-48A3-8AB1-0F7BC0F4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7B41A-4ABC-4385-A14B-D5016DA2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9B5A5-ECDB-4D3D-973C-7F86BDBE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99CFD-F168-4B41-BD2D-4304E25F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6E155-83A8-4EFA-BA23-9E999838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163C8-3587-4BCD-B638-94FA142C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94FBC-82E6-4C2B-90F2-AA74B334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24320-CA2E-46E5-A36E-D159678E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5F6F2-1EB1-455F-8F20-B3348AE7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44609-6F34-4515-93B4-33F2E018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6E60D-4212-400F-A25F-9D9AE2B3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1/7</a:t>
            </a:r>
          </a:p>
        </p:txBody>
      </p:sp>
    </p:spTree>
    <p:extLst>
      <p:ext uri="{BB962C8B-B14F-4D97-AF65-F5344CB8AC3E}">
        <p14:creationId xmlns:p14="http://schemas.microsoft.com/office/powerpoint/2010/main" val="855898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45899-58BA-43CE-A330-612B625A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E92C6-2CE7-44E2-A534-9EB3C287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60CD8-8EA9-4035-9EAF-E9857B5A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59258-894E-4FAA-AC1F-19501409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A basic mobile contact manager stores first and last names separately. For displaying full names in the contact list, yo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A929D-8B70-465B-B55D-E07AE972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B4BF5-8299-422A-98FF-0B3183A4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9B920-1073-4F89-A871-C09A833D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05709-FE51-4F93-AD0D-48C6C271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E44BA-D87A-4159-95C1-92F3F3D5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3F682-0BBF-4249-90AB-00A217E9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ADB1C-E6B7-49FD-8DC3-A09FE4C4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DD1BE-6EFF-4245-BEC0-BC2748F3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82E67-1A59-4372-A66B-ADC3EC49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BFAC0-06AE-4F1A-BF77-1D350C62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AEAB9-62A9-45C6-A4AA-A9933217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F8DF0-351C-475D-9727-D3D5A7AD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2/7</a:t>
            </a:r>
          </a:p>
        </p:txBody>
      </p:sp>
    </p:spTree>
    <p:extLst>
      <p:ext uri="{BB962C8B-B14F-4D97-AF65-F5344CB8AC3E}">
        <p14:creationId xmlns:p14="http://schemas.microsoft.com/office/powerpoint/2010/main" val="6575018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2382E-87F0-40B1-A6F8-07F119B5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FED98-FA90-4084-83B2-A85849A7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32134-54FC-43AB-97C3-94E7E159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DA70E-B2CC-44FF-97FB-A0FFD005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 basic mobile contact manager stores first and last names separately.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For displaying full names in the contact list, you need to join them manually.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Additionally, the system must check the length of each full name to ensure it fits the screen.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Perform these operations by developing a C program without using built- in string functions.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3ABAA-FC1F-46D1-9319-3DD45B03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basic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019E6-90BE-4F76-BD2A-C15B77C3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9178A-6147-4048-9BF2-4F4CED85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mobile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CD885-ECCE-4C33-8D06-0CF0A732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4BDF5-E196-49DB-A10A-D2250193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contact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1028D-EBD8-43E4-8276-71C4D1BE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F22CC-049B-45B1-B74F-D6C389CF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21923-FF81-4839-AA63-1A7B9CF1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CCE77-CA38-407B-8E23-B9E57D38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stores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31B0D-DEA0-4579-BE85-E3815223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B26DF-3535-427D-9E7F-AEBE3BE2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3/7</a:t>
            </a:r>
          </a:p>
        </p:txBody>
      </p:sp>
    </p:spTree>
    <p:extLst>
      <p:ext uri="{BB962C8B-B14F-4D97-AF65-F5344CB8AC3E}">
        <p14:creationId xmlns:p14="http://schemas.microsoft.com/office/powerpoint/2010/main" val="816388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5D171-A7DE-4065-AB9C-EFD6B160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1FD2A-C5A3-4011-9558-DF441880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984BF-26C6-43EC-9DE6-677348C1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A0B2F-6DB8-4BEB-AE17-72938710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FE81A-4EB9-47FA-94F7-1EEECF92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0B10F-CA43-4EA1-922C-DC059456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5ED97-DCB9-40D3-A7FB-684B147C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B1289-5450-44A0-9E61-B4C3F239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4/7</a:t>
            </a:r>
          </a:p>
        </p:txBody>
      </p:sp>
    </p:spTree>
    <p:extLst>
      <p:ext uri="{BB962C8B-B14F-4D97-AF65-F5344CB8AC3E}">
        <p14:creationId xmlns:p14="http://schemas.microsoft.com/office/powerpoint/2010/main" val="14664147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8876E-A475-493B-8665-064F4D3A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D2491-16AC-4257-A149-1A4C4B2F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AC552-ABB5-44D1-852A-BBD10492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84A9B-C3F1-4B87-8960-CAEEB0F5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40FCD-2956-464F-A42A-1C87B133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9D3DF-DA6C-4FC8-AFA4-78D6D544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89CDD-00A5-4E80-AF8F-97065CAE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C4BC0-D07A-467C-822D-01162B37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D8B21-CC96-4308-85A7-0427725D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8519D-6FEB-4005-927D-648B87C6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6E46B-C78D-4DB9-9FEB-3B12FDC0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04E90-2E4D-449B-9D72-3C6B9BCE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68B8B-D5A2-48CE-83DB-0B58F5E9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F27AD-C452-42DF-A005-94122233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02F9F-3CA2-4B6C-BE86-F19F54A5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5/7</a:t>
            </a:r>
          </a:p>
        </p:txBody>
      </p:sp>
    </p:spTree>
    <p:extLst>
      <p:ext uri="{BB962C8B-B14F-4D97-AF65-F5344CB8AC3E}">
        <p14:creationId xmlns:p14="http://schemas.microsoft.com/office/powerpoint/2010/main" val="5640295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D8872-1E93-44CF-8873-D5650016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CE3E1-A7A3-4ADD-B23F-A5E01B9D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A3BB2-C8FC-41FB-ABE4-1E2EBB0E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0D204-5B52-43D8-92E7-22F0AFF6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F98A2-3ECA-4B40-B435-E44A1FDB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AB9D0-B9E0-4DA7-A679-FBAED7A7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A3D66-C435-424A-A5D0-B394065A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D4D80-4BC6-4865-B14E-71581B7B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E22CA-476F-48EE-9B56-3A7E2E60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3E0A4-9531-434D-837A-8E5B3339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23A4F-BB8E-4075-9F9E-C846C739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0CB5E-B4CB-48C6-B18F-E4EE73C3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4D8F3-1F20-4A92-9E5F-FDE983D9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62900-7766-4AF2-9486-7531E54B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52A1C-943E-4CB6-BD68-C6BFF08E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38F9A-4BED-475D-95AA-005548CB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ED498-6763-4CB6-AAD4-E6E16B28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98CCF-21D9-4263-AC38-4EAD55B1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0B3EF-E542-440F-AFFE-736007BD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71089-1675-48F8-8E84-BABEA9AA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066FC6-7661-4060-B5FC-C8B27B59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A84B3-935D-40EC-BE34-DAED4D0E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89F84-85EC-44F9-9F63-867E3FAF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D49159-2B68-4197-9D68-32FE5D3B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160425-6453-401A-BCA9-1299B1C4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E36B8-C25A-4E73-902B-5261ABC0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6/7</a:t>
            </a:r>
          </a:p>
        </p:txBody>
      </p:sp>
    </p:spTree>
    <p:extLst>
      <p:ext uri="{BB962C8B-B14F-4D97-AF65-F5344CB8AC3E}">
        <p14:creationId xmlns:p14="http://schemas.microsoft.com/office/powerpoint/2010/main" val="19934842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8B6DA-D04C-4D8F-9BB9-084D7D32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7F3F2-165F-4FE6-B66C-D872AC9F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3A45C-130C-4B22-A743-B4C604CD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E00C2-EA30-4146-BC00-7CD46B20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35BD0-ACB2-48A4-AA97-659F0140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7A244-70C6-4B36-9BFF-A593C3D4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5C99A-6A6C-4C50-BA4A-40C286BC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759D0-7265-4710-8A94-2256F2EA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7/7</a:t>
            </a:r>
          </a:p>
        </p:txBody>
      </p:sp>
    </p:spTree>
    <p:extLst>
      <p:ext uri="{BB962C8B-B14F-4D97-AF65-F5344CB8AC3E}">
        <p14:creationId xmlns:p14="http://schemas.microsoft.com/office/powerpoint/2010/main" val="1169038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2026-08-24T06:38:55.5620000Z</dcterms:created>
  <dcterms:modified xsi:type="dcterms:W3CDTF">2026-08-24T06:38:55.5620000Z</dcterms:modified>
</coreProperties>
</file>