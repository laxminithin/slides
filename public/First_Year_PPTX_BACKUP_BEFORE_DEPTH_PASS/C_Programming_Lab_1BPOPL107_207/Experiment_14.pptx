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2245ffa89f4139" /><Relationship Type="http://schemas.openxmlformats.org/officeDocument/2006/relationships/extended-properties" Target="/docProps/app.xml" Id="R9dfbac9135904658" /><Relationship Type="http://schemas.openxmlformats.org/officeDocument/2006/relationships/officeDocument" Target="/ppt/presentation.xml" Id="R21d578f88f274f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afcefb33f74acf"/>
  </p:sldMasterIdLst>
  <p:notesMasterIdLst>
    <p:notesMasterId xmlns:r="http://schemas.openxmlformats.org/officeDocument/2006/relationships" r:id="R3f7ffa784c8d43b4"/>
  </p:notesMasterIdLst>
  <p:sldIdLst>
    <p:sldId xmlns:r="http://schemas.openxmlformats.org/officeDocument/2006/relationships" id="256" r:id="Rc294e0e646fd4310"/>
    <p:sldId xmlns:r="http://schemas.openxmlformats.org/officeDocument/2006/relationships" id="257" r:id="Rccbcd60b199e4ddd"/>
    <p:sldId xmlns:r="http://schemas.openxmlformats.org/officeDocument/2006/relationships" id="258" r:id="R4454cf9e934d44c8"/>
    <p:sldId xmlns:r="http://schemas.openxmlformats.org/officeDocument/2006/relationships" id="259" r:id="Rf81107706ce84e92"/>
    <p:sldId xmlns:r="http://schemas.openxmlformats.org/officeDocument/2006/relationships" id="260" r:id="R0f3f3f5b3496476d"/>
    <p:sldId xmlns:r="http://schemas.openxmlformats.org/officeDocument/2006/relationships" id="261" r:id="R541e0c59f5dc407e"/>
    <p:sldId xmlns:r="http://schemas.openxmlformats.org/officeDocument/2006/relationships" id="262" r:id="R42bfac52d0db49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5a872a9090422a" /><Relationship Type="http://schemas.openxmlformats.org/officeDocument/2006/relationships/slideMaster" Target="/ppt/slideMasters/slideMaster1.xml" Id="R56afcefb33f74acf" /><Relationship Type="http://schemas.openxmlformats.org/officeDocument/2006/relationships/notesMaster" Target="/ppt/notesMasters/notesMaster1.xml" Id="R3f7ffa784c8d43b4" /><Relationship Type="http://schemas.openxmlformats.org/officeDocument/2006/relationships/presProps" Target="/ppt/presProps.xml" Id="Rfbdd10284b9b4804" /><Relationship Type="http://schemas.openxmlformats.org/officeDocument/2006/relationships/tableStyles" Target="/ppt/tableStyles.xml" Id="R6ff9d9e0816f4541" /><Relationship Type="http://schemas.openxmlformats.org/officeDocument/2006/relationships/slide" Target="/ppt/slides/slide1.xml" Id="Rc294e0e646fd4310" /><Relationship Type="http://schemas.openxmlformats.org/officeDocument/2006/relationships/slide" Target="/ppt/slides/slide2.xml" Id="Rccbcd60b199e4ddd" /><Relationship Type="http://schemas.openxmlformats.org/officeDocument/2006/relationships/slide" Target="/ppt/slides/slide3.xml" Id="R4454cf9e934d44c8" /><Relationship Type="http://schemas.openxmlformats.org/officeDocument/2006/relationships/slide" Target="/ppt/slides/slide4.xml" Id="Rf81107706ce84e92" /><Relationship Type="http://schemas.openxmlformats.org/officeDocument/2006/relationships/slide" Target="/ppt/slides/slide5.xml" Id="R0f3f3f5b3496476d" /><Relationship Type="http://schemas.openxmlformats.org/officeDocument/2006/relationships/slide" Target="/ppt/slides/slide6.xml" Id="R541e0c59f5dc407e" /><Relationship Type="http://schemas.openxmlformats.org/officeDocument/2006/relationships/slide" Target="/ppt/slides/slide7.xml" Id="R42bfac52d0db49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8fc3ae1074f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4eaa7ce34142ec" /><Relationship Type="http://schemas.openxmlformats.org/officeDocument/2006/relationships/notesMaster" Target="/ppt/notesMasters/notesMaster1.xml" Id="R77f45748f4d3489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697eac95142dd" /><Relationship Type="http://schemas.openxmlformats.org/officeDocument/2006/relationships/notesMaster" Target="/ppt/notesMasters/notesMaster1.xml" Id="Rfca45abfce6b49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6443d452bc47a0" /><Relationship Type="http://schemas.openxmlformats.org/officeDocument/2006/relationships/notesMaster" Target="/ppt/notesMasters/notesMaster1.xml" Id="R5e23d2dd2f9347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c0d8528c4e40d0" /><Relationship Type="http://schemas.openxmlformats.org/officeDocument/2006/relationships/notesMaster" Target="/ppt/notesMasters/notesMaster1.xml" Id="R635cccfe923748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34462e3e2c4513" /><Relationship Type="http://schemas.openxmlformats.org/officeDocument/2006/relationships/notesMaster" Target="/ppt/notesMasters/notesMaster1.xml" Id="Rb62b1693073e48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04f81ff0a3443e" /><Relationship Type="http://schemas.openxmlformats.org/officeDocument/2006/relationships/notesMaster" Target="/ppt/notesMasters/notesMaster1.xml" Id="R644b8d80c5b54e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29cdaa2484805" /><Relationship Type="http://schemas.openxmlformats.org/officeDocument/2006/relationships/notesMaster" Target="/ppt/notesMasters/notesMaster1.xml" Id="R8bfc3ef49bef4a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99ac0bdea445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7f694478794896" /><Relationship Type="http://schemas.openxmlformats.org/officeDocument/2006/relationships/slideLayout" Target="/ppt/slideLayouts/slideLayout1.xml" Id="R9b9d3e5160214a9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9d3e5160214a9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0b922b4be0460c" /><Relationship Type="http://schemas.openxmlformats.org/officeDocument/2006/relationships/notesSlide" Target="/ppt/notesSlides/notesSlide1.xml" Id="R84f553c1012944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e0e7e4a234eae" /><Relationship Type="http://schemas.openxmlformats.org/officeDocument/2006/relationships/notesSlide" Target="/ppt/notesSlides/notesSlide2.xml" Id="R9f3e0be4b19c46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d89fb2771463a" /><Relationship Type="http://schemas.openxmlformats.org/officeDocument/2006/relationships/notesSlide" Target="/ppt/notesSlides/notesSlide3.xml" Id="R8a3bdfa47df842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3c6e125124384" /><Relationship Type="http://schemas.openxmlformats.org/officeDocument/2006/relationships/notesSlide" Target="/ppt/notesSlides/notesSlide4.xml" Id="R0c4284eb54df49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3b68d3b2e4395" /><Relationship Type="http://schemas.openxmlformats.org/officeDocument/2006/relationships/notesSlide" Target="/ppt/notesSlides/notesSlide5.xml" Id="R3ec211504d484c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f8e38dfcd4ee3" /><Relationship Type="http://schemas.openxmlformats.org/officeDocument/2006/relationships/notesSlide" Target="/ppt/notesSlides/notesSlide6.xml" Id="R18ff3162829d4e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8890a67434d9a" /><Relationship Type="http://schemas.openxmlformats.org/officeDocument/2006/relationships/notesSlide" Target="/ppt/notesSlides/notesSlide7.xml" Id="R3cafb0a9a4d147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74BB8-5C92-467A-BA92-E5D69F9B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7205B6-1E0D-459D-8AB4-628A0EA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A local library needs to store and display details of its books, including title, author, and year of publication. Desig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19E3D-2A6A-41DA-93A9-D50C26B3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 Programming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1BPOPL107/207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3CE70-6288-4EFC-A4A5-9D4D9377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E60A1-4C31-448E-877A-3670C44FC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5441D8-83C5-4CB8-A549-319505F1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444BDD-5898-4197-A18B-967D6E64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28D58-3A2B-4252-9B53-BCE2014F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D44AF6-C1D2-4F4D-BE7E-BF948BA5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0E703-80FB-41D9-9BB6-E24A3055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F9A50-BEC0-4446-9021-94D6551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D7289-E703-4365-A5D8-C63FFC46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74A829-B19B-43C2-8CFF-3EBA4796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EA5117-B822-4414-8709-C247F03B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6F9D91-6D85-423A-B32D-86B822CB0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14 | 1/7</a:t>
            </a:r>
          </a:p>
        </p:txBody>
      </p:sp>
    </p:spTree>
    <p:extLst>
      <p:ext uri="{BB962C8B-B14F-4D97-AF65-F5344CB8AC3E}">
        <p14:creationId xmlns:p14="http://schemas.microsoft.com/office/powerpoint/2010/main" val="16530030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4A516D-2F1E-4E17-B146-1ACC3436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C08C2-2615-4A63-B94D-4869E9429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21841B-4968-4E6D-993A-15E2AF0F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43FD1-8185-4E30-8299-6A5BA014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A local library needs to store and display details of its books, including title, author, and year of publication. Desig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71AFF-3188-4FF1-A196-F02CC099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D5E13-D28C-480D-A32C-3A0783F1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6F37CD-85D1-40D3-840C-4F2C1A2C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E47F0-44FF-4074-9A16-6EEE3AC7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40608-197A-4570-A0CA-BAA3A86A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A5515-9438-4B0F-8EFA-C1B4837E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9CEBE-D5AA-481C-A27B-21E683E3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641BA-E420-4A9D-A596-9D64151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C194A-B50D-4B4D-8057-6909C4D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963FD1-B7F9-4C86-A16C-8BDB9040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CB983A-227E-4992-B29E-C2E74AB6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B913E-560B-413B-B2BD-D74217BB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14 | 2/7</a:t>
            </a:r>
          </a:p>
        </p:txBody>
      </p:sp>
    </p:spTree>
    <p:extLst>
      <p:ext uri="{BB962C8B-B14F-4D97-AF65-F5344CB8AC3E}">
        <p14:creationId xmlns:p14="http://schemas.microsoft.com/office/powerpoint/2010/main" val="4046351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C268B-3831-46C5-A002-EE2EF7B3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3EE87E-623B-4054-A3F9-C5EB8D22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509A3-CC77-4FB1-9DF7-4C9120F7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937FE-B952-4397-BBE5-BF8B507C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local library needs to store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display details of its books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including title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and year of publication. Design a structure that can hold these details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develop a C program to display a list of all books entered. LAB COURSE (1 Credit)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CA3BD-1464-4E6D-B67B-4D00CFE6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B619B-1AE8-4094-94CE-1A3F19B7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9F870E-23A4-4584-A44D-FA31265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8622A-2353-4116-A7D7-F212669A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D9A37B-8C39-4471-9BD4-6D80855E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needs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2F7DF-7DE1-46BC-AD08-64B009D58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E0564-74A4-4DE2-BB60-017BBB25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5E8086-AFFD-4F2F-9E64-5793F8F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8B48C-92F5-432A-A1B1-D53A840C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display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208027-654A-4801-94ED-8A92A80F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165F2A-BF2A-4E29-B66F-12D8A23B3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14 | 3/7</a:t>
            </a:r>
          </a:p>
        </p:txBody>
      </p:sp>
    </p:spTree>
    <p:extLst>
      <p:ext uri="{BB962C8B-B14F-4D97-AF65-F5344CB8AC3E}">
        <p14:creationId xmlns:p14="http://schemas.microsoft.com/office/powerpoint/2010/main" val="10362571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68671-6097-498B-A29E-827BE101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45A78-094A-46C0-B94B-501349CB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5C6899-6933-44FA-B55C-DAE775085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5CE04-C8D1-4919-98C6-E1B93F94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BB187-9096-4376-ABC1-2D408CA3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5F006-5BD3-4616-8709-E278356D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5900D-A27B-491E-A0C6-018B5CFC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B5C17-FCB8-41F1-8045-33DAE487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14 | 4/7</a:t>
            </a:r>
          </a:p>
        </p:txBody>
      </p:sp>
    </p:spTree>
    <p:extLst>
      <p:ext uri="{BB962C8B-B14F-4D97-AF65-F5344CB8AC3E}">
        <p14:creationId xmlns:p14="http://schemas.microsoft.com/office/powerpoint/2010/main" val="6873436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56128-A184-4462-BE78-86DB5671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F07C7-F323-41F3-B13B-E33082B2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AF3F74-710C-4FB5-9301-5DE3A0C5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9B94F-1BDB-4955-9B2D-FEBD8D8F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EE8B9-A662-4790-8C77-14DF74DA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58F13-F6CD-4FC1-8AC5-EDA37EC4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31197-0333-4E2B-8616-3368EC00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E7BA08-D7B0-45BA-9B6F-008213DA6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5671E-0AB5-4160-BF47-D8AA0A7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E7A2F-A318-4811-B873-3EE25974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D8D2C2-D1BC-4B1C-B831-F25E4817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16F6D-F57D-44A6-915D-8A214AAA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40521-23BC-4560-8880-57A4E7E9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3371E-97B6-4DA4-B75A-C42BBB6B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5E085-E98F-4D3C-872B-52AC0D16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14 | 5/7</a:t>
            </a:r>
          </a:p>
        </p:txBody>
      </p:sp>
    </p:spTree>
    <p:extLst>
      <p:ext uri="{BB962C8B-B14F-4D97-AF65-F5344CB8AC3E}">
        <p14:creationId xmlns:p14="http://schemas.microsoft.com/office/powerpoint/2010/main" val="734515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47CB1-6564-4195-9923-0A311FA5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8182F4-5209-472E-9366-B09832A4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06211-0D08-4D48-94A4-40FC5EE6A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577401-5BC0-43CD-8C86-CD90419B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91E4AD-30F0-458F-A9F4-02D0A6F3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D1AEB-7600-489C-9186-0630FB68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E6F8DC-A353-4618-85D3-FCDA7825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BA25D-1A28-4C2C-8A46-EDC8E8F3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9CA5B-C13E-4D29-AE81-C6D7C12B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CC37E-B7E1-4A84-9719-F7981011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46E32-D404-4DCE-9671-C0F3F27B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92A42-6256-4F1A-AAB1-68215713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CD7C4-1FCE-4A2C-9A0D-9D02D2C8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AEF63-2D68-4CF9-BCF5-F40046FA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E72125-49C4-4BF9-8173-FB44A993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4AD495-DC02-45AC-9961-EDD72122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553B8-8454-4271-8A4D-E3DE97EA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C5A7CE-C3C0-4CA0-8C65-D461FA81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F5C2CD-040F-4E2C-8723-6F066B0F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347A17-80B2-4CFA-9077-33F18784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AEC5A-639C-440D-AF99-05571D94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3CC5F-3BC9-44CF-A33F-20E5F5AD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AE099-B12B-4AAA-AE46-C8D985CE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333A10-EF7B-4795-A7E3-33072B156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EF0335-497A-4E82-91D5-DE1B5739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FBA40-F51A-4667-9BBE-06F418560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14 | 6/7</a:t>
            </a:r>
          </a:p>
        </p:txBody>
      </p:sp>
    </p:spTree>
    <p:extLst>
      <p:ext uri="{BB962C8B-B14F-4D97-AF65-F5344CB8AC3E}">
        <p14:creationId xmlns:p14="http://schemas.microsoft.com/office/powerpoint/2010/main" val="624011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6223F-9E7C-4E45-BBA4-066945A4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1BPOPL107/207 | Experiment 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E7D68-04F7-4523-A4CF-23866CEA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0707B-08DE-48CD-BCB2-30D79440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AA6E3-A750-44DB-8621-B28A9946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E1827-1B89-4E26-8CD1-0C9B50D1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A9C69-F840-49FA-9ED3-E8ECD913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41371-2FCE-44B7-8096-D9432EBE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 Programming Lab | 1BPOPL107/207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538BEF-86A6-424E-9322-25482471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14 | 7/7</a:t>
            </a:r>
          </a:p>
        </p:txBody>
      </p:sp>
    </p:spTree>
    <p:extLst>
      <p:ext uri="{BB962C8B-B14F-4D97-AF65-F5344CB8AC3E}">
        <p14:creationId xmlns:p14="http://schemas.microsoft.com/office/powerpoint/2010/main" val="6906099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2026-08-24T06:38:55.6520000Z</dcterms:created>
  <dcterms:modified xsi:type="dcterms:W3CDTF">2026-08-24T06:38:55.6520000Z</dcterms:modified>
</coreProperties>
</file>