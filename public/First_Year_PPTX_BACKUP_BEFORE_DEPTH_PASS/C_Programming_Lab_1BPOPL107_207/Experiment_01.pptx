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e46fa59984922" /><Relationship Type="http://schemas.openxmlformats.org/officeDocument/2006/relationships/extended-properties" Target="/docProps/app.xml" Id="R278656e815c24b31" /><Relationship Type="http://schemas.openxmlformats.org/officeDocument/2006/relationships/officeDocument" Target="/ppt/presentation.xml" Id="R96606ad14c5845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6e99ff01c4559"/>
  </p:sldMasterIdLst>
  <p:notesMasterIdLst>
    <p:notesMasterId xmlns:r="http://schemas.openxmlformats.org/officeDocument/2006/relationships" r:id="Ra9e5fa755e9644a0"/>
  </p:notesMasterIdLst>
  <p:sldIdLst>
    <p:sldId xmlns:r="http://schemas.openxmlformats.org/officeDocument/2006/relationships" id="256" r:id="Ra3f3026853284bf8"/>
    <p:sldId xmlns:r="http://schemas.openxmlformats.org/officeDocument/2006/relationships" id="257" r:id="Rc95999032e824885"/>
    <p:sldId xmlns:r="http://schemas.openxmlformats.org/officeDocument/2006/relationships" id="258" r:id="R5966227543e64c38"/>
    <p:sldId xmlns:r="http://schemas.openxmlformats.org/officeDocument/2006/relationships" id="259" r:id="R0879535eaff84f93"/>
    <p:sldId xmlns:r="http://schemas.openxmlformats.org/officeDocument/2006/relationships" id="260" r:id="R38dc0a1a9f434e5b"/>
    <p:sldId xmlns:r="http://schemas.openxmlformats.org/officeDocument/2006/relationships" id="261" r:id="R48772fd1657240e4"/>
    <p:sldId xmlns:r="http://schemas.openxmlformats.org/officeDocument/2006/relationships" id="262" r:id="Re56012005ce7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094ec25fd9413e" /><Relationship Type="http://schemas.openxmlformats.org/officeDocument/2006/relationships/slideMaster" Target="/ppt/slideMasters/slideMaster1.xml" Id="Rfb36e99ff01c4559" /><Relationship Type="http://schemas.openxmlformats.org/officeDocument/2006/relationships/notesMaster" Target="/ppt/notesMasters/notesMaster1.xml" Id="Ra9e5fa755e9644a0" /><Relationship Type="http://schemas.openxmlformats.org/officeDocument/2006/relationships/presProps" Target="/ppt/presProps.xml" Id="R2907415e301b4e36" /><Relationship Type="http://schemas.openxmlformats.org/officeDocument/2006/relationships/tableStyles" Target="/ppt/tableStyles.xml" Id="R8dcd8db7e8c8473f" /><Relationship Type="http://schemas.openxmlformats.org/officeDocument/2006/relationships/slide" Target="/ppt/slides/slide1.xml" Id="Ra3f3026853284bf8" /><Relationship Type="http://schemas.openxmlformats.org/officeDocument/2006/relationships/slide" Target="/ppt/slides/slide2.xml" Id="Rc95999032e824885" /><Relationship Type="http://schemas.openxmlformats.org/officeDocument/2006/relationships/slide" Target="/ppt/slides/slide3.xml" Id="R5966227543e64c38" /><Relationship Type="http://schemas.openxmlformats.org/officeDocument/2006/relationships/slide" Target="/ppt/slides/slide4.xml" Id="R0879535eaff84f93" /><Relationship Type="http://schemas.openxmlformats.org/officeDocument/2006/relationships/slide" Target="/ppt/slides/slide5.xml" Id="R38dc0a1a9f434e5b" /><Relationship Type="http://schemas.openxmlformats.org/officeDocument/2006/relationships/slide" Target="/ppt/slides/slide6.xml" Id="R48772fd1657240e4" /><Relationship Type="http://schemas.openxmlformats.org/officeDocument/2006/relationships/slide" Target="/ppt/slides/slide7.xml" Id="Re56012005ce7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aaa9ef98d547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5aff9a87541a6" /><Relationship Type="http://schemas.openxmlformats.org/officeDocument/2006/relationships/notesMaster" Target="/ppt/notesMasters/notesMaster1.xml" Id="Rbaa0315c95b64f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da443f87d243d5" /><Relationship Type="http://schemas.openxmlformats.org/officeDocument/2006/relationships/notesMaster" Target="/ppt/notesMasters/notesMaster1.xml" Id="Ra186ce022dd947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1a77f6e7b348f4" /><Relationship Type="http://schemas.openxmlformats.org/officeDocument/2006/relationships/notesMaster" Target="/ppt/notesMasters/notesMaster1.xml" Id="R03c97f87875a41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a7f9e58f741ad" /><Relationship Type="http://schemas.openxmlformats.org/officeDocument/2006/relationships/notesMaster" Target="/ppt/notesMasters/notesMaster1.xml" Id="Rc0f6c0dd722547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0383d5f6cb4f49" /><Relationship Type="http://schemas.openxmlformats.org/officeDocument/2006/relationships/notesMaster" Target="/ppt/notesMasters/notesMaster1.xml" Id="R474498879d874d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216de5dbff482a" /><Relationship Type="http://schemas.openxmlformats.org/officeDocument/2006/relationships/notesMaster" Target="/ppt/notesMasters/notesMaster1.xml" Id="R78a7408e7b3f4d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a4e57ee6b7490f" /><Relationship Type="http://schemas.openxmlformats.org/officeDocument/2006/relationships/notesMaster" Target="/ppt/notesMasters/notesMaster1.xml" Id="R751af42bc13b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468618212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2e8f22a851407b" /><Relationship Type="http://schemas.openxmlformats.org/officeDocument/2006/relationships/slideLayout" Target="/ppt/slideLayouts/slideLayout1.xml" Id="R151f4251e72844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1f4251e72844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dc787b0ce45ac" /><Relationship Type="http://schemas.openxmlformats.org/officeDocument/2006/relationships/notesSlide" Target="/ppt/notesSlides/notesSlide1.xml" Id="R0972d40af491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3b35282a04f9d" /><Relationship Type="http://schemas.openxmlformats.org/officeDocument/2006/relationships/notesSlide" Target="/ppt/notesSlides/notesSlide2.xml" Id="R29678627f521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545b0c9864915" /><Relationship Type="http://schemas.openxmlformats.org/officeDocument/2006/relationships/notesSlide" Target="/ppt/notesSlides/notesSlide3.xml" Id="Ra62f19bec7a14c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b1bd37e34c2a" /><Relationship Type="http://schemas.openxmlformats.org/officeDocument/2006/relationships/notesSlide" Target="/ppt/notesSlides/notesSlide4.xml" Id="R68a53143998843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9dba406d54980" /><Relationship Type="http://schemas.openxmlformats.org/officeDocument/2006/relationships/notesSlide" Target="/ppt/notesSlides/notesSlide5.xml" Id="Rde74e2ea172f4f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c28f91e7a439f" /><Relationship Type="http://schemas.openxmlformats.org/officeDocument/2006/relationships/notesSlide" Target="/ppt/notesSlides/notesSlide6.xml" Id="Rf965edec5fbb4c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6e79d149f49dd" /><Relationship Type="http://schemas.openxmlformats.org/officeDocument/2006/relationships/notesSlide" Target="/ppt/notesSlides/notesSlide7.xml" Id="Rb93e5ed642794c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08A9D-1B76-4D20-84D4-A161980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F2AC1-495E-4A61-A39C-BED89D22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robot needs to find how far it must travel between two points on a 2D plane. Develop a C program to calculate the stra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F6F71-EAF8-44AD-8C6D-C56A821E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2FA6C-6C4E-466F-829D-60A3DD2A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238D7-0D92-4BFA-8C8A-961D0A01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AC685-177F-4010-96A5-8F1C724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7E166-7B08-46B4-9B80-FC59187A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ABBAF-54CB-4B85-88C8-BDC9BD9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77188-981A-4CF2-8CCB-D8BA4E0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44B09-85DF-4E67-815D-C4C4F78C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AF230-CDED-4AF3-892D-6E55C35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EAE3F-5333-447F-AB6C-1D5EBFFA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CEFAB-C8A9-42FF-8300-3926119A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5B5E5-0F61-4F99-94A3-70890B0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E9378-43E5-49F9-BF3E-E6022715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1/7</a:t>
            </a:r>
          </a:p>
        </p:txBody>
      </p:sp>
    </p:spTree>
    <p:extLst>
      <p:ext uri="{BB962C8B-B14F-4D97-AF65-F5344CB8AC3E}">
        <p14:creationId xmlns:p14="http://schemas.microsoft.com/office/powerpoint/2010/main" val="889481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711D3-F65B-452E-8C11-D9CC4858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03050-6273-4FD9-A645-D284DDF0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070F9-C5E3-484A-91AC-E3661066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F6BA4-BF08-450E-B4D3-D7DD9367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robot needs to find how far it must travel between two points on a 2D plane. Develop a C program to calculate the 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41E8-D2C5-45D9-9327-B0F6264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E96BB-2E4E-46E3-81EC-17A66C4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5BC97-AF5C-47D4-9B4E-5554C555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A7DE7-1F6E-4A72-B429-33C93B2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76AF5-F868-4F0C-9507-AB71D4BB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867F7-6FCC-4C7E-85C5-A5091875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655CD-8E3F-436A-8BF6-B3D09BE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16FD9-92EB-4897-989E-92A1C85F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4DB76-6DA6-4971-8E80-998CC8E7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C8EAB-ADAE-4D0A-B8E5-0278B075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33C93-BA7A-4A93-A50C-9726C70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6145D-CD72-480E-89E7-BB8EB79A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2/7</a:t>
            </a:r>
          </a:p>
        </p:txBody>
      </p:sp>
    </p:spTree>
    <p:extLst>
      <p:ext uri="{BB962C8B-B14F-4D97-AF65-F5344CB8AC3E}">
        <p14:creationId xmlns:p14="http://schemas.microsoft.com/office/powerpoint/2010/main" val="1492117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2E2AB-E03B-4EC4-8C5C-E973498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49B3A-475F-4B36-8D58-3B1A175F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A97E9-B28D-4A29-8571-AE503BB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BA8C5-B35B-44D1-AACF-2203D1C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robot needs to find how far it must travel between two points on a 2D plane. Develop a C program to calculate the straight-line distance between the given coordinates.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FF1F8-2751-411B-8069-F081BD1E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robot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F78FC-0609-410D-AA0F-6ADD8E4C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1BC3-E8FC-4A82-BD4A-24A1788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needs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065A8-AC4C-438E-B22E-7E5CD483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7ED7D-BF90-4275-8F90-DEFE5C94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4789E-9563-4951-AAF0-BB78F4C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9009B-C9A3-4B56-BC94-161DB266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7B8A2-8D71-4E97-860D-9541F9C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AFBC3-E520-4022-9E39-67114B10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2B64A-879F-4F77-9B13-0C90DF3C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0694E-3017-4760-834F-060FE412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3/7</a:t>
            </a:r>
          </a:p>
        </p:txBody>
      </p:sp>
    </p:spTree>
    <p:extLst>
      <p:ext uri="{BB962C8B-B14F-4D97-AF65-F5344CB8AC3E}">
        <p14:creationId xmlns:p14="http://schemas.microsoft.com/office/powerpoint/2010/main" val="2076805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5EB4F-04B5-4871-983E-7BCE2101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222D7-9E60-47AD-9986-E99B9153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984CE-225B-4E44-AEFE-AE294B51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A0F3A-B70E-47D3-9739-32F3349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637D3-FE93-4D6F-AD03-B0FE803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CB112-88F4-45C2-8046-9A48CEBB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477E8-01A7-4AD6-8FB9-7431CACA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6BE8C-78B3-4061-B844-502DC0F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4/7</a:t>
            </a:r>
          </a:p>
        </p:txBody>
      </p:sp>
    </p:spTree>
    <p:extLst>
      <p:ext uri="{BB962C8B-B14F-4D97-AF65-F5344CB8AC3E}">
        <p14:creationId xmlns:p14="http://schemas.microsoft.com/office/powerpoint/2010/main" val="1742539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B3235-24E3-4F51-AB9A-1348595A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DDCE9-932E-4C17-9F4C-6AD5AF0D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CE6E-C63F-421D-B7E1-A7D8C7E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3238-2237-4BDD-8D35-942FE46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F0755-59FA-40AC-9E79-B49283F8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CDF1A-BA19-455B-BD88-3F93F2D0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D6A6D-279F-448C-A640-E4309BCA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6602-BD1A-4C96-9E1C-1D92D9B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39456-7A6E-466C-B211-54813A2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4D32C-A640-440C-989A-E11A6289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4362B-5C7D-452F-9E18-CA872671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F3417-FDF5-4B82-B1EC-0A27ED93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5E1D9-9B6D-4214-A26B-7F10B4E8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C08D3-3797-46BA-99F2-850C3BE1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5A4D3-7845-4E5D-84FA-4C63AA6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5/7</a:t>
            </a:r>
          </a:p>
        </p:txBody>
      </p:sp>
    </p:spTree>
    <p:extLst>
      <p:ext uri="{BB962C8B-B14F-4D97-AF65-F5344CB8AC3E}">
        <p14:creationId xmlns:p14="http://schemas.microsoft.com/office/powerpoint/2010/main" val="1953418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D5F00-53DC-4B84-B524-EE6CF318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E9D4C-3C38-4541-AF3D-3F3D24B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EB69-178D-4693-BC0C-C4FA6282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25ED7-EB5B-4B7C-89A3-95360DD2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FCA21-6694-4575-AE40-8BC9E35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B5826-E4CF-4A82-B284-2241A8CB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E3B59-BCC0-4434-9684-950A4AC7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1D6A9-21A2-46A8-A63B-865238AE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B5C5D-1BB4-4E5F-AE72-8E9595A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A48D5-9DC0-440B-A4A6-F9817905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9EE15-3915-41A2-B89C-E26B3C49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FF0F4-53D9-4AB9-88E6-6B39FA81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B6814-A314-45D5-A64E-61BEBDCB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ECD01-DBBF-4317-AD5B-8C40D542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F4876-BE4D-47B8-A57E-EA24FF2F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AA8D8-58EA-4F0A-86D5-DD908B5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0CFD-C3ED-45A1-A59B-A478428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62DB6-F623-4CB6-A7C2-D5DE99E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5A74D-BA2F-46DC-8F04-233B416F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756FB-92BB-43BD-B7DE-0DB7610E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E372A-695D-4917-A709-55A7AEC2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EBEA1-D879-4A1C-B713-522AC325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4B39F-4386-468A-AB59-179250FF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7826B-B6BB-4F46-8F4D-502B8CED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F6DEB-4039-4822-80F5-B2E16C2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52C7F-D7F0-4AF3-8345-6CBE1CAC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6/7</a:t>
            </a:r>
          </a:p>
        </p:txBody>
      </p:sp>
    </p:spTree>
    <p:extLst>
      <p:ext uri="{BB962C8B-B14F-4D97-AF65-F5344CB8AC3E}">
        <p14:creationId xmlns:p14="http://schemas.microsoft.com/office/powerpoint/2010/main" val="1834405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C5FE9-E358-49EA-BE9A-DE5B5345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0592F-11F1-44B3-A17A-49C2FB2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51AA1-DC39-4E57-99F7-8A968109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7432B-2489-4358-A7D0-950510F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144FD-DCBF-4564-A310-968E963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096F4-B1F9-49BA-A017-31784C75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4EA26-B470-4E03-A4D0-9CA8AF3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5004A-EB99-4662-A1C2-92753FB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7/7</a:t>
            </a:r>
          </a:p>
        </p:txBody>
      </p:sp>
    </p:spTree>
    <p:extLst>
      <p:ext uri="{BB962C8B-B14F-4D97-AF65-F5344CB8AC3E}">
        <p14:creationId xmlns:p14="http://schemas.microsoft.com/office/powerpoint/2010/main" val="1568643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2026-08-24T06:38:55.0490000Z</dcterms:created>
  <dcterms:modified xsi:type="dcterms:W3CDTF">2026-08-24T06:38:55.0490000Z</dcterms:modified>
</coreProperties>
</file>