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75ca7c90dc4a02" /><Relationship Type="http://schemas.openxmlformats.org/officeDocument/2006/relationships/extended-properties" Target="/docProps/app.xml" Id="Rb4b2c026c8674a30" /><Relationship Type="http://schemas.openxmlformats.org/officeDocument/2006/relationships/officeDocument" Target="/ppt/presentation.xml" Id="R2c48dfeb5098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920de551648d5"/>
  </p:sldMasterIdLst>
  <p:notesMasterIdLst>
    <p:notesMasterId xmlns:r="http://schemas.openxmlformats.org/officeDocument/2006/relationships" r:id="R02c27ba23c2b441b"/>
  </p:notesMasterIdLst>
  <p:sldIdLst>
    <p:sldId xmlns:r="http://schemas.openxmlformats.org/officeDocument/2006/relationships" id="256" r:id="Rd4cbbe423c614fc2"/>
    <p:sldId xmlns:r="http://schemas.openxmlformats.org/officeDocument/2006/relationships" id="257" r:id="Re2dec41ca1db489e"/>
    <p:sldId xmlns:r="http://schemas.openxmlformats.org/officeDocument/2006/relationships" id="258" r:id="Rc670c185accc4d34"/>
    <p:sldId xmlns:r="http://schemas.openxmlformats.org/officeDocument/2006/relationships" id="259" r:id="R940ff6e4d4934357"/>
    <p:sldId xmlns:r="http://schemas.openxmlformats.org/officeDocument/2006/relationships" id="260" r:id="Re2e6134080dd4070"/>
    <p:sldId xmlns:r="http://schemas.openxmlformats.org/officeDocument/2006/relationships" id="261" r:id="R16fec0738d304b05"/>
    <p:sldId xmlns:r="http://schemas.openxmlformats.org/officeDocument/2006/relationships" id="262" r:id="R1976cfc38f484b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bb0e120014029" /><Relationship Type="http://schemas.openxmlformats.org/officeDocument/2006/relationships/slideMaster" Target="/ppt/slideMasters/slideMaster1.xml" Id="Rc6c920de551648d5" /><Relationship Type="http://schemas.openxmlformats.org/officeDocument/2006/relationships/notesMaster" Target="/ppt/notesMasters/notesMaster1.xml" Id="R02c27ba23c2b441b" /><Relationship Type="http://schemas.openxmlformats.org/officeDocument/2006/relationships/presProps" Target="/ppt/presProps.xml" Id="R8fd5f190f8614eac" /><Relationship Type="http://schemas.openxmlformats.org/officeDocument/2006/relationships/tableStyles" Target="/ppt/tableStyles.xml" Id="R3e9c63ca637541f7" /><Relationship Type="http://schemas.openxmlformats.org/officeDocument/2006/relationships/slide" Target="/ppt/slides/slide1.xml" Id="Rd4cbbe423c614fc2" /><Relationship Type="http://schemas.openxmlformats.org/officeDocument/2006/relationships/slide" Target="/ppt/slides/slide2.xml" Id="Re2dec41ca1db489e" /><Relationship Type="http://schemas.openxmlformats.org/officeDocument/2006/relationships/slide" Target="/ppt/slides/slide3.xml" Id="Rc670c185accc4d34" /><Relationship Type="http://schemas.openxmlformats.org/officeDocument/2006/relationships/slide" Target="/ppt/slides/slide4.xml" Id="R940ff6e4d4934357" /><Relationship Type="http://schemas.openxmlformats.org/officeDocument/2006/relationships/slide" Target="/ppt/slides/slide5.xml" Id="Re2e6134080dd4070" /><Relationship Type="http://schemas.openxmlformats.org/officeDocument/2006/relationships/slide" Target="/ppt/slides/slide6.xml" Id="R16fec0738d304b05" /><Relationship Type="http://schemas.openxmlformats.org/officeDocument/2006/relationships/slide" Target="/ppt/slides/slide7.xml" Id="R1976cfc38f484b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e07c94cfe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0b5ca23804db2" /><Relationship Type="http://schemas.openxmlformats.org/officeDocument/2006/relationships/notesMaster" Target="/ppt/notesMasters/notesMaster1.xml" Id="R88d5bae304ba45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3c5391d2414623" /><Relationship Type="http://schemas.openxmlformats.org/officeDocument/2006/relationships/notesMaster" Target="/ppt/notesMasters/notesMaster1.xml" Id="R19c5058c1074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bae76a19be4d9d" /><Relationship Type="http://schemas.openxmlformats.org/officeDocument/2006/relationships/notesMaster" Target="/ppt/notesMasters/notesMaster1.xml" Id="R9a32e7ff97d547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4df68908c4f48" /><Relationship Type="http://schemas.openxmlformats.org/officeDocument/2006/relationships/notesMaster" Target="/ppt/notesMasters/notesMaster1.xml" Id="Rf61803293eb243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007dd266504a33" /><Relationship Type="http://schemas.openxmlformats.org/officeDocument/2006/relationships/notesMaster" Target="/ppt/notesMasters/notesMaster1.xml" Id="R9d0145fd7eba4b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90618fe43e44f5" /><Relationship Type="http://schemas.openxmlformats.org/officeDocument/2006/relationships/notesMaster" Target="/ppt/notesMasters/notesMaster1.xml" Id="R74dac91b710141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cbdf8c115482b" /><Relationship Type="http://schemas.openxmlformats.org/officeDocument/2006/relationships/notesMaster" Target="/ppt/notesMasters/notesMaster1.xml" Id="R2166e93e5260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91afd274d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d62df2d624342" /><Relationship Type="http://schemas.openxmlformats.org/officeDocument/2006/relationships/slideLayout" Target="/ppt/slideLayouts/slideLayout1.xml" Id="Rf100ef0e25664e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00ef0e25664e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161492ad54756" /><Relationship Type="http://schemas.openxmlformats.org/officeDocument/2006/relationships/notesSlide" Target="/ppt/notesSlides/notesSlide1.xml" Id="Ra20ae012a6d3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116c03fd646c5" /><Relationship Type="http://schemas.openxmlformats.org/officeDocument/2006/relationships/notesSlide" Target="/ppt/notesSlides/notesSlide2.xml" Id="R8d7909c67c56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dd0da9ad34425" /><Relationship Type="http://schemas.openxmlformats.org/officeDocument/2006/relationships/notesSlide" Target="/ppt/notesSlides/notesSlide3.xml" Id="Re299d44e630f4b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13e6e2cf54065" /><Relationship Type="http://schemas.openxmlformats.org/officeDocument/2006/relationships/notesSlide" Target="/ppt/notesSlides/notesSlide4.xml" Id="Rb7b5e6bdc39944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b70c811694569" /><Relationship Type="http://schemas.openxmlformats.org/officeDocument/2006/relationships/notesSlide" Target="/ppt/notesSlides/notesSlide5.xml" Id="R747fada9e8034b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fb497341d417b" /><Relationship Type="http://schemas.openxmlformats.org/officeDocument/2006/relationships/notesSlide" Target="/ppt/notesSlides/notesSlide6.xml" Id="R07956cadf78e42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a05bddf64a38" /><Relationship Type="http://schemas.openxmlformats.org/officeDocument/2006/relationships/notesSlide" Target="/ppt/notesSlides/notesSlide7.xml" Id="Rc019e6d0ca4e43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ECD59-0B65-42D1-9151-71F9867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7D2A2-AB6C-4474-AAA9-2014FC2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sports teacher has recorded the scores of students in a 100 -meter race. To prepare the result sheet, the teacher want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6FF5D-1A15-468C-AFF1-633D86E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E8D46-8FE1-44D9-A024-1F6B2C01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B4F7F-19CF-4C23-AA2D-0D62C122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4C44-0A50-40FD-80AB-BE68540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CC7C0-455C-4EAA-AD9D-0731C78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2B381-2ACA-4206-9C04-47C2318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62FE5-97AD-45CC-B385-40B3FCBB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176CF-9FAE-4EE7-BBCF-B8A5A6C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2A02F-DF71-4867-A92C-52329E80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ECA8A-E49D-44C4-82D3-6E44BF6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6402E-8ED7-4795-914B-054EAF8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74C68-3A94-416A-A54B-1ECE080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26D05-79D4-4AFF-A4A7-B607F48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1/7</a:t>
            </a:r>
          </a:p>
        </p:txBody>
      </p:sp>
    </p:spTree>
    <p:extLst>
      <p:ext uri="{BB962C8B-B14F-4D97-AF65-F5344CB8AC3E}">
        <p14:creationId xmlns:p14="http://schemas.microsoft.com/office/powerpoint/2010/main" val="849861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FC0DB-4CF5-4E34-B424-22571BC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45381-11A8-4F68-BCEE-9CA31A4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BDC41-1511-4A70-89E5-77AFFA4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6C008-BAF7-412D-A1AA-87D7ECC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sports teacher has recorded the scores of students in a 100 -meter race. To prepare the result sheet, the teacher want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734B5-26CC-4394-9AB9-16AA5B1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1576C-3373-4DC1-AE9C-DAA307E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39855-6D9D-4B84-9B51-E9E3384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D2B32-7E5B-4D4C-85BE-18193ED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AC1A2-F0C7-4FCD-AB09-3C83DD6A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729C5-7B14-4C24-98ED-559954B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A67CF-926F-48D7-B4BD-5048938A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9B311-2533-4234-A77C-705EBBF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0DD18-9B5D-495F-8154-CF22E07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6E309-E64F-44F2-BCB8-2BC399CD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0833D-734B-475C-8DBB-920196FF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A3B11-A8D0-4AE1-A0E1-42F4260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2/7</a:t>
            </a:r>
          </a:p>
        </p:txBody>
      </p:sp>
    </p:spTree>
    <p:extLst>
      <p:ext uri="{BB962C8B-B14F-4D97-AF65-F5344CB8AC3E}">
        <p14:creationId xmlns:p14="http://schemas.microsoft.com/office/powerpoint/2010/main" val="1974071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E8FDE-C1B4-4DF0-9FC6-B3FE428B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CBFCB-5D63-4285-AA51-E9D408E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2B11F-DCB6-4044-B1E4-D429D40A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C901-ECA8-4EDE-9D91-99E9DB8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sports teacher has recorded the scores of students in a 100 -meter race. To prepare the result sheet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teacher wants the scores arranged in descending order (from highest to lowest). Develop a C program to sort the scores.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9ED3-8528-4F15-B91B-C4AC0309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A3617-7BCD-4D00-AA04-5A07778B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2030-6FE5-4F87-BB5A-8674059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AC869-E2EA-41B5-9A99-110F3D2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277DB-54AC-47E2-A2EE-D84AB65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96212-2A23-4F42-8239-2A0F7ECC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743D4-E9E0-4510-8CF5-F46139F6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F8EF9-A775-4209-892E-BF1A4BB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86AB8-1411-47CC-8C0E-50A0C49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5BEF8-97BD-4E0C-8B3F-606F7A2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C12DF-EC3B-4FB4-910A-E6671A3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3/7</a:t>
            </a:r>
          </a:p>
        </p:txBody>
      </p:sp>
    </p:spTree>
    <p:extLst>
      <p:ext uri="{BB962C8B-B14F-4D97-AF65-F5344CB8AC3E}">
        <p14:creationId xmlns:p14="http://schemas.microsoft.com/office/powerpoint/2010/main" val="2022269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ECB76-BCB4-465F-91F1-88442ADF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7289C-920F-45C3-8FA3-564398E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19F8-EFFB-4C9A-B362-A0E6AD50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3A933-73FC-47E5-BD5B-5A6703A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6693A-E5A6-4AC9-BAED-0DC8799A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B15B9-3A5A-43ED-A994-6F979958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8B57-CB59-48E2-9BB0-22C1A8F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35EB4-1655-48CE-B33A-48274DA4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4/7</a:t>
            </a:r>
          </a:p>
        </p:txBody>
      </p:sp>
    </p:spTree>
    <p:extLst>
      <p:ext uri="{BB962C8B-B14F-4D97-AF65-F5344CB8AC3E}">
        <p14:creationId xmlns:p14="http://schemas.microsoft.com/office/powerpoint/2010/main" val="1731720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4DDBE-40E2-4DEC-A460-707A22B0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DA82-26AC-4195-BCA1-D0BCB70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19921-5A40-42A6-8886-798F3A6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4E191-333A-4C78-858E-35D1EFF1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2ED9A-3646-4C56-9153-95F0BBAF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50BC9-E37C-42B2-B1C3-527634D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E5F2E-F1AA-4ED2-ABD1-36D5FE8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C542D-9B96-42D3-B115-1B11E720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3AB11-643F-44EF-9D5D-EB3DA89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7DBA8-689B-4D5A-BAEF-7C81CC14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36444-DE59-49E8-A85D-E9B1FED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98F65-95FC-4325-8382-2991281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35207-C614-4991-BCAA-A015E29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BA8A5-684B-4CCF-9783-EA362B4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EFC2B-53A9-49F4-9833-2D2F78E2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5/7</a:t>
            </a:r>
          </a:p>
        </p:txBody>
      </p:sp>
    </p:spTree>
    <p:extLst>
      <p:ext uri="{BB962C8B-B14F-4D97-AF65-F5344CB8AC3E}">
        <p14:creationId xmlns:p14="http://schemas.microsoft.com/office/powerpoint/2010/main" val="912642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D8EDB-BF31-4705-A187-C751A93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213E0-2078-4355-A45F-37788DC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07F52-66BD-4BBD-A830-1984960D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07D66-874E-4665-8927-26BE3AB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E881F-5804-4A0F-B717-1ED9479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ACAAC-36D7-4145-9CC2-1A0E77E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2E047-6B44-473D-86BB-ACCE69E1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69F5B-E66B-41A0-93A0-50B58F27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7485B-9AFA-4692-A541-20C49AE4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BF8D7-9A8B-4801-9BAD-3BD8A2F1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FA151-FB0C-407B-929B-23506DC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4D613-58E8-464E-BFFF-35E8378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1457B-1B08-4BCA-A320-672C9FB4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153D7-70AD-42CB-8F9E-23DF4457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89DA9-C3DB-4C33-BCC0-85F1F20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44313-840C-4721-AA20-28B750AC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3B73C-21A0-4BAD-92E2-B1D8002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89E7C-AE14-4F4D-86F4-958045F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1B4FA-5CD4-4CE0-8115-1F7621E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E0C6E-7A44-4178-8CCF-8AB3DCFD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62AC6-7CA3-41F8-85C1-3D161C63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A9067-0C72-4A57-8634-F75D176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E0135-9FBE-4752-A9F2-42C35008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1BE9F-AF2F-4DEF-A132-A00AD875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4A3C9-9B61-4814-941A-55E254C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7586-3737-468D-851F-3D5A37D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6/7</a:t>
            </a:r>
          </a:p>
        </p:txBody>
      </p:sp>
    </p:spTree>
    <p:extLst>
      <p:ext uri="{BB962C8B-B14F-4D97-AF65-F5344CB8AC3E}">
        <p14:creationId xmlns:p14="http://schemas.microsoft.com/office/powerpoint/2010/main" val="1874163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E0B1D-1339-4645-91C6-EF1F8E5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BEDD9-787B-40F5-8855-85875E2C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C60A8-9401-4023-9DE8-C027804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BAC5E-586E-4C1A-900A-8B5D0722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13CCF-BE61-4318-980C-39669A9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4CAF6-947F-46CD-914D-105D339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308FD-AE47-4149-AB1D-2E8FBBB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2FF0B-560B-451C-A086-3949A85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7/7</a:t>
            </a:r>
          </a:p>
        </p:txBody>
      </p:sp>
    </p:spTree>
    <p:extLst>
      <p:ext uri="{BB962C8B-B14F-4D97-AF65-F5344CB8AC3E}">
        <p14:creationId xmlns:p14="http://schemas.microsoft.com/office/powerpoint/2010/main" val="1518460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2026-08-24T06:38:55.4610000Z</dcterms:created>
  <dcterms:modified xsi:type="dcterms:W3CDTF">2026-08-24T06:38:55.4610000Z</dcterms:modified>
</coreProperties>
</file>