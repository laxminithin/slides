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1ecd6b1fda4fcc" /><Relationship Type="http://schemas.openxmlformats.org/officeDocument/2006/relationships/extended-properties" Target="/docProps/app.xml" Id="R35c038cc95784892" /><Relationship Type="http://schemas.openxmlformats.org/officeDocument/2006/relationships/officeDocument" Target="/ppt/presentation.xml" Id="R0d8616345ef5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b60a7fd19a4f96"/>
  </p:sldMasterIdLst>
  <p:notesMasterIdLst>
    <p:notesMasterId xmlns:r="http://schemas.openxmlformats.org/officeDocument/2006/relationships" r:id="R5df9c67d86224d18"/>
  </p:notesMasterIdLst>
  <p:sldIdLst>
    <p:sldId xmlns:r="http://schemas.openxmlformats.org/officeDocument/2006/relationships" id="256" r:id="R04972ebaf7a249a7"/>
    <p:sldId xmlns:r="http://schemas.openxmlformats.org/officeDocument/2006/relationships" id="257" r:id="R2b03b0b7f03d4c63"/>
    <p:sldId xmlns:r="http://schemas.openxmlformats.org/officeDocument/2006/relationships" id="258" r:id="R46ae3bb07e5c4fa6"/>
    <p:sldId xmlns:r="http://schemas.openxmlformats.org/officeDocument/2006/relationships" id="259" r:id="R9ea866604bf948bf"/>
    <p:sldId xmlns:r="http://schemas.openxmlformats.org/officeDocument/2006/relationships" id="260" r:id="R473e3608560e4524"/>
    <p:sldId xmlns:r="http://schemas.openxmlformats.org/officeDocument/2006/relationships" id="261" r:id="Ree31c4830bc141d2"/>
    <p:sldId xmlns:r="http://schemas.openxmlformats.org/officeDocument/2006/relationships" id="262" r:id="Re07b28e7b99949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15c5afd2194d45" /><Relationship Type="http://schemas.openxmlformats.org/officeDocument/2006/relationships/slideMaster" Target="/ppt/slideMasters/slideMaster1.xml" Id="Racb60a7fd19a4f96" /><Relationship Type="http://schemas.openxmlformats.org/officeDocument/2006/relationships/notesMaster" Target="/ppt/notesMasters/notesMaster1.xml" Id="R5df9c67d86224d18" /><Relationship Type="http://schemas.openxmlformats.org/officeDocument/2006/relationships/presProps" Target="/ppt/presProps.xml" Id="R4b5fb2b3a3ce4a35" /><Relationship Type="http://schemas.openxmlformats.org/officeDocument/2006/relationships/tableStyles" Target="/ppt/tableStyles.xml" Id="Rdafe4af308d74691" /><Relationship Type="http://schemas.openxmlformats.org/officeDocument/2006/relationships/slide" Target="/ppt/slides/slide1.xml" Id="R04972ebaf7a249a7" /><Relationship Type="http://schemas.openxmlformats.org/officeDocument/2006/relationships/slide" Target="/ppt/slides/slide2.xml" Id="R2b03b0b7f03d4c63" /><Relationship Type="http://schemas.openxmlformats.org/officeDocument/2006/relationships/slide" Target="/ppt/slides/slide3.xml" Id="R46ae3bb07e5c4fa6" /><Relationship Type="http://schemas.openxmlformats.org/officeDocument/2006/relationships/slide" Target="/ppt/slides/slide4.xml" Id="R9ea866604bf948bf" /><Relationship Type="http://schemas.openxmlformats.org/officeDocument/2006/relationships/slide" Target="/ppt/slides/slide5.xml" Id="R473e3608560e4524" /><Relationship Type="http://schemas.openxmlformats.org/officeDocument/2006/relationships/slide" Target="/ppt/slides/slide6.xml" Id="Ree31c4830bc141d2" /><Relationship Type="http://schemas.openxmlformats.org/officeDocument/2006/relationships/slide" Target="/ppt/slides/slide7.xml" Id="Re07b28e7b999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8d3db0a1364a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50df9abcde43f9" /><Relationship Type="http://schemas.openxmlformats.org/officeDocument/2006/relationships/notesMaster" Target="/ppt/notesMasters/notesMaster1.xml" Id="R8b643e66ceed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2fb0a7f71c4823" /><Relationship Type="http://schemas.openxmlformats.org/officeDocument/2006/relationships/notesMaster" Target="/ppt/notesMasters/notesMaster1.xml" Id="R97cc0ac5c6544b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3b239d5b2a42d8" /><Relationship Type="http://schemas.openxmlformats.org/officeDocument/2006/relationships/notesMaster" Target="/ppt/notesMasters/notesMaster1.xml" Id="R65061781d31044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f27621235441cb" /><Relationship Type="http://schemas.openxmlformats.org/officeDocument/2006/relationships/notesMaster" Target="/ppt/notesMasters/notesMaster1.xml" Id="R2f3c7a65957846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91c9dca7404c29" /><Relationship Type="http://schemas.openxmlformats.org/officeDocument/2006/relationships/notesMaster" Target="/ppt/notesMasters/notesMaster1.xml" Id="Rd425079921c048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efb7483ef246fb" /><Relationship Type="http://schemas.openxmlformats.org/officeDocument/2006/relationships/notesMaster" Target="/ppt/notesMasters/notesMaster1.xml" Id="Rc0c7ab7b41c24a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a1d182c89455d" /><Relationship Type="http://schemas.openxmlformats.org/officeDocument/2006/relationships/notesMaster" Target="/ppt/notesMasters/notesMaster1.xml" Id="R1b265956abbe43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98ee2264f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4cf800697c4005" /><Relationship Type="http://schemas.openxmlformats.org/officeDocument/2006/relationships/slideLayout" Target="/ppt/slideLayouts/slideLayout1.xml" Id="Rd659cc2ba09d4d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9cc2ba09d4d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e4e461e0d41aa" /><Relationship Type="http://schemas.openxmlformats.org/officeDocument/2006/relationships/notesSlide" Target="/ppt/notesSlides/notesSlide1.xml" Id="R043afb6783fe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595443da54e45" /><Relationship Type="http://schemas.openxmlformats.org/officeDocument/2006/relationships/notesSlide" Target="/ppt/notesSlides/notesSlide2.xml" Id="R149a677f9d3945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2c97703494591" /><Relationship Type="http://schemas.openxmlformats.org/officeDocument/2006/relationships/notesSlide" Target="/ppt/notesSlides/notesSlide3.xml" Id="R42adf85e18ae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96c3629b5468b" /><Relationship Type="http://schemas.openxmlformats.org/officeDocument/2006/relationships/notesSlide" Target="/ppt/notesSlides/notesSlide4.xml" Id="Rf6fb80c04c6c49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2912693da427e" /><Relationship Type="http://schemas.openxmlformats.org/officeDocument/2006/relationships/notesSlide" Target="/ppt/notesSlides/notesSlide5.xml" Id="R59ddc1a4a8e8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040a47de2457d" /><Relationship Type="http://schemas.openxmlformats.org/officeDocument/2006/relationships/notesSlide" Target="/ppt/notesSlides/notesSlide6.xml" Id="R6b8edbc331d040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b5eb88e544c4e" /><Relationship Type="http://schemas.openxmlformats.org/officeDocument/2006/relationships/notesSlide" Target="/ppt/notesSlides/notesSlide7.xml" Id="Rc81d3e20050c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51F8C-A04F-40C5-A1E1-DFD6779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4E087-2B49-4172-8265-5A2508B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currency exchange booth allows users to convert between two currencies. Before confirming the exchange, the system 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8096F-264C-4B18-93D5-99FDDFC2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DC2A0-1476-490A-8891-ADFB7F74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B64F5-613C-45BC-AB73-B9646C2D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70698-EBA7-429A-9E36-732A5DE3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F0F64-FAD4-41DA-A5A8-9E34A32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90530-50D7-40F2-B22B-78F45833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FA6BF-B0C4-4F47-AA76-80BF04E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0840F-B166-403B-8746-5961B64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A8F66-A7F8-4C0B-9046-F520FB40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ED9D9-B8E4-406C-A517-6314148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50734-F8EE-4338-B806-25BEBAE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56F26-701B-4CD6-ADCF-5BB6053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51DF2-7A1A-4EDE-8E5B-941E7D8D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13 | 1/7</a:t>
            </a:r>
          </a:p>
        </p:txBody>
      </p:sp>
    </p:spTree>
    <p:extLst>
      <p:ext uri="{BB962C8B-B14F-4D97-AF65-F5344CB8AC3E}">
        <p14:creationId xmlns:p14="http://schemas.microsoft.com/office/powerpoint/2010/main" val="746059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FDC5C-2310-4D92-A407-3C01FE7D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15522-6FA1-4F91-8D5E-0673D636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166E2-D012-4524-964A-3006507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787FF-D89D-46EF-9C24-54D90A9E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currency exchange booth allows users to convert between two currencies. Before confirming the exchange, the system sim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7D6D4-4838-4630-AF2C-8BBDB34A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4415D-D084-4500-841E-81AF780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B39E7-F0DF-4AAA-97D8-330F62C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9DD8C-5E76-4F81-B40D-7BB94FD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7A6F3-AFD4-4ADB-BE4C-6DADB305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CD581-E980-45D1-837A-831E144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23D3E-09D8-4AAD-BC6D-3DD8BDC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519E6-D391-46AF-8C2E-F69AADF4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BB45F-4293-489F-9192-A6C7EAA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4FDD9-1A9D-4574-9C6E-FC4BF414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0BF72-495B-4E26-BF36-5680125F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82892-F28F-41E5-AE7B-A9936652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13 | 2/7</a:t>
            </a:r>
          </a:p>
        </p:txBody>
      </p:sp>
    </p:spTree>
    <p:extLst>
      <p:ext uri="{BB962C8B-B14F-4D97-AF65-F5344CB8AC3E}">
        <p14:creationId xmlns:p14="http://schemas.microsoft.com/office/powerpoint/2010/main" val="591795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F8528-B5F8-41EC-958D-70339033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16660-BBAA-40E0-ADF2-04EF9292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8967F-D3CA-4E83-B54F-C4B2DB54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CCCBB-C40F-46CA-B9BB-22196D1C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currency exchange booth allows users to convert between two currencies.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Before confirming the exchange, the system simulates a swap of the values to preview the result without actually changing the original data.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 other cases, it updates the actual val ues.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Develop a C program that implements both behaviours using Call by Value and Call by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19E73-E944-40CB-A3B2-01B8D3E8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currency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C4B9B-35D2-47E5-BBFA-169BDCB7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5EAB6-5029-4858-9A9D-8CD58BE0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BFE3B-18E6-4A81-B96F-6C41E636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9534C-D670-4282-A565-7A9AA53E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booth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9E390-8DD2-4B8E-91D0-AB163C92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36B11-E93B-413E-BFDB-E6067277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6D348-F439-4C91-A55C-74DD1527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63AA6-8903-48F7-A197-C64E5464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F28FF-2798-40E1-AE17-32A6B26D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589D2-E431-46D5-B0AD-45B9CF66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13 | 3/7</a:t>
            </a:r>
          </a:p>
        </p:txBody>
      </p:sp>
    </p:spTree>
    <p:extLst>
      <p:ext uri="{BB962C8B-B14F-4D97-AF65-F5344CB8AC3E}">
        <p14:creationId xmlns:p14="http://schemas.microsoft.com/office/powerpoint/2010/main" val="1416829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3A2C3-A275-48B1-8BFD-91DB2350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96C6C-F8D5-48A4-9015-C2C25848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D9D39-54D5-48CA-9D61-A368BE9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92078-BAF0-42B7-A7A6-7A92BE6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C3294-EAB7-44D2-BAF6-3731688B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17947-22D3-4690-A4D3-64ED4508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9B752-C915-46FC-A054-56379216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9560E-3B0E-469D-9018-8FCBE189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13 | 4/7</a:t>
            </a:r>
          </a:p>
        </p:txBody>
      </p:sp>
    </p:spTree>
    <p:extLst>
      <p:ext uri="{BB962C8B-B14F-4D97-AF65-F5344CB8AC3E}">
        <p14:creationId xmlns:p14="http://schemas.microsoft.com/office/powerpoint/2010/main" val="1604611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92C22-3E87-43D8-99CA-460AD707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31F1B-798E-4E37-BAB9-BE8888B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9A2BA-59AB-4726-B5DF-2DF395BD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A2B56-5581-4575-B839-813A4849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C3AD0-95E6-4C36-AACC-1371892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E727E-7C6A-4FBA-AFF6-456D8221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B6618-EF23-4812-B28B-9566362B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EAAB8-7C7A-4B8F-9517-17107CDF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B7EC3-DE30-4FA5-8627-8426E729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4A20B-541B-4BB6-A9B8-DDC3267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0E30E-BA17-4F1F-AF7B-34D269B5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01951-AF07-4583-BCCC-F1D18054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B1624-400E-4861-BB10-AF80929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739A0-4A90-4D8A-8DF4-BEEDD1D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0F0BE-2A05-4F21-83F9-318AA9C9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13 | 5/7</a:t>
            </a:r>
          </a:p>
        </p:txBody>
      </p:sp>
    </p:spTree>
    <p:extLst>
      <p:ext uri="{BB962C8B-B14F-4D97-AF65-F5344CB8AC3E}">
        <p14:creationId xmlns:p14="http://schemas.microsoft.com/office/powerpoint/2010/main" val="899546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97E13-F7E1-4EA3-B50D-3E24F43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4C7B3-C70C-418F-8E04-536B3DE5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9FF5B-E19E-497E-89C1-F9F264B5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42D3D-7C78-45F5-8253-567F74B7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86FF9-66F8-44B3-85AE-479A607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E39D5-C7CD-4B6C-9E45-06430A0A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C6D66-525B-468D-AB76-28694C7C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7CF38-BCA4-4DEF-ADC2-650A65C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779B0-E046-4078-AC38-C4BBD05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4E85D-14F0-47E2-AAA6-5B76C1EE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44940-9210-41E4-91B6-CF0BF992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FBD7A-28E5-4BF5-9040-F9058E3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2FFF7-A77C-49D7-91EF-37623FBF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2B4A4-DAE4-4DB7-B421-CD63775A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AAD80-6DBF-40A5-894F-1E15C57F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A7425-B7FC-48F6-A0DC-FAB6672A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10D26-59E3-4583-B530-D30E2FD7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2CF39-1040-432C-B175-2F575AC4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1CC25-E2AF-4320-830A-9B21C4FD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5C887-6DEB-49DD-A458-28F1D505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203B1-5072-4CB8-A7A2-011C0F11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A4F8B-AECA-442C-8705-CB288CA9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811D2-E8B4-408B-A87A-9D925917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52BE1-F14A-4B80-9B1A-C873AD0B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F7F4C-157B-46AC-BB33-B89DDC3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C8E94-3476-4972-A8F5-94F7866A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13 | 6/7</a:t>
            </a:r>
          </a:p>
        </p:txBody>
      </p:sp>
    </p:spTree>
    <p:extLst>
      <p:ext uri="{BB962C8B-B14F-4D97-AF65-F5344CB8AC3E}">
        <p14:creationId xmlns:p14="http://schemas.microsoft.com/office/powerpoint/2010/main" val="2125873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61050-BBEC-4748-AD06-0B18C678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24E48-94A8-4966-B4FE-296E51B8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A72F1-A5FA-49B2-856A-29F2C44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48E5C-5DDE-4343-B156-3D20252E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0E16A-ED00-4579-A8A9-30561BA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98B2D-D2FD-4D3C-A39F-21CF307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C5B35-38E0-4678-9359-5E7059FE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D2FFD-F473-4E81-9562-DCD532BD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13 | 7/7</a:t>
            </a:r>
          </a:p>
        </p:txBody>
      </p:sp>
    </p:spTree>
    <p:extLst>
      <p:ext uri="{BB962C8B-B14F-4D97-AF65-F5344CB8AC3E}">
        <p14:creationId xmlns:p14="http://schemas.microsoft.com/office/powerpoint/2010/main" val="1644523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2026-08-24T06:38:55.6070000Z</dcterms:created>
  <dcterms:modified xsi:type="dcterms:W3CDTF">2026-08-24T06:38:55.6070000Z</dcterms:modified>
</coreProperties>
</file>