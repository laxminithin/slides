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8c4332764d4a79" /><Relationship Type="http://schemas.openxmlformats.org/officeDocument/2006/relationships/extended-properties" Target="/docProps/app.xml" Id="Rd9b211a7c74b4f6e" /><Relationship Type="http://schemas.openxmlformats.org/officeDocument/2006/relationships/officeDocument" Target="/ppt/presentation.xml" Id="Rb07d101e9b6e4e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77eda46a834947"/>
  </p:sldMasterIdLst>
  <p:notesMasterIdLst>
    <p:notesMasterId xmlns:r="http://schemas.openxmlformats.org/officeDocument/2006/relationships" r:id="R30266fdbc121493f"/>
  </p:notesMasterIdLst>
  <p:sldIdLst>
    <p:sldId xmlns:r="http://schemas.openxmlformats.org/officeDocument/2006/relationships" id="256" r:id="R75bb82247fa84b90"/>
    <p:sldId xmlns:r="http://schemas.openxmlformats.org/officeDocument/2006/relationships" id="257" r:id="Rc910ac5f50844cbc"/>
    <p:sldId xmlns:r="http://schemas.openxmlformats.org/officeDocument/2006/relationships" id="258" r:id="R961cc14b90b342ff"/>
    <p:sldId xmlns:r="http://schemas.openxmlformats.org/officeDocument/2006/relationships" id="259" r:id="Rb4902be8fae24218"/>
    <p:sldId xmlns:r="http://schemas.openxmlformats.org/officeDocument/2006/relationships" id="260" r:id="Rc930390c62634f08"/>
    <p:sldId xmlns:r="http://schemas.openxmlformats.org/officeDocument/2006/relationships" id="261" r:id="R7aa9ba5ca7f14150"/>
    <p:sldId xmlns:r="http://schemas.openxmlformats.org/officeDocument/2006/relationships" id="262" r:id="R8e943942038e42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79a556c17c4423" /><Relationship Type="http://schemas.openxmlformats.org/officeDocument/2006/relationships/slideMaster" Target="/ppt/slideMasters/slideMaster1.xml" Id="R3677eda46a834947" /><Relationship Type="http://schemas.openxmlformats.org/officeDocument/2006/relationships/notesMaster" Target="/ppt/notesMasters/notesMaster1.xml" Id="R30266fdbc121493f" /><Relationship Type="http://schemas.openxmlformats.org/officeDocument/2006/relationships/presProps" Target="/ppt/presProps.xml" Id="R853dc1dcee2b40e8" /><Relationship Type="http://schemas.openxmlformats.org/officeDocument/2006/relationships/tableStyles" Target="/ppt/tableStyles.xml" Id="R0b2f4527be1445cc" /><Relationship Type="http://schemas.openxmlformats.org/officeDocument/2006/relationships/slide" Target="/ppt/slides/slide1.xml" Id="R75bb82247fa84b90" /><Relationship Type="http://schemas.openxmlformats.org/officeDocument/2006/relationships/slide" Target="/ppt/slides/slide2.xml" Id="Rc910ac5f50844cbc" /><Relationship Type="http://schemas.openxmlformats.org/officeDocument/2006/relationships/slide" Target="/ppt/slides/slide3.xml" Id="R961cc14b90b342ff" /><Relationship Type="http://schemas.openxmlformats.org/officeDocument/2006/relationships/slide" Target="/ppt/slides/slide4.xml" Id="Rb4902be8fae24218" /><Relationship Type="http://schemas.openxmlformats.org/officeDocument/2006/relationships/slide" Target="/ppt/slides/slide5.xml" Id="Rc930390c62634f08" /><Relationship Type="http://schemas.openxmlformats.org/officeDocument/2006/relationships/slide" Target="/ppt/slides/slide6.xml" Id="R7aa9ba5ca7f14150" /><Relationship Type="http://schemas.openxmlformats.org/officeDocument/2006/relationships/slide" Target="/ppt/slides/slide7.xml" Id="R8e943942038e42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c4b4f5e8644c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0a22356dc945f5" /><Relationship Type="http://schemas.openxmlformats.org/officeDocument/2006/relationships/notesMaster" Target="/ppt/notesMasters/notesMaster1.xml" Id="R0805c9b149954a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b9497d711b4b20" /><Relationship Type="http://schemas.openxmlformats.org/officeDocument/2006/relationships/notesMaster" Target="/ppt/notesMasters/notesMaster1.xml" Id="Re9cf7c2fe63d4d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c7b3dd2a82418c" /><Relationship Type="http://schemas.openxmlformats.org/officeDocument/2006/relationships/notesMaster" Target="/ppt/notesMasters/notesMaster1.xml" Id="R8b0fdff0a0e94f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913b55500f4ab7" /><Relationship Type="http://schemas.openxmlformats.org/officeDocument/2006/relationships/notesMaster" Target="/ppt/notesMasters/notesMaster1.xml" Id="Rf5b2e8a316b14d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fd12240a84443f" /><Relationship Type="http://schemas.openxmlformats.org/officeDocument/2006/relationships/notesMaster" Target="/ppt/notesMasters/notesMaster1.xml" Id="R8c19379d6e6b49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1bcfeb0a734b97" /><Relationship Type="http://schemas.openxmlformats.org/officeDocument/2006/relationships/notesMaster" Target="/ppt/notesMasters/notesMaster1.xml" Id="R017e9bd0e32441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d6c0da5b194181" /><Relationship Type="http://schemas.openxmlformats.org/officeDocument/2006/relationships/notesMaster" Target="/ppt/notesMasters/notesMaster1.xml" Id="R8e93fc83bcc942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1fa2d01a048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158866e79d4bfd" /><Relationship Type="http://schemas.openxmlformats.org/officeDocument/2006/relationships/slideLayout" Target="/ppt/slideLayouts/slideLayout1.xml" Id="R31141427d7c848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141427d7c848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18a60219d41d6" /><Relationship Type="http://schemas.openxmlformats.org/officeDocument/2006/relationships/notesSlide" Target="/ppt/notesSlides/notesSlide1.xml" Id="Rc9e13b5350534b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2b3ed7f6a4a88" /><Relationship Type="http://schemas.openxmlformats.org/officeDocument/2006/relationships/notesSlide" Target="/ppt/notesSlides/notesSlide2.xml" Id="R94ea6474194e4e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afa87266b4b8a" /><Relationship Type="http://schemas.openxmlformats.org/officeDocument/2006/relationships/notesSlide" Target="/ppt/notesSlides/notesSlide3.xml" Id="R1beedda926334d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f2eee5c794dc9" /><Relationship Type="http://schemas.openxmlformats.org/officeDocument/2006/relationships/notesSlide" Target="/ppt/notesSlides/notesSlide4.xml" Id="Rdee3e7ff064d4c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9935d26aa4334" /><Relationship Type="http://schemas.openxmlformats.org/officeDocument/2006/relationships/notesSlide" Target="/ppt/notesSlides/notesSlide5.xml" Id="R730dbb16bf4443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8d0959ecf4d19" /><Relationship Type="http://schemas.openxmlformats.org/officeDocument/2006/relationships/notesSlide" Target="/ppt/notesSlides/notesSlide6.xml" Id="R39228f90326349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879612bd94e48" /><Relationship Type="http://schemas.openxmlformats.org/officeDocument/2006/relationships/notesSlide" Target="/ppt/notesSlides/notesSlide7.xml" Id="R4f929481246c45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2F5E4-DAB9-4419-8743-83BF83F4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4E9E1-8AA9-4820-906F-18178C7F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In an ATM system, two account balances need to be swapped temporarily for validation. Develop a C program that accepts 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6A783-9B84-4891-9B8D-E56AAEBA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5458B-ADDD-461D-A7E8-80BC0F4C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11746-BE9F-4336-9C12-587CF6B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0AA7A-030F-43D6-BCFA-A1AAF856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7EC99-4197-407D-B7DB-B04108A7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BF88D-4C47-401E-A9D3-E256A586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73D6C-889E-45AD-BE62-5CF964E5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22BCD-1949-498D-B242-355E8308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8452D-F77A-4513-807A-7E660BF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489A0-C5C0-4CFC-9076-940185D7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EAE78-8ABC-49DC-87DE-B4FD2759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77D8D-415C-4495-834A-A924ED33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ABFA5-0E35-484A-9B96-AA3588C4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1/7</a:t>
            </a:r>
          </a:p>
        </p:txBody>
      </p:sp>
    </p:spTree>
    <p:extLst>
      <p:ext uri="{BB962C8B-B14F-4D97-AF65-F5344CB8AC3E}">
        <p14:creationId xmlns:p14="http://schemas.microsoft.com/office/powerpoint/2010/main" val="15501841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BFC40-DE85-4739-9F27-3A628672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7E5C3-7EEA-4629-B201-63AB3720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8733C-943A-4243-94D5-0C78C692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9AF08-20BC-49E4-89BC-2B447FEF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In an ATM system, two account balances need to be swapped temporarily for validation. Develop a C program that accepts 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51827-C513-4ABA-BE4F-4C568121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4EDD4-BAC4-49BF-A8B5-3765169D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441CA-7039-4DDB-93D8-FF7AE976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CE11F-C91D-4476-AE5D-2A41200C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66CE4-4910-4F14-B1C5-C584ABCE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B0C3D-104A-40A1-A08D-426C367E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564B7-BE59-498F-A55F-3A430798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569C2-02FC-44C6-883A-740E91C4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4435B-E6EC-4979-A79F-E6A74849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52FA4-73AC-40B7-8F00-F4AC1D34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9B463-FE28-4B29-8545-F79B3DED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02AB5-0CC6-4DB6-A3FE-B07A19A3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2/7</a:t>
            </a:r>
          </a:p>
        </p:txBody>
      </p:sp>
    </p:spTree>
    <p:extLst>
      <p:ext uri="{BB962C8B-B14F-4D97-AF65-F5344CB8AC3E}">
        <p14:creationId xmlns:p14="http://schemas.microsoft.com/office/powerpoint/2010/main" val="135205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E00ED-60E3-49C2-90E7-D46C1D70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68426-67A2-49EE-AFD6-F5D1AD4E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0038C-9DD7-4273-B22E-4BD93C39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7DABC-250E-4B06-81D6-16BA2414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In an ATM system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two account balances need to be swapped temporarily for validation. Develop a C program that accepts two balances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uses a function with pointers to swap them. Display the balances before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after swapping.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03C54-9130-4F6A-8D4A-B5FA000D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7503C-69DA-413B-AB48-F6D8EED7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C6193-B472-40D6-905C-5E1FD7EF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account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B122A-510D-4CE5-B243-142FBF1C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753DA-92F9-477D-BE69-6288F969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balances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37511-EE35-4BDB-848A-0C7F79F4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A7EB4-F4A9-4C51-AD47-90DA8292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need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72C37-BA4D-4086-B00D-42DD8B34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1547E-2E1C-4B60-AF26-4F4247BC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swapped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C8040-D692-439F-8CE7-FA31C801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358DA-CB59-402D-AB30-E854854D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3/7</a:t>
            </a:r>
          </a:p>
        </p:txBody>
      </p:sp>
    </p:spTree>
    <p:extLst>
      <p:ext uri="{BB962C8B-B14F-4D97-AF65-F5344CB8AC3E}">
        <p14:creationId xmlns:p14="http://schemas.microsoft.com/office/powerpoint/2010/main" val="1106847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80FE0-5D77-4CD6-BBE6-DC8BA3A6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7788F-EE57-4DC1-BFDF-A800837D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2C6C2-B4DD-4367-AF3B-63133FF2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F0FBC-80CD-42A2-891F-3DB709DC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E82FF-E966-4F34-A7A5-43663186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DC8C0-A737-45A4-890A-B192EC8F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9B3FB-B616-4F94-97D8-B955A327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2E6D0-022F-42FC-BD12-4A9693BE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4/7</a:t>
            </a:r>
          </a:p>
        </p:txBody>
      </p:sp>
    </p:spTree>
    <p:extLst>
      <p:ext uri="{BB962C8B-B14F-4D97-AF65-F5344CB8AC3E}">
        <p14:creationId xmlns:p14="http://schemas.microsoft.com/office/powerpoint/2010/main" val="4896667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F7F55-94C9-44D5-A26A-75D37B63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3C66C-E42D-4A86-BB9A-E60BB706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CBFA7-0A2F-46D7-8EAE-1DC974BD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E27DE-0C48-4137-BDBB-55ED4A7B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6CB18-1AD8-4FB7-B0A5-63B1F054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850A3-E701-4D9D-BB15-325870FE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B68C5-0DC8-4779-BD26-B2847A70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B2132-D46A-482A-8EF5-A0A2A09C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510C1-A3DE-4EAB-9C02-75A495D6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8D1F4-1583-4449-AB3A-05FE386F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0D010-EB0A-4EE4-A207-2E94A308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34AE9-2394-4C14-92FF-DD26E188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F9D3E-3364-469E-94E5-62B9F8D2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87416-DE87-4131-AE0E-67490243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97A8C-FC74-49D4-9DA9-9B8D53A2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5/7</a:t>
            </a:r>
          </a:p>
        </p:txBody>
      </p:sp>
    </p:spTree>
    <p:extLst>
      <p:ext uri="{BB962C8B-B14F-4D97-AF65-F5344CB8AC3E}">
        <p14:creationId xmlns:p14="http://schemas.microsoft.com/office/powerpoint/2010/main" val="9105914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A4B586-6ED7-4512-B229-21C836E4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196D5-D15E-47E7-B90A-333F0D0A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8FC2C-472C-4EF3-9291-FB25B6C1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CE9DE-01AA-45C5-A1E7-17D47697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67371-A644-48A8-8B2F-01277012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4C4A0-952E-4812-81A5-775EB0A7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F03ED-D92D-4B22-8332-822E72E5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0957E-256A-41BB-883C-6D62F7A4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20A19-7702-48D2-9003-5E6808C1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95CA6-2EB3-4E78-8760-FC9A9A94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F4AA6-4633-4080-A0DB-EEE31590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CBDBE-64FB-4EED-8A38-14CAA3CC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A4F2F-61D4-4F1F-B103-A84A5F0C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2E519-7705-46F3-895C-F19F4FAD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3CA2B-C92D-4756-B5C4-3C68BADD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81193-EC5D-47F1-986A-3EC7295B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065F4-B3AA-48B9-8328-92C059CB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0AED6-3028-464F-BA4C-54ED52AA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3BA04-7E99-409A-AC02-1C5CA546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72401-07E4-49F9-BAAE-65B82436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1CAD50-CA1C-4A8B-A5F2-115005A1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AC67F-2DF6-4A34-9508-6C0AD492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8F2041-72A8-4F33-A8D9-EDC231FC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366AA4-B679-4841-9F87-EDC255D7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F6E6DF-7709-4905-978F-A45B7A63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7C82F1-B47D-4B2E-B4E3-3DED1ECF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6/7</a:t>
            </a:r>
          </a:p>
        </p:txBody>
      </p:sp>
    </p:spTree>
    <p:extLst>
      <p:ext uri="{BB962C8B-B14F-4D97-AF65-F5344CB8AC3E}">
        <p14:creationId xmlns:p14="http://schemas.microsoft.com/office/powerpoint/2010/main" val="5514580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D42AC-DF6F-4508-8DF3-9146950D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92CC9-3B97-4966-A099-89B50937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9B788-FB74-446D-9BE7-D1B732DE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117FF-5D19-4F9A-A858-77A51170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07476-0A75-493F-8D9F-2B7F3876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E9F24-BE35-416B-B174-376B613F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86B66-E3FA-45C2-A43E-58499CC6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89879-1D92-44B6-8AEF-0160288E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7/7</a:t>
            </a:r>
          </a:p>
        </p:txBody>
      </p:sp>
    </p:spTree>
    <p:extLst>
      <p:ext uri="{BB962C8B-B14F-4D97-AF65-F5344CB8AC3E}">
        <p14:creationId xmlns:p14="http://schemas.microsoft.com/office/powerpoint/2010/main" val="1054196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2026-08-24T06:38:55.3720000Z</dcterms:created>
  <dcterms:modified xsi:type="dcterms:W3CDTF">2026-08-24T06:38:55.3720000Z</dcterms:modified>
</coreProperties>
</file>