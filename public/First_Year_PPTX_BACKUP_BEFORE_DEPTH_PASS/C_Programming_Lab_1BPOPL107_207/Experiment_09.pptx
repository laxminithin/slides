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0768535f144541" /><Relationship Type="http://schemas.openxmlformats.org/officeDocument/2006/relationships/extended-properties" Target="/docProps/app.xml" Id="R106aefa357e94542" /><Relationship Type="http://schemas.openxmlformats.org/officeDocument/2006/relationships/officeDocument" Target="/ppt/presentation.xml" Id="Raf45f2b56eb64b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9d84b895e64067"/>
  </p:sldMasterIdLst>
  <p:notesMasterIdLst>
    <p:notesMasterId xmlns:r="http://schemas.openxmlformats.org/officeDocument/2006/relationships" r:id="Rfad0582751b04677"/>
  </p:notesMasterIdLst>
  <p:sldIdLst>
    <p:sldId xmlns:r="http://schemas.openxmlformats.org/officeDocument/2006/relationships" id="256" r:id="R9e9dc3a8bc7c41e2"/>
    <p:sldId xmlns:r="http://schemas.openxmlformats.org/officeDocument/2006/relationships" id="257" r:id="R253d798732444395"/>
    <p:sldId xmlns:r="http://schemas.openxmlformats.org/officeDocument/2006/relationships" id="258" r:id="R64f1f316c1f74981"/>
    <p:sldId xmlns:r="http://schemas.openxmlformats.org/officeDocument/2006/relationships" id="259" r:id="R75563875617d48fe"/>
    <p:sldId xmlns:r="http://schemas.openxmlformats.org/officeDocument/2006/relationships" id="260" r:id="Rff568c1ce1b746a7"/>
    <p:sldId xmlns:r="http://schemas.openxmlformats.org/officeDocument/2006/relationships" id="261" r:id="R4df39a264080437c"/>
    <p:sldId xmlns:r="http://schemas.openxmlformats.org/officeDocument/2006/relationships" id="262" r:id="Rdfe0e8066d5041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95cba9469748df" /><Relationship Type="http://schemas.openxmlformats.org/officeDocument/2006/relationships/slideMaster" Target="/ppt/slideMasters/slideMaster1.xml" Id="Rf49d84b895e64067" /><Relationship Type="http://schemas.openxmlformats.org/officeDocument/2006/relationships/notesMaster" Target="/ppt/notesMasters/notesMaster1.xml" Id="Rfad0582751b04677" /><Relationship Type="http://schemas.openxmlformats.org/officeDocument/2006/relationships/presProps" Target="/ppt/presProps.xml" Id="R18f6b67ae8d44e84" /><Relationship Type="http://schemas.openxmlformats.org/officeDocument/2006/relationships/tableStyles" Target="/ppt/tableStyles.xml" Id="R12238c568cc244f5" /><Relationship Type="http://schemas.openxmlformats.org/officeDocument/2006/relationships/slide" Target="/ppt/slides/slide1.xml" Id="R9e9dc3a8bc7c41e2" /><Relationship Type="http://schemas.openxmlformats.org/officeDocument/2006/relationships/slide" Target="/ppt/slides/slide2.xml" Id="R253d798732444395" /><Relationship Type="http://schemas.openxmlformats.org/officeDocument/2006/relationships/slide" Target="/ppt/slides/slide3.xml" Id="R64f1f316c1f74981" /><Relationship Type="http://schemas.openxmlformats.org/officeDocument/2006/relationships/slide" Target="/ppt/slides/slide4.xml" Id="R75563875617d48fe" /><Relationship Type="http://schemas.openxmlformats.org/officeDocument/2006/relationships/slide" Target="/ppt/slides/slide5.xml" Id="Rff568c1ce1b746a7" /><Relationship Type="http://schemas.openxmlformats.org/officeDocument/2006/relationships/slide" Target="/ppt/slides/slide6.xml" Id="R4df39a264080437c" /><Relationship Type="http://schemas.openxmlformats.org/officeDocument/2006/relationships/slide" Target="/ppt/slides/slide7.xml" Id="Rdfe0e8066d5041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eaf6a8c40d4e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0c81ee26fe45fa" /><Relationship Type="http://schemas.openxmlformats.org/officeDocument/2006/relationships/notesMaster" Target="/ppt/notesMasters/notesMaster1.xml" Id="Reb6bed5d4f2846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78c7558d664606" /><Relationship Type="http://schemas.openxmlformats.org/officeDocument/2006/relationships/notesMaster" Target="/ppt/notesMasters/notesMaster1.xml" Id="R667feb4814b441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f91de7c8b941a7" /><Relationship Type="http://schemas.openxmlformats.org/officeDocument/2006/relationships/notesMaster" Target="/ppt/notesMasters/notesMaster1.xml" Id="R426cc97428ec43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48a6a2dce24186" /><Relationship Type="http://schemas.openxmlformats.org/officeDocument/2006/relationships/notesMaster" Target="/ppt/notesMasters/notesMaster1.xml" Id="Rd6f4a90142934f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f88a479fa54bac" /><Relationship Type="http://schemas.openxmlformats.org/officeDocument/2006/relationships/notesMaster" Target="/ppt/notesMasters/notesMaster1.xml" Id="R69a3347656cd43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045e8b4c5644d7" /><Relationship Type="http://schemas.openxmlformats.org/officeDocument/2006/relationships/notesMaster" Target="/ppt/notesMasters/notesMaster1.xml" Id="R300d39c25f6249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e8da1db56d4035" /><Relationship Type="http://schemas.openxmlformats.org/officeDocument/2006/relationships/notesMaster" Target="/ppt/notesMasters/notesMaster1.xml" Id="R853b73be299a45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fac66fb8b4b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d35255918b4d6a" /><Relationship Type="http://schemas.openxmlformats.org/officeDocument/2006/relationships/slideLayout" Target="/ppt/slideLayouts/slideLayout1.xml" Id="Ra120a9d07aac4c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20a9d07aac4c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2092fbbf94ede" /><Relationship Type="http://schemas.openxmlformats.org/officeDocument/2006/relationships/notesSlide" Target="/ppt/notesSlides/notesSlide1.xml" Id="R71dba5cbbff244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86037a5e347b2" /><Relationship Type="http://schemas.openxmlformats.org/officeDocument/2006/relationships/notesSlide" Target="/ppt/notesSlides/notesSlide2.xml" Id="R906f567919d940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92f719ae7492b" /><Relationship Type="http://schemas.openxmlformats.org/officeDocument/2006/relationships/notesSlide" Target="/ppt/notesSlides/notesSlide3.xml" Id="R73a7b72919624e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dd5548516455f" /><Relationship Type="http://schemas.openxmlformats.org/officeDocument/2006/relationships/notesSlide" Target="/ppt/notesSlides/notesSlide4.xml" Id="R7be3eeeb2c2442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f23a7463249ef" /><Relationship Type="http://schemas.openxmlformats.org/officeDocument/2006/relationships/notesSlide" Target="/ppt/notesSlides/notesSlide5.xml" Id="R175a832160f048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33cb185b84ecf" /><Relationship Type="http://schemas.openxmlformats.org/officeDocument/2006/relationships/notesSlide" Target="/ppt/notesSlides/notesSlide6.xml" Id="Rab3bfa615e5b47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ac29eca014a3e" /><Relationship Type="http://schemas.openxmlformats.org/officeDocument/2006/relationships/notesSlide" Target="/ppt/notesSlides/notesSlide7.xml" Id="Rae24a075f61a46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17339-F741-40CA-AA8A-B62A7F12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3BF11-5843-4FC5-841A-E8E663A5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 college library has a digital bookshelf system where each book is assigned a unique Book ID. The bookshelf is organize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959B6-3B77-44A9-84D8-656E6955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09472-D047-45B5-8212-D95F3FCC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A3F9D-E51C-4807-86B4-2BC498C7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96D29-6E37-414F-A388-FAAD3E00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370A2-51D2-4A32-8794-A7FEFEE3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5AD91-681F-4015-8EF0-56A4B6CA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041DE-A933-4BA3-A2B5-295C8015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32E6E-F1C7-4E8E-AA11-0554000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2E44E-12A8-4BE5-92E4-3DA27998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CF0B4-B2E7-4A0C-89D6-FE723FB7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749C8-88C0-4372-9206-CA6D6C29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FC4D2-4B8F-4F15-B863-576D79BB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6526E-1611-4332-A828-EABBE53A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1/7</a:t>
            </a:r>
          </a:p>
        </p:txBody>
      </p:sp>
    </p:spTree>
    <p:extLst>
      <p:ext uri="{BB962C8B-B14F-4D97-AF65-F5344CB8AC3E}">
        <p14:creationId xmlns:p14="http://schemas.microsoft.com/office/powerpoint/2010/main" val="310138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EA3A5-C6FB-4CFF-A650-E27867F8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02E56-5772-4039-A91F-047BE49A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14256-A53B-4135-8FE6-168776A3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0054A-FEFA-435C-9D10-A061F0CA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A college library has a digital bookshelf system where each book is assigned a unique Book ID. The bookshelf is organize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D7444-957A-47C7-A497-377232BD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80D12-2745-4AEC-84DD-48B6330A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93302-15B9-4A12-915B-A0F009C3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0F988-7E55-4D7C-BB9A-75AAE2BE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0182E-5D80-4615-A46E-F546FA66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C9598-1E66-4606-B245-DEB4B0E6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54714-AA5F-4977-A06A-9D3C4B75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94425-12CF-474A-BBA4-48033DD4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5B5C1-7FB6-45ED-A3A7-8B7E69B1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0EFFB-DB49-4D35-8E5B-A70068E6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5BF05-6039-48AF-97A4-2705B699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1AB73-53B9-4B85-8C3D-E24C0503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2/7</a:t>
            </a:r>
          </a:p>
        </p:txBody>
      </p:sp>
    </p:spTree>
    <p:extLst>
      <p:ext uri="{BB962C8B-B14F-4D97-AF65-F5344CB8AC3E}">
        <p14:creationId xmlns:p14="http://schemas.microsoft.com/office/powerpoint/2010/main" val="361945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5154A-E93A-477A-97BB-F241B6AD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4A282-BF2D-4870-B3F7-BBDDCE73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95620-DE65-4888-8BB4-57BE8A64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5B2E7-7FB5-4845-9B70-7339552F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 college library has a digital bookshelf system where each book is assigned a unique Book ID. The bookshelf is organized in ascending order of Book IDs. Develop a C Program to quickly find whether a book with a specific Book ID is available in the shelf.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B84E6-F9D2-4349-9C66-FE56C333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college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78911-9A3F-46BF-9FD8-FCB73262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98D1F-352B-4E00-9052-C8718550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library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DCDCD-A347-4A80-8517-D63ECB4F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CD339-BB63-428A-BDD8-61BC3241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digital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78D33-2FA4-4849-AE5E-4BF74EE0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95051-071F-4819-A1EE-EE8F28E6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bookshelf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8C997-4A0D-47FE-89C6-9532DFF5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4DD91-1898-43E9-9824-9F42711A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C9362-5DCD-4CE1-AFB3-ADF29654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9074B-31FB-41BA-81BC-7FBBF139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3/7</a:t>
            </a:r>
          </a:p>
        </p:txBody>
      </p:sp>
    </p:spTree>
    <p:extLst>
      <p:ext uri="{BB962C8B-B14F-4D97-AF65-F5344CB8AC3E}">
        <p14:creationId xmlns:p14="http://schemas.microsoft.com/office/powerpoint/2010/main" val="16830642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8EACC-7F6F-4FB6-8C1D-C366D2F2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78EFC-AB80-4A48-957B-17CFAD66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2BE35-6FB5-4C1E-8CBE-CBB22310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7ED36-51EC-416D-A25C-502DACD5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DBF83-6AE8-4C1A-9A63-569D8E02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7FF0A-25C7-422C-8645-5D4A6B46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BC5CD-EA26-469A-A91A-A8EA0337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BA998-62AA-4A18-A145-EC71BB86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4/7</a:t>
            </a:r>
          </a:p>
        </p:txBody>
      </p:sp>
    </p:spTree>
    <p:extLst>
      <p:ext uri="{BB962C8B-B14F-4D97-AF65-F5344CB8AC3E}">
        <p14:creationId xmlns:p14="http://schemas.microsoft.com/office/powerpoint/2010/main" val="608384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2D69F-E6C6-4169-8253-85CD088D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5F52C-031F-4ABC-B16F-729B919F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B1013-81D6-4001-B148-FED98FEE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B78EF-1860-4075-924D-8D50ADAD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E2EC1-DCE8-4607-ACB4-A25C5CC2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CF327-93DB-4789-9214-39C7FFFC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D3E3C-0287-4756-A946-43CFC6F1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5F3A3-BBE2-40A7-B95E-996EAFE8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E6F04-EC5A-4FCD-A344-EA248C84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AA9A2-90BF-4DBA-A2EC-48C7973C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71691-44B4-4FDE-A393-2013C27B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7CD84-1CAC-4B41-9B99-E4AF04B8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3A296-A576-42DD-857F-BC3766C3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0BFE9-D386-4EBE-B4E9-E902D25C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33B55-ACD5-4F0C-964A-2847742F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5/7</a:t>
            </a:r>
          </a:p>
        </p:txBody>
      </p:sp>
    </p:spTree>
    <p:extLst>
      <p:ext uri="{BB962C8B-B14F-4D97-AF65-F5344CB8AC3E}">
        <p14:creationId xmlns:p14="http://schemas.microsoft.com/office/powerpoint/2010/main" val="1959654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1A7ECE-ED88-45BF-82B0-5FA11777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074EA-7FD4-4533-AD58-0768AB70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0C2B5-16B1-4FE4-AA90-72A9AF9E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4D96C-3C65-4759-A776-7785ED5D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D6C82-150A-4DD4-A328-0027BC5F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5193F-DC7C-4E45-996D-CD7028A7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899A9-1F12-4C76-A730-F2678D9C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08649-4A9C-4FA1-B410-2FCE12AA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37C50-1FE0-4CEB-927F-7C4C5F25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727E2-5187-472F-8144-06F081D7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DCBF0-8A51-47BE-AF07-2A6A30A2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D6DA7-AFC6-457D-BDB3-438C277A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161CE-9649-492F-A097-C67D33D7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60CC1-DA1F-4224-9B82-4658F3DB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B9E71-D819-4E1D-AD20-DBB6D5F2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389A8-5D57-4EB2-B992-E625276D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2A999-C1E8-45E1-9B3D-7FE56DC7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288B7-4E65-4B93-AD3A-AB27D43A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A98B6-EEED-483F-AB0F-3C563D9C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8FE5B9-F485-4B1A-A06A-0EF3D058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0CBF5-583B-44A6-92D9-D4A0E152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98A8C6-9948-41FD-89B7-C0DA28DF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D9828-7563-4C07-B00C-CFD57919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65095C-0CE0-4982-A4A1-89DEE81F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D2B9A-FD7E-4598-8F73-465B1A5A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32ED5E-7C7D-499E-B2C4-9CEBC9F0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6/7</a:t>
            </a:r>
          </a:p>
        </p:txBody>
      </p:sp>
    </p:spTree>
    <p:extLst>
      <p:ext uri="{BB962C8B-B14F-4D97-AF65-F5344CB8AC3E}">
        <p14:creationId xmlns:p14="http://schemas.microsoft.com/office/powerpoint/2010/main" val="8856391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B5CA7-2D26-4DD3-BE15-E8345C7B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4895B-D46C-4FFC-952F-1398EA68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B8F77-BD56-4029-9E16-E4FC17B7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551F4-C9AA-4A85-A040-E052F7AA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D00FA-60D6-4A06-9730-86A90B0D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80F74-575D-4D6C-BA45-2820E885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15325-F0E2-46C6-B30C-E95E1242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C2873-4B62-477C-B257-D0D08477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7/7</a:t>
            </a:r>
          </a:p>
        </p:txBody>
      </p:sp>
    </p:spTree>
    <p:extLst>
      <p:ext uri="{BB962C8B-B14F-4D97-AF65-F5344CB8AC3E}">
        <p14:creationId xmlns:p14="http://schemas.microsoft.com/office/powerpoint/2010/main" val="1616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2026-08-24T06:38:55.4160000Z</dcterms:created>
  <dcterms:modified xsi:type="dcterms:W3CDTF">2026-08-24T06:38:55.4160000Z</dcterms:modified>
</coreProperties>
</file>