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2c761af89e401e" /><Relationship Type="http://schemas.openxmlformats.org/officeDocument/2006/relationships/extended-properties" Target="/docProps/app.xml" Id="R583a345285134378" /><Relationship Type="http://schemas.openxmlformats.org/officeDocument/2006/relationships/officeDocument" Target="/ppt/presentation.xml" Id="R740db8acd55e4c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4bdb49582b4d2e"/>
  </p:sldMasterIdLst>
  <p:notesMasterIdLst>
    <p:notesMasterId xmlns:r="http://schemas.openxmlformats.org/officeDocument/2006/relationships" r:id="R6556ed911e2641e5"/>
  </p:notesMasterIdLst>
  <p:sldIdLst>
    <p:sldId xmlns:r="http://schemas.openxmlformats.org/officeDocument/2006/relationships" id="256" r:id="R66b9c123b381429a"/>
    <p:sldId xmlns:r="http://schemas.openxmlformats.org/officeDocument/2006/relationships" id="257" r:id="R8d63747bb16442dd"/>
    <p:sldId xmlns:r="http://schemas.openxmlformats.org/officeDocument/2006/relationships" id="258" r:id="R4f9eeb4c22f24ae3"/>
    <p:sldId xmlns:r="http://schemas.openxmlformats.org/officeDocument/2006/relationships" id="259" r:id="Rff96f94211e948cf"/>
    <p:sldId xmlns:r="http://schemas.openxmlformats.org/officeDocument/2006/relationships" id="260" r:id="Ra9449f22b34747ea"/>
    <p:sldId xmlns:r="http://schemas.openxmlformats.org/officeDocument/2006/relationships" id="261" r:id="R9f2e3c2ed7a54f10"/>
    <p:sldId xmlns:r="http://schemas.openxmlformats.org/officeDocument/2006/relationships" id="262" r:id="Rf5355fa6c4ac4b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1b9797ce3d4285" /><Relationship Type="http://schemas.openxmlformats.org/officeDocument/2006/relationships/slideMaster" Target="/ppt/slideMasters/slideMaster1.xml" Id="R094bdb49582b4d2e" /><Relationship Type="http://schemas.openxmlformats.org/officeDocument/2006/relationships/notesMaster" Target="/ppt/notesMasters/notesMaster1.xml" Id="R6556ed911e2641e5" /><Relationship Type="http://schemas.openxmlformats.org/officeDocument/2006/relationships/presProps" Target="/ppt/presProps.xml" Id="R7c227760e73547cb" /><Relationship Type="http://schemas.openxmlformats.org/officeDocument/2006/relationships/tableStyles" Target="/ppt/tableStyles.xml" Id="Re27f505f9b414140" /><Relationship Type="http://schemas.openxmlformats.org/officeDocument/2006/relationships/slide" Target="/ppt/slides/slide1.xml" Id="R66b9c123b381429a" /><Relationship Type="http://schemas.openxmlformats.org/officeDocument/2006/relationships/slide" Target="/ppt/slides/slide2.xml" Id="R8d63747bb16442dd" /><Relationship Type="http://schemas.openxmlformats.org/officeDocument/2006/relationships/slide" Target="/ppt/slides/slide3.xml" Id="R4f9eeb4c22f24ae3" /><Relationship Type="http://schemas.openxmlformats.org/officeDocument/2006/relationships/slide" Target="/ppt/slides/slide4.xml" Id="Rff96f94211e948cf" /><Relationship Type="http://schemas.openxmlformats.org/officeDocument/2006/relationships/slide" Target="/ppt/slides/slide5.xml" Id="Ra9449f22b34747ea" /><Relationship Type="http://schemas.openxmlformats.org/officeDocument/2006/relationships/slide" Target="/ppt/slides/slide6.xml" Id="R9f2e3c2ed7a54f10" /><Relationship Type="http://schemas.openxmlformats.org/officeDocument/2006/relationships/slide" Target="/ppt/slides/slide7.xml" Id="Rf5355fa6c4ac4b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b7a36329d344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2af4204c92449b" /><Relationship Type="http://schemas.openxmlformats.org/officeDocument/2006/relationships/notesMaster" Target="/ppt/notesMasters/notesMaster1.xml" Id="R35617ff0e8df4e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ce96f135884ffb" /><Relationship Type="http://schemas.openxmlformats.org/officeDocument/2006/relationships/notesMaster" Target="/ppt/notesMasters/notesMaster1.xml" Id="R7ce5b01455324d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e43a3191ec4911" /><Relationship Type="http://schemas.openxmlformats.org/officeDocument/2006/relationships/notesMaster" Target="/ppt/notesMasters/notesMaster1.xml" Id="R8f625a43ee944c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1e788d5aed4439" /><Relationship Type="http://schemas.openxmlformats.org/officeDocument/2006/relationships/notesMaster" Target="/ppt/notesMasters/notesMaster1.xml" Id="R585c6f4ce7ff42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15bcd12e64289" /><Relationship Type="http://schemas.openxmlformats.org/officeDocument/2006/relationships/notesMaster" Target="/ppt/notesMasters/notesMaster1.xml" Id="Rb372c51a25394e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3bb1c6379942db" /><Relationship Type="http://schemas.openxmlformats.org/officeDocument/2006/relationships/notesMaster" Target="/ppt/notesMasters/notesMaster1.xml" Id="Radb474b70dde47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b47ca1c8814ecb" /><Relationship Type="http://schemas.openxmlformats.org/officeDocument/2006/relationships/notesMaster" Target="/ppt/notesMasters/notesMaster1.xml" Id="Rcbdcf746c4184f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a15ab2e174d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81f92196e54dbb" /><Relationship Type="http://schemas.openxmlformats.org/officeDocument/2006/relationships/slideLayout" Target="/ppt/slideLayouts/slideLayout1.xml" Id="R23fdd041552946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fdd041552946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73fa93de54bee" /><Relationship Type="http://schemas.openxmlformats.org/officeDocument/2006/relationships/notesSlide" Target="/ppt/notesSlides/notesSlide1.xml" Id="R230ac03ab05b43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19bc6eab74a22" /><Relationship Type="http://schemas.openxmlformats.org/officeDocument/2006/relationships/notesSlide" Target="/ppt/notesSlides/notesSlide2.xml" Id="R6aa63571ddcb41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15a9a1a354669" /><Relationship Type="http://schemas.openxmlformats.org/officeDocument/2006/relationships/notesSlide" Target="/ppt/notesSlides/notesSlide3.xml" Id="Rd513720c45ff47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b0afc15b443bd" /><Relationship Type="http://schemas.openxmlformats.org/officeDocument/2006/relationships/notesSlide" Target="/ppt/notesSlides/notesSlide4.xml" Id="R322b2e5dbd5147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aa1f85a874ea0" /><Relationship Type="http://schemas.openxmlformats.org/officeDocument/2006/relationships/notesSlide" Target="/ppt/notesSlides/notesSlide5.xml" Id="R4aefd126155348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faa3ff74a4b9a" /><Relationship Type="http://schemas.openxmlformats.org/officeDocument/2006/relationships/notesSlide" Target="/ppt/notesSlides/notesSlide6.xml" Id="Rb376ef84cf1d4a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d1e8858914187" /><Relationship Type="http://schemas.openxmlformats.org/officeDocument/2006/relationships/notesSlide" Target="/ppt/notesSlides/notesSlide7.xml" Id="R0ea9664a74224f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C9A79-C5F9-4535-BE00-C1314067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89353-D626-460C-B8C1-CED90AD7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 sensor in a robotic arm needs to calculate the angle of rotation in real -time, but the hardware doesn't support 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DF323-914A-4855-8786-5CE85D35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7793C-F99F-4BE3-BA81-D8721DD5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7F423-2C1A-4900-AA08-DBFAF529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12796-4C98-47DC-879A-DBAB6D51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7D065-DC14-4556-B061-0D73AB45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69C9A-7055-40AE-B299-A4EBC7E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EAB08-402A-4F65-9BD7-28D26C17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50FBD-7096-4BCF-9D71-104F80AE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37C88-A20D-44CB-B8A5-F0B8E0B0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04517-2C3E-44A3-98CF-15452671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B4411-CC95-4B9C-A7A9-7FF91889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19716-D26E-4460-8575-4F41E901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727AE-9008-4131-B13A-9DA2C860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1/7</a:t>
            </a:r>
          </a:p>
        </p:txBody>
      </p:sp>
    </p:spTree>
    <p:extLst>
      <p:ext uri="{BB962C8B-B14F-4D97-AF65-F5344CB8AC3E}">
        <p14:creationId xmlns:p14="http://schemas.microsoft.com/office/powerpoint/2010/main" val="80150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C604D-CB92-48E1-A0EA-8A809791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79C80-EAEB-4EC7-A382-336DB607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C0999-AEF1-4904-95DD-2145D22B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646B8-2458-45F7-A98F-01960A6C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 sensor in a robotic arm needs to calculate the angle of rotation in real -time, but the hardware doesn't support built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73BCB-73D4-498E-8A00-8FA01A22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7176B-6D9B-4A23-9FBE-9219804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7556E-BEDA-4339-ACF8-72EDDA2F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ED8AB-7778-4F95-A2A5-1317291C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D9BD7-27E5-4C16-A63D-D4078A3A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5346C-FB00-4C2C-80D2-008E9A4C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69ABB-66C6-45AC-90E3-9BF05A50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D7B96-7CA0-44BD-8B92-49873733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C10BB-B5B2-4779-83AB-AA056356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40DF7-5DDA-45F7-9D7B-37DD57B3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C5A06-A785-49B8-9B32-B8B769F2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813C1-8044-4274-987D-312D4E74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2/7</a:t>
            </a:r>
          </a:p>
        </p:txBody>
      </p:sp>
    </p:spTree>
    <p:extLst>
      <p:ext uri="{BB962C8B-B14F-4D97-AF65-F5344CB8AC3E}">
        <p14:creationId xmlns:p14="http://schemas.microsoft.com/office/powerpoint/2010/main" val="2118521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49A00-9847-4A17-8B56-32FD088F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9BA52-C999-4175-9D15-DDD0DF59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4774A-634B-4D45-A4C7-5A1DF980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50E43-14F7-4024-B930-A597E938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 sensor in a robotic arm needs to calculate the angle of rotation in real -time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but the hardware doesn't support built-in trigonometric functions. Develop a C program to approximate the value of sin(x) using a series expansion method for improved performance. LAB COURSE (1 Credit)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140DE-4197-425D-961A-023D3CFA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0B140-209E-4ADA-BA1C-B4E4E4DF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5813C-1DE4-4995-BBF6-E20CEFF6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robotic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98D8C-A2C4-422F-A4C7-1483967C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CE2B0-7BA9-4273-9FC0-309A99D1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985E7-E8E4-48D1-8914-9A2242AF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1B1D0-246F-4858-9D6A-8886B7C6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8018F-A932-42FB-8BA2-AD320A2B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1A998-1F5E-4375-A60D-DD114C84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angle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0755B-4BFD-4D4C-A7B5-4B093DF9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EDB53-8F4F-4976-A48E-F65F7563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3/7</a:t>
            </a:r>
          </a:p>
        </p:txBody>
      </p:sp>
    </p:spTree>
    <p:extLst>
      <p:ext uri="{BB962C8B-B14F-4D97-AF65-F5344CB8AC3E}">
        <p14:creationId xmlns:p14="http://schemas.microsoft.com/office/powerpoint/2010/main" val="856291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B4504-60FD-4037-8E60-CC29390A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54198-68AE-47AF-A8A3-46582E6A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0FB70-0AB3-4F55-85AE-1083E51D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87DB8-A310-4433-A7C5-AD6748C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0DF6A-060F-4619-910B-648B7898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CA0D0-0FF2-4EDA-B167-C6B2B3A3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D1831-21BF-4AF1-A476-0B6BEE20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6EFF2-77EE-4BBA-AAC8-7C23EEE3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4/7</a:t>
            </a:r>
          </a:p>
        </p:txBody>
      </p:sp>
    </p:spTree>
    <p:extLst>
      <p:ext uri="{BB962C8B-B14F-4D97-AF65-F5344CB8AC3E}">
        <p14:creationId xmlns:p14="http://schemas.microsoft.com/office/powerpoint/2010/main" val="662953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3B5B2-46E7-4CE8-8D16-69BB9C3C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B826F-F94C-4400-B790-A8C1CC80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20483-93EA-4D00-AB71-9B5EF6D0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1A98C-CCC8-4105-97A7-F0F21168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00EFE-57BF-4D48-A25A-22038BC4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7A5E0-6D8C-4BEF-A7CF-7FA2818B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1629E-376E-487C-BE6B-04825D3B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46737-9C1B-4DFE-BA80-1671AF6D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BAB96-BEA4-4641-84E4-1B7BA725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767B6-C643-4AD6-8BBB-5E213337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E2658-58CC-4EB8-842D-75E73F5C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84BA5-657E-4FE6-A6E5-7D699950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B0D6B-E867-4643-989E-CBD87D5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83CC7-5016-4C20-93BB-D89C0FB2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93205-D30B-4614-89A0-AA72F134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5/7</a:t>
            </a:r>
          </a:p>
        </p:txBody>
      </p:sp>
    </p:spTree>
    <p:extLst>
      <p:ext uri="{BB962C8B-B14F-4D97-AF65-F5344CB8AC3E}">
        <p14:creationId xmlns:p14="http://schemas.microsoft.com/office/powerpoint/2010/main" val="740101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3C521-CDD2-4071-B2F2-097575AF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FB016-22C6-4955-9314-BDEAFABE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F3B11-73A3-4A84-910B-DB7DF583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CE585-C587-473D-A4DB-F6D46467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AEFD5-79E8-46C4-B35D-9DA1BE90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C1446-7C62-4C45-8CE5-E2006001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C858C-5CD9-4EBB-84E2-BA2CA956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EFBC1-F8E4-4DF4-B430-008F70BE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60373-8892-4E1F-929E-2B4E6E66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A6DA3-696D-49AF-8E88-D6ACBBCE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A2BE6-E5FB-4A0A-A6ED-FA0A5A91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F3E75-2A9B-428B-92D5-03982899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27A0D-4298-498F-8410-F91BBC13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E6D3C-543B-4AD1-AAC1-1FC015B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D98E5-5DCF-4DEC-9975-A60AB216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CDA97-1497-4E1B-B6E4-BB5DF317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B05EB-546A-452C-81A5-202BACC7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6F7D0-9332-4CCC-8709-E34A7ABC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E12A3-DDAF-46DB-B804-B1E9E984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41BA5-37BB-4F78-BABC-155741ED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105C7-057A-4AEE-A5FA-A38AAAEC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37E95-715F-419D-9A87-0BD79CE7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6F5F1-DD88-49FF-93E8-0E2096FA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C783D-7AC5-4787-B8D3-A9A02D9D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C002DF-72BD-4B9E-B9AF-F590669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B1B3CE-EB65-4F8B-BCF4-83AA8D8F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6/7</a:t>
            </a:r>
          </a:p>
        </p:txBody>
      </p:sp>
    </p:spTree>
    <p:extLst>
      <p:ext uri="{BB962C8B-B14F-4D97-AF65-F5344CB8AC3E}">
        <p14:creationId xmlns:p14="http://schemas.microsoft.com/office/powerpoint/2010/main" val="1047091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3EAC0-85B2-4CF7-83C7-7D3946B6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508FF-05C4-4B6B-B6A7-7D4A41E4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6731B-2A9D-4D4C-A854-8BDD05FB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1EE42-F984-4CAA-A12F-77309E4E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E50DC-9CEB-4E60-9F51-F6832976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47392-8012-4ADF-89E2-60293BC3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E1BFD-77F8-4D85-A076-15E2652C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AE43D-D65C-4B8A-B052-79389FF3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7/7</a:t>
            </a:r>
          </a:p>
        </p:txBody>
      </p:sp>
    </p:spTree>
    <p:extLst>
      <p:ext uri="{BB962C8B-B14F-4D97-AF65-F5344CB8AC3E}">
        <p14:creationId xmlns:p14="http://schemas.microsoft.com/office/powerpoint/2010/main" val="1976578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2026-08-24T06:38:55.2330000Z</dcterms:created>
  <dcterms:modified xsi:type="dcterms:W3CDTF">2026-08-24T06:38:55.2330000Z</dcterms:modified>
</coreProperties>
</file>