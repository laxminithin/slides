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22c16f66ea4bb1" /><Relationship Type="http://schemas.openxmlformats.org/officeDocument/2006/relationships/extended-properties" Target="/docProps/app.xml" Id="R6de931adddaa4365" /><Relationship Type="http://schemas.openxmlformats.org/officeDocument/2006/relationships/officeDocument" Target="/ppt/presentation.xml" Id="Rc682584ecd2e4d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1ba5b5ffdb42c1"/>
  </p:sldMasterIdLst>
  <p:notesMasterIdLst>
    <p:notesMasterId xmlns:r="http://schemas.openxmlformats.org/officeDocument/2006/relationships" r:id="Reb96e3207acc45a9"/>
  </p:notesMasterIdLst>
  <p:sldIdLst>
    <p:sldId xmlns:r="http://schemas.openxmlformats.org/officeDocument/2006/relationships" id="256" r:id="R866f6801ea3f4884"/>
    <p:sldId xmlns:r="http://schemas.openxmlformats.org/officeDocument/2006/relationships" id="257" r:id="Radb04a2e17cd4456"/>
    <p:sldId xmlns:r="http://schemas.openxmlformats.org/officeDocument/2006/relationships" id="258" r:id="R10e4153a49fc444f"/>
    <p:sldId xmlns:r="http://schemas.openxmlformats.org/officeDocument/2006/relationships" id="259" r:id="R6c88eafd028c417f"/>
    <p:sldId xmlns:r="http://schemas.openxmlformats.org/officeDocument/2006/relationships" id="260" r:id="Ra4f9f7a9bb4c486f"/>
    <p:sldId xmlns:r="http://schemas.openxmlformats.org/officeDocument/2006/relationships" id="261" r:id="Radb9bc26e39c4620"/>
    <p:sldId xmlns:r="http://schemas.openxmlformats.org/officeDocument/2006/relationships" id="262" r:id="Rac93d4de321144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fa536095e54c9d" /><Relationship Type="http://schemas.openxmlformats.org/officeDocument/2006/relationships/slideMaster" Target="/ppt/slideMasters/slideMaster1.xml" Id="R2e1ba5b5ffdb42c1" /><Relationship Type="http://schemas.openxmlformats.org/officeDocument/2006/relationships/notesMaster" Target="/ppt/notesMasters/notesMaster1.xml" Id="Reb96e3207acc45a9" /><Relationship Type="http://schemas.openxmlformats.org/officeDocument/2006/relationships/presProps" Target="/ppt/presProps.xml" Id="Rad7ea1c141414957" /><Relationship Type="http://schemas.openxmlformats.org/officeDocument/2006/relationships/tableStyles" Target="/ppt/tableStyles.xml" Id="R1dc02206483c44ea" /><Relationship Type="http://schemas.openxmlformats.org/officeDocument/2006/relationships/slide" Target="/ppt/slides/slide1.xml" Id="R866f6801ea3f4884" /><Relationship Type="http://schemas.openxmlformats.org/officeDocument/2006/relationships/slide" Target="/ppt/slides/slide2.xml" Id="Radb04a2e17cd4456" /><Relationship Type="http://schemas.openxmlformats.org/officeDocument/2006/relationships/slide" Target="/ppt/slides/slide3.xml" Id="R10e4153a49fc444f" /><Relationship Type="http://schemas.openxmlformats.org/officeDocument/2006/relationships/slide" Target="/ppt/slides/slide4.xml" Id="R6c88eafd028c417f" /><Relationship Type="http://schemas.openxmlformats.org/officeDocument/2006/relationships/slide" Target="/ppt/slides/slide5.xml" Id="Ra4f9f7a9bb4c486f" /><Relationship Type="http://schemas.openxmlformats.org/officeDocument/2006/relationships/slide" Target="/ppt/slides/slide6.xml" Id="Radb9bc26e39c4620" /><Relationship Type="http://schemas.openxmlformats.org/officeDocument/2006/relationships/slide" Target="/ppt/slides/slide7.xml" Id="Rac93d4de321144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36ad936b8849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4fd18f13e14c06" /><Relationship Type="http://schemas.openxmlformats.org/officeDocument/2006/relationships/notesMaster" Target="/ppt/notesMasters/notesMaster1.xml" Id="R2d60c13789d641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bcfcad0f4d4008" /><Relationship Type="http://schemas.openxmlformats.org/officeDocument/2006/relationships/notesMaster" Target="/ppt/notesMasters/notesMaster1.xml" Id="R162c1d004ee34a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2fc712edca4875" /><Relationship Type="http://schemas.openxmlformats.org/officeDocument/2006/relationships/notesMaster" Target="/ppt/notesMasters/notesMaster1.xml" Id="R231bb0ddd5ec44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1115c5695a4c33" /><Relationship Type="http://schemas.openxmlformats.org/officeDocument/2006/relationships/notesMaster" Target="/ppt/notesMasters/notesMaster1.xml" Id="Re8e754d6a1254d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62e388fc7447f7" /><Relationship Type="http://schemas.openxmlformats.org/officeDocument/2006/relationships/notesMaster" Target="/ppt/notesMasters/notesMaster1.xml" Id="R42a929d616bb40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40887becbd450a" /><Relationship Type="http://schemas.openxmlformats.org/officeDocument/2006/relationships/notesMaster" Target="/ppt/notesMasters/notesMaster1.xml" Id="R3f230f175dd545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a0eb18edcd4cde" /><Relationship Type="http://schemas.openxmlformats.org/officeDocument/2006/relationships/notesMaster" Target="/ppt/notesMasters/notesMaster1.xml" Id="Ra61c5e6101bb48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a5c33cf034d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880d23edbf4ba1" /><Relationship Type="http://schemas.openxmlformats.org/officeDocument/2006/relationships/slideLayout" Target="/ppt/slideLayouts/slideLayout1.xml" Id="R35e5652ca8194f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e5652ca8194f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72c55fde54583" /><Relationship Type="http://schemas.openxmlformats.org/officeDocument/2006/relationships/notesSlide" Target="/ppt/notesSlides/notesSlide1.xml" Id="Re8203767335143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5e4c05ffa438d" /><Relationship Type="http://schemas.openxmlformats.org/officeDocument/2006/relationships/notesSlide" Target="/ppt/notesSlides/notesSlide2.xml" Id="R7f16bfa06b224f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35135067942b3" /><Relationship Type="http://schemas.openxmlformats.org/officeDocument/2006/relationships/notesSlide" Target="/ppt/notesSlides/notesSlide3.xml" Id="R1596495d46ad44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4ee227dc94e67" /><Relationship Type="http://schemas.openxmlformats.org/officeDocument/2006/relationships/notesSlide" Target="/ppt/notesSlides/notesSlide4.xml" Id="R6121b99154d247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19c3c3e9c45c7" /><Relationship Type="http://schemas.openxmlformats.org/officeDocument/2006/relationships/notesSlide" Target="/ppt/notesSlides/notesSlide5.xml" Id="R300f2db707cb49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5abee4f3b48a1" /><Relationship Type="http://schemas.openxmlformats.org/officeDocument/2006/relationships/notesSlide" Target="/ppt/notesSlides/notesSlide6.xml" Id="R6dd23a81874842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341545c134e1b" /><Relationship Type="http://schemas.openxmlformats.org/officeDocument/2006/relationships/notesSlide" Target="/ppt/notesSlides/notesSlide7.xml" Id="Rf0067d5c202443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585B1C-6759-43FE-9463-E4B2A4A1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95522-494B-466F-B641-F2DCE7CF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Specific Gravity of a) Fine aggregates. b) Coarse aggregates. c) Cement. d) Soil.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07DF2-EBD2-42B7-A8BD-F744C8B9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MECHANICS AND MATERIALS LABORATORY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1BMEML107/207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BF34E-96D0-43C7-8822-81A67F03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53BD3-6F60-485B-B962-C8AAF30B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B0245-3E15-43CB-AF09-BBE774BB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BBA3C-165C-4E78-97F6-D0893160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EF681-3771-434D-9B89-6B589D7D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3B0F6-3922-4A7A-A4A6-F2E0E688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02C61-A873-4AAF-9C16-2C6199E1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17C60-E7AA-4F7B-9F08-EF2EA71F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F4676-F67A-46BF-96AD-1D15EA81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0A663-6929-42C5-8211-6ABC83CC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6B9EC-DC25-46B2-BAC7-69E18FFE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A77AB-88C6-4012-9CEE-9DF3FEB8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1/7</a:t>
            </a:r>
          </a:p>
        </p:txBody>
      </p:sp>
    </p:spTree>
    <p:extLst>
      <p:ext uri="{BB962C8B-B14F-4D97-AF65-F5344CB8AC3E}">
        <p14:creationId xmlns:p14="http://schemas.microsoft.com/office/powerpoint/2010/main" val="17598713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554FA8-1631-45B0-9D86-DC94D7D1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65A6A-EB5F-4406-A88F-E89C59B4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975A6-402D-4D8A-AEC0-FADCCE02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A2B2D-C2FE-4358-B0A8-EAA2920D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Specific Gravity of a) Fine aggregates. b) Coarse aggregates. c) Cement. d) Soil.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C87AA-939C-4643-B60F-CAD84C16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0ACB6-1B6C-43A7-982E-00755715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970F8-0A98-42A7-9795-8EC5088A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89F5F-F407-4626-B372-4208FB8B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8BD4A-AD24-45EA-9B10-631B1CFE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C7745-ADD0-4578-A20E-0D3B6616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8E7DF-BBEF-4EDB-9E58-1610E227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06E9B-2201-47BC-A6D2-9D663A56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CE330-3C90-4821-9E35-A3F505A3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8F3E9-5C0B-41F2-965F-8EEBCD78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163D2-76BE-42C8-BFF0-EBD65B1C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5C2B1-DF92-4EC3-873C-B4D92F07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2/7</a:t>
            </a:r>
          </a:p>
        </p:txBody>
      </p:sp>
    </p:spTree>
    <p:extLst>
      <p:ext uri="{BB962C8B-B14F-4D97-AF65-F5344CB8AC3E}">
        <p14:creationId xmlns:p14="http://schemas.microsoft.com/office/powerpoint/2010/main" val="14701551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0003F-2EC7-4099-BCCC-35C231F0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64C0D-3D47-44DC-B8AF-DB3D77EE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CE207-8262-4550-9715-1B655489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E0C0F-DE94-4526-89BB-BA8B8FED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Specific Gravity of a) Fine aggregates. b) Coarse aggregates. c) Cement. d) Soil.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F6FF8-30BC-4C91-B53C-2BFB4214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Specific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D5AC6-8509-4AD7-9ABE-BEF76222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AF5C8-1C0A-4FE1-A610-DB067BCD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EBB03-6DD7-4773-9E66-151234F1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8F503-E861-4538-8D3F-9CD4F666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18BB0-832C-44CC-B8CB-5842EE4F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B9505-C31C-4AEB-B4F8-0A9C502F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aggregates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AC8F3-74BA-46D3-93C9-5C65CC5B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5BD38-8AA3-465A-90FF-80D11AB6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Coarse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990BB-AD71-4608-8EBD-01AC7436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E4F649-5028-4645-AB94-27755530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3/7</a:t>
            </a:r>
          </a:p>
        </p:txBody>
      </p:sp>
    </p:spTree>
    <p:extLst>
      <p:ext uri="{BB962C8B-B14F-4D97-AF65-F5344CB8AC3E}">
        <p14:creationId xmlns:p14="http://schemas.microsoft.com/office/powerpoint/2010/main" val="1184781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3409F-5AC8-4011-A69A-70068B25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FD236-2883-47F8-AD3E-87763AA5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252E6-6C29-402F-B61C-30831B87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DB996-A488-4AF2-87FA-46341482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413EA-77CA-4869-8DDC-A739D593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C103D-7D5C-495A-9650-E2D88F1F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1AE57-61DD-4927-A145-EED47E87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4EE16-DA5F-4C54-B533-90F30714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4/7</a:t>
            </a:r>
          </a:p>
        </p:txBody>
      </p:sp>
    </p:spTree>
    <p:extLst>
      <p:ext uri="{BB962C8B-B14F-4D97-AF65-F5344CB8AC3E}">
        <p14:creationId xmlns:p14="http://schemas.microsoft.com/office/powerpoint/2010/main" val="11329131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0C4D9-F60D-4C1B-86C6-87C1CAB3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FBC5C-9F34-483C-BE42-2250CCD2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F0240-9FE8-43F2-A036-A7E165D5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C17AC-775A-4532-8FD6-CF880DDE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DA66A-EFE0-419A-9A42-FAC1BEDB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AC3CD-1C99-4636-BF3F-E45949AF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2703B-074F-4E03-B6F2-4AC60354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E51FC-BAB8-4EAC-8490-75D60D55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1AE38-D5D0-4B9F-9344-60914E00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13F9F-2D0C-4281-BD1D-F7C8D0A0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A0944-1A7E-4287-B7D4-0FE77C6B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AC202-C8CC-4E4E-8945-A00353B9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FAB71-B4C9-44C6-93FF-1C6926FC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CD00C5-9038-48DE-A8AA-D0A56DFD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7B966-4729-4C04-AC46-12D5A944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5/7</a:t>
            </a:r>
          </a:p>
        </p:txBody>
      </p:sp>
    </p:spTree>
    <p:extLst>
      <p:ext uri="{BB962C8B-B14F-4D97-AF65-F5344CB8AC3E}">
        <p14:creationId xmlns:p14="http://schemas.microsoft.com/office/powerpoint/2010/main" val="21111268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19F15B-402C-4F5C-973B-07F0C97A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D9475-24EE-4DD2-A736-A49799A2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F86DA-E920-4886-8C3C-F3A41B59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E6D02-6B11-4AA2-A168-BBFB7BC5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30AC5-9975-4856-94E0-8C550A58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EC07A-2C04-43F7-AE8D-224A449A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8B668-D35C-4089-8E7B-2FF9A2E7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A025F-C633-4430-8702-0BAF795A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A61D5-D123-4C7C-BEBA-0310E0E0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731DC-7AA0-4279-BC0B-E55D6E52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67F48-2833-4D71-9A6D-F1EF0AE9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94380-69E5-4724-9630-155FA3E0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FD211-C18A-4832-8FF1-6C79F351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0925A-EEF7-4FAB-BF31-0943C8A4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3C1A2-856D-4CA9-ACE1-28234813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85BB5-3555-42B7-8CF9-68B0A800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2CE7B2-160B-4FEB-92B0-0305F7A9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1D812-B940-4447-89F1-B22BBF6F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48DF1F-7658-470D-B8C1-97059C3F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3B3570-A2BA-4676-A8F5-595970EF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662FDC-CA65-4BFF-B65D-3FFF2F7B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13AC44-CCD2-4452-AD0E-E5459641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52604A-EF6B-4BFB-A38D-915B0EAB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ED8218-2D47-4914-8EAB-5F296941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3D3452-4FE9-4041-9C3A-CC26590D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E2BA61-341D-4582-947A-027E7369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6/7</a:t>
            </a:r>
          </a:p>
        </p:txBody>
      </p:sp>
    </p:spTree>
    <p:extLst>
      <p:ext uri="{BB962C8B-B14F-4D97-AF65-F5344CB8AC3E}">
        <p14:creationId xmlns:p14="http://schemas.microsoft.com/office/powerpoint/2010/main" val="468451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3C457-07EC-4C2F-8CC2-7C0CC430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6A621-A2BD-4354-9538-D14D0904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B2EBC-C403-4EC0-8267-7228FCAF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DB2DE-668B-4568-8847-C69D5D01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503C8-CCAE-4777-82A5-142C24AC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EE374-191A-4202-A4BD-33E37E8E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62B25-5C0E-4E03-B2E9-7A07B51F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EFED2-FE05-48F9-BCD5-400096B1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7/7</a:t>
            </a:r>
          </a:p>
        </p:txBody>
      </p:sp>
    </p:spTree>
    <p:extLst>
      <p:ext uri="{BB962C8B-B14F-4D97-AF65-F5344CB8AC3E}">
        <p14:creationId xmlns:p14="http://schemas.microsoft.com/office/powerpoint/2010/main" val="603549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2026-08-24T06:38:52.7870000Z</dcterms:created>
  <dcterms:modified xsi:type="dcterms:W3CDTF">2026-08-24T06:38:52.7870000Z</dcterms:modified>
</coreProperties>
</file>