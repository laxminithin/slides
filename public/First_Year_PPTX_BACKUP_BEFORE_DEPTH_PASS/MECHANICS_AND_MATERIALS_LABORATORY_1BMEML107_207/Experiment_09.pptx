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f0cfd3bb8d4b11" /><Relationship Type="http://schemas.openxmlformats.org/officeDocument/2006/relationships/extended-properties" Target="/docProps/app.xml" Id="Rf682029b4986471c" /><Relationship Type="http://schemas.openxmlformats.org/officeDocument/2006/relationships/officeDocument" Target="/ppt/presentation.xml" Id="R3d604e43a7bc45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f3a965efe64c3b"/>
  </p:sldMasterIdLst>
  <p:notesMasterIdLst>
    <p:notesMasterId xmlns:r="http://schemas.openxmlformats.org/officeDocument/2006/relationships" r:id="R00fa9cfa85a94638"/>
  </p:notesMasterIdLst>
  <p:sldIdLst>
    <p:sldId xmlns:r="http://schemas.openxmlformats.org/officeDocument/2006/relationships" id="256" r:id="Ra150c909ace34b8d"/>
    <p:sldId xmlns:r="http://schemas.openxmlformats.org/officeDocument/2006/relationships" id="257" r:id="R3dde4980282848b0"/>
    <p:sldId xmlns:r="http://schemas.openxmlformats.org/officeDocument/2006/relationships" id="258" r:id="Rd6c29f6e4bf6455e"/>
    <p:sldId xmlns:r="http://schemas.openxmlformats.org/officeDocument/2006/relationships" id="259" r:id="R42c305d773c743a7"/>
    <p:sldId xmlns:r="http://schemas.openxmlformats.org/officeDocument/2006/relationships" id="260" r:id="R6df324f5cf784ee3"/>
    <p:sldId xmlns:r="http://schemas.openxmlformats.org/officeDocument/2006/relationships" id="261" r:id="R33ee1eb691444b2b"/>
    <p:sldId xmlns:r="http://schemas.openxmlformats.org/officeDocument/2006/relationships" id="262" r:id="R26b2820f7ebc46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2479177ce04e80" /><Relationship Type="http://schemas.openxmlformats.org/officeDocument/2006/relationships/slideMaster" Target="/ppt/slideMasters/slideMaster1.xml" Id="R58f3a965efe64c3b" /><Relationship Type="http://schemas.openxmlformats.org/officeDocument/2006/relationships/notesMaster" Target="/ppt/notesMasters/notesMaster1.xml" Id="R00fa9cfa85a94638" /><Relationship Type="http://schemas.openxmlformats.org/officeDocument/2006/relationships/presProps" Target="/ppt/presProps.xml" Id="R32acb1191b5a4384" /><Relationship Type="http://schemas.openxmlformats.org/officeDocument/2006/relationships/tableStyles" Target="/ppt/tableStyles.xml" Id="R1005a299731d4668" /><Relationship Type="http://schemas.openxmlformats.org/officeDocument/2006/relationships/slide" Target="/ppt/slides/slide1.xml" Id="Ra150c909ace34b8d" /><Relationship Type="http://schemas.openxmlformats.org/officeDocument/2006/relationships/slide" Target="/ppt/slides/slide2.xml" Id="R3dde4980282848b0" /><Relationship Type="http://schemas.openxmlformats.org/officeDocument/2006/relationships/slide" Target="/ppt/slides/slide3.xml" Id="Rd6c29f6e4bf6455e" /><Relationship Type="http://schemas.openxmlformats.org/officeDocument/2006/relationships/slide" Target="/ppt/slides/slide4.xml" Id="R42c305d773c743a7" /><Relationship Type="http://schemas.openxmlformats.org/officeDocument/2006/relationships/slide" Target="/ppt/slides/slide5.xml" Id="R6df324f5cf784ee3" /><Relationship Type="http://schemas.openxmlformats.org/officeDocument/2006/relationships/slide" Target="/ppt/slides/slide6.xml" Id="R33ee1eb691444b2b" /><Relationship Type="http://schemas.openxmlformats.org/officeDocument/2006/relationships/slide" Target="/ppt/slides/slide7.xml" Id="R26b2820f7ebc46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83ad7b24da44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dd6a53c91a4c8b" /><Relationship Type="http://schemas.openxmlformats.org/officeDocument/2006/relationships/notesMaster" Target="/ppt/notesMasters/notesMaster1.xml" Id="R27f80e3336fd49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5008baa7da4fbc" /><Relationship Type="http://schemas.openxmlformats.org/officeDocument/2006/relationships/notesMaster" Target="/ppt/notesMasters/notesMaster1.xml" Id="Re364e10747214d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535111f7cc4011" /><Relationship Type="http://schemas.openxmlformats.org/officeDocument/2006/relationships/notesMaster" Target="/ppt/notesMasters/notesMaster1.xml" Id="Rab4da2c4c20142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5b6feb43b54cf4" /><Relationship Type="http://schemas.openxmlformats.org/officeDocument/2006/relationships/notesMaster" Target="/ppt/notesMasters/notesMaster1.xml" Id="R5d5d33c2f8e242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be49fefb6b41c7" /><Relationship Type="http://schemas.openxmlformats.org/officeDocument/2006/relationships/notesMaster" Target="/ppt/notesMasters/notesMaster1.xml" Id="Re442143ba98b46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62f392e7734edb" /><Relationship Type="http://schemas.openxmlformats.org/officeDocument/2006/relationships/notesMaster" Target="/ppt/notesMasters/notesMaster1.xml" Id="Rf4c373e6c19c49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736996f1924455" /><Relationship Type="http://schemas.openxmlformats.org/officeDocument/2006/relationships/notesMaster" Target="/ppt/notesMasters/notesMaster1.xml" Id="Rf80d6678dc4d4a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c6b1a82104d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2114778f354a49" /><Relationship Type="http://schemas.openxmlformats.org/officeDocument/2006/relationships/slideLayout" Target="/ppt/slideLayouts/slideLayout1.xml" Id="Rf8c046bc9e4d45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c046bc9e4d45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4b954a284453b" /><Relationship Type="http://schemas.openxmlformats.org/officeDocument/2006/relationships/notesSlide" Target="/ppt/notesSlides/notesSlide1.xml" Id="R05454b96a9a144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cc29a3b17460e" /><Relationship Type="http://schemas.openxmlformats.org/officeDocument/2006/relationships/notesSlide" Target="/ppt/notesSlides/notesSlide2.xml" Id="Rf516668902794d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e10060c0a44d8" /><Relationship Type="http://schemas.openxmlformats.org/officeDocument/2006/relationships/notesSlide" Target="/ppt/notesSlides/notesSlide3.xml" Id="Ra2d36f4dc6954c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7c32135e04e00" /><Relationship Type="http://schemas.openxmlformats.org/officeDocument/2006/relationships/notesSlide" Target="/ppt/notesSlides/notesSlide4.xml" Id="R9037c14d51e840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7dc40ece64650" /><Relationship Type="http://schemas.openxmlformats.org/officeDocument/2006/relationships/notesSlide" Target="/ppt/notesSlides/notesSlide5.xml" Id="R38b5b20d12d347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ae4e7c45f4f73" /><Relationship Type="http://schemas.openxmlformats.org/officeDocument/2006/relationships/notesSlide" Target="/ppt/notesSlides/notesSlide6.xml" Id="Rabab0daf74204e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41f388a054db5" /><Relationship Type="http://schemas.openxmlformats.org/officeDocument/2006/relationships/notesSlide" Target="/ppt/notesSlides/notesSlide7.xml" Id="R4401b42d5a4e47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FB230-6051-4B4D-A707-9A8F72BE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2B377-09B7-4CE2-91FE-A3484F05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Well graded. 03 LAB COURSE (1 Credit) template 2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AA928-1220-46BE-BEE9-5FBDCD02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89B01-F814-46A2-97DE-8FA7EFD5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300AC-AB81-4E23-8833-C6652688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C16D6-89FA-47B9-BA99-B1057D79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8976F-07E4-4F1C-B4DB-DA1D0E29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E2042-73E0-4AF5-AD1F-51156620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7BF9A-ED2C-4AA5-86D7-A49C705C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4B6CD-06DA-48F1-B7D7-90A713BF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9FDDF-2025-42B7-91A0-C9383DF0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EB6DF-3EE0-4CAD-B86C-8754C81B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EE228-552A-4321-9B16-4E27639E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ACEA3-3829-4EF0-BC7D-30F07BBA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BBE55-908E-4BF5-B54E-E4F62E78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1/7</a:t>
            </a:r>
          </a:p>
        </p:txBody>
      </p:sp>
    </p:spTree>
    <p:extLst>
      <p:ext uri="{BB962C8B-B14F-4D97-AF65-F5344CB8AC3E}">
        <p14:creationId xmlns:p14="http://schemas.microsoft.com/office/powerpoint/2010/main" val="1472679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767A5-0B63-4601-88E3-1AAE8C98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27E58-EB40-4D20-B8B6-AA6797B1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B5F60-67A8-4493-9813-0114C874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082E2-D10C-4693-AD29-1D9FDC31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Well graded. 03 LAB COURSE (1 Credit) template 2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322F1-5364-411C-B0C5-20C561C5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C6281-6173-4339-AA7B-1C44CBD5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65B33-5FB2-4F1F-A311-270827B8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F427C-4AC2-4568-9ABC-15DDE769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CD949-7E39-4BF7-8D8F-1A9AC167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C06A0-B5C2-43B8-903B-EE32642A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47D6C-1B72-466D-BDAB-916CA63A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1A17A-8A7D-4753-AD77-C1DEA8AC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38EEA-0DF6-4F2D-AD50-45846CBC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30F34-66A4-4DA5-86A9-7D394413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35105-756D-4718-B94D-0E9B270A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A66D5-B5C2-4099-8091-918A1540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2/7</a:t>
            </a:r>
          </a:p>
        </p:txBody>
      </p:sp>
    </p:spTree>
    <p:extLst>
      <p:ext uri="{BB962C8B-B14F-4D97-AF65-F5344CB8AC3E}">
        <p14:creationId xmlns:p14="http://schemas.microsoft.com/office/powerpoint/2010/main" val="1851642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149E0-9F51-43AF-95F6-C9166AFC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428E0-F0C5-4F64-98ED-6BED8502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06F39-B935-4045-A917-A0E5EA2C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146E4-8F0A-45F7-A77D-ADCBAAB7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Well graded. 03 LAB COURSE (1 Credit) template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19474-B8C3-40E8-BDA5-16D994A0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22955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791B2-8AD6-4AC8-91FE-6B086D3A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EC5B5-6BD0-4AAF-A7E9-418322BC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10150"/>
            <a:ext cx="22955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AD179-B8DF-45F1-A245-7EDD6D94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4CC90-2A5C-42D8-80F7-7929CA21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0150"/>
            <a:ext cx="22955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Credit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407FF-4D22-43F2-A981-1C6AE32E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781C3-DAC4-4E59-A7DA-7D42DE68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2955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template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2F097-EA7F-476F-B8E9-3195EB2A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EE007-CB05-4DE2-8F17-149E9D04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3/7</a:t>
            </a:r>
          </a:p>
        </p:txBody>
      </p:sp>
    </p:spTree>
    <p:extLst>
      <p:ext uri="{BB962C8B-B14F-4D97-AF65-F5344CB8AC3E}">
        <p14:creationId xmlns:p14="http://schemas.microsoft.com/office/powerpoint/2010/main" val="1444652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AADA4-3ACA-4AB8-B7A6-8BCF37AF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1F14A-6BAC-468F-B0F1-60F79BCC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CF4AD-35ED-47AC-9729-B280625D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18576-931B-4D0B-8F0B-CEDF73CE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E4216-A692-409A-9ABA-E551D930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BE6B7-DC56-4FAD-92F8-AAE3E35C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6BF20-D5C3-4CDB-933B-C1CF468A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E0D35-4E23-4E41-99C1-A4F94458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4/7</a:t>
            </a:r>
          </a:p>
        </p:txBody>
      </p:sp>
    </p:spTree>
    <p:extLst>
      <p:ext uri="{BB962C8B-B14F-4D97-AF65-F5344CB8AC3E}">
        <p14:creationId xmlns:p14="http://schemas.microsoft.com/office/powerpoint/2010/main" val="2070234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761D3-E987-4752-9873-814B48A2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6F0DE-F5C7-49DD-BEF9-203E46B8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77875-43ED-4FED-AD89-322CB31F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7BD80-4A3B-4C72-AB2B-71310114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67F1B-2C96-4620-BB8B-1BD6839D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C834F-6EB2-4872-97D7-E603CD5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821FB-B562-4EEC-A35D-DF8CAB74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5C15B-E251-45EA-986B-16D3BEB6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5E212-C2A5-4D94-8C56-15EC4DE2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5A55F-360A-4239-BF32-B3047E7E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B6EC6-79F9-49DE-BC69-F937D7AC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01404-2930-487A-A760-55DF33A1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EDD96-FD8B-4EB7-B39B-781C473E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C616E-4134-4A03-8C4D-B05CE6D3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8A2AD-8288-4EC0-884A-515DC932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5/7</a:t>
            </a:r>
          </a:p>
        </p:txBody>
      </p:sp>
    </p:spTree>
    <p:extLst>
      <p:ext uri="{BB962C8B-B14F-4D97-AF65-F5344CB8AC3E}">
        <p14:creationId xmlns:p14="http://schemas.microsoft.com/office/powerpoint/2010/main" val="6137339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D6277B-690A-464B-A1BB-943EB5E4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BDDB6-3AC7-4C5A-9563-C5C9E6CF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AD0A6-E6AC-4DAE-9D26-2BFD8E47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C25FB-CD54-4461-9B07-5C57726A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505DB-9D63-41B1-8560-45443FB2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DF485-94FC-4047-ADEB-C51A2B08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EB9BF-3BA2-4D9D-A609-6A7457ED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4D209-F8E6-4B8C-BC13-C78D7530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CE25B-70CB-4852-B275-E6DF893E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9BCB1-057F-4977-98F7-C3DCF3DA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CF7AF-FAAB-4FC3-9DA1-772065AB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71F1B-A46D-4CF0-8C65-BDEAD223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BD760-7845-4DB3-B3E7-F7EAAF1E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3E830-14D9-40D5-802E-189F1D29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1C91D-314D-44B3-A2F7-30FF6B8E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7DABF-6BCF-416E-8E05-E2C2E876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9EBCC-9305-4867-B47A-1D6BE5FA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1425D-911F-4399-8851-05B9AE22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0E84F-E5DD-4D7E-A69F-0E47CFE2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2326F5-CB41-4B1C-B8D1-05814855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3067DD-A8E7-4F65-842E-97F32605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6CEFE-ADA9-4A68-9333-8CD25B37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710B02-253B-43B7-92C1-ED26A0FD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9AEE25-7E81-445F-A277-760C687E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4FA1E0-170D-4BAA-9DF2-9C05173B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E5C48A-D11F-4E82-8657-6E2E1E5E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6/7</a:t>
            </a:r>
          </a:p>
        </p:txBody>
      </p:sp>
    </p:spTree>
    <p:extLst>
      <p:ext uri="{BB962C8B-B14F-4D97-AF65-F5344CB8AC3E}">
        <p14:creationId xmlns:p14="http://schemas.microsoft.com/office/powerpoint/2010/main" val="525103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4C3EA-1669-4871-A8C1-021FEE35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43132-078B-49A3-9099-EA6AF1AB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5FDA6-7204-4F0F-BA11-2E8AA7DE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8EF66-7F38-48B8-8D31-0B826C2C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7D556-72D4-4D00-8A7C-A223BABF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F739D-BFD2-4BBE-AEC3-7D5A5E0E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20E36-7DA6-4DFC-B996-2F1286B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7930D-05F3-40DC-BBB4-EACF3632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7/7</a:t>
            </a:r>
          </a:p>
        </p:txBody>
      </p:sp>
    </p:spTree>
    <p:extLst>
      <p:ext uri="{BB962C8B-B14F-4D97-AF65-F5344CB8AC3E}">
        <p14:creationId xmlns:p14="http://schemas.microsoft.com/office/powerpoint/2010/main" val="205571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2026-08-24T06:38:52.9680000Z</dcterms:created>
  <dcterms:modified xsi:type="dcterms:W3CDTF">2026-08-24T06:38:52.9680000Z</dcterms:modified>
</coreProperties>
</file>