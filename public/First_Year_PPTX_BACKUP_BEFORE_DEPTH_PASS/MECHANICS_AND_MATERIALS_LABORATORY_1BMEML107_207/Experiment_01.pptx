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c237c4788c46a1" /><Relationship Type="http://schemas.openxmlformats.org/officeDocument/2006/relationships/extended-properties" Target="/docProps/app.xml" Id="R6bfa1a3b719c4aed" /><Relationship Type="http://schemas.openxmlformats.org/officeDocument/2006/relationships/officeDocument" Target="/ppt/presentation.xml" Id="R2248358ad45e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9901143ba945b2"/>
  </p:sldMasterIdLst>
  <p:notesMasterIdLst>
    <p:notesMasterId xmlns:r="http://schemas.openxmlformats.org/officeDocument/2006/relationships" r:id="R5e5fbea86e1b42c7"/>
  </p:notesMasterIdLst>
  <p:sldIdLst>
    <p:sldId xmlns:r="http://schemas.openxmlformats.org/officeDocument/2006/relationships" id="256" r:id="Rad65d2e547cc43ee"/>
    <p:sldId xmlns:r="http://schemas.openxmlformats.org/officeDocument/2006/relationships" id="257" r:id="Rc35e9084693844a3"/>
    <p:sldId xmlns:r="http://schemas.openxmlformats.org/officeDocument/2006/relationships" id="258" r:id="Raca1e3f2bcbf4c43"/>
    <p:sldId xmlns:r="http://schemas.openxmlformats.org/officeDocument/2006/relationships" id="259" r:id="R6fd269d8a97444a5"/>
    <p:sldId xmlns:r="http://schemas.openxmlformats.org/officeDocument/2006/relationships" id="260" r:id="Re0af0bfc44e44ffa"/>
    <p:sldId xmlns:r="http://schemas.openxmlformats.org/officeDocument/2006/relationships" id="261" r:id="R971d2b6c72d2417d"/>
    <p:sldId xmlns:r="http://schemas.openxmlformats.org/officeDocument/2006/relationships" id="262" r:id="Rc98ec9e2819644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2c14443954bb7" /><Relationship Type="http://schemas.openxmlformats.org/officeDocument/2006/relationships/slideMaster" Target="/ppt/slideMasters/slideMaster1.xml" Id="R5a9901143ba945b2" /><Relationship Type="http://schemas.openxmlformats.org/officeDocument/2006/relationships/notesMaster" Target="/ppt/notesMasters/notesMaster1.xml" Id="R5e5fbea86e1b42c7" /><Relationship Type="http://schemas.openxmlformats.org/officeDocument/2006/relationships/presProps" Target="/ppt/presProps.xml" Id="R5a5f9d91f76b4fc9" /><Relationship Type="http://schemas.openxmlformats.org/officeDocument/2006/relationships/tableStyles" Target="/ppt/tableStyles.xml" Id="R0ffd19ca650c4ffc" /><Relationship Type="http://schemas.openxmlformats.org/officeDocument/2006/relationships/slide" Target="/ppt/slides/slide1.xml" Id="Rad65d2e547cc43ee" /><Relationship Type="http://schemas.openxmlformats.org/officeDocument/2006/relationships/slide" Target="/ppt/slides/slide2.xml" Id="Rc35e9084693844a3" /><Relationship Type="http://schemas.openxmlformats.org/officeDocument/2006/relationships/slide" Target="/ppt/slides/slide3.xml" Id="Raca1e3f2bcbf4c43" /><Relationship Type="http://schemas.openxmlformats.org/officeDocument/2006/relationships/slide" Target="/ppt/slides/slide4.xml" Id="R6fd269d8a97444a5" /><Relationship Type="http://schemas.openxmlformats.org/officeDocument/2006/relationships/slide" Target="/ppt/slides/slide5.xml" Id="Re0af0bfc44e44ffa" /><Relationship Type="http://schemas.openxmlformats.org/officeDocument/2006/relationships/slide" Target="/ppt/slides/slide6.xml" Id="R971d2b6c72d2417d" /><Relationship Type="http://schemas.openxmlformats.org/officeDocument/2006/relationships/slide" Target="/ppt/slides/slide7.xml" Id="Rc98ec9e2819644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06511ae0d84b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38ccf778d4233" /><Relationship Type="http://schemas.openxmlformats.org/officeDocument/2006/relationships/notesMaster" Target="/ppt/notesMasters/notesMaster1.xml" Id="R536597361e7642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c0a00750a4cca" /><Relationship Type="http://schemas.openxmlformats.org/officeDocument/2006/relationships/notesMaster" Target="/ppt/notesMasters/notesMaster1.xml" Id="R843c9fd86fa8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8249ab36c142f3" /><Relationship Type="http://schemas.openxmlformats.org/officeDocument/2006/relationships/notesMaster" Target="/ppt/notesMasters/notesMaster1.xml" Id="R9a671fa95c9843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aa5a91d9a54c55" /><Relationship Type="http://schemas.openxmlformats.org/officeDocument/2006/relationships/notesMaster" Target="/ppt/notesMasters/notesMaster1.xml" Id="R51b98db686c0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5c6a7326b946ac" /><Relationship Type="http://schemas.openxmlformats.org/officeDocument/2006/relationships/notesMaster" Target="/ppt/notesMasters/notesMaster1.xml" Id="R3995bdc231e7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ba64c6009f4f0b" /><Relationship Type="http://schemas.openxmlformats.org/officeDocument/2006/relationships/notesMaster" Target="/ppt/notesMasters/notesMaster1.xml" Id="Rfb2cad8f8dc546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32ddfa1064dd0" /><Relationship Type="http://schemas.openxmlformats.org/officeDocument/2006/relationships/notesMaster" Target="/ppt/notesMasters/notesMaster1.xml" Id="R1bbe0beca5d546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cfb4c48d9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04947f66ba4925" /><Relationship Type="http://schemas.openxmlformats.org/officeDocument/2006/relationships/slideLayout" Target="/ppt/slideLayouts/slideLayout1.xml" Id="Rda48483a9a1f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8483a9a1f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9659601f74446" /><Relationship Type="http://schemas.openxmlformats.org/officeDocument/2006/relationships/notesSlide" Target="/ppt/notesSlides/notesSlide1.xml" Id="R6ae8c88b853346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ca65c8b3a496a" /><Relationship Type="http://schemas.openxmlformats.org/officeDocument/2006/relationships/notesSlide" Target="/ppt/notesSlides/notesSlide2.xml" Id="R623516e7c52840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3cba054f44b1b" /><Relationship Type="http://schemas.openxmlformats.org/officeDocument/2006/relationships/notesSlide" Target="/ppt/notesSlides/notesSlide3.xml" Id="R8ecbceedb16d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9e9a73cbd4638" /><Relationship Type="http://schemas.openxmlformats.org/officeDocument/2006/relationships/notesSlide" Target="/ppt/notesSlides/notesSlide4.xml" Id="Rfa2a8415bb1e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38944d1c44592" /><Relationship Type="http://schemas.openxmlformats.org/officeDocument/2006/relationships/notesSlide" Target="/ppt/notesSlides/notesSlide5.xml" Id="Rd9835d349cbb4e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54ca5038249e9" /><Relationship Type="http://schemas.openxmlformats.org/officeDocument/2006/relationships/notesSlide" Target="/ppt/notesSlides/notesSlide6.xml" Id="R8660089ed7034b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1f952dba4463b" /><Relationship Type="http://schemas.openxmlformats.org/officeDocument/2006/relationships/notesSlide" Target="/ppt/notesSlides/notesSlide7.xml" Id="R9b35c45de7a0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2F66F-D1B9-4CA3-A2F0-00285448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739EF-0588-4608-964C-448D1470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Verification of Lami's Theorem.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2DC06-8224-43AD-B254-EEDEFBB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4C6A8-3DC5-4B3A-BDB6-052B406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C1A02-2B2F-4DF8-B735-880E7ACC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864E6-402E-4362-A2AA-788D5C2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75387-D28C-4111-989B-76BEE7A7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DCF19-A49C-4479-A504-9DF78BAB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E6584-DA75-4AB8-A0AB-E71B98D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894D-7B70-490D-AB01-A96E124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AFEB7-D69B-4891-AFC1-5129C5D5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A5A66-1CA8-433A-AC1B-D904C0FB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62CA2-95FD-4FCE-B6F5-333EE09C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C47AA-DAD9-46CA-AF8E-06B56BE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A2173-68F6-40E6-9F3C-C11B9885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1/7</a:t>
            </a:r>
          </a:p>
        </p:txBody>
      </p:sp>
    </p:spTree>
    <p:extLst>
      <p:ext uri="{BB962C8B-B14F-4D97-AF65-F5344CB8AC3E}">
        <p14:creationId xmlns:p14="http://schemas.microsoft.com/office/powerpoint/2010/main" val="42196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08DEA-EBB1-4A45-8287-CFCC8EB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E09B5-3978-4480-89D5-F8A92C3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B165-585D-43A1-8A8C-8536BAC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0DFBA-8AF8-454A-926D-C920D738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Verification of Lami's Theorem.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AD293-E601-4230-B618-24C1711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3AFAC-6756-4496-A3CE-7517F5DE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E24DF-3183-4CBC-9DB1-EFC7E9E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F604B-1CF0-4FED-8528-534A45E9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4893C-8ED2-45F2-B978-898B827D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FD380-EF0D-41D6-9588-29021958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B0651-34EC-49AC-B0E8-62AD4D18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BBB93-F00C-442F-BFC9-BF259E8F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0D1FD-C690-4456-BFA8-AAF9954B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4438A-11ED-4ED8-B3E2-F12CCF55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7E4D5-1D43-484F-B34F-87CBFE3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D2D1E-58BA-4F50-9CAB-4AD172D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2/7</a:t>
            </a:r>
          </a:p>
        </p:txBody>
      </p:sp>
    </p:spTree>
    <p:extLst>
      <p:ext uri="{BB962C8B-B14F-4D97-AF65-F5344CB8AC3E}">
        <p14:creationId xmlns:p14="http://schemas.microsoft.com/office/powerpoint/2010/main" val="718444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C1749-E0B6-456B-92E9-453E725A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CE534-A3DB-4A29-B710-F3E693D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8143C-3F97-42CB-8870-39CFF17D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D2604-56F5-4B6D-A667-7827F88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Verification of Lami's Theorem.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55883-B6A7-487B-A3EB-EE9D30A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ECB16-959C-4112-8277-3596D4E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88006-A014-441D-92F0-1506864F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44EB6-D363-4C39-A743-F067C3A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9FC2B-008E-49C8-8993-F17D0AA4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Theorem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1BB28-22FA-41E1-8469-B41A183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A498C-F99B-4451-87D2-BE9B1CC0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3/7</a:t>
            </a:r>
          </a:p>
        </p:txBody>
      </p:sp>
    </p:spTree>
    <p:extLst>
      <p:ext uri="{BB962C8B-B14F-4D97-AF65-F5344CB8AC3E}">
        <p14:creationId xmlns:p14="http://schemas.microsoft.com/office/powerpoint/2010/main" val="1540648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A9CFB-F4A2-4F19-B36A-6264845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0CA6C-C51D-4F7C-90B6-C70C649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62A89-2809-4E03-AC80-64A029F9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9DBD2-5D7A-4A74-9970-277BDA5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F08FB-32F0-407F-AD8B-38981A6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206DC-0DBB-48C6-8AC3-64F35A8A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18563-9148-4894-AB18-83684E74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8154E-9F7F-4F05-89F1-4EDAEA33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4/7</a:t>
            </a:r>
          </a:p>
        </p:txBody>
      </p:sp>
    </p:spTree>
    <p:extLst>
      <p:ext uri="{BB962C8B-B14F-4D97-AF65-F5344CB8AC3E}">
        <p14:creationId xmlns:p14="http://schemas.microsoft.com/office/powerpoint/2010/main" val="1143496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95039-0438-488B-8249-02024BA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F64D6-B574-442A-B4CF-50FD0AD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0A40F-4F71-4BD3-AA39-3B8E9179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85D10-1AA0-44ED-99CA-C451FA56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BDEA0-4620-46CB-B1C3-C496C6B8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0611E-1EDD-41EF-B792-1CD50C1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52865-D4DC-4197-883D-DD7F71ED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D379E-95B5-44C1-ACD7-836208A4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B9865-BF89-4EC2-95B0-617FE1A0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95061-372C-4813-99DA-A19D1D3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4D37D-2966-430B-845B-CB540DD2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8E4A8-2BC4-44BF-9B3E-304D3F66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02031-62F9-4EC7-9F94-CB4F4BA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05BBF-406C-4C01-B57F-A771063F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73BC8-E779-4437-B0BE-5F7BD3C7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5/7</a:t>
            </a:r>
          </a:p>
        </p:txBody>
      </p:sp>
    </p:spTree>
    <p:extLst>
      <p:ext uri="{BB962C8B-B14F-4D97-AF65-F5344CB8AC3E}">
        <p14:creationId xmlns:p14="http://schemas.microsoft.com/office/powerpoint/2010/main" val="323224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1842D-0207-4B82-A7A7-9AB9B229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ABA60-E318-4C29-92F5-7B5A91D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80F33-3C78-4A95-9BB5-6FE72026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7C58E-AEA5-4BDC-80A3-67132CF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01311-819F-4B98-A540-0DACCF9C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A074A-EC80-4140-BE71-C66F234B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A2F30-CA1B-4504-93E9-7D0A787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3C09A-4CD8-4E60-8B95-F50D4559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DBDB8-46E5-4A97-86DB-26D8E3E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F8ADD-CAA2-4AF2-8AF5-42D8BEBA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83771-853A-41FA-A9CF-E178DCAC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ED911-438D-4B9D-A7C0-3E56B89A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8446-B580-4682-941A-BA865AD1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E4A3E-51E7-4ADB-922C-A1C220E9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97D1B-8CFE-4117-ACC1-CAAB0C3E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34DD4-3FA0-4B14-BE8F-421E9C47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1C6E4-0619-4F98-91BB-75F69D73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A046F-D812-41A0-AB79-6888E357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64A0F-FEDE-49B6-9D3F-1B99FB3D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1E7D9-178D-4983-96D0-D559D90B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D6DB6-3A6B-495E-9F3C-956D9DFA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68B12-6216-45AC-8771-9B4A32A4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FEC58-2D27-4226-983B-3CCE6E6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66CD8-18E2-4A61-BD25-A67162C8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98EA2-FE73-433F-946A-613062C8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1553C-F276-40AD-94A1-61BA83F5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6/7</a:t>
            </a:r>
          </a:p>
        </p:txBody>
      </p:sp>
    </p:spTree>
    <p:extLst>
      <p:ext uri="{BB962C8B-B14F-4D97-AF65-F5344CB8AC3E}">
        <p14:creationId xmlns:p14="http://schemas.microsoft.com/office/powerpoint/2010/main" val="739722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92FC3-9355-4841-8510-367213F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5D8F4-C7D6-4615-AAAB-75D8D07A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D24BF-D5C6-49EA-A7F4-D357250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DD03D-5A87-463E-AE7D-E3F0649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CB3C7-CA5E-4FEC-B83B-F0E73141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4DB68-9EBD-4F33-83BA-E38D5B99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D643A-1F8B-4F2A-A0F4-820CE51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417C5-BB7A-4FAD-906E-36450E72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7/7</a:t>
            </a:r>
          </a:p>
        </p:txBody>
      </p:sp>
    </p:spTree>
    <p:extLst>
      <p:ext uri="{BB962C8B-B14F-4D97-AF65-F5344CB8AC3E}">
        <p14:creationId xmlns:p14="http://schemas.microsoft.com/office/powerpoint/2010/main" val="1430736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2026-08-24T06:38:52.6060000Z</dcterms:created>
  <dcterms:modified xsi:type="dcterms:W3CDTF">2026-08-24T06:38:52.6060000Z</dcterms:modified>
</coreProperties>
</file>