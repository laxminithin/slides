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9b4fb21d6a4a5e" /><Relationship Type="http://schemas.openxmlformats.org/officeDocument/2006/relationships/extended-properties" Target="/docProps/app.xml" Id="R0d9a1f901fda4de4" /><Relationship Type="http://schemas.openxmlformats.org/officeDocument/2006/relationships/officeDocument" Target="/ppt/presentation.xml" Id="R8c05757e1eca42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b5eeabca474c99"/>
  </p:sldMasterIdLst>
  <p:notesMasterIdLst>
    <p:notesMasterId xmlns:r="http://schemas.openxmlformats.org/officeDocument/2006/relationships" r:id="R72af6bd727414244"/>
  </p:notesMasterIdLst>
  <p:sldIdLst>
    <p:sldId xmlns:r="http://schemas.openxmlformats.org/officeDocument/2006/relationships" id="256" r:id="R9b89bd7d33e44da3"/>
    <p:sldId xmlns:r="http://schemas.openxmlformats.org/officeDocument/2006/relationships" id="257" r:id="Rb98c2f27282642d1"/>
    <p:sldId xmlns:r="http://schemas.openxmlformats.org/officeDocument/2006/relationships" id="258" r:id="R5c78afd249554437"/>
    <p:sldId xmlns:r="http://schemas.openxmlformats.org/officeDocument/2006/relationships" id="259" r:id="R75e418f5622a47c1"/>
    <p:sldId xmlns:r="http://schemas.openxmlformats.org/officeDocument/2006/relationships" id="260" r:id="Rfef630a77e9a4fe5"/>
    <p:sldId xmlns:r="http://schemas.openxmlformats.org/officeDocument/2006/relationships" id="261" r:id="R65577a0d43a344ce"/>
    <p:sldId xmlns:r="http://schemas.openxmlformats.org/officeDocument/2006/relationships" id="262" r:id="R26b51afbe30c42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a8f159ecbc4c3b" /><Relationship Type="http://schemas.openxmlformats.org/officeDocument/2006/relationships/slideMaster" Target="/ppt/slideMasters/slideMaster1.xml" Id="Re4b5eeabca474c99" /><Relationship Type="http://schemas.openxmlformats.org/officeDocument/2006/relationships/notesMaster" Target="/ppt/notesMasters/notesMaster1.xml" Id="R72af6bd727414244" /><Relationship Type="http://schemas.openxmlformats.org/officeDocument/2006/relationships/presProps" Target="/ppt/presProps.xml" Id="R2d0929f11c664f36" /><Relationship Type="http://schemas.openxmlformats.org/officeDocument/2006/relationships/tableStyles" Target="/ppt/tableStyles.xml" Id="Re21e76fa35df433f" /><Relationship Type="http://schemas.openxmlformats.org/officeDocument/2006/relationships/slide" Target="/ppt/slides/slide1.xml" Id="R9b89bd7d33e44da3" /><Relationship Type="http://schemas.openxmlformats.org/officeDocument/2006/relationships/slide" Target="/ppt/slides/slide2.xml" Id="Rb98c2f27282642d1" /><Relationship Type="http://schemas.openxmlformats.org/officeDocument/2006/relationships/slide" Target="/ppt/slides/slide3.xml" Id="R5c78afd249554437" /><Relationship Type="http://schemas.openxmlformats.org/officeDocument/2006/relationships/slide" Target="/ppt/slides/slide4.xml" Id="R75e418f5622a47c1" /><Relationship Type="http://schemas.openxmlformats.org/officeDocument/2006/relationships/slide" Target="/ppt/slides/slide5.xml" Id="Rfef630a77e9a4fe5" /><Relationship Type="http://schemas.openxmlformats.org/officeDocument/2006/relationships/slide" Target="/ppt/slides/slide6.xml" Id="R65577a0d43a344ce" /><Relationship Type="http://schemas.openxmlformats.org/officeDocument/2006/relationships/slide" Target="/ppt/slides/slide7.xml" Id="R26b51afbe30c42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a36bd81fca4b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fd4bcbca144ae6" /><Relationship Type="http://schemas.openxmlformats.org/officeDocument/2006/relationships/notesMaster" Target="/ppt/notesMasters/notesMaster1.xml" Id="R81262c65452d4f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70260976724af5" /><Relationship Type="http://schemas.openxmlformats.org/officeDocument/2006/relationships/notesMaster" Target="/ppt/notesMasters/notesMaster1.xml" Id="R2fefd5d92ed547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a66b8ae5b44386" /><Relationship Type="http://schemas.openxmlformats.org/officeDocument/2006/relationships/notesMaster" Target="/ppt/notesMasters/notesMaster1.xml" Id="R4ae58d9ab5c84a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31915cc9f04c64" /><Relationship Type="http://schemas.openxmlformats.org/officeDocument/2006/relationships/notesMaster" Target="/ppt/notesMasters/notesMaster1.xml" Id="R83e55c350e4e4a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2b1a2f9b0e4db1" /><Relationship Type="http://schemas.openxmlformats.org/officeDocument/2006/relationships/notesMaster" Target="/ppt/notesMasters/notesMaster1.xml" Id="R89ee792924b74c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a62e8a0cff41fe" /><Relationship Type="http://schemas.openxmlformats.org/officeDocument/2006/relationships/notesMaster" Target="/ppt/notesMasters/notesMaster1.xml" Id="Rf3f2bcdb976543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166ec40e73449f" /><Relationship Type="http://schemas.openxmlformats.org/officeDocument/2006/relationships/notesMaster" Target="/ppt/notesMasters/notesMaster1.xml" Id="R41955089a7bd49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9c028d65640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ea1511b402482a" /><Relationship Type="http://schemas.openxmlformats.org/officeDocument/2006/relationships/slideLayout" Target="/ppt/slideLayouts/slideLayout1.xml" Id="Ra74457857bc64b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4457857bc64b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10d2da6e6415d" /><Relationship Type="http://schemas.openxmlformats.org/officeDocument/2006/relationships/notesSlide" Target="/ppt/notesSlides/notesSlide1.xml" Id="Rf8c6ef0f613a48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d5e9af9514caa" /><Relationship Type="http://schemas.openxmlformats.org/officeDocument/2006/relationships/notesSlide" Target="/ppt/notesSlides/notesSlide2.xml" Id="R60408295c16f42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70143bee74e09" /><Relationship Type="http://schemas.openxmlformats.org/officeDocument/2006/relationships/notesSlide" Target="/ppt/notesSlides/notesSlide3.xml" Id="R3ca31a8f9a724a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7f4dd013d4e54" /><Relationship Type="http://schemas.openxmlformats.org/officeDocument/2006/relationships/notesSlide" Target="/ppt/notesSlides/notesSlide4.xml" Id="Rbcb0ba94da1346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e65838c25429d" /><Relationship Type="http://schemas.openxmlformats.org/officeDocument/2006/relationships/notesSlide" Target="/ppt/notesSlides/notesSlide5.xml" Id="Ra2ba7ff76ab449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267e9cae345d5" /><Relationship Type="http://schemas.openxmlformats.org/officeDocument/2006/relationships/notesSlide" Target="/ppt/notesSlides/notesSlide6.xml" Id="Raa85b81aba4c46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0ffd953bf4f17" /><Relationship Type="http://schemas.openxmlformats.org/officeDocument/2006/relationships/notesSlide" Target="/ppt/notesSlides/notesSlide7.xml" Id="R4dcbcecad57b4b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E2D7B-EE9C-43F0-9D05-9A7EF6EA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8F029-7665-4DD5-BB06-DA5319EB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Particle size distribution.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51B53-358C-4350-B5CD-916335CF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CC2B7-B0CA-48BA-B437-8A2490D7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9CA29-C88B-4590-BA4D-36FFB6F5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5DCEF-C02B-4579-9D13-F9DECEB0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B55B7-2AD9-4EED-B2CB-0EA6449D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AC4E4-5A1A-4EE5-BEBF-5EA0899F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D5E50-4102-4148-8E3E-42D8C0C5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3C1EA-DFEF-49A5-9B2D-ABBCFE5F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CD5A6-BD2C-48ED-B7FA-64933685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17F42-CD7D-4BAA-839A-A7EBF3D7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28BD6-C4E8-4956-B682-6CEA6063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B28D0-887A-465C-8981-41EA1B46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79D71-7ABA-4BDB-A35D-F8C09F09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1/7</a:t>
            </a:r>
          </a:p>
        </p:txBody>
      </p:sp>
    </p:spTree>
    <p:extLst>
      <p:ext uri="{BB962C8B-B14F-4D97-AF65-F5344CB8AC3E}">
        <p14:creationId xmlns:p14="http://schemas.microsoft.com/office/powerpoint/2010/main" val="1825597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A206D-3089-4F90-A8D9-39769D1E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FF515-040D-45A5-8117-0B1DF926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F0DC4-3EA9-46DA-A2CA-26BBFCA3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AF8EE-E68E-4066-90DC-1D2EC1C5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Particle size distribution.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6336D-46DD-4FB3-A2BA-80F94301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45344-C040-4EA7-91B5-6162B0BF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39EC9-7E8C-4155-996B-9D39E98E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9AF0E-9D54-4069-8B55-8EC6D76E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D20BB-55AF-4EE5-90FB-4FB19AC6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0AE8C-5BE6-4E41-9115-F08BBCF8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CD3A1-8B60-466B-9007-887F05CF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951F3-E3C0-4222-B4A8-9E9B1CD6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09D6C-A661-4136-8389-B7D8BC9A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9534D-CA67-445D-82F6-AF060AA7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E4D2E-6223-458A-8274-AA480869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55D07-712B-4952-9F10-48E733A0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2/7</a:t>
            </a:r>
          </a:p>
        </p:txBody>
      </p:sp>
    </p:spTree>
    <p:extLst>
      <p:ext uri="{BB962C8B-B14F-4D97-AF65-F5344CB8AC3E}">
        <p14:creationId xmlns:p14="http://schemas.microsoft.com/office/powerpoint/2010/main" val="796217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9FD6F-4E7A-470D-AC99-F0D04D99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80705-C788-4B91-9866-C2346F0A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60430-076D-4130-9041-8B3F9813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5EFA4-BADB-4A11-B89C-6DEA3D9E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Particle size distribution.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A1C29-DCA9-47D6-A91F-D38625A2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Particle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4007A-6BA8-4671-92A1-84799968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93EAE-2545-44AA-853A-B6505E21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D6573-5852-4DC1-85C0-88D9B026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0B41D-8A73-46C0-B4C2-6EEFD405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distribution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F3BB5-B680-47C5-8CF5-FF3BEFC1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30F78-672E-47B7-A68F-5636E97D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3/7</a:t>
            </a:r>
          </a:p>
        </p:txBody>
      </p:sp>
    </p:spTree>
    <p:extLst>
      <p:ext uri="{BB962C8B-B14F-4D97-AF65-F5344CB8AC3E}">
        <p14:creationId xmlns:p14="http://schemas.microsoft.com/office/powerpoint/2010/main" val="1596428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2E93D-FFC2-44A6-A800-4289E378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E1C5B-DBFB-4E4A-BC3D-7CBA6A68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9D62C-9AF1-4D70-867B-D86EE7D9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3C305-9705-4F9B-B7B4-DAF569BE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DFF40-29E5-4FBD-914C-9553A25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2329C-5BDB-4BCF-AA78-609E4180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EC2E1-4F65-4D23-BA84-22C4D878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B4AED-6911-44DB-B1CD-49804F24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4/7</a:t>
            </a:r>
          </a:p>
        </p:txBody>
      </p:sp>
    </p:spTree>
    <p:extLst>
      <p:ext uri="{BB962C8B-B14F-4D97-AF65-F5344CB8AC3E}">
        <p14:creationId xmlns:p14="http://schemas.microsoft.com/office/powerpoint/2010/main" val="1785960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2F7EC-3573-4B10-A418-1920E222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6B191-0CFC-4107-92E9-A182AE16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E4EB2-5E33-45E1-BAEC-7EAF0CD4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0A203-8687-4240-8A38-07AA413D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5C91E-6393-474C-99A0-CFC6C259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F9A90-FD8D-4849-901A-BB98164D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E30E7-6B7B-4FFA-8447-88ACC6D2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272FE-1B3B-4DDA-819C-A4C9AF85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909B9-724D-41B9-8FB2-7BF46784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7FA93-16E4-412F-BF46-F7D07AD0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5FBD7-5FCD-45FA-8889-3F300B97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419BD-2334-49BA-99EB-94066079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89408-47B4-47F5-B66F-F4E9A0D0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02D40-1824-409F-A17B-EBBB2CB1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D3746-100F-49DF-9D26-1D33F3A2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5/7</a:t>
            </a:r>
          </a:p>
        </p:txBody>
      </p:sp>
    </p:spTree>
    <p:extLst>
      <p:ext uri="{BB962C8B-B14F-4D97-AF65-F5344CB8AC3E}">
        <p14:creationId xmlns:p14="http://schemas.microsoft.com/office/powerpoint/2010/main" val="20870365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8F0DE0-2CA8-4FEE-821E-9C706B00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C6433-DA5E-4950-88D9-65E057D2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E7DC1-7B33-494F-9370-171D16A3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335CA-4199-459C-ADAD-85321BAC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AECC5-B47D-49D6-99A5-73EC0000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277B4-48F0-45EF-BCC9-20379582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FC247-E7E7-42C7-9ED2-A4508E38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2B719-FA4E-47B8-B35D-7CE1A140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B7189-6736-4F02-A5FE-7BDAC0AB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3BA16-9376-44B6-BA88-A095AFEF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FF9C5-3670-4631-9A16-263C0FCB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98EA2-03F4-4129-A1C4-01643B87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EFC02-F17C-4BC7-ADF1-A65FFE1A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C5055-6BFF-4246-AEDE-15228B61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456ED-D7F5-4F45-AC1A-7CB78E76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6E09A-51A9-41D8-A421-6A1609BE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2E3DB-49CF-4621-AEFA-7D0AE4F7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23B7E-D524-4168-B130-FFF90DC3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309E5-C970-4251-8F84-B3BCED6A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A4CF2-35CD-49A9-B5AE-D9FE1A00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58AB3-D5B4-4CBC-8581-ED604EC3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2EE78-2A08-42F5-BB1C-C1D66961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63946-107C-4CFC-9EC3-DF31004A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E2739-1538-409B-AB61-61DFEF98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BFD5AA-A0E4-4BCD-9609-0548847B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7E4470-C272-44BA-B35C-9E9DCA77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6/7</a:t>
            </a:r>
          </a:p>
        </p:txBody>
      </p:sp>
    </p:spTree>
    <p:extLst>
      <p:ext uri="{BB962C8B-B14F-4D97-AF65-F5344CB8AC3E}">
        <p14:creationId xmlns:p14="http://schemas.microsoft.com/office/powerpoint/2010/main" val="8170437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52CFE-3F90-4160-8D04-5CAF2C80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3A47A-DECB-439E-994A-C0113D1F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1F32E-3F19-43A3-8055-118C0443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6045A-B63B-4C32-85D7-2F4DD586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8B3B3-CC17-462D-A5BB-0AB435D8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042B5-EF7C-44DA-A691-A71C0E2D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E33B8-74E7-48B5-8F54-B37535C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A1A78-EEFE-4CD2-A301-EC72FEE8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7/7</a:t>
            </a:r>
          </a:p>
        </p:txBody>
      </p:sp>
    </p:spTree>
    <p:extLst>
      <p:ext uri="{BB962C8B-B14F-4D97-AF65-F5344CB8AC3E}">
        <p14:creationId xmlns:p14="http://schemas.microsoft.com/office/powerpoint/2010/main" val="17018012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2026-08-24T06:38:52.9210000Z</dcterms:created>
  <dcterms:modified xsi:type="dcterms:W3CDTF">2026-08-24T06:38:52.9210000Z</dcterms:modified>
</coreProperties>
</file>