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5cb0855a2f4422" /><Relationship Type="http://schemas.openxmlformats.org/officeDocument/2006/relationships/extended-properties" Target="/docProps/app.xml" Id="R9974a561c9644a1d" /><Relationship Type="http://schemas.openxmlformats.org/officeDocument/2006/relationships/officeDocument" Target="/ppt/presentation.xml" Id="Rb6d5642837a24e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c4c70940d945be"/>
  </p:sldMasterIdLst>
  <p:notesMasterIdLst>
    <p:notesMasterId xmlns:r="http://schemas.openxmlformats.org/officeDocument/2006/relationships" r:id="R1279bfdf18344ab3"/>
  </p:notesMasterIdLst>
  <p:sldIdLst>
    <p:sldId xmlns:r="http://schemas.openxmlformats.org/officeDocument/2006/relationships" id="256" r:id="R13bd1675f9714660"/>
    <p:sldId xmlns:r="http://schemas.openxmlformats.org/officeDocument/2006/relationships" id="257" r:id="R68b471f1760841cc"/>
    <p:sldId xmlns:r="http://schemas.openxmlformats.org/officeDocument/2006/relationships" id="258" r:id="R31249697110847d5"/>
    <p:sldId xmlns:r="http://schemas.openxmlformats.org/officeDocument/2006/relationships" id="259" r:id="Rf5a07ae590274bc9"/>
    <p:sldId xmlns:r="http://schemas.openxmlformats.org/officeDocument/2006/relationships" id="260" r:id="R8e016d9f958a4ef5"/>
    <p:sldId xmlns:r="http://schemas.openxmlformats.org/officeDocument/2006/relationships" id="261" r:id="R370100c085fb4e20"/>
    <p:sldId xmlns:r="http://schemas.openxmlformats.org/officeDocument/2006/relationships" id="262" r:id="Rb93a381cb94745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f29da3fb64ffe" /><Relationship Type="http://schemas.openxmlformats.org/officeDocument/2006/relationships/slideMaster" Target="/ppt/slideMasters/slideMaster1.xml" Id="R88c4c70940d945be" /><Relationship Type="http://schemas.openxmlformats.org/officeDocument/2006/relationships/notesMaster" Target="/ppt/notesMasters/notesMaster1.xml" Id="R1279bfdf18344ab3" /><Relationship Type="http://schemas.openxmlformats.org/officeDocument/2006/relationships/presProps" Target="/ppt/presProps.xml" Id="Rd030f5d5512c4cba" /><Relationship Type="http://schemas.openxmlformats.org/officeDocument/2006/relationships/tableStyles" Target="/ppt/tableStyles.xml" Id="Rd35aed9a8f594f46" /><Relationship Type="http://schemas.openxmlformats.org/officeDocument/2006/relationships/slide" Target="/ppt/slides/slide1.xml" Id="R13bd1675f9714660" /><Relationship Type="http://schemas.openxmlformats.org/officeDocument/2006/relationships/slide" Target="/ppt/slides/slide2.xml" Id="R68b471f1760841cc" /><Relationship Type="http://schemas.openxmlformats.org/officeDocument/2006/relationships/slide" Target="/ppt/slides/slide3.xml" Id="R31249697110847d5" /><Relationship Type="http://schemas.openxmlformats.org/officeDocument/2006/relationships/slide" Target="/ppt/slides/slide4.xml" Id="Rf5a07ae590274bc9" /><Relationship Type="http://schemas.openxmlformats.org/officeDocument/2006/relationships/slide" Target="/ppt/slides/slide5.xml" Id="R8e016d9f958a4ef5" /><Relationship Type="http://schemas.openxmlformats.org/officeDocument/2006/relationships/slide" Target="/ppt/slides/slide6.xml" Id="R370100c085fb4e20" /><Relationship Type="http://schemas.openxmlformats.org/officeDocument/2006/relationships/slide" Target="/ppt/slides/slide7.xml" Id="Rb93a381cb947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30adea33b4f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ad8866429143e3" /><Relationship Type="http://schemas.openxmlformats.org/officeDocument/2006/relationships/notesMaster" Target="/ppt/notesMasters/notesMaster1.xml" Id="Rc03f9750e516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4c527ad2544d97" /><Relationship Type="http://schemas.openxmlformats.org/officeDocument/2006/relationships/notesMaster" Target="/ppt/notesMasters/notesMaster1.xml" Id="R78bdb38014c544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cf20c3f3db4496" /><Relationship Type="http://schemas.openxmlformats.org/officeDocument/2006/relationships/notesMaster" Target="/ppt/notesMasters/notesMaster1.xml" Id="Ra425ac421ca745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348956f8643ba" /><Relationship Type="http://schemas.openxmlformats.org/officeDocument/2006/relationships/notesMaster" Target="/ppt/notesMasters/notesMaster1.xml" Id="R52b24e342f7b42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56da29bc204063" /><Relationship Type="http://schemas.openxmlformats.org/officeDocument/2006/relationships/notesMaster" Target="/ppt/notesMasters/notesMaster1.xml" Id="R58d8f9516f1e47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6515c8086a4883" /><Relationship Type="http://schemas.openxmlformats.org/officeDocument/2006/relationships/notesMaster" Target="/ppt/notesMasters/notesMaster1.xml" Id="Re063891093434a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1d66a7b3124cc8" /><Relationship Type="http://schemas.openxmlformats.org/officeDocument/2006/relationships/notesMaster" Target="/ppt/notesMasters/notesMaster1.xml" Id="R761305ee159745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384ff5ca6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8a33a39f644604" /><Relationship Type="http://schemas.openxmlformats.org/officeDocument/2006/relationships/slideLayout" Target="/ppt/slideLayouts/slideLayout1.xml" Id="R680bf67e7159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0bf67e7159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b84853cbc4d44" /><Relationship Type="http://schemas.openxmlformats.org/officeDocument/2006/relationships/notesSlide" Target="/ppt/notesSlides/notesSlide1.xml" Id="R6052734212254f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3df521cce4789" /><Relationship Type="http://schemas.openxmlformats.org/officeDocument/2006/relationships/notesSlide" Target="/ppt/notesSlides/notesSlide2.xml" Id="Rbdba66b9fab146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974f15e344dc0" /><Relationship Type="http://schemas.openxmlformats.org/officeDocument/2006/relationships/notesSlide" Target="/ppt/notesSlides/notesSlide3.xml" Id="R5bee62ccb22743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ad21a23fe4ae9" /><Relationship Type="http://schemas.openxmlformats.org/officeDocument/2006/relationships/notesSlide" Target="/ppt/notesSlides/notesSlide4.xml" Id="R52440c6eb6fe4c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4e4949e334eeb" /><Relationship Type="http://schemas.openxmlformats.org/officeDocument/2006/relationships/notesSlide" Target="/ppt/notesSlides/notesSlide5.xml" Id="Rbfa36006f73748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b6eaebafc4dda" /><Relationship Type="http://schemas.openxmlformats.org/officeDocument/2006/relationships/notesSlide" Target="/ppt/notesSlides/notesSlide6.xml" Id="Rb601b23c1604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87601334b42bb" /><Relationship Type="http://schemas.openxmlformats.org/officeDocument/2006/relationships/notesSlide" Target="/ppt/notesSlides/notesSlide7.xml" Id="R9932aff25ee345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6E61E-E41A-4758-9D50-047FB162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3EDE5-1C36-4EC2-955A-943252A5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Equilibrium of concurrent forces.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167CA-5049-4E03-9FA5-A388CDDD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7C4D9-FEBE-4B8A-B1B7-50B61E4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E9CD8-C314-4E76-BAFF-FAAAAC18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3DEF7-C2D4-4D0E-9EE5-91849E6C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4A69D-4F19-45A0-BE92-09CE30E5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CF036-20BD-40F6-A5D3-3DD0B4FE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6D423-F313-49B6-B19D-2B24339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67904-B70A-4A11-97C5-A4309E09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2BAD8-1CAA-4E6E-9D00-80634E3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26BAE-D903-49C6-A7EC-1DE6318F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DFA3E-CAFA-408C-BB62-C26BAFE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0C154-5679-461D-9084-686715A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FCC7F-A3C6-40D8-BBE7-C01B0C3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1/7</a:t>
            </a:r>
          </a:p>
        </p:txBody>
      </p:sp>
    </p:spTree>
    <p:extLst>
      <p:ext uri="{BB962C8B-B14F-4D97-AF65-F5344CB8AC3E}">
        <p14:creationId xmlns:p14="http://schemas.microsoft.com/office/powerpoint/2010/main" val="1315519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1A366-281E-4D44-A313-9230C06B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E450D-1E46-4AD2-9FFF-25B3C125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D8262-FF69-4BB7-8C26-9D33C99F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DD499-8568-4BC6-B923-B7E7CFB8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Equilibrium of concurrent forces.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A2137-4E76-4A86-9CCD-102F181F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5D444-A006-44DB-8CB6-E78A841F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09E29-04E5-4604-9F7E-C9987230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638CF-5949-4A06-A7C6-CCC74E27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1F6F3-12FA-4F57-B209-F3BB08BC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A2BCF-CC9A-4B3B-BF54-32E5893F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B1ABD-2E35-4244-980F-610FF7E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AF294-6703-4069-80E3-125FAD72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562BE-2D3C-4C89-9998-A4A1ADB6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AAE5E-98E5-45E0-8E49-50BC5114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79F6A-E8FB-4D30-AE9F-D85A5B6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CC740-E582-4332-949C-B781D27E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2/7</a:t>
            </a:r>
          </a:p>
        </p:txBody>
      </p:sp>
    </p:spTree>
    <p:extLst>
      <p:ext uri="{BB962C8B-B14F-4D97-AF65-F5344CB8AC3E}">
        <p14:creationId xmlns:p14="http://schemas.microsoft.com/office/powerpoint/2010/main" val="958081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1D3AB-21FC-4919-868C-C41C05A4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C7AEC-663B-493D-8CB1-EC8219AD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75EE7-46ED-4234-95AD-25741643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FF76C-01A1-4A05-B7EA-D5B29A6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Equilibrium of concurrent forces.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6B4BC-8A25-4FA0-9891-316E0822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Equilibrium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0B4A0-BF7E-4B23-9E83-43D5D403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3015A-8B35-4401-ABE2-FDC72791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6F4E1-4C30-4FF8-A076-FA1527AA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28E0F-2EDB-42C0-81E3-0B2E9D3E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CD3B8-CCBD-4202-A7D3-2FDC8B0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ED8A0-1AEC-413C-967B-9A2E8862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3/7</a:t>
            </a:r>
          </a:p>
        </p:txBody>
      </p:sp>
    </p:spTree>
    <p:extLst>
      <p:ext uri="{BB962C8B-B14F-4D97-AF65-F5344CB8AC3E}">
        <p14:creationId xmlns:p14="http://schemas.microsoft.com/office/powerpoint/2010/main" val="1092514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54C68-83D2-486C-A459-4708FFE1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F8520-797A-43E8-AA44-1FECEB37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45A28-DA2A-497A-96CB-58FD4C40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68BFF-FB77-4A64-85AB-7E9E2F36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50B89-B397-429A-AF42-08637619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D6A32-D8D5-4C88-B876-46878D58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CD657-A0C3-4AA3-9E6A-62BF7C4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146B3-09A5-4112-A340-2B73A08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4/7</a:t>
            </a:r>
          </a:p>
        </p:txBody>
      </p:sp>
    </p:spTree>
    <p:extLst>
      <p:ext uri="{BB962C8B-B14F-4D97-AF65-F5344CB8AC3E}">
        <p14:creationId xmlns:p14="http://schemas.microsoft.com/office/powerpoint/2010/main" val="2124090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64062-65D6-49D9-BB08-5DD921C3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41531-5C57-401C-BFFE-F77F689B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4F84F-EEBF-42E1-A023-CAE5ECFC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41AB1-16E2-4FB1-B9C1-8ED8C80C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7BDD1-5300-4059-88E8-031FE3FC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741D4-BAEC-4EB9-A7DB-5BC0021B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3B119-4539-43D3-A0B4-02629148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C3EB0-9171-42C2-8E3D-DCAC46CE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32EEF-B4F7-41DA-9C62-C15356CA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5DB7C-113F-44BD-BD08-E6F1D7B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20401-D642-4EA4-9F1E-948B956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5930-F8FA-49B0-8AC4-69DC73E7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D6958-A778-4B62-A91C-9DA3720E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4A5E8-0393-4EB8-AD89-419A339B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D3774-2BB7-4DDB-A83D-18EC4B5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5/7</a:t>
            </a:r>
          </a:p>
        </p:txBody>
      </p:sp>
    </p:spTree>
    <p:extLst>
      <p:ext uri="{BB962C8B-B14F-4D97-AF65-F5344CB8AC3E}">
        <p14:creationId xmlns:p14="http://schemas.microsoft.com/office/powerpoint/2010/main" val="2080668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BD2E7-1DAF-470D-9711-49C50A8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F53CC-5FA7-43A5-AAB2-A15DA1FA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7755D-ABA6-4F33-A5AF-A9CF8DE8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EDBA1-C0E2-4B10-A224-1E8A2393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E09E7-17E8-4ABD-90B8-8DD68FD1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0F0B9-D8F0-467A-82C3-24102070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6237F-CB8B-47D0-BE38-F1AE5AA7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1A931-A389-4FB3-A3F4-D46F983F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9464E-8B12-4A09-B4EA-EF596AF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ADB87-2695-406D-8670-5DE760AB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118C1-0024-4B1F-A25C-B9C509BC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30DF1-3AFC-4D24-A047-2DB66507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F144C-4703-4DBF-B230-208C7F1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992AC-F1CA-4C4F-A31B-B8579FF5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37560-52E8-4889-B66A-EC887248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98490-BF2E-4621-8574-FAF8F59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96697-A04C-4795-961B-E4D43F73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632D0-6C5D-4816-990D-BA1805E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E1BC3-2533-4D09-B8CE-635F0C69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300FB-1173-49DE-8FAC-870A024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7DA6E-4896-45FF-98E0-B44C213A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3F5E9-092E-4313-B509-C0AEE9AB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F5511-8025-4D02-85A3-EA63A2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94CDB-F7CD-4982-8EDB-037DABDA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C462E-BF53-4416-9388-973479CE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0880A-B7B7-4371-86EF-6264D0B6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6/7</a:t>
            </a:r>
          </a:p>
        </p:txBody>
      </p:sp>
    </p:spTree>
    <p:extLst>
      <p:ext uri="{BB962C8B-B14F-4D97-AF65-F5344CB8AC3E}">
        <p14:creationId xmlns:p14="http://schemas.microsoft.com/office/powerpoint/2010/main" val="290094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3645F-5E3F-40C8-854E-D791FD08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1F399-1C89-4F11-95B1-6C3BAA89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286E7-C015-4FC5-AAED-E0768379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AD063-D455-4B52-94CA-907C670C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3D9B3-D75F-4AD0-82F2-322435A4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9BBD8-43DA-44E4-BCE2-D5F30801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8F488-EE2A-4C3E-B34E-BE0304DD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3E120-147D-4809-9AF0-57A6738B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7/7</a:t>
            </a:r>
          </a:p>
        </p:txBody>
      </p:sp>
    </p:spTree>
    <p:extLst>
      <p:ext uri="{BB962C8B-B14F-4D97-AF65-F5344CB8AC3E}">
        <p14:creationId xmlns:p14="http://schemas.microsoft.com/office/powerpoint/2010/main" val="838667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2026-08-24T06:38:52.6530000Z</dcterms:created>
  <dcterms:modified xsi:type="dcterms:W3CDTF">2026-08-24T06:38:52.6530000Z</dcterms:modified>
</coreProperties>
</file>