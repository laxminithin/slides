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208112d4d24fc2" /><Relationship Type="http://schemas.openxmlformats.org/officeDocument/2006/relationships/extended-properties" Target="/docProps/app.xml" Id="R11212ea5a6584181" /><Relationship Type="http://schemas.openxmlformats.org/officeDocument/2006/relationships/officeDocument" Target="/ppt/presentation.xml" Id="Ra47a455581224f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cb3c98e28f4226"/>
  </p:sldMasterIdLst>
  <p:notesMasterIdLst>
    <p:notesMasterId xmlns:r="http://schemas.openxmlformats.org/officeDocument/2006/relationships" r:id="R28551870e8e74b77"/>
  </p:notesMasterIdLst>
  <p:sldIdLst>
    <p:sldId xmlns:r="http://schemas.openxmlformats.org/officeDocument/2006/relationships" id="256" r:id="R28f754ec4c384826"/>
    <p:sldId xmlns:r="http://schemas.openxmlformats.org/officeDocument/2006/relationships" id="257" r:id="R027c3ce121424d5b"/>
    <p:sldId xmlns:r="http://schemas.openxmlformats.org/officeDocument/2006/relationships" id="258" r:id="R0ab2b34c00324b63"/>
    <p:sldId xmlns:r="http://schemas.openxmlformats.org/officeDocument/2006/relationships" id="259" r:id="Raebef8c636f44eea"/>
    <p:sldId xmlns:r="http://schemas.openxmlformats.org/officeDocument/2006/relationships" id="260" r:id="Rbd8887ba786e411a"/>
    <p:sldId xmlns:r="http://schemas.openxmlformats.org/officeDocument/2006/relationships" id="261" r:id="R43a800c87b1e4c09"/>
    <p:sldId xmlns:r="http://schemas.openxmlformats.org/officeDocument/2006/relationships" id="262" r:id="R056c012d12fb49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f5ba08f6554036" /><Relationship Type="http://schemas.openxmlformats.org/officeDocument/2006/relationships/slideMaster" Target="/ppt/slideMasters/slideMaster1.xml" Id="R33cb3c98e28f4226" /><Relationship Type="http://schemas.openxmlformats.org/officeDocument/2006/relationships/notesMaster" Target="/ppt/notesMasters/notesMaster1.xml" Id="R28551870e8e74b77" /><Relationship Type="http://schemas.openxmlformats.org/officeDocument/2006/relationships/presProps" Target="/ppt/presProps.xml" Id="Rec919594c1e04388" /><Relationship Type="http://schemas.openxmlformats.org/officeDocument/2006/relationships/tableStyles" Target="/ppt/tableStyles.xml" Id="R79be71b30d614b5d" /><Relationship Type="http://schemas.openxmlformats.org/officeDocument/2006/relationships/slide" Target="/ppt/slides/slide1.xml" Id="R28f754ec4c384826" /><Relationship Type="http://schemas.openxmlformats.org/officeDocument/2006/relationships/slide" Target="/ppt/slides/slide2.xml" Id="R027c3ce121424d5b" /><Relationship Type="http://schemas.openxmlformats.org/officeDocument/2006/relationships/slide" Target="/ppt/slides/slide3.xml" Id="R0ab2b34c00324b63" /><Relationship Type="http://schemas.openxmlformats.org/officeDocument/2006/relationships/slide" Target="/ppt/slides/slide4.xml" Id="Raebef8c636f44eea" /><Relationship Type="http://schemas.openxmlformats.org/officeDocument/2006/relationships/slide" Target="/ppt/slides/slide5.xml" Id="Rbd8887ba786e411a" /><Relationship Type="http://schemas.openxmlformats.org/officeDocument/2006/relationships/slide" Target="/ppt/slides/slide6.xml" Id="R43a800c87b1e4c09" /><Relationship Type="http://schemas.openxmlformats.org/officeDocument/2006/relationships/slide" Target="/ppt/slides/slide7.xml" Id="R056c012d12fb49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ab12844f224e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2644c14774432b" /><Relationship Type="http://schemas.openxmlformats.org/officeDocument/2006/relationships/notesMaster" Target="/ppt/notesMasters/notesMaster1.xml" Id="R0a00d1e1a5cc45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34d5a8581a406f" /><Relationship Type="http://schemas.openxmlformats.org/officeDocument/2006/relationships/notesMaster" Target="/ppt/notesMasters/notesMaster1.xml" Id="Racea7b31ae7b48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2e19c4acbf4097" /><Relationship Type="http://schemas.openxmlformats.org/officeDocument/2006/relationships/notesMaster" Target="/ppt/notesMasters/notesMaster1.xml" Id="R0585746a55b648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f5ff3512724b54" /><Relationship Type="http://schemas.openxmlformats.org/officeDocument/2006/relationships/notesMaster" Target="/ppt/notesMasters/notesMaster1.xml" Id="Rf7715e7513ee4c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bf17db1a9944c3" /><Relationship Type="http://schemas.openxmlformats.org/officeDocument/2006/relationships/notesMaster" Target="/ppt/notesMasters/notesMaster1.xml" Id="R86196a63862840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dde6beffa4437a" /><Relationship Type="http://schemas.openxmlformats.org/officeDocument/2006/relationships/notesMaster" Target="/ppt/notesMasters/notesMaster1.xml" Id="R0e056a609faa47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abf6d990714b9d" /><Relationship Type="http://schemas.openxmlformats.org/officeDocument/2006/relationships/notesMaster" Target="/ppt/notesMasters/notesMaster1.xml" Id="R9c2678787ad94a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b82a6a25f4c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b2f5b458a7480f" /><Relationship Type="http://schemas.openxmlformats.org/officeDocument/2006/relationships/slideLayout" Target="/ppt/slideLayouts/slideLayout1.xml" Id="R71bdc544bd0e45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bdc544bd0e45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7ea7b9d724e02" /><Relationship Type="http://schemas.openxmlformats.org/officeDocument/2006/relationships/notesSlide" Target="/ppt/notesSlides/notesSlide1.xml" Id="Rdcf3d192943340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176cfb69d4491" /><Relationship Type="http://schemas.openxmlformats.org/officeDocument/2006/relationships/notesSlide" Target="/ppt/notesSlides/notesSlide2.xml" Id="Rb6d6b1a5d5084c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bdf11e15a41f3" /><Relationship Type="http://schemas.openxmlformats.org/officeDocument/2006/relationships/notesSlide" Target="/ppt/notesSlides/notesSlide3.xml" Id="R763b62618d4544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6940119d4452c" /><Relationship Type="http://schemas.openxmlformats.org/officeDocument/2006/relationships/notesSlide" Target="/ppt/notesSlides/notesSlide4.xml" Id="R0d36fc50c3bd42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a1ba8f83e4b9e" /><Relationship Type="http://schemas.openxmlformats.org/officeDocument/2006/relationships/notesSlide" Target="/ppt/notesSlides/notesSlide5.xml" Id="R85ffd2b5d44844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da17b41a342e8" /><Relationship Type="http://schemas.openxmlformats.org/officeDocument/2006/relationships/notesSlide" Target="/ppt/notesSlides/notesSlide6.xml" Id="Rad560d25d0f948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7368d32ca41a1" /><Relationship Type="http://schemas.openxmlformats.org/officeDocument/2006/relationships/notesSlide" Target="/ppt/notesSlides/notesSlide7.xml" Id="Rebfb6fe78ca849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DADF5-BAC1-4B9E-BF86-6D18A916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E2D3E-DE4D-4252-B0BC-A2F4A32D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Parallel force system- Simply supported beam.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E35C6-F774-48F6-9EC5-B0D51992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0EE94-DB4E-4420-9E75-627504D9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226CD-815A-4CBD-8EC0-C35963BE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A4E64-160B-48AE-9FFE-9DEB2422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637C4-376B-4BBD-B920-0537D2F2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49855-8C11-47A5-AB00-2A74E979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DB4A4-BAA1-4CD6-AF1E-E5D798DE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D3737-A6B8-42DC-91D5-3D837852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BE1D3-0CC2-478F-94B3-3EA3F7C6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E2447-EA70-46C9-BE7E-B962E1B9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1354B-A0A4-4647-BB36-68024C7D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6247A-A005-4260-B499-415B06B2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46110-7C1D-412A-95EC-42807496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1/7</a:t>
            </a:r>
          </a:p>
        </p:txBody>
      </p:sp>
    </p:spTree>
    <p:extLst>
      <p:ext uri="{BB962C8B-B14F-4D97-AF65-F5344CB8AC3E}">
        <p14:creationId xmlns:p14="http://schemas.microsoft.com/office/powerpoint/2010/main" val="203220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07F31-9148-4520-B1FF-92FB52BB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E2A2D-ECD6-493F-BA9A-D8B6218E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BFC59-61C1-4329-9AC5-E4098A9C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05664-03D4-4B32-84A2-6B93D239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Parallel force system- Simply supported beam.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994A1-ECAA-4A0F-B401-7C74CCE5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8E995-2C25-46E3-92A1-A954512D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07A9B-B99F-47A4-9CC4-8A487CA2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201E5-796D-4B91-91D3-03F5B953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E1B36-D6C9-4AB2-A279-989F7B5B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19BD6-CC66-4FB5-9491-6AFB3EEE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3A72B-6DB8-4BF4-8EB5-7A2BF027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0697F-41BD-4195-8122-370BF597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060BB-213A-41B5-ACBC-15771961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BBD84-B04E-4410-A849-B2A1AD2A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8593E-5117-46C0-86A1-FAEA2D8D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13877-1DA2-4B48-A8E2-DBA24745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2/7</a:t>
            </a:r>
          </a:p>
        </p:txBody>
      </p:sp>
    </p:spTree>
    <p:extLst>
      <p:ext uri="{BB962C8B-B14F-4D97-AF65-F5344CB8AC3E}">
        <p14:creationId xmlns:p14="http://schemas.microsoft.com/office/powerpoint/2010/main" val="1030911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AC378-3BE4-44A9-BF53-90D31E0B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41938-65CB-4DBB-B693-AEFF7F2E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332D1-F6CA-4E08-969E-B291D8EA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4B679-9D14-4D48-8C4E-12984813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Parallel force system- Simply supported beam.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CD925-ADDA-42CD-BD07-6349C096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Parallel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39C87-B1B7-4955-9EBA-C616CD11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94D92-BF3A-4A69-A929-5EAB3B63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70EAF-A803-4545-9702-53838D06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E5492-DD81-4746-BEA8-99D677D2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6BB7D-6663-4559-8D75-BE913C42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3EE91-010C-47A7-B896-3BAED0E5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Simply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9EE88-67F0-4D69-8753-ADEB205E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1BFBE-2C1D-41C3-B82B-AAA6E86B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supported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DF985-86D1-41A4-A4E3-B8C1C07C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2E207-FFC6-4A59-B0E4-0863C7AE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3/7</a:t>
            </a:r>
          </a:p>
        </p:txBody>
      </p:sp>
    </p:spTree>
    <p:extLst>
      <p:ext uri="{BB962C8B-B14F-4D97-AF65-F5344CB8AC3E}">
        <p14:creationId xmlns:p14="http://schemas.microsoft.com/office/powerpoint/2010/main" val="1829477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CE98A-8C24-4B93-9B98-F832FEC6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2C871-D59C-4886-AA2F-ADE27197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5B6CD-C18F-405C-A480-A298F412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E726E-0531-4A1F-A8CD-F647F5DE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F1CE2-0815-4BF2-9D07-76610861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74E22-53E9-473C-8608-9C142662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A7B5C-8808-4DE3-93DC-3207ED28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3F5C6-1D69-47D7-A653-629A79AE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4/7</a:t>
            </a:r>
          </a:p>
        </p:txBody>
      </p:sp>
    </p:spTree>
    <p:extLst>
      <p:ext uri="{BB962C8B-B14F-4D97-AF65-F5344CB8AC3E}">
        <p14:creationId xmlns:p14="http://schemas.microsoft.com/office/powerpoint/2010/main" val="1480998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2C6F7-72E3-43BD-8FAC-99A7A930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1B6D5-A0B5-4C36-A39F-328762B6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00C6F-4D7C-469B-A004-5FDFE65A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A0A44-E68D-48A1-A972-F9F11D21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F8E80-33CB-4C54-B8FE-7C1DA8E2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66D8C-EA32-41C2-8710-F1BA49E0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C53C3-A744-4CF7-9EBE-C489FB31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AAAD0-F532-4FA0-B0EF-37A2DC0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67160-1099-4898-896B-1153B21F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DF808-5290-4A9D-A40C-1D50FC80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4C826-3118-49A9-9BF5-BF678FC6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72FFE-9916-406B-B2CC-62D7C1F5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BD8EA-E7DB-4603-8ADF-B304B435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517F6-42AC-49CA-B989-308BC7B8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90B81-8ACB-4D35-84DA-C70505FC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5/7</a:t>
            </a:r>
          </a:p>
        </p:txBody>
      </p:sp>
    </p:spTree>
    <p:extLst>
      <p:ext uri="{BB962C8B-B14F-4D97-AF65-F5344CB8AC3E}">
        <p14:creationId xmlns:p14="http://schemas.microsoft.com/office/powerpoint/2010/main" val="15386851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8F8113-6757-4F67-9ADA-954C35BC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C1DE8-744A-4505-8916-E0263DCA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EA722-2DE6-4F02-88AA-E458E25F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F8D9D-56B0-41EF-A19A-4750D36E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C71A8-32AE-41ED-A7B5-DC7FBCDF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1EC74-C735-4DA8-97DE-22F7D6E6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34355-7B6A-4863-9227-C0B9A0AA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D6359-C08D-4CFF-BA4F-5B97C92E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23050-ECF7-4E43-8096-2C643297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505B6-566D-4C69-91B7-72E6C8B1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326DE-D37B-4733-9523-39B4EE47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83CA4-A51B-4C1A-816E-F2275B1A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8E93E-51BA-4972-BAB3-BFB0D66B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25A7A-64FA-4024-BB0B-14DABFD1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B4903-91A8-4FAD-A7F8-5B2EEF25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F46E1-C673-416B-9AE8-B19760B6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2274C-F14C-4BC4-BDA4-EB62831F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6009D-86EC-406D-8E6D-B350A5B7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013FC-11EB-4CE9-AD85-9280C17F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86BFE-3800-4073-BD0C-286421F9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81A46-3B8F-45B5-B538-DCE05B7E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7F10F9-C45C-4043-8309-78BE49BD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3AB52-ED5F-4994-B7FC-C6C4EA9C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A84F0-07A8-45B6-B1B1-4E2332AE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2399F8-FF75-427C-8C39-895AF540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0C92A1-2F1E-4DA8-B8FC-2DBCFDF3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6/7</a:t>
            </a:r>
          </a:p>
        </p:txBody>
      </p:sp>
    </p:spTree>
    <p:extLst>
      <p:ext uri="{BB962C8B-B14F-4D97-AF65-F5344CB8AC3E}">
        <p14:creationId xmlns:p14="http://schemas.microsoft.com/office/powerpoint/2010/main" val="14342970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B2A22-5294-45E9-BBF6-1CC838CC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FB8D1-A882-460B-8E33-360FCAAA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73AE0-CE7F-4B97-9266-9B4914E9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BAB64-6C24-4616-ACD3-F2EEC58D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ADA6B-308C-4A23-A927-BC13D8E1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414C0-5F43-4DE5-9A41-065264D7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20E68-7045-4002-86E0-956ACF5B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38941-844A-4F81-AC03-8C66AC0B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7/7</a:t>
            </a:r>
          </a:p>
        </p:txBody>
      </p:sp>
    </p:spTree>
    <p:extLst>
      <p:ext uri="{BB962C8B-B14F-4D97-AF65-F5344CB8AC3E}">
        <p14:creationId xmlns:p14="http://schemas.microsoft.com/office/powerpoint/2010/main" val="174696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2026-08-24T06:38:52.6990000Z</dcterms:created>
  <dcterms:modified xsi:type="dcterms:W3CDTF">2026-08-24T06:38:52.6990000Z</dcterms:modified>
</coreProperties>
</file>