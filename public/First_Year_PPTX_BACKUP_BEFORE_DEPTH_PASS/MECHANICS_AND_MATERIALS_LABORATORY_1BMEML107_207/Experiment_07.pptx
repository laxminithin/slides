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51e8e77c0641d2" /><Relationship Type="http://schemas.openxmlformats.org/officeDocument/2006/relationships/extended-properties" Target="/docProps/app.xml" Id="Rf02289215d204c7d" /><Relationship Type="http://schemas.openxmlformats.org/officeDocument/2006/relationships/officeDocument" Target="/ppt/presentation.xml" Id="R26193ad0716549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07be910c0841ca"/>
  </p:sldMasterIdLst>
  <p:notesMasterIdLst>
    <p:notesMasterId xmlns:r="http://schemas.openxmlformats.org/officeDocument/2006/relationships" r:id="R4640b48a6a944b53"/>
  </p:notesMasterIdLst>
  <p:sldIdLst>
    <p:sldId xmlns:r="http://schemas.openxmlformats.org/officeDocument/2006/relationships" id="256" r:id="Rd420e960858f46d3"/>
    <p:sldId xmlns:r="http://schemas.openxmlformats.org/officeDocument/2006/relationships" id="257" r:id="R768d6d93c2244106"/>
    <p:sldId xmlns:r="http://schemas.openxmlformats.org/officeDocument/2006/relationships" id="258" r:id="Rd30fda2be256456d"/>
    <p:sldId xmlns:r="http://schemas.openxmlformats.org/officeDocument/2006/relationships" id="259" r:id="R983e1a510b654568"/>
    <p:sldId xmlns:r="http://schemas.openxmlformats.org/officeDocument/2006/relationships" id="260" r:id="R49659a752eba4841"/>
    <p:sldId xmlns:r="http://schemas.openxmlformats.org/officeDocument/2006/relationships" id="261" r:id="R05f60bc28f014a88"/>
    <p:sldId xmlns:r="http://schemas.openxmlformats.org/officeDocument/2006/relationships" id="262" r:id="R7566b8da003b47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da94f2703f45de" /><Relationship Type="http://schemas.openxmlformats.org/officeDocument/2006/relationships/slideMaster" Target="/ppt/slideMasters/slideMaster1.xml" Id="R9907be910c0841ca" /><Relationship Type="http://schemas.openxmlformats.org/officeDocument/2006/relationships/notesMaster" Target="/ppt/notesMasters/notesMaster1.xml" Id="R4640b48a6a944b53" /><Relationship Type="http://schemas.openxmlformats.org/officeDocument/2006/relationships/presProps" Target="/ppt/presProps.xml" Id="R89511603e9314ddd" /><Relationship Type="http://schemas.openxmlformats.org/officeDocument/2006/relationships/tableStyles" Target="/ppt/tableStyles.xml" Id="Rd21f302a7cdc4191" /><Relationship Type="http://schemas.openxmlformats.org/officeDocument/2006/relationships/slide" Target="/ppt/slides/slide1.xml" Id="Rd420e960858f46d3" /><Relationship Type="http://schemas.openxmlformats.org/officeDocument/2006/relationships/slide" Target="/ppt/slides/slide2.xml" Id="R768d6d93c2244106" /><Relationship Type="http://schemas.openxmlformats.org/officeDocument/2006/relationships/slide" Target="/ppt/slides/slide3.xml" Id="Rd30fda2be256456d" /><Relationship Type="http://schemas.openxmlformats.org/officeDocument/2006/relationships/slide" Target="/ppt/slides/slide4.xml" Id="R983e1a510b654568" /><Relationship Type="http://schemas.openxmlformats.org/officeDocument/2006/relationships/slide" Target="/ppt/slides/slide5.xml" Id="R49659a752eba4841" /><Relationship Type="http://schemas.openxmlformats.org/officeDocument/2006/relationships/slide" Target="/ppt/slides/slide6.xml" Id="R05f60bc28f014a88" /><Relationship Type="http://schemas.openxmlformats.org/officeDocument/2006/relationships/slide" Target="/ppt/slides/slide7.xml" Id="R7566b8da003b47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9c4c816ee84e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9ea8ff066646bb" /><Relationship Type="http://schemas.openxmlformats.org/officeDocument/2006/relationships/notesMaster" Target="/ppt/notesMasters/notesMaster1.xml" Id="R9e7c6a1a33e146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55f0e951ff47ca" /><Relationship Type="http://schemas.openxmlformats.org/officeDocument/2006/relationships/notesMaster" Target="/ppt/notesMasters/notesMaster1.xml" Id="R35a9b99007fe41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7231ddb0fe438b" /><Relationship Type="http://schemas.openxmlformats.org/officeDocument/2006/relationships/notesMaster" Target="/ppt/notesMasters/notesMaster1.xml" Id="R88dba7a29d754d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0e7de5d1884a42" /><Relationship Type="http://schemas.openxmlformats.org/officeDocument/2006/relationships/notesMaster" Target="/ppt/notesMasters/notesMaster1.xml" Id="R0544a1ba14ae41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375ae34d9f460b" /><Relationship Type="http://schemas.openxmlformats.org/officeDocument/2006/relationships/notesMaster" Target="/ppt/notesMasters/notesMaster1.xml" Id="Rc4687732db014b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c1798f2eb14f82" /><Relationship Type="http://schemas.openxmlformats.org/officeDocument/2006/relationships/notesMaster" Target="/ppt/notesMasters/notesMaster1.xml" Id="Rb3c292907ae849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95eb2f1d8640ef" /><Relationship Type="http://schemas.openxmlformats.org/officeDocument/2006/relationships/notesMaster" Target="/ppt/notesMasters/notesMaster1.xml" Id="R860a0683a37d40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c6523141441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4808787fef4d8b" /><Relationship Type="http://schemas.openxmlformats.org/officeDocument/2006/relationships/slideLayout" Target="/ppt/slideLayouts/slideLayout1.xml" Id="Ra73be78573b149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3be78573b149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789c9aeb247a3" /><Relationship Type="http://schemas.openxmlformats.org/officeDocument/2006/relationships/notesSlide" Target="/ppt/notesSlides/notesSlide1.xml" Id="R076399ab7c9d46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fd0ae7ee64a8f" /><Relationship Type="http://schemas.openxmlformats.org/officeDocument/2006/relationships/notesSlide" Target="/ppt/notesSlides/notesSlide2.xml" Id="R108ec184a6f541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8607e01fb493a" /><Relationship Type="http://schemas.openxmlformats.org/officeDocument/2006/relationships/notesSlide" Target="/ppt/notesSlides/notesSlide3.xml" Id="R3671df475d294b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b84dc1a8a4ae3" /><Relationship Type="http://schemas.openxmlformats.org/officeDocument/2006/relationships/notesSlide" Target="/ppt/notesSlides/notesSlide4.xml" Id="R51f4c8c3894d40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8f42f37814675" /><Relationship Type="http://schemas.openxmlformats.org/officeDocument/2006/relationships/notesSlide" Target="/ppt/notesSlides/notesSlide5.xml" Id="R74ece981755a4e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d7015bb4e4a39" /><Relationship Type="http://schemas.openxmlformats.org/officeDocument/2006/relationships/notesSlide" Target="/ppt/notesSlides/notesSlide6.xml" Id="R6394c7e880f044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dadea048a4f67" /><Relationship Type="http://schemas.openxmlformats.org/officeDocument/2006/relationships/notesSlide" Target="/ppt/notesSlides/notesSlide7.xml" Id="Rbf3286897d6b4b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6ECD8-086B-4D30-A188-6FFDF4FD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10CE1-1BB2-4545-8EA7-48AC704D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Field tests on cement.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D8938-4952-4182-B6E7-9FE58679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96B9D-3BCA-418F-89AE-CD33C480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576D4-F318-47C0-8879-ECE44EEC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FB9EB-6938-4652-8F09-FAC929B7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CD8C8-8AAA-43FB-8D8E-0B86F1F4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61806-1C3C-4EC7-808E-CB11818E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B4CC6-E570-4B18-BF56-0E0A9FD0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EDB98-93A9-40A8-8B9A-0D8945F2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11EB6-95B7-40B1-A470-03EE007E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10BEC-65AB-472C-B42E-97D6BEC2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6C7D7C-BD44-48AA-B965-31143DA5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05D01-F266-4BA8-84F3-A0AAB02E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A32023-9863-477C-9080-75FBD795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1/7</a:t>
            </a:r>
          </a:p>
        </p:txBody>
      </p:sp>
    </p:spTree>
    <p:extLst>
      <p:ext uri="{BB962C8B-B14F-4D97-AF65-F5344CB8AC3E}">
        <p14:creationId xmlns:p14="http://schemas.microsoft.com/office/powerpoint/2010/main" val="2546486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04E70-74F6-4D34-85ED-1A6A92E4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9F2A8-F51B-436F-AF9E-D93B57F0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5A6A3-3BB5-4275-B978-513C67C9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588F2-B963-44B6-95AD-55297775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Field tests on cement.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B184F-F3DA-4596-939C-2E1F0EB0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D964E-ECB0-4AF3-BB2F-8B522544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45F60-246A-4D01-A37D-20020EAE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03E87-B6FE-442A-9016-C1ABBBCF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97091-7B6F-4770-8CC6-A36ACC63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A40FD-1B10-47C4-84D2-B50F7E2F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6F7F0-3989-4F8B-AF6C-9FEB05F4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2AC98-D175-4250-951A-976F78AC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E2F4F-BD84-4B40-A035-77EDE74A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6275D-241D-457A-A84D-3FF38256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B4AF3-9858-4B57-A6EB-5D235C5B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7B4A4-0E73-4781-B6DC-9A886AE8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2/7</a:t>
            </a:r>
          </a:p>
        </p:txBody>
      </p:sp>
    </p:spTree>
    <p:extLst>
      <p:ext uri="{BB962C8B-B14F-4D97-AF65-F5344CB8AC3E}">
        <p14:creationId xmlns:p14="http://schemas.microsoft.com/office/powerpoint/2010/main" val="21421861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53AE7-DF35-4410-9893-AE89713D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48329-EF74-44B5-B829-C67D8F56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C1961-9FCE-4D90-9F23-2A98E1E9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63278-F91D-4C15-9DEA-1979753E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Field tests on cement.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C3D38-F925-4CF5-95EB-531B59B9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56F27-CC13-4CF3-905D-38CB2FBD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ABFC1-0418-4F96-8F2E-C306843C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C2E77-EF60-4B22-9FAC-23A1F19E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209C6-0813-475D-A592-5CDB42B2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0150"/>
            <a:ext cx="314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888CC-C8AF-4FAD-BA5C-16237FAF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6170F-39C9-47A7-B92A-FAC3026C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3/7</a:t>
            </a:r>
          </a:p>
        </p:txBody>
      </p:sp>
    </p:spTree>
    <p:extLst>
      <p:ext uri="{BB962C8B-B14F-4D97-AF65-F5344CB8AC3E}">
        <p14:creationId xmlns:p14="http://schemas.microsoft.com/office/powerpoint/2010/main" val="862691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775D4-50FA-4FAA-83A4-838A9F45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B53CB-BC0B-4D5B-BC69-3050D4B6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25C5D-243B-40E2-ABD5-4BFF0580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F731A-336B-44BE-B222-E8487250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F2301-FDAC-4964-BF70-9F75D091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A61D4-C90D-4F6C-97AF-14D85336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ED7B3-4685-449C-8663-F4BB0382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59F5B-9861-49F6-BCFC-A3972720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4/7</a:t>
            </a:r>
          </a:p>
        </p:txBody>
      </p:sp>
    </p:spTree>
    <p:extLst>
      <p:ext uri="{BB962C8B-B14F-4D97-AF65-F5344CB8AC3E}">
        <p14:creationId xmlns:p14="http://schemas.microsoft.com/office/powerpoint/2010/main" val="1855136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990CB-752E-4417-8E06-5A55FBDD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B007E-467F-4A80-9D6E-9F966415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5DE75-AD43-4609-B67B-F6551D75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2D464-2FD6-4231-A95E-3AD98176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32E61-0A1D-4E82-AEB1-DC7E7C4C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B0616-59C8-4CCD-8A9D-D64D0088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3C872-1FAF-47AD-AA30-CAE48315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40E78-0C3C-4B8F-B6FC-92076C29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4406F-165E-4275-AE3C-581240D0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82715-FB9E-4ABC-8774-E380A5E7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D36D4-FF1D-4DB0-B4CF-136E959F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ABF40-7315-4DE1-A089-884EDA4C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1E25E-81B6-457F-82F8-6329F305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19295-E0EA-4A19-81B8-DABA91EC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A57E3-106D-4D01-84F8-AE4B3C33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5/7</a:t>
            </a:r>
          </a:p>
        </p:txBody>
      </p:sp>
    </p:spTree>
    <p:extLst>
      <p:ext uri="{BB962C8B-B14F-4D97-AF65-F5344CB8AC3E}">
        <p14:creationId xmlns:p14="http://schemas.microsoft.com/office/powerpoint/2010/main" val="10010290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68F7C4-5BA4-4CFC-879D-4B68A591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B3412-4E1E-4788-8BB3-A0AA56EB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4894C-8F68-4B45-AF04-807A0A42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88760-91DC-4ABD-8974-53F81970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A177D-70FE-4743-9038-42F033BD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680EC-6252-4C60-AB21-DE289B79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E81AE-5EAA-495A-B32D-C51C3AE3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D5114-A673-4D0E-B3F3-C13EF246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0F918-2F5C-4B15-8328-E32ABC53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099C2-B1BE-44A3-AC57-647191B2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A66F1-4FA1-4680-B746-E2A53F7A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D1584-8C0F-4B95-9C1A-03794BE7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773C1-EAF0-474E-BC60-C99B1F27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D041A-C0E6-424D-B7AF-E2875200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C8C58-FCA3-4063-B1CC-198159CB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56330-72F2-4FCE-93DE-E0350AD4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566DB-5EEF-4E65-86EF-5CBAA276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E49F9A-C2FC-461A-927A-3CA820DC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50FB5-1A22-4907-A6CA-20479576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0F924-0A1E-434F-8F50-DBBA6359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A0DB31-30AD-49BD-BC4D-BF4852EC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269573-8BDC-40A5-B168-075A5C38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DE1150-E929-451F-8EAD-293E7B13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072BB7-37E9-479F-A404-5BBF91C8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9BB6E-D6C1-4010-A849-81C51D55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554877-4563-439A-A53D-72398E5E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6/7</a:t>
            </a:r>
          </a:p>
        </p:txBody>
      </p:sp>
    </p:spTree>
    <p:extLst>
      <p:ext uri="{BB962C8B-B14F-4D97-AF65-F5344CB8AC3E}">
        <p14:creationId xmlns:p14="http://schemas.microsoft.com/office/powerpoint/2010/main" val="6139017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EE1EC-529C-4673-B882-25E34D60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7CD31-5CD3-4E9F-8E71-CE214FBC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5FC13-F63A-4636-92BC-16AC9365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73FAD-965D-4DAF-95E8-9D8EBF39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33B11-5657-4CC2-8F63-BFC4D1A3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56DA6-C509-4020-AA23-0B3E9E98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EF27F-D257-4DA5-8375-CA770200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MECHANICS AND MATERIALS LABORATORY | 1BMEML107/207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C4ABB-8671-42F6-9066-8347DF53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7/7</a:t>
            </a:r>
          </a:p>
        </p:txBody>
      </p:sp>
    </p:spTree>
    <p:extLst>
      <p:ext uri="{BB962C8B-B14F-4D97-AF65-F5344CB8AC3E}">
        <p14:creationId xmlns:p14="http://schemas.microsoft.com/office/powerpoint/2010/main" val="5246538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2026-08-24T06:38:52.8760000Z</dcterms:created>
  <dcterms:modified xsi:type="dcterms:W3CDTF">2026-08-24T06:38:52.8760000Z</dcterms:modified>
</coreProperties>
</file>