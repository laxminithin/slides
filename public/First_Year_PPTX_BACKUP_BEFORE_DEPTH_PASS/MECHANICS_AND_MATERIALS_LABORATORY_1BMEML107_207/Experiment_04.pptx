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db1b40507346ac" /><Relationship Type="http://schemas.openxmlformats.org/officeDocument/2006/relationships/extended-properties" Target="/docProps/app.xml" Id="R6317029d0b7d47c0" /><Relationship Type="http://schemas.openxmlformats.org/officeDocument/2006/relationships/officeDocument" Target="/ppt/presentation.xml" Id="R34b420a59f6848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21de4592484eb9"/>
  </p:sldMasterIdLst>
  <p:notesMasterIdLst>
    <p:notesMasterId xmlns:r="http://schemas.openxmlformats.org/officeDocument/2006/relationships" r:id="R72c49243d5a94a6e"/>
  </p:notesMasterIdLst>
  <p:sldIdLst>
    <p:sldId xmlns:r="http://schemas.openxmlformats.org/officeDocument/2006/relationships" id="256" r:id="R676071fe7eaa486d"/>
    <p:sldId xmlns:r="http://schemas.openxmlformats.org/officeDocument/2006/relationships" id="257" r:id="Re17da8049d9b465e"/>
    <p:sldId xmlns:r="http://schemas.openxmlformats.org/officeDocument/2006/relationships" id="258" r:id="Rf89ba9e167fa4aa5"/>
    <p:sldId xmlns:r="http://schemas.openxmlformats.org/officeDocument/2006/relationships" id="259" r:id="R2d92c4e2a2054f41"/>
    <p:sldId xmlns:r="http://schemas.openxmlformats.org/officeDocument/2006/relationships" id="260" r:id="R0b8a55c7c0af4256"/>
    <p:sldId xmlns:r="http://schemas.openxmlformats.org/officeDocument/2006/relationships" id="261" r:id="Rd676d0d1679f426a"/>
    <p:sldId xmlns:r="http://schemas.openxmlformats.org/officeDocument/2006/relationships" id="262" r:id="R3e5fb9ceab6648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85a73406b4405d" /><Relationship Type="http://schemas.openxmlformats.org/officeDocument/2006/relationships/slideMaster" Target="/ppt/slideMasters/slideMaster1.xml" Id="R8721de4592484eb9" /><Relationship Type="http://schemas.openxmlformats.org/officeDocument/2006/relationships/notesMaster" Target="/ppt/notesMasters/notesMaster1.xml" Id="R72c49243d5a94a6e" /><Relationship Type="http://schemas.openxmlformats.org/officeDocument/2006/relationships/presProps" Target="/ppt/presProps.xml" Id="R8aa2c6b573e84925" /><Relationship Type="http://schemas.openxmlformats.org/officeDocument/2006/relationships/tableStyles" Target="/ppt/tableStyles.xml" Id="R60701d31e83c401d" /><Relationship Type="http://schemas.openxmlformats.org/officeDocument/2006/relationships/slide" Target="/ppt/slides/slide1.xml" Id="R676071fe7eaa486d" /><Relationship Type="http://schemas.openxmlformats.org/officeDocument/2006/relationships/slide" Target="/ppt/slides/slide2.xml" Id="Re17da8049d9b465e" /><Relationship Type="http://schemas.openxmlformats.org/officeDocument/2006/relationships/slide" Target="/ppt/slides/slide3.xml" Id="Rf89ba9e167fa4aa5" /><Relationship Type="http://schemas.openxmlformats.org/officeDocument/2006/relationships/slide" Target="/ppt/slides/slide4.xml" Id="R2d92c4e2a2054f41" /><Relationship Type="http://schemas.openxmlformats.org/officeDocument/2006/relationships/slide" Target="/ppt/slides/slide5.xml" Id="R0b8a55c7c0af4256" /><Relationship Type="http://schemas.openxmlformats.org/officeDocument/2006/relationships/slide" Target="/ppt/slides/slide6.xml" Id="Rd676d0d1679f426a" /><Relationship Type="http://schemas.openxmlformats.org/officeDocument/2006/relationships/slide" Target="/ppt/slides/slide7.xml" Id="R3e5fb9ceab6648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d507ff80f642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64ecb724d14809" /><Relationship Type="http://schemas.openxmlformats.org/officeDocument/2006/relationships/notesMaster" Target="/ppt/notesMasters/notesMaster1.xml" Id="R1cd87b81e0e843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7eda6fd1924abb" /><Relationship Type="http://schemas.openxmlformats.org/officeDocument/2006/relationships/notesMaster" Target="/ppt/notesMasters/notesMaster1.xml" Id="Rd694ecee45a142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51f16946fb4cb9" /><Relationship Type="http://schemas.openxmlformats.org/officeDocument/2006/relationships/notesMaster" Target="/ppt/notesMasters/notesMaster1.xml" Id="R438488b9d28443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6e6138d4524f7a" /><Relationship Type="http://schemas.openxmlformats.org/officeDocument/2006/relationships/notesMaster" Target="/ppt/notesMasters/notesMaster1.xml" Id="Rbd935a19cab642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a10639ef924bf1" /><Relationship Type="http://schemas.openxmlformats.org/officeDocument/2006/relationships/notesMaster" Target="/ppt/notesMasters/notesMaster1.xml" Id="Ra7b190b35b504f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ae52d7f7024ef8" /><Relationship Type="http://schemas.openxmlformats.org/officeDocument/2006/relationships/notesMaster" Target="/ppt/notesMasters/notesMaster1.xml" Id="R8947fd2b761349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baf1a41e8a4b89" /><Relationship Type="http://schemas.openxmlformats.org/officeDocument/2006/relationships/notesMaster" Target="/ppt/notesMasters/notesMaster1.xml" Id="Rf5566f7e37b34c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9f025dc71b4e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2b3d37a7154325" /><Relationship Type="http://schemas.openxmlformats.org/officeDocument/2006/relationships/slideLayout" Target="/ppt/slideLayouts/slideLayout1.xml" Id="Rdbd6a520b99549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d6a520b99549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cd58a0825438c" /><Relationship Type="http://schemas.openxmlformats.org/officeDocument/2006/relationships/notesSlide" Target="/ppt/notesSlides/notesSlide1.xml" Id="R612f81df306542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16a65c00b44fd" /><Relationship Type="http://schemas.openxmlformats.org/officeDocument/2006/relationships/notesSlide" Target="/ppt/notesSlides/notesSlide2.xml" Id="Rf96af661edf94a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48b945a6f44df" /><Relationship Type="http://schemas.openxmlformats.org/officeDocument/2006/relationships/notesSlide" Target="/ppt/notesSlides/notesSlide3.xml" Id="Rb535685fdc1a4a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1a6a5f7304038" /><Relationship Type="http://schemas.openxmlformats.org/officeDocument/2006/relationships/notesSlide" Target="/ppt/notesSlides/notesSlide4.xml" Id="Rcb2597c42cab48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952fcefd74441" /><Relationship Type="http://schemas.openxmlformats.org/officeDocument/2006/relationships/notesSlide" Target="/ppt/notesSlides/notesSlide5.xml" Id="R00f3cced6fb541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ff0276c0a42c8" /><Relationship Type="http://schemas.openxmlformats.org/officeDocument/2006/relationships/notesSlide" Target="/ppt/notesSlides/notesSlide6.xml" Id="Ra6e80b68c95544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b799bd6ee4bce" /><Relationship Type="http://schemas.openxmlformats.org/officeDocument/2006/relationships/notesSlide" Target="/ppt/notesSlides/notesSlide7.xml" Id="R16b56194ac0f4d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6107C3-2BBD-4247-A4F9-543BCB15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06F9B-7506-4CBA-B7BA-595C1CB5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Verification of Varignon's theorem.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D9977-FA72-459A-A151-291F2F6B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MECHANICS AND MATERIALS LABORATORY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1BMEML107/207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CB8D7-BFD4-485F-87AB-667CB748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660995-A0CF-46B8-9D5A-9DAB1E0D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974B0-A742-4E70-B269-4D1830D9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97D0C-E783-43AD-8F67-214E16B3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036F7C-9BE3-41F5-AC85-CB94C0B4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34E5D5-22FE-4105-A99C-7DF48055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914ABA-B82E-4DAE-8688-CE90D64F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F118A9-D648-4D18-9532-80422B6B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47C354-A430-44C1-B446-9B289DD8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D18422-804F-47F7-A2AD-297487EC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966E86-51C4-4F64-876E-4384F110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D2495A-0F6D-4E5C-9A3F-F6786F30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4 | 1/7</a:t>
            </a:r>
          </a:p>
        </p:txBody>
      </p:sp>
    </p:spTree>
    <p:extLst>
      <p:ext uri="{BB962C8B-B14F-4D97-AF65-F5344CB8AC3E}">
        <p14:creationId xmlns:p14="http://schemas.microsoft.com/office/powerpoint/2010/main" val="8148966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202E28-07DD-4F3B-AC61-239E8BF8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4CCC9-AB8A-4D20-9FCD-90E7D858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30506-C7C6-4F97-9350-DF68E3AC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A739B-3788-4140-AA39-A5008ED3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Verification of Varignon's theorem.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CB4C23-C64E-4B6A-9B5B-CDC70EEF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4B6C1D-B62B-4D51-9278-85E28C60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ED0DE2-C1E8-49DA-8C95-D7DE15AA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A3BE15-46B5-439A-992C-4A0A242C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97981E-FF39-4BFA-9D25-6C880771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20D97D-48BD-4CA2-9EBF-6776F9A6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2855B2-80D2-4F3A-9A56-B5861C20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3D5813-E608-468C-8E2F-CE8A875D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AC48AC-A116-4E34-AD65-CD024C03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94BF4F-FEAC-4D91-9BF7-C4B95F91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B435D1-A2DC-4218-978C-9DE0209A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0737BC-0A0A-4E6F-9AE2-99B9C5AC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4 | 2/7</a:t>
            </a:r>
          </a:p>
        </p:txBody>
      </p:sp>
    </p:spTree>
    <p:extLst>
      <p:ext uri="{BB962C8B-B14F-4D97-AF65-F5344CB8AC3E}">
        <p14:creationId xmlns:p14="http://schemas.microsoft.com/office/powerpoint/2010/main" val="9750210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3D5F13-F45D-4474-85AD-D87169C5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A0BF5-E532-4673-9C16-CD2ECE89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BAEE42-E753-4A67-AD6B-40818BA2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954E4-CEF0-4257-994E-111AE9E3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Verification of Varignon's theorem.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DAE5C2-9977-4B7D-A103-5EF42060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043389-FDAA-491F-976E-31B9E078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763FC-3CD8-48A2-808E-CB3BC2F6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010150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Varignon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C976B0-ADA6-495B-8CCD-DABF9698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BD3F41-BDB3-4044-A5D0-AF772B0A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10150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theorem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4C0CC-3390-4976-B258-6BBA140E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164441-AAF7-4B22-9FAB-41BB2714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4 | 3/7</a:t>
            </a:r>
          </a:p>
        </p:txBody>
      </p:sp>
    </p:spTree>
    <p:extLst>
      <p:ext uri="{BB962C8B-B14F-4D97-AF65-F5344CB8AC3E}">
        <p14:creationId xmlns:p14="http://schemas.microsoft.com/office/powerpoint/2010/main" val="15456710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398E97-C605-4161-B6D1-E6C518E8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3FF607-9BDC-407E-9D06-1EB9791E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14429-5704-46FC-B7F8-B26CC24E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E4B9FD-65B0-466D-BD2C-A162C6BC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EA28D1-29FC-4D6B-B40D-5BB2EA55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4FA9A-9BF9-44AD-94D2-BAEBD86C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4304DA-D4CA-4ED7-B152-E8354289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69B70-E607-403F-984E-4E83A42C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4 | 4/7</a:t>
            </a:r>
          </a:p>
        </p:txBody>
      </p:sp>
    </p:spTree>
    <p:extLst>
      <p:ext uri="{BB962C8B-B14F-4D97-AF65-F5344CB8AC3E}">
        <p14:creationId xmlns:p14="http://schemas.microsoft.com/office/powerpoint/2010/main" val="15282131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C52811-5DEF-4333-B676-ACB3D168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5AF1DB-A467-4DAB-A17B-21A3F42C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B8ECA0-9585-4ECB-9F13-AC03B34B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9288D-4EB1-4E5A-94F7-3E1DCB62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6F0A58-AAAB-464F-A5A2-C21558D3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B1E9EC-8A41-479A-95F4-36404FC5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D00FE-1EFB-42C4-AEFC-5BC255DE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8AC814-E0B9-41BC-8CDE-CC558223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45A096-6473-4C24-94E8-839D3070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E1457B-F3D0-444A-84D4-F74DB4CA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D19229-F161-494F-AD6B-2A0436BF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E7B219-F097-4986-A20D-8DA57FC2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BCB4F3-0158-450D-93F9-665BA451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64AAE3-5DF8-4462-BF67-20729160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70AEC2-B021-486B-9754-6B1F8178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4 | 5/7</a:t>
            </a:r>
          </a:p>
        </p:txBody>
      </p:sp>
    </p:spTree>
    <p:extLst>
      <p:ext uri="{BB962C8B-B14F-4D97-AF65-F5344CB8AC3E}">
        <p14:creationId xmlns:p14="http://schemas.microsoft.com/office/powerpoint/2010/main" val="21044313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757527-A22A-456D-94FD-57D83CCA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7A24C-2716-448F-A95B-973C6397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329C2-757E-468C-9620-9A8D12F0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07501A-09EF-4020-8899-43443D21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F99061-B32F-492A-9364-B2B032F3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ABECB-625C-4593-A9A0-57077EDC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AEF77-2C0C-4564-8A64-01D15232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C8F066-5C13-4002-9599-843AF888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E6161-6A03-4CD8-A28E-D0C00CA5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93ED87-DF9E-464A-B4B2-E0F95958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ED31E0-30ED-4E56-B758-6390AECA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61A261-F394-4563-8181-25CB15CB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5499C4-43F7-45C6-BDB1-B2CC4B07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662864-465A-48B0-BA87-7510B74A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1E28C8-8C33-4E8B-88A8-032AC07B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ED914B-C545-4071-9F7E-9A0E1A4B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EB3D0E-D33C-46FF-87DA-246DAE9B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E4949D-4571-47DE-A75F-0F64E2BD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F142BB-0C9C-4E4E-BEF1-47798F32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D0C07A-2437-444B-B0D5-857483FA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DD168A-CDD3-4A29-B258-42B47508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2AEEAE-D6B2-4191-984C-247457FD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49BE46-C9C2-4655-9B30-2A834F34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C5E39E-05C2-4D43-9DFA-5978F48F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42D55E-C9EE-4892-82B0-058305B7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E6F9CA-5487-4D92-A861-DEC4300D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4 | 6/7</a:t>
            </a:r>
          </a:p>
        </p:txBody>
      </p:sp>
    </p:spTree>
    <p:extLst>
      <p:ext uri="{BB962C8B-B14F-4D97-AF65-F5344CB8AC3E}">
        <p14:creationId xmlns:p14="http://schemas.microsoft.com/office/powerpoint/2010/main" val="12448729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115AD4-D813-4F3D-B5B0-43F87700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6F86D-12FE-473E-94F3-10A8C447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56C42-94CD-438A-98A6-D2B0E095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CDC7C-C853-4C0F-8B50-5ED0149C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BE80EC-7B9F-4323-9E2F-EC10EFB6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3C0CF-14BD-4409-8ABF-3EC0A231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645FB-ADB8-4F31-B01D-00766707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C66D09-CBA3-418E-B696-79791567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4 | 7/7</a:t>
            </a:r>
          </a:p>
        </p:txBody>
      </p:sp>
    </p:spTree>
    <p:extLst>
      <p:ext uri="{BB962C8B-B14F-4D97-AF65-F5344CB8AC3E}">
        <p14:creationId xmlns:p14="http://schemas.microsoft.com/office/powerpoint/2010/main" val="2464083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2026-08-24T06:38:52.7430000Z</dcterms:created>
  <dcterms:modified xsi:type="dcterms:W3CDTF">2026-08-24T06:38:52.7430000Z</dcterms:modified>
</coreProperties>
</file>