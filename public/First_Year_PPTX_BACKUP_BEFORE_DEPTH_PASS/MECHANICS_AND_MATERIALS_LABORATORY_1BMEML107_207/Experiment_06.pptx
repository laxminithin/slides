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2693333794ff1" /><Relationship Type="http://schemas.openxmlformats.org/officeDocument/2006/relationships/extended-properties" Target="/docProps/app.xml" Id="R1b097748ddab40ca" /><Relationship Type="http://schemas.openxmlformats.org/officeDocument/2006/relationships/officeDocument" Target="/ppt/presentation.xml" Id="Rb1eefcc5ac4240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862b62ad04000"/>
  </p:sldMasterIdLst>
  <p:notesMasterIdLst>
    <p:notesMasterId xmlns:r="http://schemas.openxmlformats.org/officeDocument/2006/relationships" r:id="R45f270efd6754519"/>
  </p:notesMasterIdLst>
  <p:sldIdLst>
    <p:sldId xmlns:r="http://schemas.openxmlformats.org/officeDocument/2006/relationships" id="256" r:id="R6fc0b9137b6d4d99"/>
    <p:sldId xmlns:r="http://schemas.openxmlformats.org/officeDocument/2006/relationships" id="257" r:id="R7436be30c49e4b4e"/>
    <p:sldId xmlns:r="http://schemas.openxmlformats.org/officeDocument/2006/relationships" id="258" r:id="R5038c50e07df4a50"/>
    <p:sldId xmlns:r="http://schemas.openxmlformats.org/officeDocument/2006/relationships" id="259" r:id="Rda13b54e9c614b3e"/>
    <p:sldId xmlns:r="http://schemas.openxmlformats.org/officeDocument/2006/relationships" id="260" r:id="R0371c5399dd14906"/>
    <p:sldId xmlns:r="http://schemas.openxmlformats.org/officeDocument/2006/relationships" id="261" r:id="R1b8846101111427a"/>
    <p:sldId xmlns:r="http://schemas.openxmlformats.org/officeDocument/2006/relationships" id="262" r:id="Rd526ebd00a884b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eec6af65c42ff" /><Relationship Type="http://schemas.openxmlformats.org/officeDocument/2006/relationships/slideMaster" Target="/ppt/slideMasters/slideMaster1.xml" Id="R7ef862b62ad04000" /><Relationship Type="http://schemas.openxmlformats.org/officeDocument/2006/relationships/notesMaster" Target="/ppt/notesMasters/notesMaster1.xml" Id="R45f270efd6754519" /><Relationship Type="http://schemas.openxmlformats.org/officeDocument/2006/relationships/presProps" Target="/ppt/presProps.xml" Id="R359c5733f0a74ec2" /><Relationship Type="http://schemas.openxmlformats.org/officeDocument/2006/relationships/tableStyles" Target="/ppt/tableStyles.xml" Id="R7319b9776ee14e86" /><Relationship Type="http://schemas.openxmlformats.org/officeDocument/2006/relationships/slide" Target="/ppt/slides/slide1.xml" Id="R6fc0b9137b6d4d99" /><Relationship Type="http://schemas.openxmlformats.org/officeDocument/2006/relationships/slide" Target="/ppt/slides/slide2.xml" Id="R7436be30c49e4b4e" /><Relationship Type="http://schemas.openxmlformats.org/officeDocument/2006/relationships/slide" Target="/ppt/slides/slide3.xml" Id="R5038c50e07df4a50" /><Relationship Type="http://schemas.openxmlformats.org/officeDocument/2006/relationships/slide" Target="/ppt/slides/slide4.xml" Id="Rda13b54e9c614b3e" /><Relationship Type="http://schemas.openxmlformats.org/officeDocument/2006/relationships/slide" Target="/ppt/slides/slide5.xml" Id="R0371c5399dd14906" /><Relationship Type="http://schemas.openxmlformats.org/officeDocument/2006/relationships/slide" Target="/ppt/slides/slide6.xml" Id="R1b8846101111427a" /><Relationship Type="http://schemas.openxmlformats.org/officeDocument/2006/relationships/slide" Target="/ppt/slides/slide7.xml" Id="Rd526ebd00a88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1ae0afe6d041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0cd21021c4c1e" /><Relationship Type="http://schemas.openxmlformats.org/officeDocument/2006/relationships/notesMaster" Target="/ppt/notesMasters/notesMaster1.xml" Id="R87953ce8ee0b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6c40e3c5bd433a" /><Relationship Type="http://schemas.openxmlformats.org/officeDocument/2006/relationships/notesMaster" Target="/ppt/notesMasters/notesMaster1.xml" Id="R93ae738a42cf45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a3ff4fc4b340ee" /><Relationship Type="http://schemas.openxmlformats.org/officeDocument/2006/relationships/notesMaster" Target="/ppt/notesMasters/notesMaster1.xml" Id="Red4345293b85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3aec11ed44c08" /><Relationship Type="http://schemas.openxmlformats.org/officeDocument/2006/relationships/notesMaster" Target="/ppt/notesMasters/notesMaster1.xml" Id="R47759ea023eb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8143066f08461f" /><Relationship Type="http://schemas.openxmlformats.org/officeDocument/2006/relationships/notesMaster" Target="/ppt/notesMasters/notesMaster1.xml" Id="R92b83ac7bc91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a558936b144be2" /><Relationship Type="http://schemas.openxmlformats.org/officeDocument/2006/relationships/notesMaster" Target="/ppt/notesMasters/notesMaster1.xml" Id="R5aa3033d7d584a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301f1042b04b76" /><Relationship Type="http://schemas.openxmlformats.org/officeDocument/2006/relationships/notesMaster" Target="/ppt/notesMasters/notesMaster1.xml" Id="Rd74c22b99c59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88cd1df4c48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ada23f4aaf404e" /><Relationship Type="http://schemas.openxmlformats.org/officeDocument/2006/relationships/slideLayout" Target="/ppt/slideLayouts/slideLayout1.xml" Id="Rf5eaeff83ea0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eaeff83ea0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1cedd33444774" /><Relationship Type="http://schemas.openxmlformats.org/officeDocument/2006/relationships/notesSlide" Target="/ppt/notesSlides/notesSlide1.xml" Id="Rd7d04d802148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ddd18576145ac" /><Relationship Type="http://schemas.openxmlformats.org/officeDocument/2006/relationships/notesSlide" Target="/ppt/notesSlides/notesSlide2.xml" Id="Re57376af06624d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0d44f9bd6443b" /><Relationship Type="http://schemas.openxmlformats.org/officeDocument/2006/relationships/notesSlide" Target="/ppt/notesSlides/notesSlide3.xml" Id="Rbe3b66fdb8794e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9eb4e1981410e" /><Relationship Type="http://schemas.openxmlformats.org/officeDocument/2006/relationships/notesSlide" Target="/ppt/notesSlides/notesSlide4.xml" Id="R313ae44a8f98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a8e4e289a4e3b" /><Relationship Type="http://schemas.openxmlformats.org/officeDocument/2006/relationships/notesSlide" Target="/ppt/notesSlides/notesSlide5.xml" Id="Ree7c6d35299a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61f82c4ed40d5" /><Relationship Type="http://schemas.openxmlformats.org/officeDocument/2006/relationships/notesSlide" Target="/ppt/notesSlides/notesSlide6.xml" Id="R4ac32cce3b7e48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56481d373498c" /><Relationship Type="http://schemas.openxmlformats.org/officeDocument/2006/relationships/notesSlide" Target="/ppt/notesSlides/notesSlide7.xml" Id="Re4a48c1813694f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87B2B-5CCF-4FB6-8C5D-772894A1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75410-D819-4BF2-A068-E3EB28D2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Sieve analysis of soil-Graphical representation of the gradation curve AND Visual identification of building materials: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AC815-7D36-4800-ACD6-6CF1C3BB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6AE5B-A2F1-46DD-AE3B-D5AFFA50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9E7CB-E503-4488-8153-39AF71E1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9EA93-222B-45D5-8A72-BD421BEF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D1C63-5D47-4955-8E74-1157392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E049B-05D4-44F3-99D3-B3D44FDF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DC1A1-010D-4D2B-8CB8-2D959EED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B0A34-95C4-4AE1-BB4E-4F153241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D96D0-5717-4E6B-A3CC-2C6DD41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DB976-90A6-4BBC-BD95-77C4A79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7FCB7-AC36-4258-AD76-03D8B24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AE080-2B1F-4F6E-9886-EF0406A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8CABA-6714-438A-9605-817547B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1/7</a:t>
            </a:r>
          </a:p>
        </p:txBody>
      </p:sp>
    </p:spTree>
    <p:extLst>
      <p:ext uri="{BB962C8B-B14F-4D97-AF65-F5344CB8AC3E}">
        <p14:creationId xmlns:p14="http://schemas.microsoft.com/office/powerpoint/2010/main" val="1368581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C9F3F-BE2B-40D2-AAA5-D0D07BD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978A9-63A5-48A8-B5F4-EF8D8F00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7B05D-4ED8-4A16-96A5-72AD60F2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5E6DC-D8D9-4EC8-ABDF-17BF1668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Sieve analysis of soil-Graphical representation of the gradation curve AND Visual identification of building materials: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5543B-6412-42D6-B386-DDC3D14E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50623-2D73-4B64-8EA2-EE2F8FB3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32A55-5868-4E6F-A303-AF5FAA4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34F1A-F5DC-4510-BAE9-BC289D56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4FEAD-89A0-4E8C-9A45-82A6B2CF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11F05-425A-4DBA-8952-0593A30D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B509E-8787-4F68-923F-8EC5A2D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DD79A-A058-42BD-9757-04E20CF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4118F-2B7C-44AC-8980-4CABFA46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35029-E0D1-433D-BE6A-DEB5E496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CBF03-3CE7-4FE7-9378-6F949485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69DF6-80C3-47C8-A28D-368D38A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2/7</a:t>
            </a:r>
          </a:p>
        </p:txBody>
      </p:sp>
    </p:spTree>
    <p:extLst>
      <p:ext uri="{BB962C8B-B14F-4D97-AF65-F5344CB8AC3E}">
        <p14:creationId xmlns:p14="http://schemas.microsoft.com/office/powerpoint/2010/main" val="1465022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CF4CB-0774-49DF-A3AB-560192B2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DF6A6-958C-4E56-8625-F3B4430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C8E78-B6D2-4BE5-BCF2-65259FAC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0E2CB-7C2C-440B-91F9-4B4B1CD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Sieve analysis of soil-Graphical representation of the gradation curve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Visual identification of building materials: Bricks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Bitumen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Fly-Ash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Steel Bars of Various Sizes.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4D1D1-6DCB-44F9-AB25-3BF7264D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Sieve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89F76-90BD-4CCC-AF89-57DAA4BC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7A10C-AD2C-4109-AF49-4EF9DC02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5E32E-C28E-4ADB-9157-CA4B5306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AF955-E174-4DB0-A285-4CB61AFA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soil-Graphical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38B54-C696-4A24-B418-97F906F5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81885-7CE2-404D-B59D-DAEA71D7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35C94-8EE5-48F9-BBD1-4515EAD9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169D5-8462-487F-BAAB-6AA2FBD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2F38F-0FE7-4629-9915-E1B35D06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B37D1-7E18-4B77-91FE-297B2FD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3/7</a:t>
            </a:r>
          </a:p>
        </p:txBody>
      </p:sp>
    </p:spTree>
    <p:extLst>
      <p:ext uri="{BB962C8B-B14F-4D97-AF65-F5344CB8AC3E}">
        <p14:creationId xmlns:p14="http://schemas.microsoft.com/office/powerpoint/2010/main" val="1821842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5650A-223C-4822-876F-A32178EC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910ED-A398-424B-9A36-2D224C82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D2E73-A949-41F5-AC4E-9A871767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946F7-AC9E-4898-B599-6FF1E48C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54D1B-3546-494E-82DC-B99C690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D5A5F-3513-4A57-B7ED-5F30E2D5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2273D-016D-490D-9508-1E84922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A79DB-0B50-4F6B-95D4-78899E88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4/7</a:t>
            </a:r>
          </a:p>
        </p:txBody>
      </p:sp>
    </p:spTree>
    <p:extLst>
      <p:ext uri="{BB962C8B-B14F-4D97-AF65-F5344CB8AC3E}">
        <p14:creationId xmlns:p14="http://schemas.microsoft.com/office/powerpoint/2010/main" val="1030543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8A5E3-5419-4B45-AED0-AA955CE0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EC7F-1F71-4A9D-B412-6562066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1AC0A-838B-42E1-A430-B7F4A44C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CEB44-C614-468E-B905-1D83D56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C9EC0-72A9-47FC-93B1-BBAB2078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B43A1-9863-4448-B608-26F53970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D4719-1CC8-4FC8-9AC7-E28CC1AF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164D9-C62D-4F1D-8F58-A4449B0B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70FB5-B94C-4449-8542-B42E7BE7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B51D2-273D-48B4-870B-6D97C874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07C84-B8E1-4E87-963D-C6FC6FB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50747-63A0-4BBC-93D3-1904C15A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FE471-B1CC-4363-80B2-C6C1211E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79B15-143C-4C09-A9E6-82E32F5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9721E-C559-400F-9DBC-8D06D393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5/7</a:t>
            </a:r>
          </a:p>
        </p:txBody>
      </p:sp>
    </p:spTree>
    <p:extLst>
      <p:ext uri="{BB962C8B-B14F-4D97-AF65-F5344CB8AC3E}">
        <p14:creationId xmlns:p14="http://schemas.microsoft.com/office/powerpoint/2010/main" val="1056143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582DB-AFC6-445D-A394-DF177F0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09B84-5EFC-48C7-901D-C8F8ED32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58535-DE76-4CA6-A188-F5FC76B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D6F61-080F-4DFB-A7CF-2635B805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C1B85-60B0-4AB2-81E6-07AA3FA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B2C4A-8654-4B81-8C3B-0AA750A3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756A5-DCF3-4204-B6F0-4154EF9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2AE74-9FAC-45A4-A792-6DAA0D8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63BE3-B0EC-4ED4-A48E-0C6D2B4B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E57DA-7A16-4B54-A9AB-157A9B0F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1CA84-CB50-47B9-A961-F82A8EA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81254-83F0-4637-BA5E-9916CF25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85FF-A900-40F4-8ED9-B0FB03A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DB521-15CD-4F37-B79B-08FE4DC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60D90-5282-4884-A7E7-EF2D1D18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6BE44-DBAA-4690-AD39-B394A25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28316-8AB5-43B6-9220-644EF3B7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0F733-808B-4591-A169-6EE5CC39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03EFE-92B1-482B-9068-CA47BCCA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E60EF-A167-4242-AE1F-2F9BAA93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4F7D7-6F0A-40B9-9BAD-AEFC856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FB0DA-6ECD-4881-B9F8-899AF81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6B412-5F8C-444B-ABCB-87FED52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5D32F-0A08-4645-90E1-8AA23F7A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73D48-405B-4BB8-9156-E9429CFC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0BF00-3807-49D9-884C-6E0931E0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6/7</a:t>
            </a:r>
          </a:p>
        </p:txBody>
      </p:sp>
    </p:spTree>
    <p:extLst>
      <p:ext uri="{BB962C8B-B14F-4D97-AF65-F5344CB8AC3E}">
        <p14:creationId xmlns:p14="http://schemas.microsoft.com/office/powerpoint/2010/main" val="765809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099D5-D884-4AEE-A00B-E0CC5623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5A980-0BFA-4877-A462-6169AE8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13A35-65E1-44B2-A620-86C03382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D78A2-794F-40A3-BC1B-BEFBC36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E4859-57ED-47B5-8A0F-1F6D4F1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E348D-1417-4D5B-B462-25A8FB9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7E474-9CD1-4771-A66E-6E8D3E5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9FC28-C680-4D1E-9182-D0AFBE9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7/7</a:t>
            </a:r>
          </a:p>
        </p:txBody>
      </p:sp>
    </p:spTree>
    <p:extLst>
      <p:ext uri="{BB962C8B-B14F-4D97-AF65-F5344CB8AC3E}">
        <p14:creationId xmlns:p14="http://schemas.microsoft.com/office/powerpoint/2010/main" val="957604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2026-08-24T06:38:52.8320000Z</dcterms:created>
  <dcterms:modified xsi:type="dcterms:W3CDTF">2026-08-24T06:38:52.8320000Z</dcterms:modified>
</coreProperties>
</file>