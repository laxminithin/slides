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9865e93e84b83" /><Relationship Type="http://schemas.openxmlformats.org/officeDocument/2006/relationships/extended-properties" Target="/docProps/app.xml" Id="R29fe7f71a41c4fa4" /><Relationship Type="http://schemas.openxmlformats.org/officeDocument/2006/relationships/officeDocument" Target="/ppt/presentation.xml" Id="R3447fbc56a0b4b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f3f36b54cf4e9a"/>
  </p:sldMasterIdLst>
  <p:notesMasterIdLst>
    <p:notesMasterId xmlns:r="http://schemas.openxmlformats.org/officeDocument/2006/relationships" r:id="R080bfd297cae4a1d"/>
  </p:notesMasterIdLst>
  <p:sldIdLst>
    <p:sldId xmlns:r="http://schemas.openxmlformats.org/officeDocument/2006/relationships" id="256" r:id="R95b7a9c98ae841be"/>
    <p:sldId xmlns:r="http://schemas.openxmlformats.org/officeDocument/2006/relationships" id="257" r:id="R46e46989a7674de6"/>
    <p:sldId xmlns:r="http://schemas.openxmlformats.org/officeDocument/2006/relationships" id="258" r:id="R57a0eed0266b40de"/>
    <p:sldId xmlns:r="http://schemas.openxmlformats.org/officeDocument/2006/relationships" id="259" r:id="R41b7fa69de74471c"/>
    <p:sldId xmlns:r="http://schemas.openxmlformats.org/officeDocument/2006/relationships" id="260" r:id="Rb43cad6a39f44ba3"/>
    <p:sldId xmlns:r="http://schemas.openxmlformats.org/officeDocument/2006/relationships" id="261" r:id="Rc8337ff73d1c4a94"/>
    <p:sldId xmlns:r="http://schemas.openxmlformats.org/officeDocument/2006/relationships" id="262" r:id="Raa85815e32c040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ab6d8a704a42c4" /><Relationship Type="http://schemas.openxmlformats.org/officeDocument/2006/relationships/slideMaster" Target="/ppt/slideMasters/slideMaster1.xml" Id="R1cf3f36b54cf4e9a" /><Relationship Type="http://schemas.openxmlformats.org/officeDocument/2006/relationships/notesMaster" Target="/ppt/notesMasters/notesMaster1.xml" Id="R080bfd297cae4a1d" /><Relationship Type="http://schemas.openxmlformats.org/officeDocument/2006/relationships/presProps" Target="/ppt/presProps.xml" Id="R5e95cb4a92274f8a" /><Relationship Type="http://schemas.openxmlformats.org/officeDocument/2006/relationships/tableStyles" Target="/ppt/tableStyles.xml" Id="Rf1401a20d6f6416c" /><Relationship Type="http://schemas.openxmlformats.org/officeDocument/2006/relationships/slide" Target="/ppt/slides/slide1.xml" Id="R95b7a9c98ae841be" /><Relationship Type="http://schemas.openxmlformats.org/officeDocument/2006/relationships/slide" Target="/ppt/slides/slide2.xml" Id="R46e46989a7674de6" /><Relationship Type="http://schemas.openxmlformats.org/officeDocument/2006/relationships/slide" Target="/ppt/slides/slide3.xml" Id="R57a0eed0266b40de" /><Relationship Type="http://schemas.openxmlformats.org/officeDocument/2006/relationships/slide" Target="/ppt/slides/slide4.xml" Id="R41b7fa69de74471c" /><Relationship Type="http://schemas.openxmlformats.org/officeDocument/2006/relationships/slide" Target="/ppt/slides/slide5.xml" Id="Rb43cad6a39f44ba3" /><Relationship Type="http://schemas.openxmlformats.org/officeDocument/2006/relationships/slide" Target="/ppt/slides/slide6.xml" Id="Rc8337ff73d1c4a94" /><Relationship Type="http://schemas.openxmlformats.org/officeDocument/2006/relationships/slide" Target="/ppt/slides/slide7.xml" Id="Raa85815e32c040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9e75909f0045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699f1f7a3a4970" /><Relationship Type="http://schemas.openxmlformats.org/officeDocument/2006/relationships/notesMaster" Target="/ppt/notesMasters/notesMaster1.xml" Id="R1653ce3e5ab341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31d42ccd2d84c6a" /><Relationship Type="http://schemas.openxmlformats.org/officeDocument/2006/relationships/notesMaster" Target="/ppt/notesMasters/notesMaster1.xml" Id="R1b29693091494f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6df128063744b0" /><Relationship Type="http://schemas.openxmlformats.org/officeDocument/2006/relationships/notesMaster" Target="/ppt/notesMasters/notesMaster1.xml" Id="R74022fcc58d8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bce62156aa4b24" /><Relationship Type="http://schemas.openxmlformats.org/officeDocument/2006/relationships/notesMaster" Target="/ppt/notesMasters/notesMaster1.xml" Id="R2e82af45b68940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26a3375de444f5" /><Relationship Type="http://schemas.openxmlformats.org/officeDocument/2006/relationships/notesMaster" Target="/ppt/notesMasters/notesMaster1.xml" Id="R417180d8aff2435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fdf86c48c048ee" /><Relationship Type="http://schemas.openxmlformats.org/officeDocument/2006/relationships/notesMaster" Target="/ppt/notesMasters/notesMaster1.xml" Id="Rf90f942bc09448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3661ac467c4c11" /><Relationship Type="http://schemas.openxmlformats.org/officeDocument/2006/relationships/notesMaster" Target="/ppt/notesMasters/notesMaster1.xml" Id="Rc12d76d3f0e54d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5ff7f8722549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83d2d98366481a" /><Relationship Type="http://schemas.openxmlformats.org/officeDocument/2006/relationships/slideLayout" Target="/ppt/slideLayouts/slideLayout1.xml" Id="R12fa146ca3e24c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2fa146ca3e2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d3f91e52846cc" /><Relationship Type="http://schemas.openxmlformats.org/officeDocument/2006/relationships/notesSlide" Target="/ppt/notesSlides/notesSlide1.xml" Id="R87505ded38a34d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4a0bd1ace4dfa" /><Relationship Type="http://schemas.openxmlformats.org/officeDocument/2006/relationships/notesSlide" Target="/ppt/notesSlides/notesSlide2.xml" Id="R2236ec4eaa794b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f1a9e146341a6" /><Relationship Type="http://schemas.openxmlformats.org/officeDocument/2006/relationships/notesSlide" Target="/ppt/notesSlides/notesSlide3.xml" Id="R58b32ebb453a46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772bac3ca4928" /><Relationship Type="http://schemas.openxmlformats.org/officeDocument/2006/relationships/notesSlide" Target="/ppt/notesSlides/notesSlide4.xml" Id="R7b65ed8898794e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179d638484d94" /><Relationship Type="http://schemas.openxmlformats.org/officeDocument/2006/relationships/notesSlide" Target="/ppt/notesSlides/notesSlide5.xml" Id="Rbef9e79a054d49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6725c44184a1d" /><Relationship Type="http://schemas.openxmlformats.org/officeDocument/2006/relationships/notesSlide" Target="/ppt/notesSlides/notesSlide6.xml" Id="R373d6838fd3f40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bb498845d4644" /><Relationship Type="http://schemas.openxmlformats.org/officeDocument/2006/relationships/notesSlide" Target="/ppt/notesSlides/notesSlide7.xml" Id="R2cad0accb71644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196E1C-D6D4-45FA-A65E-B0AFD777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A57D1-2CD2-4724-B3AE-137920BA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Design and Testing of Bridge Rectifier With and Without Filter for Determining R ipple Factor, Voltage Regulation, and 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C268B-2624-4041-AB75-D8F10B54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ECCD62-FF3B-40AF-964B-C50E9D9D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AD9F0-BBA6-4C5C-8543-CBE9473D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DED03-BF1E-4AB2-9023-1C63FA4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685E4-9F8C-4818-A7F6-98088FC0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FBC661-BBE8-4514-95C7-DCA85646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C5527-98A8-42CA-B748-8D47E79C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4D076-68B3-4405-AB73-6CB086C6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A734BE-7440-4926-8DA9-FA62AB8D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C281F-A9CE-448F-A07C-15B0597E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A7A40-56F2-4E00-A265-070A9738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B4E25-47E1-48F2-A167-437BB2AA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2527FB-EF62-4F1A-B532-3101D3B5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1/7</a:t>
            </a:r>
          </a:p>
        </p:txBody>
      </p:sp>
    </p:spTree>
    <p:extLst>
      <p:ext uri="{BB962C8B-B14F-4D97-AF65-F5344CB8AC3E}">
        <p14:creationId xmlns:p14="http://schemas.microsoft.com/office/powerpoint/2010/main" val="1883397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E24203-0432-41B6-9E06-99CFA6B6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F5E999-2005-48FD-9ECB-FA2512AA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65126-9530-46F9-B51B-A8DE1EB4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2A255-5B08-4745-8C05-7C774313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Design and Testing of Bridge Rectifier With and Without Filter for Determining R ipple Factor, Voltage Regulation, and 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1CAF3-9A97-4BD9-8F92-3423F635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5345FF-4934-4FA4-A829-DC418739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5CD54-3EC3-4BB9-B0F8-F3DFF9F2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415C7D-9F4B-46BC-B03B-90728A0A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1E34B-5AB6-4454-8AF9-DF58D2E3F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0BEC5-FBD8-4D05-BB5D-500F7CEF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57DBA-C535-4D13-9A1F-8DACADD5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15765A-4C36-46BF-A743-6B0D2FA4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2E01B-2EF8-431B-ADD6-C4DDA8D9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D6C8EB-86BB-4F94-9DC2-52D91D7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22887-3B62-42AC-84A5-1B24CC14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D9CEFD-F5AE-49C2-A6DD-975CAFFE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2/7</a:t>
            </a:r>
          </a:p>
        </p:txBody>
      </p:sp>
    </p:spTree>
    <p:extLst>
      <p:ext uri="{BB962C8B-B14F-4D97-AF65-F5344CB8AC3E}">
        <p14:creationId xmlns:p14="http://schemas.microsoft.com/office/powerpoint/2010/main" val="739072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06061-4625-4EC6-9D81-DC398FE0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F24BC-D431-4492-9273-D06E3321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4EF09-2240-4BA5-8A23-9D7DEEA9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337A3-349B-4C68-8EC5-8149F733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Testing of Bridge Rectifier With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Without Filter for Determining R ipple Factor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Voltage Regulation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and Efficiency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2C9A2-1B52-467F-93A9-4C66C268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19E36-C473-474A-A465-7B1A4EF0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67FD6-532E-405D-A1E8-A474B158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919A7-9EDB-4B62-BE4F-9B24AF8D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40B2EE-59E8-40B3-86BB-A34DBBAA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Bridge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D97FF-6F76-4EC7-BE5E-71AFD7C8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2E4DC-5E5F-48BC-9815-970171BB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Rectifier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3F4DF-8A8A-49A3-BB91-EAA01E8F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CDF4B0-B01D-4FC3-84A8-BCD5C26D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Without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3B4C1-7407-4597-A42A-83DDE7BE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C91FD-B9E3-4CC3-9B35-34D84E58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3/7</a:t>
            </a:r>
          </a:p>
        </p:txBody>
      </p:sp>
    </p:spTree>
    <p:extLst>
      <p:ext uri="{BB962C8B-B14F-4D97-AF65-F5344CB8AC3E}">
        <p14:creationId xmlns:p14="http://schemas.microsoft.com/office/powerpoint/2010/main" val="4661098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11D7A-9BB3-4C8F-ABB1-F063ED0A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9D294-3D14-48A5-BF56-B938BEC2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38F28-F3BA-4111-AB84-117F5D17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29316-BB1C-4E28-AE88-3D5445F7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58D7F-CF6E-411B-B9D5-80716A34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843F0-554D-4637-B004-F52099AF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7D5D6-3403-441E-A61D-3F5DF186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CDABC-7F8D-452A-AD24-D0611549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4/7</a:t>
            </a:r>
          </a:p>
        </p:txBody>
      </p:sp>
    </p:spTree>
    <p:extLst>
      <p:ext uri="{BB962C8B-B14F-4D97-AF65-F5344CB8AC3E}">
        <p14:creationId xmlns:p14="http://schemas.microsoft.com/office/powerpoint/2010/main" val="1351600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2C117-31B5-4D25-A64B-0247B3EC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474D9-FE67-43CB-A4FF-6CAFB272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D180B-D891-4BD3-947D-C5C5B9DF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BD8147-8281-4F72-AA34-8FBE19DB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2F38B-E58F-46D0-809C-0C62085E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3EF61-9E24-4407-98E6-80426AD8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6A906-83B2-450D-9E66-77712E4C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211A8F-3DFF-4078-B49B-105761A8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E616B6-B149-4787-953D-198E34CA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8CB3F-56BC-4864-A083-22357A97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328E3-0FF4-4696-9D3D-7231D11D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30E6F1-AAF6-4E39-9D34-0E8108F4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7F04A-6D6B-45BF-B572-2D9D93D1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26345-C207-4CFA-ACB2-202D5279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5AB392-23F5-498C-90ED-4F085D29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5/7</a:t>
            </a:r>
          </a:p>
        </p:txBody>
      </p:sp>
    </p:spTree>
    <p:extLst>
      <p:ext uri="{BB962C8B-B14F-4D97-AF65-F5344CB8AC3E}">
        <p14:creationId xmlns:p14="http://schemas.microsoft.com/office/powerpoint/2010/main" val="11499886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56D491-A0C7-4C68-9C1D-1A45EBCA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83730-EAF8-42D9-A3B1-F8F6E444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584DE-6BE2-4DC6-9117-F2E9828B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6DDC2-12C5-4C04-A80A-0D1B8173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AD5AE-2F9D-46A5-8BB4-B14F3FDB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B54C0-CE23-46BD-AD03-D8987817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082F9-C74C-4876-B2ED-572397D8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1C399-CF8A-44D0-BA70-D9AE1217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9F93A-C904-4704-880C-98C848AC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D4027-D31A-4EA1-A168-DCC02786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47532-6AE0-4D63-8DC0-CB7A07B9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029796-FA75-4D92-8E27-C48F5D20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8B5E8-D666-4795-8DF9-61F17DAE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DE6B0-8052-4190-9204-7A372003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2D6FF-B5E4-4421-905F-51D82904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4451D-4C65-4A3D-B600-ED6B78B8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E6FC9-4F5E-45BB-A181-6C059A37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8227F-9E0A-4055-A80E-DE7ACD35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4751A-0D85-4EA5-BECD-6F4A80BE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729DD-C430-4E2F-B41F-E375D06C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1B2EDD-A3CF-4C38-BF0F-691144B3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DDB60D-E306-4F7F-AF58-6499F372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5047A-2166-4E04-BCBE-DCDDC603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F153DC-D4B9-47DB-85B9-C435E439F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A1E4C1-555E-418A-BEE4-B79954FE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227244-ADCB-43FC-8224-B208DE44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6/7</a:t>
            </a:r>
          </a:p>
        </p:txBody>
      </p:sp>
    </p:spTree>
    <p:extLst>
      <p:ext uri="{BB962C8B-B14F-4D97-AF65-F5344CB8AC3E}">
        <p14:creationId xmlns:p14="http://schemas.microsoft.com/office/powerpoint/2010/main" val="109459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EFC8D-9F32-492A-83C6-4E80D79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0155E-9113-42F9-B5E9-9708AFDB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D88C4-13CD-4067-80D6-AB1D47C2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8E06A3-C815-413D-8A8D-6C8A5F2D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EECC4-E31A-4919-B4F6-BD572F07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86643B-B3CC-4E15-A929-A0467882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29DBD-139D-450B-9874-4AA14EBA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E6379-7B49-42B4-B7F8-C20D3EB9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2 | 7/7</a:t>
            </a:r>
          </a:p>
        </p:txBody>
      </p:sp>
    </p:spTree>
    <p:extLst>
      <p:ext uri="{BB962C8B-B14F-4D97-AF65-F5344CB8AC3E}">
        <p14:creationId xmlns:p14="http://schemas.microsoft.com/office/powerpoint/2010/main" val="2030865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2026-08-24T06:38:45.2270000Z</dcterms:created>
  <dcterms:modified xsi:type="dcterms:W3CDTF">2026-08-24T06:38:45.2270000Z</dcterms:modified>
</coreProperties>
</file>