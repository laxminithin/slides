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d956b5fec64c0e" /><Relationship Type="http://schemas.openxmlformats.org/officeDocument/2006/relationships/extended-properties" Target="/docProps/app.xml" Id="R20fb42f6418f4599" /><Relationship Type="http://schemas.openxmlformats.org/officeDocument/2006/relationships/officeDocument" Target="/ppt/presentation.xml" Id="R9c36e7fceda244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ebdd97c5404061"/>
  </p:sldMasterIdLst>
  <p:notesMasterIdLst>
    <p:notesMasterId xmlns:r="http://schemas.openxmlformats.org/officeDocument/2006/relationships" r:id="Rdc33b7a932b44253"/>
  </p:notesMasterIdLst>
  <p:sldIdLst>
    <p:sldId xmlns:r="http://schemas.openxmlformats.org/officeDocument/2006/relationships" id="256" r:id="R306a9079e2194c1b"/>
    <p:sldId xmlns:r="http://schemas.openxmlformats.org/officeDocument/2006/relationships" id="257" r:id="R6cdfb52c0b7b4800"/>
    <p:sldId xmlns:r="http://schemas.openxmlformats.org/officeDocument/2006/relationships" id="258" r:id="Rca85c88afc774d7f"/>
    <p:sldId xmlns:r="http://schemas.openxmlformats.org/officeDocument/2006/relationships" id="259" r:id="R682c6076b6a74a57"/>
    <p:sldId xmlns:r="http://schemas.openxmlformats.org/officeDocument/2006/relationships" id="260" r:id="R196bc73ff6444e2f"/>
    <p:sldId xmlns:r="http://schemas.openxmlformats.org/officeDocument/2006/relationships" id="261" r:id="R3c94e5cacee74a2b"/>
    <p:sldId xmlns:r="http://schemas.openxmlformats.org/officeDocument/2006/relationships" id="262" r:id="Raaad97e8d83246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e36fe1f4c04bcf" /><Relationship Type="http://schemas.openxmlformats.org/officeDocument/2006/relationships/slideMaster" Target="/ppt/slideMasters/slideMaster1.xml" Id="R3bebdd97c5404061" /><Relationship Type="http://schemas.openxmlformats.org/officeDocument/2006/relationships/notesMaster" Target="/ppt/notesMasters/notesMaster1.xml" Id="Rdc33b7a932b44253" /><Relationship Type="http://schemas.openxmlformats.org/officeDocument/2006/relationships/presProps" Target="/ppt/presProps.xml" Id="Rf4f0a85cb68c4360" /><Relationship Type="http://schemas.openxmlformats.org/officeDocument/2006/relationships/tableStyles" Target="/ppt/tableStyles.xml" Id="R0926756041ea4d85" /><Relationship Type="http://schemas.openxmlformats.org/officeDocument/2006/relationships/slide" Target="/ppt/slides/slide1.xml" Id="R306a9079e2194c1b" /><Relationship Type="http://schemas.openxmlformats.org/officeDocument/2006/relationships/slide" Target="/ppt/slides/slide2.xml" Id="R6cdfb52c0b7b4800" /><Relationship Type="http://schemas.openxmlformats.org/officeDocument/2006/relationships/slide" Target="/ppt/slides/slide3.xml" Id="Rca85c88afc774d7f" /><Relationship Type="http://schemas.openxmlformats.org/officeDocument/2006/relationships/slide" Target="/ppt/slides/slide4.xml" Id="R682c6076b6a74a57" /><Relationship Type="http://schemas.openxmlformats.org/officeDocument/2006/relationships/slide" Target="/ppt/slides/slide5.xml" Id="R196bc73ff6444e2f" /><Relationship Type="http://schemas.openxmlformats.org/officeDocument/2006/relationships/slide" Target="/ppt/slides/slide6.xml" Id="R3c94e5cacee74a2b" /><Relationship Type="http://schemas.openxmlformats.org/officeDocument/2006/relationships/slide" Target="/ppt/slides/slide7.xml" Id="Raaad97e8d83246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9fec47d84349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4ccf5df78b4c64" /><Relationship Type="http://schemas.openxmlformats.org/officeDocument/2006/relationships/notesMaster" Target="/ppt/notesMasters/notesMaster1.xml" Id="R6fc87c91143049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ce62eeee0d4ebe" /><Relationship Type="http://schemas.openxmlformats.org/officeDocument/2006/relationships/notesMaster" Target="/ppt/notesMasters/notesMaster1.xml" Id="R5c02a4dd14c843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ba636cdf734802" /><Relationship Type="http://schemas.openxmlformats.org/officeDocument/2006/relationships/notesMaster" Target="/ppt/notesMasters/notesMaster1.xml" Id="R02b19195d1e94f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e63ab367384bcf" /><Relationship Type="http://schemas.openxmlformats.org/officeDocument/2006/relationships/notesMaster" Target="/ppt/notesMasters/notesMaster1.xml" Id="R5a1bbb20b1db41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dac3aaa2344bcd" /><Relationship Type="http://schemas.openxmlformats.org/officeDocument/2006/relationships/notesMaster" Target="/ppt/notesMasters/notesMaster1.xml" Id="Rd3b2bb257a2043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77a85ac85646ae" /><Relationship Type="http://schemas.openxmlformats.org/officeDocument/2006/relationships/notesMaster" Target="/ppt/notesMasters/notesMaster1.xml" Id="R0cd0604563ca44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cca4817b2840a7" /><Relationship Type="http://schemas.openxmlformats.org/officeDocument/2006/relationships/notesMaster" Target="/ppt/notesMasters/notesMaster1.xml" Id="R01a987ba2e3447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b5bdc97c040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4222aae8aa474a" /><Relationship Type="http://schemas.openxmlformats.org/officeDocument/2006/relationships/slideLayout" Target="/ppt/slideLayouts/slideLayout1.xml" Id="R50b82a85572440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82a85572440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ca4968c324cf9" /><Relationship Type="http://schemas.openxmlformats.org/officeDocument/2006/relationships/notesSlide" Target="/ppt/notesSlides/notesSlide1.xml" Id="Rc38ead25725d49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ce38f95dd4d17" /><Relationship Type="http://schemas.openxmlformats.org/officeDocument/2006/relationships/notesSlide" Target="/ppt/notesSlides/notesSlide2.xml" Id="R727b89a7823144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1301863fd4b1c" /><Relationship Type="http://schemas.openxmlformats.org/officeDocument/2006/relationships/notesSlide" Target="/ppt/notesSlides/notesSlide3.xml" Id="R9f93459b585c48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dfba3c43a4187" /><Relationship Type="http://schemas.openxmlformats.org/officeDocument/2006/relationships/notesSlide" Target="/ppt/notesSlides/notesSlide4.xml" Id="Rb146808aefc94d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2660d24cb417a" /><Relationship Type="http://schemas.openxmlformats.org/officeDocument/2006/relationships/notesSlide" Target="/ppt/notesSlides/notesSlide5.xml" Id="R26ea5ffb18564c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09eaebf564725" /><Relationship Type="http://schemas.openxmlformats.org/officeDocument/2006/relationships/notesSlide" Target="/ppt/notesSlides/notesSlide6.xml" Id="Rd8945979b2a24a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7950726bf428c" /><Relationship Type="http://schemas.openxmlformats.org/officeDocument/2006/relationships/notesSlide" Target="/ppt/notesSlides/notesSlide7.xml" Id="Rcc414e24dc0746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F043A-11C9-4F8D-A99D-B5F25C6F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FB6F2-73FD-4CF3-B604-E904A87A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Design and Testing of Half-Wave and Full-Wave Rectifiers With and Without Filter for Determining Ripple Factor, Voltage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C613A-C99D-42DA-8FC8-D633C37C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F1283-8703-42B2-88F9-FD842A85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F2740-BC03-4911-8A56-180571BA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B727E-9F5E-4722-9145-2E23F98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B3A2E-1E01-4895-8511-EAC65CE9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29C8C-96EC-47AD-A898-5475E311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DC8D6-35DB-4B5F-9714-04485CDF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95966-4F84-4B62-82EE-D82EECE8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AB44A-C31A-492C-97B8-C44186E7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08ADD-3194-4FD3-ABC8-AABD1F4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7E6BE-9EFC-4E42-88F9-37F4135C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8479B-F6F5-4344-BB86-710C1401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85ED1-F96F-4329-B0D0-FF618168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1/7</a:t>
            </a:r>
          </a:p>
        </p:txBody>
      </p:sp>
    </p:spTree>
    <p:extLst>
      <p:ext uri="{BB962C8B-B14F-4D97-AF65-F5344CB8AC3E}">
        <p14:creationId xmlns:p14="http://schemas.microsoft.com/office/powerpoint/2010/main" val="1858167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F8EF4-EF7B-4E19-B203-798D66EE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FCDA1-E0B7-4B69-A755-32519617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D0F67-5ADB-4A6E-99D7-2766E5E8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C25E2-2072-4BBD-ADD7-8F943EBE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Design and Testing of Half-Wave and Full-Wave Rectifiers With and Without Filter for Determining Ripple Factor, Voltage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DE341-84C6-4FA8-9854-A768B65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4CAAF-549E-46C7-B695-6F8DB78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67FD4-E9BE-40D1-8BB8-E0CD4666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ABD24-EE57-4C05-A793-B2BD4BE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83B15-43CE-48D6-B26C-28165CCB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61345-19B3-455D-B217-322EB42C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98127-3341-4933-B4CB-49F72E7D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49FCF-EA45-4077-A6B9-447C0731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86E1F-CB2D-44FA-B6BC-1FCE5973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24E30-46DC-4459-81ED-3D45B276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F74AF-96B0-4915-B685-C8318B4E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425F5-C5C5-4A04-B613-79AC99A6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2/7</a:t>
            </a:r>
          </a:p>
        </p:txBody>
      </p:sp>
    </p:spTree>
    <p:extLst>
      <p:ext uri="{BB962C8B-B14F-4D97-AF65-F5344CB8AC3E}">
        <p14:creationId xmlns:p14="http://schemas.microsoft.com/office/powerpoint/2010/main" val="84781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6DB05-72E4-4C32-A360-4B5E290B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B81F6-5874-4D70-B4BE-45342B3A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88070-6189-4A96-896A-0E1CBDC3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2B306-E278-4AA0-A39D-1B9DC122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Testing of Half-Wave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Full-Wave Rectifiers With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Without Filter for Determining Ripple Factor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Voltage Regulation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and Efficiency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C6453-F2CA-4E9C-BC6E-2922F47C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ABA4A-6A3B-4A5D-9318-649D72B0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4193C-058B-4947-8A1C-EDCCB128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F7980-3516-4FCE-92EE-84E94F74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59923-23E0-4937-A20D-B0A2BF80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Half-Wave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28154-824A-48E0-BF85-043FE0FD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0FB65-D2E6-4401-BDAC-D323BA5C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Full-Wave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3854C-388A-4203-896C-EC0A13E2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B388C-F6B4-4FB5-B1EC-9D6AA9B8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Rectifiers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B3B5C-038A-4103-A6D9-466B9DBF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163F4-B72E-47B4-A453-C3FAC7F3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3/7</a:t>
            </a:r>
          </a:p>
        </p:txBody>
      </p:sp>
    </p:spTree>
    <p:extLst>
      <p:ext uri="{BB962C8B-B14F-4D97-AF65-F5344CB8AC3E}">
        <p14:creationId xmlns:p14="http://schemas.microsoft.com/office/powerpoint/2010/main" val="994392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2ED7F-E33E-4F26-8592-D3533D3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13802-2C73-4324-8FFB-D092DA9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977CA-EBF9-4002-8B57-ED2FBBFB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94C6D-D194-4ED6-9C1B-068D2094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ACDBD-4771-4996-8FA4-FEAB4926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5D5A8-4D20-40F6-B548-2EC6389D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A3E49-82EE-4F6F-BA8C-A0C4D1FC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2B4FD-6689-4251-BDD8-5860856C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4/7</a:t>
            </a:r>
          </a:p>
        </p:txBody>
      </p:sp>
    </p:spTree>
    <p:extLst>
      <p:ext uri="{BB962C8B-B14F-4D97-AF65-F5344CB8AC3E}">
        <p14:creationId xmlns:p14="http://schemas.microsoft.com/office/powerpoint/2010/main" val="739885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256D8-BBF7-4470-8D47-48AD077B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B651E-07D8-4B70-B2FB-471FF16F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A0C6E-9A21-4691-A8F2-FEB4238F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1D963-4EAE-499D-9E8E-6587F0FD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96A53-4CE2-4EB8-A107-9A490AB2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F95CE-B991-4215-AF00-38D7E83D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42896-B843-4F1F-87DD-14895D68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326AE-B2D7-4F22-9A22-B3EFC79C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D5C8E-3535-4FEF-BEEF-D67BA9AD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79252-0AC2-4155-B34A-5CB31D57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B911D-492F-4A4E-A8A1-07C147E2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03F8F-626F-4B80-904D-1AE73A42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F6AF1-041E-410F-BD65-23EF52CB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0E7C5-EB4E-416B-AFB2-1534EAEE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0369C-7CE2-491D-BAAB-5821B634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5/7</a:t>
            </a:r>
          </a:p>
        </p:txBody>
      </p:sp>
    </p:spTree>
    <p:extLst>
      <p:ext uri="{BB962C8B-B14F-4D97-AF65-F5344CB8AC3E}">
        <p14:creationId xmlns:p14="http://schemas.microsoft.com/office/powerpoint/2010/main" val="1364822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E680F8-9C67-410E-AAD0-C5511296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B4F04-4F76-4561-A178-61AFAAC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64DF9-F7E2-427D-AEB7-41590105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A8321-B1B0-4994-A914-12CE3A36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86F84-FD56-4A5D-84B6-7A0CD562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C3605-2BAA-48C1-87ED-D5BBC631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752A1-9C22-4347-AFAD-AB66AB6D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1A691-CCE0-4AAE-8D2C-DA9A589B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23B36-A1FE-452A-90C2-979E069B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2994E-DE3E-4E05-8C8C-EFF8D6BE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D3A8C-ACDE-4883-A4DE-4FB74C66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F877E-7B59-4484-A958-F28646E4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06D57-12CA-4B97-BC1F-19E64F9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1B8B8-F614-4899-B69D-B3433210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70055-C17F-42C9-AAFA-33D53914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89AB0-5849-4E43-90D1-27B3120C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817BB-49E7-482F-90F0-81BBCC4F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E05F0-CF64-4476-B9FD-56159369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48670-6F74-4714-A020-9439990F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03FDB-57DA-4EC7-A502-4DEA3E9C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99FAE-61D4-4A31-B63E-C440D9FE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54995-99EE-4681-A156-4457F1D9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9DEA2-A0F1-4A94-B413-3903B33B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AE49B-485C-41B6-8C91-04AB600B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B3859-0248-4788-8FAD-1D24E9E9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641EC-03EC-4624-9AA3-0597A126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6/7</a:t>
            </a:r>
          </a:p>
        </p:txBody>
      </p:sp>
    </p:spTree>
    <p:extLst>
      <p:ext uri="{BB962C8B-B14F-4D97-AF65-F5344CB8AC3E}">
        <p14:creationId xmlns:p14="http://schemas.microsoft.com/office/powerpoint/2010/main" val="1374895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CB825-E63A-4AEE-ABDA-32ED7832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59653-9523-452C-A9EE-4CF2146E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B5ED2-2EFB-46FB-9640-25E3894C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96559-E19C-4BED-BBED-F408561C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F9C66-D362-4719-9E0C-42504A58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E10DE-8FEA-4ED7-B06D-D0597D54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1AF44-B704-4E41-A450-73161634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A7074-69B5-4E62-9B1D-6B1D3A74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7/7</a:t>
            </a:r>
          </a:p>
        </p:txBody>
      </p:sp>
    </p:spTree>
    <p:extLst>
      <p:ext uri="{BB962C8B-B14F-4D97-AF65-F5344CB8AC3E}">
        <p14:creationId xmlns:p14="http://schemas.microsoft.com/office/powerpoint/2010/main" val="925016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2026-08-24T06:38:45.1810000Z</dcterms:created>
  <dcterms:modified xsi:type="dcterms:W3CDTF">2026-08-24T06:38:45.1810000Z</dcterms:modified>
</coreProperties>
</file>