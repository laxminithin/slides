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7ea4a282d4b77" /><Relationship Type="http://schemas.openxmlformats.org/officeDocument/2006/relationships/extended-properties" Target="/docProps/app.xml" Id="R0584b792ced34971" /><Relationship Type="http://schemas.openxmlformats.org/officeDocument/2006/relationships/officeDocument" Target="/ppt/presentation.xml" Id="R41ea72c5df804e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0559e5253402f"/>
  </p:sldMasterIdLst>
  <p:notesMasterIdLst>
    <p:notesMasterId xmlns:r="http://schemas.openxmlformats.org/officeDocument/2006/relationships" r:id="R2a5cd6c043bd4a3f"/>
  </p:notesMasterIdLst>
  <p:sldIdLst>
    <p:sldId xmlns:r="http://schemas.openxmlformats.org/officeDocument/2006/relationships" id="256" r:id="Rc5172f1aa29649a1"/>
    <p:sldId xmlns:r="http://schemas.openxmlformats.org/officeDocument/2006/relationships" id="257" r:id="R73381fa4268e4b6f"/>
    <p:sldId xmlns:r="http://schemas.openxmlformats.org/officeDocument/2006/relationships" id="258" r:id="Rb296c8ebcd9e4059"/>
    <p:sldId xmlns:r="http://schemas.openxmlformats.org/officeDocument/2006/relationships" id="259" r:id="Rc3480b694af94383"/>
    <p:sldId xmlns:r="http://schemas.openxmlformats.org/officeDocument/2006/relationships" id="260" r:id="Rf89679ffae1c474a"/>
    <p:sldId xmlns:r="http://schemas.openxmlformats.org/officeDocument/2006/relationships" id="261" r:id="R986dede852194b88"/>
    <p:sldId xmlns:r="http://schemas.openxmlformats.org/officeDocument/2006/relationships" id="262" r:id="R6d96ff7bacf94e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12426fe08468f" /><Relationship Type="http://schemas.openxmlformats.org/officeDocument/2006/relationships/slideMaster" Target="/ppt/slideMasters/slideMaster1.xml" Id="R4e40559e5253402f" /><Relationship Type="http://schemas.openxmlformats.org/officeDocument/2006/relationships/notesMaster" Target="/ppt/notesMasters/notesMaster1.xml" Id="R2a5cd6c043bd4a3f" /><Relationship Type="http://schemas.openxmlformats.org/officeDocument/2006/relationships/presProps" Target="/ppt/presProps.xml" Id="R35aab29683d04452" /><Relationship Type="http://schemas.openxmlformats.org/officeDocument/2006/relationships/tableStyles" Target="/ppt/tableStyles.xml" Id="Ra01d509e3f854274" /><Relationship Type="http://schemas.openxmlformats.org/officeDocument/2006/relationships/slide" Target="/ppt/slides/slide1.xml" Id="Rc5172f1aa29649a1" /><Relationship Type="http://schemas.openxmlformats.org/officeDocument/2006/relationships/slide" Target="/ppt/slides/slide2.xml" Id="R73381fa4268e4b6f" /><Relationship Type="http://schemas.openxmlformats.org/officeDocument/2006/relationships/slide" Target="/ppt/slides/slide3.xml" Id="Rb296c8ebcd9e4059" /><Relationship Type="http://schemas.openxmlformats.org/officeDocument/2006/relationships/slide" Target="/ppt/slides/slide4.xml" Id="Rc3480b694af94383" /><Relationship Type="http://schemas.openxmlformats.org/officeDocument/2006/relationships/slide" Target="/ppt/slides/slide5.xml" Id="Rf89679ffae1c474a" /><Relationship Type="http://schemas.openxmlformats.org/officeDocument/2006/relationships/slide" Target="/ppt/slides/slide6.xml" Id="R986dede852194b88" /><Relationship Type="http://schemas.openxmlformats.org/officeDocument/2006/relationships/slide" Target="/ppt/slides/slide7.xml" Id="R6d96ff7bacf94e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fe0c32080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a7e02b1dc846a1" /><Relationship Type="http://schemas.openxmlformats.org/officeDocument/2006/relationships/notesMaster" Target="/ppt/notesMasters/notesMaster1.xml" Id="R65275f47203a4a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18694d9c6465a" /><Relationship Type="http://schemas.openxmlformats.org/officeDocument/2006/relationships/notesMaster" Target="/ppt/notesMasters/notesMaster1.xml" Id="R6e0e0811dc32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8b7a2c9694119" /><Relationship Type="http://schemas.openxmlformats.org/officeDocument/2006/relationships/notesMaster" Target="/ppt/notesMasters/notesMaster1.xml" Id="Rf568feb50e0744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d6a7f11c244e7b" /><Relationship Type="http://schemas.openxmlformats.org/officeDocument/2006/relationships/notesMaster" Target="/ppt/notesMasters/notesMaster1.xml" Id="R6504b888f2384c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5dd94949f445fc" /><Relationship Type="http://schemas.openxmlformats.org/officeDocument/2006/relationships/notesMaster" Target="/ppt/notesMasters/notesMaster1.xml" Id="R57f9e3504c3140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8b115e2bda435a" /><Relationship Type="http://schemas.openxmlformats.org/officeDocument/2006/relationships/notesMaster" Target="/ppt/notesMasters/notesMaster1.xml" Id="Rf8e5e990e00a43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ee41f7bf34672" /><Relationship Type="http://schemas.openxmlformats.org/officeDocument/2006/relationships/notesMaster" Target="/ppt/notesMasters/notesMaster1.xml" Id="R06ab25eea0654d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9fcc28c1a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0087ff84c44cc1" /><Relationship Type="http://schemas.openxmlformats.org/officeDocument/2006/relationships/slideLayout" Target="/ppt/slideLayouts/slideLayout1.xml" Id="Rbe4cba10531346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cba10531346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70f3072a84244" /><Relationship Type="http://schemas.openxmlformats.org/officeDocument/2006/relationships/notesSlide" Target="/ppt/notesSlides/notesSlide1.xml" Id="R556e522c83ed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6f0395ef64d58" /><Relationship Type="http://schemas.openxmlformats.org/officeDocument/2006/relationships/notesSlide" Target="/ppt/notesSlides/notesSlide2.xml" Id="Rb53fa2655add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36e699c7048cb" /><Relationship Type="http://schemas.openxmlformats.org/officeDocument/2006/relationships/notesSlide" Target="/ppt/notesSlides/notesSlide3.xml" Id="R82624b11400f43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a91f4084e415b" /><Relationship Type="http://schemas.openxmlformats.org/officeDocument/2006/relationships/notesSlide" Target="/ppt/notesSlides/notesSlide4.xml" Id="Rdd76ccb2e8b5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0cef0f1b74984" /><Relationship Type="http://schemas.openxmlformats.org/officeDocument/2006/relationships/notesSlide" Target="/ppt/notesSlides/notesSlide5.xml" Id="Rb885c6b5582f48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9f91e4baa4451" /><Relationship Type="http://schemas.openxmlformats.org/officeDocument/2006/relationships/notesSlide" Target="/ppt/notesSlides/notesSlide6.xml" Id="R9f3d3c04acdd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e44cc0cae4fac" /><Relationship Type="http://schemas.openxmlformats.org/officeDocument/2006/relationships/notesSlide" Target="/ppt/notesSlides/notesSlide7.xml" Id="R42c32804bd1949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09CFB-5533-403B-A6DF-B9214D68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42337-2997-47A7-9A06-83F0F1CC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Investigation of Op-Amp in Inverting and Non-Inverting Modes with Gain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B2098-C8EB-4314-992D-8654058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E636B-40FB-4C82-B0B7-A69737AB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3463-AF94-499A-AA6F-767DF51A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FD8F5-2EBE-4C74-AD2D-7A6102F9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ABB54-AD0A-4C60-96ED-30CA17D9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E73FF-2369-4267-A1EE-95E92138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766A3-3A23-4A87-80B6-509AEDB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6F5FD-8CFA-49F8-83E9-4B31FA6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07ED6-CF41-468D-A9CC-12D7C05A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6CC1C-1A56-460C-BEDF-30AFD250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3D11F-7B17-4402-9B15-F703CE74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A2D88-A212-440B-A695-C6C378F4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7C2FC-907A-47E4-8A66-6EACEA67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1/7</a:t>
            </a:r>
          </a:p>
        </p:txBody>
      </p:sp>
    </p:spTree>
    <p:extLst>
      <p:ext uri="{BB962C8B-B14F-4D97-AF65-F5344CB8AC3E}">
        <p14:creationId xmlns:p14="http://schemas.microsoft.com/office/powerpoint/2010/main" val="858204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9CAB3-81B8-4CCC-9158-F9A859B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31EAE-0A67-4DC5-AEB8-26D86626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F5D10-E181-4B08-8EC5-B8547AFF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B472A-52DB-42FA-8C4A-D1D1212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Investigation of Op-Amp in Inverting and Non-Inverting Modes with Gain 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F1D8E-318D-4E53-86E2-2F4266A6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2189A-58C0-4F9F-BF8C-BED51D4D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20E03-7C4F-4D99-B146-121CE06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F1CE7-6D76-4A94-BA82-F88D6AB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81244-E6B8-4978-92D5-CE24B80D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5FEAD-C41B-4E56-9A65-564955F7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DAEB0-72A5-46C2-9B90-D3E69B77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CC41C-6FDF-40EC-9511-CC289E09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B319E-2131-4234-9A69-09281375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CFF63-164D-42E9-B0BD-3DDD81B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A77CE-277A-447E-87DA-BA1EC79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F4E42-40C5-4A12-B492-EC0D8A5F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2/7</a:t>
            </a:r>
          </a:p>
        </p:txBody>
      </p:sp>
    </p:spTree>
    <p:extLst>
      <p:ext uri="{BB962C8B-B14F-4D97-AF65-F5344CB8AC3E}">
        <p14:creationId xmlns:p14="http://schemas.microsoft.com/office/powerpoint/2010/main" val="561889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B58BF-77F2-432E-9CB3-ED2F517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27861-CAFF-4F7D-8F35-1141F15F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C8101-3739-4231-8AC8-6C51463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215D6-8036-47E4-99C8-FCC47B7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Investigation of Op-Amp in Inverting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Non-Inverting Modes with Gain 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D5C42-9E65-4942-B6B5-29FF8CEC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Investigation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606E3-8803-4EA2-B873-AA906883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AF9E9-21A0-4DD6-BB02-1F57871E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Op-Amp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0140E-E8D6-435A-B2C7-FD3D2AE7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A0944-B39F-4FB2-AF0F-E6869642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Inverting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E1C97-5F4B-4851-81EA-E4807A93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B0240-0A84-4BED-8584-804F9391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Non-Inverting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108AB-5D7A-4955-8756-FA0A721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C6168-90D5-4429-B585-7C750D8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D6803-D2FD-4821-B136-DF5B28CD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FBF25-05C4-4509-92DF-41D496D4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3/7</a:t>
            </a:r>
          </a:p>
        </p:txBody>
      </p:sp>
    </p:spTree>
    <p:extLst>
      <p:ext uri="{BB962C8B-B14F-4D97-AF65-F5344CB8AC3E}">
        <p14:creationId xmlns:p14="http://schemas.microsoft.com/office/powerpoint/2010/main" val="1517442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E05D5-154A-49FB-BD9B-CC690189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C1463-3673-4EE2-BB49-B54718A6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A2BAD-6B9D-420D-B0C7-CFDD5C5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7E777-2D9D-4A36-BAC6-10DE8042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FCB18-81E9-4D52-94CE-21DA55E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54B83-4F17-4592-9EE7-24416DE0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5C74D-D80D-468D-9766-BBD91A1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B23EF-E2C7-4452-BB78-17C4EB2C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4/7</a:t>
            </a:r>
          </a:p>
        </p:txBody>
      </p:sp>
    </p:spTree>
    <p:extLst>
      <p:ext uri="{BB962C8B-B14F-4D97-AF65-F5344CB8AC3E}">
        <p14:creationId xmlns:p14="http://schemas.microsoft.com/office/powerpoint/2010/main" val="2136751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EA734-3E1C-4C5E-81D3-287F720B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3E6EF-708D-4D70-8C78-47F39A9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40A4C-132C-4BAB-9612-BBD7F40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09A8A-BFAF-48FA-B37C-4A1B4BFF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4DFB5-8027-4F51-A90F-70FCB907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32B73-A59A-4F8B-AC1A-B6081F0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E5527-BB15-4038-9F46-D47E850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AACE1-B6AC-4C33-90A8-C3566BBF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C957D-0383-4C36-AD4C-732AEA52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7F036-D569-47EB-8184-A054C2B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AE60F-0280-4581-BF6C-4F881161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10D54-666A-46E7-B5A3-BDCA13CC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901F6-5FCB-4051-B2B1-E0B27F0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388FE-E801-42E7-9E94-2D45D525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0E490-81D1-4EFC-84E2-64DAC88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5/7</a:t>
            </a:r>
          </a:p>
        </p:txBody>
      </p:sp>
    </p:spTree>
    <p:extLst>
      <p:ext uri="{BB962C8B-B14F-4D97-AF65-F5344CB8AC3E}">
        <p14:creationId xmlns:p14="http://schemas.microsoft.com/office/powerpoint/2010/main" val="1053645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568A7-1638-41AC-ADA5-9212A6B2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D814-8E8A-44A6-A6DF-17A34A5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9C90-9835-40C0-80DA-A9AF005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7169F-0D68-49AC-A6AA-7705AB35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342BB-8F3F-4C60-A14A-C825BA5F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CB7AC-3633-4F79-AD1B-DDE582E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294A6-070D-4D20-8480-B72A718F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D7A56-0310-4C70-A604-712B9160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6F750-4DBD-42B2-B658-99362CD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C1EC3-9004-4089-A6D4-9591C7F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8A73A-07E1-4B07-B8B0-3DBB4834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85AB3-1F83-403E-BE57-BFC1150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72A42-B018-4599-84D7-4E11D6D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64467-271A-4433-B3C6-4B0C93B7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52B25-798A-4B57-B699-47A5167B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AF28C-6CF5-47F0-BC3E-73309CA1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56279-52FD-4F99-B07F-59855704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251EC-0F29-4077-983E-86FD910E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C0BBE-90FE-4CCA-A867-0BDCEF3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7F6C3-2928-4EB9-A3B4-B65D6AB4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BE335-C1F9-449E-A4D3-FAE18103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20F78-05D7-4222-8AC2-1FE5121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8F308-85F4-4BC3-871F-CAFCD250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1BC9C-695C-477F-A18A-66C45DA7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45CE5-B914-42D7-A3C8-DED6AEFA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43E80-C021-475C-A0D0-2F6CC57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6/7</a:t>
            </a:r>
          </a:p>
        </p:txBody>
      </p:sp>
    </p:spTree>
    <p:extLst>
      <p:ext uri="{BB962C8B-B14F-4D97-AF65-F5344CB8AC3E}">
        <p14:creationId xmlns:p14="http://schemas.microsoft.com/office/powerpoint/2010/main" val="2074974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8D8D8-D046-43FD-9B45-7565EAA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8C147-21B9-4027-AEB0-8AC50F2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B3840-F7F8-46F4-B70A-7263C80F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0E13D-457D-42FD-948D-0C8CFD9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A98A3-2BE6-4F90-80BC-4BFFD3EB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B378F-467D-45F9-8D88-43F057E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F1512-336A-452C-AA56-993745C6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AC0FE-DCCF-492B-BA1E-4D20374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7/7</a:t>
            </a:r>
          </a:p>
        </p:txBody>
      </p:sp>
    </p:spTree>
    <p:extLst>
      <p:ext uri="{BB962C8B-B14F-4D97-AF65-F5344CB8AC3E}">
        <p14:creationId xmlns:p14="http://schemas.microsoft.com/office/powerpoint/2010/main" val="1439807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2026-08-24T06:38:45.3720000Z</dcterms:created>
  <dcterms:modified xsi:type="dcterms:W3CDTF">2026-08-24T06:38:45.3720000Z</dcterms:modified>
</coreProperties>
</file>