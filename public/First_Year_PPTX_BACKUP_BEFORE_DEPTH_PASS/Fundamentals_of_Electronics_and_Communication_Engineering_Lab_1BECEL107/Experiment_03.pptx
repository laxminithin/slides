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ff1a6fe0b543af" /><Relationship Type="http://schemas.openxmlformats.org/officeDocument/2006/relationships/extended-properties" Target="/docProps/app.xml" Id="R634b43510ef143ab" /><Relationship Type="http://schemas.openxmlformats.org/officeDocument/2006/relationships/officeDocument" Target="/ppt/presentation.xml" Id="R90a1b697193046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8f40ff627f45db"/>
  </p:sldMasterIdLst>
  <p:notesMasterIdLst>
    <p:notesMasterId xmlns:r="http://schemas.openxmlformats.org/officeDocument/2006/relationships" r:id="Rfcd5982852864489"/>
  </p:notesMasterIdLst>
  <p:sldIdLst>
    <p:sldId xmlns:r="http://schemas.openxmlformats.org/officeDocument/2006/relationships" id="256" r:id="Rc9c4a1249f7c4220"/>
    <p:sldId xmlns:r="http://schemas.openxmlformats.org/officeDocument/2006/relationships" id="257" r:id="R905348cf4ac2455e"/>
    <p:sldId xmlns:r="http://schemas.openxmlformats.org/officeDocument/2006/relationships" id="258" r:id="Rc2ff32bef99e48db"/>
    <p:sldId xmlns:r="http://schemas.openxmlformats.org/officeDocument/2006/relationships" id="259" r:id="R9f93fe7ffbfd4c54"/>
    <p:sldId xmlns:r="http://schemas.openxmlformats.org/officeDocument/2006/relationships" id="260" r:id="Rb2839203f2dc4ac7"/>
    <p:sldId xmlns:r="http://schemas.openxmlformats.org/officeDocument/2006/relationships" id="261" r:id="Rf07177590ed04960"/>
    <p:sldId xmlns:r="http://schemas.openxmlformats.org/officeDocument/2006/relationships" id="262" r:id="R089e092a99ea49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b64cfdafd542e6" /><Relationship Type="http://schemas.openxmlformats.org/officeDocument/2006/relationships/slideMaster" Target="/ppt/slideMasters/slideMaster1.xml" Id="R7d8f40ff627f45db" /><Relationship Type="http://schemas.openxmlformats.org/officeDocument/2006/relationships/notesMaster" Target="/ppt/notesMasters/notesMaster1.xml" Id="Rfcd5982852864489" /><Relationship Type="http://schemas.openxmlformats.org/officeDocument/2006/relationships/presProps" Target="/ppt/presProps.xml" Id="Raf29c09066a149c8" /><Relationship Type="http://schemas.openxmlformats.org/officeDocument/2006/relationships/tableStyles" Target="/ppt/tableStyles.xml" Id="R82d8633dca1c4e8e" /><Relationship Type="http://schemas.openxmlformats.org/officeDocument/2006/relationships/slide" Target="/ppt/slides/slide1.xml" Id="Rc9c4a1249f7c4220" /><Relationship Type="http://schemas.openxmlformats.org/officeDocument/2006/relationships/slide" Target="/ppt/slides/slide2.xml" Id="R905348cf4ac2455e" /><Relationship Type="http://schemas.openxmlformats.org/officeDocument/2006/relationships/slide" Target="/ppt/slides/slide3.xml" Id="Rc2ff32bef99e48db" /><Relationship Type="http://schemas.openxmlformats.org/officeDocument/2006/relationships/slide" Target="/ppt/slides/slide4.xml" Id="R9f93fe7ffbfd4c54" /><Relationship Type="http://schemas.openxmlformats.org/officeDocument/2006/relationships/slide" Target="/ppt/slides/slide5.xml" Id="Rb2839203f2dc4ac7" /><Relationship Type="http://schemas.openxmlformats.org/officeDocument/2006/relationships/slide" Target="/ppt/slides/slide6.xml" Id="Rf07177590ed04960" /><Relationship Type="http://schemas.openxmlformats.org/officeDocument/2006/relationships/slide" Target="/ppt/slides/slide7.xml" Id="R089e092a99ea49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69178fd5d044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2308fa633f4be4" /><Relationship Type="http://schemas.openxmlformats.org/officeDocument/2006/relationships/notesMaster" Target="/ppt/notesMasters/notesMaster1.xml" Id="Re259eaba39f444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bb58d433624610" /><Relationship Type="http://schemas.openxmlformats.org/officeDocument/2006/relationships/notesMaster" Target="/ppt/notesMasters/notesMaster1.xml" Id="R2d4d82cc76b245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7f6fd35d454427" /><Relationship Type="http://schemas.openxmlformats.org/officeDocument/2006/relationships/notesMaster" Target="/ppt/notesMasters/notesMaster1.xml" Id="R6475de64602a42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77057cd3b9496e" /><Relationship Type="http://schemas.openxmlformats.org/officeDocument/2006/relationships/notesMaster" Target="/ppt/notesMasters/notesMaster1.xml" Id="Rad3c0551248c4a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58d083aca6429d" /><Relationship Type="http://schemas.openxmlformats.org/officeDocument/2006/relationships/notesMaster" Target="/ppt/notesMasters/notesMaster1.xml" Id="Reffc746e579e4e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26a9c0faf44ced" /><Relationship Type="http://schemas.openxmlformats.org/officeDocument/2006/relationships/notesMaster" Target="/ppt/notesMasters/notesMaster1.xml" Id="R6fcbd46f207147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760b232b784153" /><Relationship Type="http://schemas.openxmlformats.org/officeDocument/2006/relationships/notesMaster" Target="/ppt/notesMasters/notesMaster1.xml" Id="R1402818bb79348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af622ab904c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4f55edd5aa41b2" /><Relationship Type="http://schemas.openxmlformats.org/officeDocument/2006/relationships/slideLayout" Target="/ppt/slideLayouts/slideLayout1.xml" Id="Raaa744cc992746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a744cc992746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72028a28244eb" /><Relationship Type="http://schemas.openxmlformats.org/officeDocument/2006/relationships/notesSlide" Target="/ppt/notesSlides/notesSlide1.xml" Id="R3888f3582a3440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accd5be70484b" /><Relationship Type="http://schemas.openxmlformats.org/officeDocument/2006/relationships/notesSlide" Target="/ppt/notesSlides/notesSlide2.xml" Id="R10a4e53adcfb4c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a0519490d4f3b" /><Relationship Type="http://schemas.openxmlformats.org/officeDocument/2006/relationships/notesSlide" Target="/ppt/notesSlides/notesSlide3.xml" Id="Rb21f12cff7cd48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d8a38cec84e31" /><Relationship Type="http://schemas.openxmlformats.org/officeDocument/2006/relationships/notesSlide" Target="/ppt/notesSlides/notesSlide4.xml" Id="R15418edc5bd749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c9a55063547f9" /><Relationship Type="http://schemas.openxmlformats.org/officeDocument/2006/relationships/notesSlide" Target="/ppt/notesSlides/notesSlide5.xml" Id="Rb53e70b97b1844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9c794dc70405e" /><Relationship Type="http://schemas.openxmlformats.org/officeDocument/2006/relationships/notesSlide" Target="/ppt/notesSlides/notesSlide6.xml" Id="Rb4354e907ffa4b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922a02f7c4778" /><Relationship Type="http://schemas.openxmlformats.org/officeDocument/2006/relationships/notesSlide" Target="/ppt/notesSlides/notesSlide7.xml" Id="R1f91f331f5224c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C6D63-0C5D-4F72-BBF4-C7272F16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1E246-B663-46DF-9CCA-6C3AD3DB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Analysis of Input and Output Characteristics of a Bipolar Junction Transis tor in Common Emitter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C1A9F-9801-4278-B751-10A1517B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19518-778A-4D65-A340-4570C48A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E49AF-410E-493A-B098-B2E5C932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8D20A-0523-42C7-A649-EE39E9AC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50FA4-A5B1-475C-8E42-113FF485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6B234-DDCD-413A-9D8A-CFAF1DC9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5D849-60C3-4754-A53A-54A6F970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83E44-F47B-4FA5-A215-B6E56A3F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2951C-9793-4F6D-ABA3-A1F27FCE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91A22-EEFD-4232-A3A9-920D4250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163C3-05CA-4B38-A0AF-343D2DDE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88F6F-DE99-4C0A-924B-621ACD94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0F865-2AB0-4204-A2BE-EE84A17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1/7</a:t>
            </a:r>
          </a:p>
        </p:txBody>
      </p:sp>
    </p:spTree>
    <p:extLst>
      <p:ext uri="{BB962C8B-B14F-4D97-AF65-F5344CB8AC3E}">
        <p14:creationId xmlns:p14="http://schemas.microsoft.com/office/powerpoint/2010/main" val="713151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5550B-1212-4C77-987F-FF876D3F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4054A-0754-408F-88AF-FBA9C994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3F70A-4E00-4E50-9CA4-A2F2D39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C1ACB-A1A3-4B4B-91AF-1048255A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Analysis of Input and Output Characteristics of a Bipolar Junction Transis tor in Common Emitter 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0C128-FD00-480A-9C4A-0AE3963A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7CE37-D469-40A4-A3A6-4071EC22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A0313-6EA6-49BB-A5BF-88C2EEA7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22932-DCD9-43CD-AF30-A4584B60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A9D30-61CC-4891-A66C-EEB608B2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BEA07-368E-4FA2-B1B0-6C5FBFF3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FE75B-3C42-4D67-B7A4-10098099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8742B-8783-4DE4-99F0-861FB2C1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990AB-87F4-4EC1-BC55-13F93999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D9B72-979B-498F-9E88-BFCBB561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28F61-2BAA-4B69-A4FF-4ED499E3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86C7B-807D-4F4E-B69F-A6ECB56E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2/7</a:t>
            </a:r>
          </a:p>
        </p:txBody>
      </p:sp>
    </p:spTree>
    <p:extLst>
      <p:ext uri="{BB962C8B-B14F-4D97-AF65-F5344CB8AC3E}">
        <p14:creationId xmlns:p14="http://schemas.microsoft.com/office/powerpoint/2010/main" val="609585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839E8-3C08-488E-B8EA-3A35C98B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3D8C8-4D36-48D7-9887-CCF07BE9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7D46A-3F6C-413E-80E1-5704206C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5B1C3-7354-4DCC-BBA5-5E818BB3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Analysis of Input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Output Characteristics of a Bipolar Junction Transis tor in Common Emitter 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83CC7-4C21-4B78-A3C4-D8519A71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15FF2-86BF-438E-9E2A-B26F05BA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1BBAE-0B2F-4323-A61D-D283848D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98CD2-AA93-4947-BA5F-7D0BE0C9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C28EA-C4F6-435D-AA7C-6F9B8932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8EB9F-6B37-482E-B384-0B8E4090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CB279-CC11-4B78-8CB7-3482749B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Characteristics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1C858-FB90-4DA4-BA79-536F1F41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F3546-4916-45C9-9194-23214966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Bipolar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6CE7F-CA0F-4EE3-B4B5-6BCCA35B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F5565-676C-4C46-97CA-3B7FE66E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3/7</a:t>
            </a:r>
          </a:p>
        </p:txBody>
      </p:sp>
    </p:spTree>
    <p:extLst>
      <p:ext uri="{BB962C8B-B14F-4D97-AF65-F5344CB8AC3E}">
        <p14:creationId xmlns:p14="http://schemas.microsoft.com/office/powerpoint/2010/main" val="2413291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F6167-529C-464E-BE70-51E68BB6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7C649-3AF4-45C7-B674-A9A25A4A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C5048-72CC-4F97-BBC2-FEB03D86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C080F-3B4D-4E6C-AAFA-E0FF0E16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A2A8E-9D79-4BAC-A1EB-DB47968F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400C3-D154-46A7-BE50-D2A9289A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28DF0-054E-496B-9B14-DB984E3C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07081-B1EA-4790-BD8B-6BB3A3F3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4/7</a:t>
            </a:r>
          </a:p>
        </p:txBody>
      </p:sp>
    </p:spTree>
    <p:extLst>
      <p:ext uri="{BB962C8B-B14F-4D97-AF65-F5344CB8AC3E}">
        <p14:creationId xmlns:p14="http://schemas.microsoft.com/office/powerpoint/2010/main" val="709356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502C5-4492-4B43-8E10-C082B854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886D2-257B-410D-AAB4-346E8F3E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935D9-A409-44AF-8429-1A91263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B12F1-13DC-478F-9BF5-E8C6C57E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9C4C3-1529-4EC7-A5B3-E98C53BE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4FFB1-7D04-4595-8ED1-223AFAF1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C1AD0-A058-4F19-9F9D-0900811A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E4341-A704-486C-9B66-09C6CA5B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0DE2D-3D9B-4EB9-B269-29A74450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63A58-B2AC-4A51-9878-C7BA73BD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4DE02-A115-44E5-8645-6FAF9539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0C210-ACCE-458F-8E22-63EBD492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12AD9-B442-4AA8-9836-3AD0C7E5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8BA91-48AD-46CF-A65A-15E1E5F3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63827-7420-400A-AE2C-5291D65D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5/7</a:t>
            </a:r>
          </a:p>
        </p:txBody>
      </p:sp>
    </p:spTree>
    <p:extLst>
      <p:ext uri="{BB962C8B-B14F-4D97-AF65-F5344CB8AC3E}">
        <p14:creationId xmlns:p14="http://schemas.microsoft.com/office/powerpoint/2010/main" val="9732452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EAA25C-F3C1-41DE-9C2C-06927AD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7CA2F-64E4-4A44-9BA7-1CB6525C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E0EAB-46D3-472B-B006-5B143E80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5EB06-A87C-49C4-8B34-AB44B280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FE447-5E92-4FFC-8420-4A83FBC9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D3F20-C5A1-4815-A923-30B789B8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1953F-E033-4EB0-BCCD-68081B76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822E5-66B1-41CA-88FD-2CF0373F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E613A-0021-4C6F-875E-C564674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71F14-65DB-4B05-9E31-3B2CF11D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1836E-329C-4801-BD08-E1138384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7DBBC-4A2B-40B8-BA73-13823B26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02B2E-8FE2-4051-A8F7-56AA644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D903B-B4B5-49A0-A06C-6BB34D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41803-6340-4119-987E-46E47D66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CBE9F-E44C-42C0-B6AA-6B538170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07CE5-A447-43B3-97BC-D55827ED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6BC7C-5331-4B3C-8482-A6EE695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EF7E6-F8D1-40A2-980B-33894332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E27ED-20E5-4F93-99DF-3FBAB141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BC255-394E-4D60-AE54-3DE88310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D1F88B-9C80-43ED-8CB7-DFB2EDDA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3DDD7-4DCA-4D1B-AF7C-E9D70EF5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5CDDA-F8F2-4796-B3FF-7F37EF11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B6D83C-79F4-4FD9-877A-7561268C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DC2F54-8D89-4F59-AB06-B4FB1F24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6/7</a:t>
            </a:r>
          </a:p>
        </p:txBody>
      </p:sp>
    </p:spTree>
    <p:extLst>
      <p:ext uri="{BB962C8B-B14F-4D97-AF65-F5344CB8AC3E}">
        <p14:creationId xmlns:p14="http://schemas.microsoft.com/office/powerpoint/2010/main" val="1359666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BA357-6B3E-4A30-9A85-0713B507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ADB53-53E2-4D5F-9BDB-E10C3C30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77753-6913-4A34-89E0-4DD20CB9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AB554-2935-4840-A1C2-82D4D563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44A6F-63FC-47C4-8D11-86BC117B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7E2FF-89FA-4E6F-BEE8-2961CDEB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2C092-F690-4A4A-84E1-C9AEF9A2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58B47-819E-4B9D-9ABA-249F0E96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7/7</a:t>
            </a:r>
          </a:p>
        </p:txBody>
      </p:sp>
    </p:spTree>
    <p:extLst>
      <p:ext uri="{BB962C8B-B14F-4D97-AF65-F5344CB8AC3E}">
        <p14:creationId xmlns:p14="http://schemas.microsoft.com/office/powerpoint/2010/main" val="1004548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2026-08-24T06:38:45.2790000Z</dcterms:created>
  <dcterms:modified xsi:type="dcterms:W3CDTF">2026-08-24T06:38:45.2790000Z</dcterms:modified>
</coreProperties>
</file>