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643054de934ea5" /><Relationship Type="http://schemas.openxmlformats.org/officeDocument/2006/relationships/extended-properties" Target="/docProps/app.xml" Id="Raf8255c09f2a4f8a" /><Relationship Type="http://schemas.openxmlformats.org/officeDocument/2006/relationships/officeDocument" Target="/ppt/presentation.xml" Id="Rc5476b3d2a6840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4427c72c484ba0"/>
  </p:sldMasterIdLst>
  <p:notesMasterIdLst>
    <p:notesMasterId xmlns:r="http://schemas.openxmlformats.org/officeDocument/2006/relationships" r:id="R7fe1b40e5ba849e8"/>
  </p:notesMasterIdLst>
  <p:sldIdLst>
    <p:sldId xmlns:r="http://schemas.openxmlformats.org/officeDocument/2006/relationships" id="256" r:id="R320fb8311dcc4011"/>
    <p:sldId xmlns:r="http://schemas.openxmlformats.org/officeDocument/2006/relationships" id="257" r:id="R5b70541180d04519"/>
    <p:sldId xmlns:r="http://schemas.openxmlformats.org/officeDocument/2006/relationships" id="258" r:id="R24b28750dc6a4423"/>
    <p:sldId xmlns:r="http://schemas.openxmlformats.org/officeDocument/2006/relationships" id="259" r:id="Ra47a4a7bacf94c67"/>
    <p:sldId xmlns:r="http://schemas.openxmlformats.org/officeDocument/2006/relationships" id="260" r:id="R469ba13850644adc"/>
    <p:sldId xmlns:r="http://schemas.openxmlformats.org/officeDocument/2006/relationships" id="261" r:id="R3b4c2d239b1843e9"/>
    <p:sldId xmlns:r="http://schemas.openxmlformats.org/officeDocument/2006/relationships" id="262" r:id="Rbcb8747387bd4d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5ac7fc0d5640e2" /><Relationship Type="http://schemas.openxmlformats.org/officeDocument/2006/relationships/slideMaster" Target="/ppt/slideMasters/slideMaster1.xml" Id="R744427c72c484ba0" /><Relationship Type="http://schemas.openxmlformats.org/officeDocument/2006/relationships/notesMaster" Target="/ppt/notesMasters/notesMaster1.xml" Id="R7fe1b40e5ba849e8" /><Relationship Type="http://schemas.openxmlformats.org/officeDocument/2006/relationships/presProps" Target="/ppt/presProps.xml" Id="Rad5ff3aa864c4628" /><Relationship Type="http://schemas.openxmlformats.org/officeDocument/2006/relationships/tableStyles" Target="/ppt/tableStyles.xml" Id="Rb7174bbbfc8d454f" /><Relationship Type="http://schemas.openxmlformats.org/officeDocument/2006/relationships/slide" Target="/ppt/slides/slide1.xml" Id="R320fb8311dcc4011" /><Relationship Type="http://schemas.openxmlformats.org/officeDocument/2006/relationships/slide" Target="/ppt/slides/slide2.xml" Id="R5b70541180d04519" /><Relationship Type="http://schemas.openxmlformats.org/officeDocument/2006/relationships/slide" Target="/ppt/slides/slide3.xml" Id="R24b28750dc6a4423" /><Relationship Type="http://schemas.openxmlformats.org/officeDocument/2006/relationships/slide" Target="/ppt/slides/slide4.xml" Id="Ra47a4a7bacf94c67" /><Relationship Type="http://schemas.openxmlformats.org/officeDocument/2006/relationships/slide" Target="/ppt/slides/slide5.xml" Id="R469ba13850644adc" /><Relationship Type="http://schemas.openxmlformats.org/officeDocument/2006/relationships/slide" Target="/ppt/slides/slide6.xml" Id="R3b4c2d239b1843e9" /><Relationship Type="http://schemas.openxmlformats.org/officeDocument/2006/relationships/slide" Target="/ppt/slides/slide7.xml" Id="Rbcb8747387bd4d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fb24ef7ff04f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08f722c5a848a2" /><Relationship Type="http://schemas.openxmlformats.org/officeDocument/2006/relationships/notesMaster" Target="/ppt/notesMasters/notesMaster1.xml" Id="R7e61f751715a4a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770a4a02f644de" /><Relationship Type="http://schemas.openxmlformats.org/officeDocument/2006/relationships/notesMaster" Target="/ppt/notesMasters/notesMaster1.xml" Id="Rad5347f322eb4d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cf085a23c349e1" /><Relationship Type="http://schemas.openxmlformats.org/officeDocument/2006/relationships/notesMaster" Target="/ppt/notesMasters/notesMaster1.xml" Id="Rf8c2d583578d48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620596dce94a48" /><Relationship Type="http://schemas.openxmlformats.org/officeDocument/2006/relationships/notesMaster" Target="/ppt/notesMasters/notesMaster1.xml" Id="R3548d630cc574e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11bcbf6b4a42fc" /><Relationship Type="http://schemas.openxmlformats.org/officeDocument/2006/relationships/notesMaster" Target="/ppt/notesMasters/notesMaster1.xml" Id="Rf1c6dc6715f347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ca143c1c294b08" /><Relationship Type="http://schemas.openxmlformats.org/officeDocument/2006/relationships/notesMaster" Target="/ppt/notesMasters/notesMaster1.xml" Id="R9d8b5493e25944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58ec2a7c5e41ea" /><Relationship Type="http://schemas.openxmlformats.org/officeDocument/2006/relationships/notesMaster" Target="/ppt/notesMasters/notesMaster1.xml" Id="R7a4b9a32291c43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ad0d54814a44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b80307dbad4997" /><Relationship Type="http://schemas.openxmlformats.org/officeDocument/2006/relationships/slideLayout" Target="/ppt/slideLayouts/slideLayout1.xml" Id="R3e648a7d495747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648a7d495747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6f8eed3eb4b79" /><Relationship Type="http://schemas.openxmlformats.org/officeDocument/2006/relationships/notesSlide" Target="/ppt/notesSlides/notesSlide1.xml" Id="R263c8abe62834a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eb6511c174f26" /><Relationship Type="http://schemas.openxmlformats.org/officeDocument/2006/relationships/notesSlide" Target="/ppt/notesSlides/notesSlide2.xml" Id="R32ce2b0975d44a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abdb1e3854021" /><Relationship Type="http://schemas.openxmlformats.org/officeDocument/2006/relationships/notesSlide" Target="/ppt/notesSlides/notesSlide3.xml" Id="Rb337887439cb4c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c0951c38f4190" /><Relationship Type="http://schemas.openxmlformats.org/officeDocument/2006/relationships/notesSlide" Target="/ppt/notesSlides/notesSlide4.xml" Id="R2bb9486d92ba4b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219329e484e52" /><Relationship Type="http://schemas.openxmlformats.org/officeDocument/2006/relationships/notesSlide" Target="/ppt/notesSlides/notesSlide5.xml" Id="Rf36dd35e73f04f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fab02da874041" /><Relationship Type="http://schemas.openxmlformats.org/officeDocument/2006/relationships/notesSlide" Target="/ppt/notesSlides/notesSlide6.xml" Id="R5e1a6d17a3d34e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1b41e80344df5" /><Relationship Type="http://schemas.openxmlformats.org/officeDocument/2006/relationships/notesSlide" Target="/ppt/notesSlides/notesSlide7.xml" Id="R6d5a08b5340c48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261F77-0CEF-49DA-80CB-D7B1C9B2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126EC-56BD-420C-9011-0ED14765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Study of Truth Tables for OR, AND, NOT, NAND, and NOR Gates Using Basic and Universal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0D376-6D92-4DA3-9E1F-5CA792D7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Fundamentals of Electronics and Communication Engineering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1BECEL107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B9CCA-DEEB-439B-BCC2-677B6ED1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D78F8-D6A2-48E7-A2B2-BCB82BCE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CDD77-77F2-429E-A802-A21BFEC0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94143-0272-4341-8E58-D722B9EB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55B11-339D-4156-994C-BDCDF9F9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B7CD3-36BB-4D05-B787-81939E18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BDC4D-5C22-4E0B-8987-7D916454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F9EA21-BD65-4067-8E8B-59CFBA7A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B295BD-FB11-4044-B1C8-B46B3C7C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89F6D-79E8-4AFC-B9F9-9A912E4D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E0917-23A3-43A8-BF80-0978E5EB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BE7B81-F601-4BBC-AE29-CD006992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1/7</a:t>
            </a:r>
          </a:p>
        </p:txBody>
      </p:sp>
    </p:spTree>
    <p:extLst>
      <p:ext uri="{BB962C8B-B14F-4D97-AF65-F5344CB8AC3E}">
        <p14:creationId xmlns:p14="http://schemas.microsoft.com/office/powerpoint/2010/main" val="4884132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E0CA49-46B0-40EC-8AFB-29A341AF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8701F8-CCEA-4B8E-976A-9A6A7CD9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12092-33C5-4E42-BB1A-BD113B89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3451D-F285-487F-9783-B6520FFB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Study of Truth Tables for OR, AND, NOT, NAND, and NOR Gates Using Basic and Universal Gates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1A557-EC85-479C-86BB-7456EFFA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F7BDD-60FA-42CF-ABE7-DB875E3E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4B5A6-704C-444B-963A-AA35059A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3F924-62F5-4505-B9A9-3A4F935C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086CF-AC21-4C21-B0D0-28E03A7F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40A571-D141-4261-B6F6-1B99D3BB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29641-7F3E-4725-A768-96C09CE0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33B627-76E9-4C66-845B-444C6FE3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99C01C-AE20-4FB7-AA27-91F609FF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704ABF-2384-4D63-BFC6-7F07CE82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B36498-BE32-4DA2-8249-E0575EF9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C83990-5765-444C-A05C-ACA9B816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2/7</a:t>
            </a:r>
          </a:p>
        </p:txBody>
      </p:sp>
    </p:spTree>
    <p:extLst>
      <p:ext uri="{BB962C8B-B14F-4D97-AF65-F5344CB8AC3E}">
        <p14:creationId xmlns:p14="http://schemas.microsoft.com/office/powerpoint/2010/main" val="20772801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72E8BB-8123-4351-8FA9-168CD201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0DCFB-7971-4598-9E26-AD9EC9D0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12A28-E07F-46DD-9EF9-1FB92937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A9EC0-BD4E-4A15-BD43-11CD717D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Study of Truth Tables for OR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and NOR Gates Using Basic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Universal Gates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86368-ACE9-44DB-BF97-DF779106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Study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C36A9-A462-41F7-964B-F4E41389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A9D15-B517-4472-BFDD-028472F3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Truth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DA463-C0E8-474A-9F6F-F249148D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70199-09F4-4F92-9F73-5A77C233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814D6-7E3C-49E0-9839-A8480602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7A230-FE43-4160-BE4A-9896366F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NAND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E1772-44CC-4A31-80A1-03B70108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64433-D9B6-41B0-9F31-D5E89DAB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C0D3FB-7B58-4F62-AE20-DF269034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821BA-81C9-497A-9940-9B96A605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3/7</a:t>
            </a:r>
          </a:p>
        </p:txBody>
      </p:sp>
    </p:spTree>
    <p:extLst>
      <p:ext uri="{BB962C8B-B14F-4D97-AF65-F5344CB8AC3E}">
        <p14:creationId xmlns:p14="http://schemas.microsoft.com/office/powerpoint/2010/main" val="1319505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65A92-E843-4CC6-8AA0-F1F927D2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90C5A-0C84-4FA2-9CB4-EC077598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684B8-0805-404A-A76F-C2454EFC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C7158-E6EF-4AAE-88EC-CD22BF07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1CC3C-31C3-45AE-8685-1A096F1C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8E883-6566-4AC2-A75C-595C3698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15026-33F4-46E9-ABFE-00B8B333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7F8B75-86EC-41DE-8E31-F53BE3D0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4/7</a:t>
            </a:r>
          </a:p>
        </p:txBody>
      </p:sp>
    </p:spTree>
    <p:extLst>
      <p:ext uri="{BB962C8B-B14F-4D97-AF65-F5344CB8AC3E}">
        <p14:creationId xmlns:p14="http://schemas.microsoft.com/office/powerpoint/2010/main" val="12194683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457B93-D52E-4CA1-A8E5-0BA176FA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F36495-AEA5-42F2-B7C2-CC1983B3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B89D5-5C2F-4BEF-AD99-07B5245A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D7FE2-114F-4E8B-98CD-73BDDF0D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6195C-10F3-4FDA-AD5E-AFB112C0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E7C4C-C540-4C36-A318-38F02B6E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42211-4157-4CC2-A713-1614D39C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0C42F-BF21-4966-8802-DC3FF218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9F10E-0405-4612-B06A-49F2D37F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61063-BC36-4DDB-A26C-E4320BEF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7D964A-0036-43A2-842C-E74846A0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0B39B-E430-457F-8A03-8BEEC96C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BC322-C50A-4BBC-9689-9F5DF1A0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3EB67-793D-402D-A989-AE802D56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92AFD6-31B8-4B2B-B9B8-8CF956EF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5/7</a:t>
            </a:r>
          </a:p>
        </p:txBody>
      </p:sp>
    </p:spTree>
    <p:extLst>
      <p:ext uri="{BB962C8B-B14F-4D97-AF65-F5344CB8AC3E}">
        <p14:creationId xmlns:p14="http://schemas.microsoft.com/office/powerpoint/2010/main" val="9011463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926B88-8C4C-4DF9-AD03-97CBC682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C4B0E-462F-4C2A-99FF-0F39D8E2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82D41-6DC2-457E-96DB-1B628FC8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916BF-BD77-4EA0-9DC6-44CDE723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0EDDE-DC28-4820-AAAA-8CDAAFBA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5FB1E-998D-485D-BADB-B01089EC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7CF17-F1FB-4A32-8083-8C851FA9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B4F00-66B3-4C87-8F19-218FF005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6195A1-AF4E-45B1-9228-D3155B41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22F4E-2430-4346-B4C0-D8816901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AE03E-DB93-41DC-8DF2-2B92D93B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341636-1D32-4388-AF45-BC44E900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36505-FAA0-4689-B7D3-77D97533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4940C5-1C65-4125-8B2E-5D58AE80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FBC32F-4DF5-4652-BE40-79E9350E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840230-C6D5-4424-88DB-BB17444A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C2B61E-A52E-4D9A-885B-6369E1B5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A93ABF-D31A-4919-AC40-6C24B3A6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BE2D89-FFEE-4892-987C-F4436B43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287274-AAE5-4AEB-81A0-D8880BA4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493713-FE5F-4EC8-A2B1-399279C8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162A47-4E9D-43A3-99DA-C41910FF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0A6F74-C70C-4966-B814-7B8CAFFD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B84B30-6201-48C5-B682-3F596773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75EC51-73DB-4AB6-823A-D1994D99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D5B10D-4171-49CC-8C2B-BC762198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6/7</a:t>
            </a:r>
          </a:p>
        </p:txBody>
      </p:sp>
    </p:spTree>
    <p:extLst>
      <p:ext uri="{BB962C8B-B14F-4D97-AF65-F5344CB8AC3E}">
        <p14:creationId xmlns:p14="http://schemas.microsoft.com/office/powerpoint/2010/main" val="7274065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F339D-3C5A-49D4-A859-44B95C0B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5E606-1D2B-4469-8F3D-C95599D4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F7AA0-3B32-44B1-BA55-AA19244C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D4DD8-A577-4FE3-9EA3-8FD9B4E2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CAAF8-60AD-4253-8032-7CB711C8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6D849-B8ED-47FB-8CAC-F16456AA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65BCC-95DB-4B02-9221-7B5A0404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E6B19-1287-463E-9D0A-B8F132DD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7/7</a:t>
            </a:r>
          </a:p>
        </p:txBody>
      </p:sp>
    </p:spTree>
    <p:extLst>
      <p:ext uri="{BB962C8B-B14F-4D97-AF65-F5344CB8AC3E}">
        <p14:creationId xmlns:p14="http://schemas.microsoft.com/office/powerpoint/2010/main" val="20806176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2026-08-24T06:38:45.4180000Z</dcterms:created>
  <dcterms:modified xsi:type="dcterms:W3CDTF">2026-08-24T06:38:45.4180000Z</dcterms:modified>
</coreProperties>
</file>