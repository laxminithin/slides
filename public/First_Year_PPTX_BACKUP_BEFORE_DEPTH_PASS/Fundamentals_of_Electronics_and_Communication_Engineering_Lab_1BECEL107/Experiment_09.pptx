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171fb036d8f44f5" /><Relationship Type="http://schemas.openxmlformats.org/officeDocument/2006/relationships/extended-properties" Target="/docProps/app.xml" Id="Rb97b483becfd4607" /><Relationship Type="http://schemas.openxmlformats.org/officeDocument/2006/relationships/officeDocument" Target="/ppt/presentation.xml" Id="R421f628abbec4c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521b0babb644f9"/>
  </p:sldMasterIdLst>
  <p:notesMasterIdLst>
    <p:notesMasterId xmlns:r="http://schemas.openxmlformats.org/officeDocument/2006/relationships" r:id="R8125931d380c41af"/>
  </p:notesMasterIdLst>
  <p:sldIdLst>
    <p:sldId xmlns:r="http://schemas.openxmlformats.org/officeDocument/2006/relationships" id="256" r:id="R1e00f38a5c344582"/>
    <p:sldId xmlns:r="http://schemas.openxmlformats.org/officeDocument/2006/relationships" id="257" r:id="R06946a8933794fff"/>
    <p:sldId xmlns:r="http://schemas.openxmlformats.org/officeDocument/2006/relationships" id="258" r:id="Rf422a619eaaf483a"/>
    <p:sldId xmlns:r="http://schemas.openxmlformats.org/officeDocument/2006/relationships" id="259" r:id="R761e28173ec34fdc"/>
    <p:sldId xmlns:r="http://schemas.openxmlformats.org/officeDocument/2006/relationships" id="260" r:id="R3f1d6f0daa214e31"/>
    <p:sldId xmlns:r="http://schemas.openxmlformats.org/officeDocument/2006/relationships" id="261" r:id="Rc733d333edc44649"/>
    <p:sldId xmlns:r="http://schemas.openxmlformats.org/officeDocument/2006/relationships" id="262" r:id="Rf15958f8b1834c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5fb302d65c42ff" /><Relationship Type="http://schemas.openxmlformats.org/officeDocument/2006/relationships/slideMaster" Target="/ppt/slideMasters/slideMaster1.xml" Id="Rb4521b0babb644f9" /><Relationship Type="http://schemas.openxmlformats.org/officeDocument/2006/relationships/notesMaster" Target="/ppt/notesMasters/notesMaster1.xml" Id="R8125931d380c41af" /><Relationship Type="http://schemas.openxmlformats.org/officeDocument/2006/relationships/presProps" Target="/ppt/presProps.xml" Id="R657b0f7c21c54116" /><Relationship Type="http://schemas.openxmlformats.org/officeDocument/2006/relationships/tableStyles" Target="/ppt/tableStyles.xml" Id="Re7e1caffcbd0453e" /><Relationship Type="http://schemas.openxmlformats.org/officeDocument/2006/relationships/slide" Target="/ppt/slides/slide1.xml" Id="R1e00f38a5c344582" /><Relationship Type="http://schemas.openxmlformats.org/officeDocument/2006/relationships/slide" Target="/ppt/slides/slide2.xml" Id="R06946a8933794fff" /><Relationship Type="http://schemas.openxmlformats.org/officeDocument/2006/relationships/slide" Target="/ppt/slides/slide3.xml" Id="Rf422a619eaaf483a" /><Relationship Type="http://schemas.openxmlformats.org/officeDocument/2006/relationships/slide" Target="/ppt/slides/slide4.xml" Id="R761e28173ec34fdc" /><Relationship Type="http://schemas.openxmlformats.org/officeDocument/2006/relationships/slide" Target="/ppt/slides/slide5.xml" Id="R3f1d6f0daa214e31" /><Relationship Type="http://schemas.openxmlformats.org/officeDocument/2006/relationships/slide" Target="/ppt/slides/slide6.xml" Id="Rc733d333edc44649" /><Relationship Type="http://schemas.openxmlformats.org/officeDocument/2006/relationships/slide" Target="/ppt/slides/slide7.xml" Id="Rf15958f8b1834c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4367ca19bc45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a95f86cecc744c6" /><Relationship Type="http://schemas.openxmlformats.org/officeDocument/2006/relationships/notesMaster" Target="/ppt/notesMasters/notesMaster1.xml" Id="Rf6237d1aab5b44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f29c2ace9344f0" /><Relationship Type="http://schemas.openxmlformats.org/officeDocument/2006/relationships/notesMaster" Target="/ppt/notesMasters/notesMaster1.xml" Id="R69b03d1d300e48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1eec51870a4b6e" /><Relationship Type="http://schemas.openxmlformats.org/officeDocument/2006/relationships/notesMaster" Target="/ppt/notesMasters/notesMaster1.xml" Id="R3d75dde2330a47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18f45d7aee49f4" /><Relationship Type="http://schemas.openxmlformats.org/officeDocument/2006/relationships/notesMaster" Target="/ppt/notesMasters/notesMaster1.xml" Id="R7cbe59c46f9e4f7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5a499c0961423c" /><Relationship Type="http://schemas.openxmlformats.org/officeDocument/2006/relationships/notesMaster" Target="/ppt/notesMasters/notesMaster1.xml" Id="R2f432aaffce044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9c257250d1446f" /><Relationship Type="http://schemas.openxmlformats.org/officeDocument/2006/relationships/notesMaster" Target="/ppt/notesMasters/notesMaster1.xml" Id="Rfff6e1af5b124c3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fb92662b71b4411" /><Relationship Type="http://schemas.openxmlformats.org/officeDocument/2006/relationships/notesMaster" Target="/ppt/notesMasters/notesMaster1.xml" Id="Rf25ee561e0d649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9fe7011815428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098c6edb12e44d6" /><Relationship Type="http://schemas.openxmlformats.org/officeDocument/2006/relationships/slideLayout" Target="/ppt/slideLayouts/slideLayout1.xml" Id="Rb5a04e73968746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5a04e73968746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76dd963984539" /><Relationship Type="http://schemas.openxmlformats.org/officeDocument/2006/relationships/notesSlide" Target="/ppt/notesSlides/notesSlide1.xml" Id="R5fe4e8dc0eb940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ed4c8ca074d66" /><Relationship Type="http://schemas.openxmlformats.org/officeDocument/2006/relationships/notesSlide" Target="/ppt/notesSlides/notesSlide2.xml" Id="R9e28417a64674a4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cbb97af394d27" /><Relationship Type="http://schemas.openxmlformats.org/officeDocument/2006/relationships/notesSlide" Target="/ppt/notesSlides/notesSlide3.xml" Id="Rcc0000eda2fc49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5183728054410" /><Relationship Type="http://schemas.openxmlformats.org/officeDocument/2006/relationships/notesSlide" Target="/ppt/notesSlides/notesSlide4.xml" Id="R475a32fc53474f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46e4c9cf7b46c9" /><Relationship Type="http://schemas.openxmlformats.org/officeDocument/2006/relationships/notesSlide" Target="/ppt/notesSlides/notesSlide5.xml" Id="R9827825079134fe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3bd45b95d4f86" /><Relationship Type="http://schemas.openxmlformats.org/officeDocument/2006/relationships/notesSlide" Target="/ppt/notesSlides/notesSlide6.xml" Id="R1ef99e747b4c4f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84b3f8ad9e40fc" /><Relationship Type="http://schemas.openxmlformats.org/officeDocument/2006/relationships/notesSlide" Target="/ppt/notesSlides/notesSlide7.xml" Id="R1d4bf15f300f40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44780D-7334-4755-BB62-A8D37479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F9A089-89C6-4766-96B2-EF305217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</a:defRPr>
            </a:pPr>
            <a:r>
              <a:rPr sz="2550" b="1">
                <a:solidFill>
                  <a:srgbClr val="172033"/>
                </a:solidFill>
              </a:rPr>
              <a:t>Testing of Op-Amp as voltage follower and a weighted summer with waveform analysis.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B4EAE-45B4-493B-BA0D-FF85283C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4857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1/II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412BA9-4A4B-459E-90AF-25CFD40FA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691426-1DE9-4E5B-8349-1509069C2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0432F-4878-4961-8D84-5F5B3585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13DA86-75C8-4E97-B865-BA38DC81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1A393-5C11-400C-99C4-7ED5A75E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BEDCF-9671-4B67-891B-BC37A56D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DD23C3-7E3E-4758-BA6C-6225BA188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63652-6120-4951-BE3C-C91E37072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584EC-6879-46C3-B688-167720317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1E770-CA50-4D05-AB12-2CEC92CC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052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Record evidence, not just completion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F0ABA8-E9E9-4687-849D-45D068AE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27FD0-4956-4F8A-9F3A-4FF9B6EC6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1/7</a:t>
            </a:r>
          </a:p>
        </p:txBody>
      </p:sp>
    </p:spTree>
    <p:extLst>
      <p:ext uri="{BB962C8B-B14F-4D97-AF65-F5344CB8AC3E}">
        <p14:creationId xmlns:p14="http://schemas.microsoft.com/office/powerpoint/2010/main" val="13410777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CC339-EA4E-49F6-884F-94B680FC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6EBB4-E214-4825-87DB-0F6DA28C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EE0061-C78D-4A79-B451-DD6C9704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6EEECE-B7D1-4A10-94DC-EF27A869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9334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Testing of Op-Amp as voltage follower and a weighted summer with waveform analysis.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6812D-77A9-40B2-AFC6-494AC0420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05150"/>
            <a:ext cx="9144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Learning objective: perform the task accurately and explain the principle behind it.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Expected result: a recorded observation, verified output, working setup, or justified prototype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CFFC1F-49CE-4328-9B6D-5DAC230C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Prepare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008287-DF53-4BBF-89C9-1EBCC7F71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F9C06-9CBE-4610-A83B-3A220A8E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Perform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D058AA-E969-455E-80B6-1ED6FBE7E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04BD4D-D433-4EC3-BCCC-A71FB933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36BC0-3757-473C-9078-DB815BA24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C9095-9C3E-4670-80DA-A0F11E99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1005E8-D1CB-41F5-A198-C97D5FFD9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244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E5BBC-2395-48FB-9820-C8D41F71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1C7BDA-1F41-4075-A78B-96C2E0C6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17B754-D547-41F8-A5D5-1A177BBA9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2/7</a:t>
            </a:r>
          </a:p>
        </p:txBody>
      </p:sp>
    </p:spTree>
    <p:extLst>
      <p:ext uri="{BB962C8B-B14F-4D97-AF65-F5344CB8AC3E}">
        <p14:creationId xmlns:p14="http://schemas.microsoft.com/office/powerpoint/2010/main" val="1009273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A51260-B6F8-4684-87DB-AF673B44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4200B-3D41-4199-8A2E-BC9F79800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B1947-6188-445B-B723-5B5D53BC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03146-CCE8-473B-9DC8-52E7154F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Testing of Op-Amp as voltage follower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a weighted summer with waveform analysis.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9FF16E-DA26-4DCA-BE17-70319073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27DE1D-7A4E-4CC6-A96B-8908ECF6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4DCE83-5F12-4494-B8E1-B475B1451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Op-Amp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6B9AC-DC2A-44E5-860A-80E61039F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7CD9C-B512-4980-8F46-76B7EEF3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voltage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C6CE1-6E1B-4C02-9D1B-5C092610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080EC1-1C01-47B8-B1AD-8D6B4BED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follower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234FF-6112-4637-A9DD-AF73EB57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816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8610B-17E8-4E40-B051-E6781042D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weighted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64A5AE-86A0-4469-9809-32D1B2D7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8A5A07-8EC3-4766-B718-2867BC4D3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3/7</a:t>
            </a:r>
          </a:p>
        </p:txBody>
      </p:sp>
    </p:spTree>
    <p:extLst>
      <p:ext uri="{BB962C8B-B14F-4D97-AF65-F5344CB8AC3E}">
        <p14:creationId xmlns:p14="http://schemas.microsoft.com/office/powerpoint/2010/main" val="1796268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C7359-43AC-498C-B42D-5B254C61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9A2C9B-4CEC-4898-B18F-48C4CC6B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Required tools / components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D134AF-399C-4861-85BA-7055DD0D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D298F-8390-42B0-AA01-BB506C7A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09750"/>
            <a:ext cx="904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Laboratory manual or problem statement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Required apparatus, software, components, measuring instruments, or drawing tools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Observation table / record book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Safety and calibration checklist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AA6E00-C061-4667-B3CC-F7C2EBD9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71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2033"/>
                </a:solidFill>
              </a:defRPr>
            </a:pPr>
            <a:r>
              <a:rPr sz="1425" b="1">
                <a:solidFill>
                  <a:srgbClr val="172033"/>
                </a:solidFill>
              </a:rPr>
              <a:t>Precaution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3F543-5EFB-4458-8D93-CF414894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762500"/>
            <a:ext cx="704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Do not start measurement or execution until connections, inputs, and assumptions are checked.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38B24-39A2-4069-AB97-76A37059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E047B4-02C5-4B7E-B458-D271D059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4/7</a:t>
            </a:r>
          </a:p>
        </p:txBody>
      </p:sp>
    </p:spTree>
    <p:extLst>
      <p:ext uri="{BB962C8B-B14F-4D97-AF65-F5344CB8AC3E}">
        <p14:creationId xmlns:p14="http://schemas.microsoft.com/office/powerpoint/2010/main" val="3681464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4C07AE-BDE7-4C3A-82CE-7D8E73E7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3C2B7-CD79-4D1C-AA74-49FC3C75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9AC4E-AA50-4660-BB63-0F5D30294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AF1E4-761C-439D-BB54-5C807638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Read 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C1708C-1D51-4B0F-B8D0-FFF9477A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43E3EB-A941-4BE6-8BE1-72067221B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Set 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D89B8C-14AA-416F-B32F-D4675911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8438A7-057E-4F26-83DB-B6C36967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Execute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A944D3-AAAE-4B59-B3DF-6DBE7D08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C8C0AB-ADA9-47E4-8C2B-2AC2DB69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779CFB-22AA-46C6-922A-6308D37D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9621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DBBBF-1191-4C09-9403-2AEE5064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F8812-D772-4261-A9CD-1E5B6233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905250"/>
            <a:ext cx="895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Write the algorithm / circuit /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 each observation immediately.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Compare the result with the expected behaviour.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State the reason for any deviation.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461C0-E60B-42D3-A44C-F9E09CCA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140403-E0C2-4D30-948D-3CDDF4F1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5/7</a:t>
            </a:r>
          </a:p>
        </p:txBody>
      </p:sp>
    </p:spTree>
    <p:extLst>
      <p:ext uri="{BB962C8B-B14F-4D97-AF65-F5344CB8AC3E}">
        <p14:creationId xmlns:p14="http://schemas.microsoft.com/office/powerpoint/2010/main" val="4531184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260E79-4704-4157-B3A6-F6EA9FD0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652D4-F1DF-44ED-AAC0-78A16D2A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F73F32-9C07-4A7B-B379-D6C33A99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91165-1366-4E97-9ECB-1893280D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Trial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82EC7D-BAE1-4083-8535-1183DD31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2B41A-D16B-4ADF-84CB-54F88DE4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26946-AEC0-410B-AB16-D9DBC312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52600"/>
            <a:ext cx="2000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Inference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383F2A-1035-4A49-9CED-9FF0E71F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CAC67-6A14-4398-8F00-CB84E57E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57E670-674D-453D-9315-76E27E13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F613A-32E4-4AD9-A337-21E6AB75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669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5FB73-F332-4814-A890-BF696B27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D5F7C-47C6-4791-AACD-A0F8C94A4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B7534F-16FA-4D43-9151-4812B184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F4198-80BF-439F-A68F-4AB60851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194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C44A46-6D3B-4161-B171-6CF8795F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0DE95-ACDF-4E82-BD21-E339F0B23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71E0EA-A21F-4E44-854D-6251D38A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5969E-93F6-4919-B33A-48BEE67F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7185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53B7E2-2213-4F02-A427-F61774E3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72033"/>
                </a:solidFill>
              </a:defRPr>
            </a:pPr>
            <a:r>
              <a:rPr sz="1050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AB7AE-9C6F-46FB-BB9B-14E9AB15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106472-0CBC-4F97-AABE-3F699455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779891-C20D-495F-9457-73870863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24300"/>
            <a:ext cx="2000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FBF303-B706-4C83-8DAA-675AA6EA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67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Expected result: the observation supports the stated principle and can be defended in viva.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3B50CB-47CA-4BDA-B4A7-0FA32D5A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EDFD05-B760-4C58-ADE5-022A137E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6/7</a:t>
            </a:r>
          </a:p>
        </p:txBody>
      </p:sp>
    </p:spTree>
    <p:extLst>
      <p:ext uri="{BB962C8B-B14F-4D97-AF65-F5344CB8AC3E}">
        <p14:creationId xmlns:p14="http://schemas.microsoft.com/office/powerpoint/2010/main" val="745426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5DE6D-65CD-4E8C-B55C-4D18128B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B31AB6-D4EA-41BF-959D-9CA3090B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D7AE5-F152-4F09-9E7E-D7A44A32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C84A0-0C0A-4CC2-93F2-786E08C4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4381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Loose or incorrect connections / inputs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Skipping calibration or dry run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Recording values without units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Not explaining why the result is valid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Ignoring safety, component rating, or setup constraints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74EE7-97A7-41BE-B6DF-2CEDB47D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7526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Viva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F376B-82F2-44EF-96E5-1BF5A7DCB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81250"/>
            <a:ext cx="4095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is the aim of this experiment?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Which principle or algorithm is used?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What changes if the input/setup changes?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How do you identify an error in the result?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9BCB36-7B84-4F81-A1B3-B58C9BF0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Fundamentals of Electronics and Communication Engineering Lab | 1BECEL107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97FF9-C551-41DA-8731-0157C2FF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Experiment 9 | 7/7</a:t>
            </a:r>
          </a:p>
        </p:txBody>
      </p:sp>
    </p:spTree>
    <p:extLst>
      <p:ext uri="{BB962C8B-B14F-4D97-AF65-F5344CB8AC3E}">
        <p14:creationId xmlns:p14="http://schemas.microsoft.com/office/powerpoint/2010/main" val="9187932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2026-08-24T06:38:45.5570000Z</dcterms:created>
  <dcterms:modified xsi:type="dcterms:W3CDTF">2026-08-24T06:38:45.5570000Z</dcterms:modified>
</coreProperties>
</file>