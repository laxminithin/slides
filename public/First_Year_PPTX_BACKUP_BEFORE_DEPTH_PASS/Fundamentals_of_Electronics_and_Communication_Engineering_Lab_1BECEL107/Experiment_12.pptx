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aeec77c7a4328" /><Relationship Type="http://schemas.openxmlformats.org/officeDocument/2006/relationships/extended-properties" Target="/docProps/app.xml" Id="Re9f25459a703419d" /><Relationship Type="http://schemas.openxmlformats.org/officeDocument/2006/relationships/officeDocument" Target="/ppt/presentation.xml" Id="R110a74a82bb4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c6a2001184f60"/>
  </p:sldMasterIdLst>
  <p:notesMasterIdLst>
    <p:notesMasterId xmlns:r="http://schemas.openxmlformats.org/officeDocument/2006/relationships" r:id="Re90c9a1ec09e4021"/>
  </p:notesMasterIdLst>
  <p:sldIdLst>
    <p:sldId xmlns:r="http://schemas.openxmlformats.org/officeDocument/2006/relationships" id="256" r:id="Rf649c874d0cb4ec8"/>
    <p:sldId xmlns:r="http://schemas.openxmlformats.org/officeDocument/2006/relationships" id="257" r:id="R5cb187b95c984e65"/>
    <p:sldId xmlns:r="http://schemas.openxmlformats.org/officeDocument/2006/relationships" id="258" r:id="R1369e8883a994189"/>
    <p:sldId xmlns:r="http://schemas.openxmlformats.org/officeDocument/2006/relationships" id="259" r:id="R149bded5a29949e3"/>
    <p:sldId xmlns:r="http://schemas.openxmlformats.org/officeDocument/2006/relationships" id="260" r:id="Re4655f15d66741b4"/>
    <p:sldId xmlns:r="http://schemas.openxmlformats.org/officeDocument/2006/relationships" id="261" r:id="Re4ca4b8a58e349ef"/>
    <p:sldId xmlns:r="http://schemas.openxmlformats.org/officeDocument/2006/relationships" id="262" r:id="R2b7f1226ca3f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3648bf09e54e5d" /><Relationship Type="http://schemas.openxmlformats.org/officeDocument/2006/relationships/slideMaster" Target="/ppt/slideMasters/slideMaster1.xml" Id="R191c6a2001184f60" /><Relationship Type="http://schemas.openxmlformats.org/officeDocument/2006/relationships/notesMaster" Target="/ppt/notesMasters/notesMaster1.xml" Id="Re90c9a1ec09e4021" /><Relationship Type="http://schemas.openxmlformats.org/officeDocument/2006/relationships/presProps" Target="/ppt/presProps.xml" Id="R9d3d4e7948b744b9" /><Relationship Type="http://schemas.openxmlformats.org/officeDocument/2006/relationships/tableStyles" Target="/ppt/tableStyles.xml" Id="R733260211d3b4f8b" /><Relationship Type="http://schemas.openxmlformats.org/officeDocument/2006/relationships/slide" Target="/ppt/slides/slide1.xml" Id="Rf649c874d0cb4ec8" /><Relationship Type="http://schemas.openxmlformats.org/officeDocument/2006/relationships/slide" Target="/ppt/slides/slide2.xml" Id="R5cb187b95c984e65" /><Relationship Type="http://schemas.openxmlformats.org/officeDocument/2006/relationships/slide" Target="/ppt/slides/slide3.xml" Id="R1369e8883a994189" /><Relationship Type="http://schemas.openxmlformats.org/officeDocument/2006/relationships/slide" Target="/ppt/slides/slide4.xml" Id="R149bded5a29949e3" /><Relationship Type="http://schemas.openxmlformats.org/officeDocument/2006/relationships/slide" Target="/ppt/slides/slide5.xml" Id="Re4655f15d66741b4" /><Relationship Type="http://schemas.openxmlformats.org/officeDocument/2006/relationships/slide" Target="/ppt/slides/slide6.xml" Id="Re4ca4b8a58e349ef" /><Relationship Type="http://schemas.openxmlformats.org/officeDocument/2006/relationships/slide" Target="/ppt/slides/slide7.xml" Id="R2b7f1226ca3f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3e25a5264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57370c392140bd" /><Relationship Type="http://schemas.openxmlformats.org/officeDocument/2006/relationships/notesMaster" Target="/ppt/notesMasters/notesMaster1.xml" Id="R630dc9109cca49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bfecb43e74333" /><Relationship Type="http://schemas.openxmlformats.org/officeDocument/2006/relationships/notesMaster" Target="/ppt/notesMasters/notesMaster1.xml" Id="Rf5cb44483885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9d6483d22348cf" /><Relationship Type="http://schemas.openxmlformats.org/officeDocument/2006/relationships/notesMaster" Target="/ppt/notesMasters/notesMaster1.xml" Id="Rdf170d690f7e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8457893704748" /><Relationship Type="http://schemas.openxmlformats.org/officeDocument/2006/relationships/notesMaster" Target="/ppt/notesMasters/notesMaster1.xml" Id="Rf1c83e73fcaf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a0386795574cb2" /><Relationship Type="http://schemas.openxmlformats.org/officeDocument/2006/relationships/notesMaster" Target="/ppt/notesMasters/notesMaster1.xml" Id="R91c7196e00a34f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8b41d3f7e49fb" /><Relationship Type="http://schemas.openxmlformats.org/officeDocument/2006/relationships/notesMaster" Target="/ppt/notesMasters/notesMaster1.xml" Id="R9495e9964c6a49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c59d6473df49b8" /><Relationship Type="http://schemas.openxmlformats.org/officeDocument/2006/relationships/notesMaster" Target="/ppt/notesMasters/notesMaster1.xml" Id="R27e36bb2f93249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862f51f39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a3332a93e47bb" /><Relationship Type="http://schemas.openxmlformats.org/officeDocument/2006/relationships/slideLayout" Target="/ppt/slideLayouts/slideLayout1.xml" Id="R85f1b1495bd145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1b1495bd145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63b0f67504e9e" /><Relationship Type="http://schemas.openxmlformats.org/officeDocument/2006/relationships/notesSlide" Target="/ppt/notesSlides/notesSlide1.xml" Id="R4cf9bca5bd4d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327c26f6f42dd" /><Relationship Type="http://schemas.openxmlformats.org/officeDocument/2006/relationships/notesSlide" Target="/ppt/notesSlides/notesSlide2.xml" Id="Ra61b1d9fa7e7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6d3a07da6409c" /><Relationship Type="http://schemas.openxmlformats.org/officeDocument/2006/relationships/notesSlide" Target="/ppt/notesSlides/notesSlide3.xml" Id="R6b225ee2b44f49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83e1b99bd4856" /><Relationship Type="http://schemas.openxmlformats.org/officeDocument/2006/relationships/notesSlide" Target="/ppt/notesSlides/notesSlide4.xml" Id="R97fdd40c406d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b433d5f94d62" /><Relationship Type="http://schemas.openxmlformats.org/officeDocument/2006/relationships/notesSlide" Target="/ppt/notesSlides/notesSlide5.xml" Id="R48abdb2f4d35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938c01d324773" /><Relationship Type="http://schemas.openxmlformats.org/officeDocument/2006/relationships/notesSlide" Target="/ppt/notesSlides/notesSlide6.xml" Id="Ra17950b82e6640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f59c909cb45c6" /><Relationship Type="http://schemas.openxmlformats.org/officeDocument/2006/relationships/notesSlide" Target="/ppt/notesSlides/notesSlide7.xml" Id="R23c34339746f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A9201-DE51-46A9-83AB-EA45A32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CC671-9277-4008-A6CC-83CA8C00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Realization of Half/ Full Adder and Subtractor using Logic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D8C3B-8B30-4ED5-A20F-012AA5B0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5E0C0-163B-46EB-A25D-8186008F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4D24-3F03-4C50-93F3-0EA1AE36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FFBE6-FB0E-4D21-90A5-51FC1713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B595-BA0A-4D33-A687-BAEC51A1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3597A-06A3-4B33-9249-F2BB60B6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E4CEF-646F-4AB3-B238-6434D254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7896A-9E5A-42DB-998F-17072F3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237F3-0AA3-494B-BB88-716DC72A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53E2-5B9E-4B1A-9445-8B16B45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73313-2633-47A6-BCB0-9D36137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8F201-5D48-4F7B-A82D-FE75B77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C2C93-177D-41D7-8DE0-BCF4DA59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1/7</a:t>
            </a:r>
          </a:p>
        </p:txBody>
      </p:sp>
    </p:spTree>
    <p:extLst>
      <p:ext uri="{BB962C8B-B14F-4D97-AF65-F5344CB8AC3E}">
        <p14:creationId xmlns:p14="http://schemas.microsoft.com/office/powerpoint/2010/main" val="899689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502C0-E23A-4F33-A394-957E48BD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DB2B0-138A-4076-89AA-58E3BEDC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70DCB-8D22-4F8A-937F-0C316F0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458AF-C23F-455B-85F1-D2CA928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Realization of Half/ Full Adder and Subtractor using Logic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80B68-5371-4F71-B970-99BF667E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B5837-3493-40B2-89DA-9DA94857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2F974-D583-4C52-B2E1-0A8F44C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8A701-0CB8-491F-8FBE-C1A2B4C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9F0D7-3687-4AB5-B254-2B60FE5C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FE3A4-F448-40FA-9300-4860C23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40215-0C7D-4199-92AA-866359C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BADAF-612A-4C9B-8224-C0EC437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3A63-A057-4E26-AE93-D857089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C0F7D-2AC9-4845-A8CD-FFD5E92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FA632-0660-4052-9E21-15DEF3D6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73B25-63F6-4EEC-A15D-9CDD18A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2/7</a:t>
            </a:r>
          </a:p>
        </p:txBody>
      </p:sp>
    </p:spTree>
    <p:extLst>
      <p:ext uri="{BB962C8B-B14F-4D97-AF65-F5344CB8AC3E}">
        <p14:creationId xmlns:p14="http://schemas.microsoft.com/office/powerpoint/2010/main" val="201615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BD87D-8593-4A42-9AD5-33EDF30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F3379-42B1-44B0-8FF5-DA3AF48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2DDA9-E430-4236-AD8D-E8F2B6CA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F833B-8ED1-48BB-A27E-2A0023A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Realization of Half/ Full Adder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Subtractor using Logic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A40AB-5CD7-474B-A8F3-3565C1B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55793-CED4-4129-8A5C-5D3CE57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A2A8-19B8-4B38-A880-1757EF23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Half/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19DCB-3779-4804-A9CE-962E1AF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79724-3977-47A5-9A7B-C7603AA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3DB6E-CC97-48C6-BD40-28AC2015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EAF5D-287A-43FD-9BEA-458D4E5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Adder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625D4-40CD-4E0A-ACA6-45BC192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B37A5-F9A1-4341-88B9-A4ACC0A8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Subtractor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4B93-5EC0-49AE-B4C5-0906D11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35B4A-AEBB-4A8B-90D1-A967B5B7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3/7</a:t>
            </a:r>
          </a:p>
        </p:txBody>
      </p:sp>
    </p:spTree>
    <p:extLst>
      <p:ext uri="{BB962C8B-B14F-4D97-AF65-F5344CB8AC3E}">
        <p14:creationId xmlns:p14="http://schemas.microsoft.com/office/powerpoint/2010/main" val="1357956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53344-1729-4A5C-908F-351D94C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29B02-ADC8-4D52-B684-F15A54A9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75E2-653C-4D74-9271-BDF54901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3BDAB-3B4E-413B-8C21-25022B9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18D71-3F2A-4128-8D1C-F5D3F64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1CE57-9B83-415C-BDB7-A74ECCF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A69F-64F3-4D05-B8A8-5FE5069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8F555-A487-4028-BA32-9880788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4/7</a:t>
            </a:r>
          </a:p>
        </p:txBody>
      </p:sp>
    </p:spTree>
    <p:extLst>
      <p:ext uri="{BB962C8B-B14F-4D97-AF65-F5344CB8AC3E}">
        <p14:creationId xmlns:p14="http://schemas.microsoft.com/office/powerpoint/2010/main" val="1622295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0F1B6-A9BD-47FB-B7FB-FFD4E39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6B3EC-0F14-4986-BFC7-6C2CFC9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65F7-FFAD-4231-8120-748913D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57721-D896-45F2-99F7-42F7627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8BC52-7743-4833-87BB-7B992AEC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4BA31-8974-4B7A-A014-A9B40A4D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B1171-75F0-48B6-8ABC-A190B37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EF714-D7D1-44BA-B62A-4533612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2D8EF-EAD8-4977-8282-13448513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895A-D7BA-455E-BB1B-33E58FB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617D3-DBD8-47C9-9166-34CA2E4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75FC6-B377-44B3-A440-F91DFC9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6481B-8A35-4856-8370-62F69BF2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17BCA-0660-4137-8BE5-4E6BD86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8A92B-9AD1-4808-B5D6-DD7AF623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5/7</a:t>
            </a:r>
          </a:p>
        </p:txBody>
      </p:sp>
    </p:spTree>
    <p:extLst>
      <p:ext uri="{BB962C8B-B14F-4D97-AF65-F5344CB8AC3E}">
        <p14:creationId xmlns:p14="http://schemas.microsoft.com/office/powerpoint/2010/main" val="586624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D8F31-2CE8-4921-A3B1-6022000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DEE85-10DC-4080-922B-616FC1B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2E5D6-5264-47D9-B4EF-A0A3DEC0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2B91-6F1B-4D66-B661-E10312E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EEB74-D298-442F-8778-4CB70AF1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12B2A-9181-482E-8C48-4AF56C9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A4F35-3040-4B73-B128-7E0BAD29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9B9EB-B69E-40B9-BCF2-8677B51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446F6-FA5B-4F14-B4BB-76ED8A5E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5EF2C-6394-49FB-980E-BDA22F0C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0305C-B375-42C1-B7EF-0306051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14934-424D-496E-BAF7-97E4AF0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F114D-01C5-473D-9A2A-0C61FFB5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41F24-C362-47CE-9F72-947283D2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AD269-B1A0-4431-85AB-41AA4FA3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400C6-9CFE-4A76-B9F4-D45B2BD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3EBB3-783D-4381-8E8A-19D7896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C1C7A-2A88-40AF-84C8-0B547300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D7340-6C34-4058-9C28-EB4A6281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37F62-9F0B-40E8-AAAE-B4CA2F9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4C12C-E05E-4C14-8517-BB7CAC5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68724-7019-412A-AF91-42B7556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E319B-0D2A-4362-B36C-E0A3955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4ECCB-F895-468D-BAEF-A23A9015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79675-22A5-46CE-90A2-5393019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A15AD-CFEA-4529-98E2-3771C93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6/7</a:t>
            </a:r>
          </a:p>
        </p:txBody>
      </p:sp>
    </p:spTree>
    <p:extLst>
      <p:ext uri="{BB962C8B-B14F-4D97-AF65-F5344CB8AC3E}">
        <p14:creationId xmlns:p14="http://schemas.microsoft.com/office/powerpoint/2010/main" val="891900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78376-3288-4094-B235-49C9284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A730F-A98D-4C15-B8C4-F981DA3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E1F6-F9AF-4D63-8CAF-6C688E0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83900-2C0B-4EBC-8F47-16460EB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8EC28-E5AE-422C-9C7E-F9FE4D09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36028-5CFB-471B-B279-AED91343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F3B7B-D36A-47FA-A766-1061257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03E79-2808-46D8-ACA1-17DA076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7/7</a:t>
            </a:r>
          </a:p>
        </p:txBody>
      </p:sp>
    </p:spTree>
    <p:extLst>
      <p:ext uri="{BB962C8B-B14F-4D97-AF65-F5344CB8AC3E}">
        <p14:creationId xmlns:p14="http://schemas.microsoft.com/office/powerpoint/2010/main" val="1443756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2026-08-24T06:38:45.6930000Z</dcterms:created>
  <dcterms:modified xsi:type="dcterms:W3CDTF">2026-08-24T06:38:45.6930000Z</dcterms:modified>
</coreProperties>
</file>