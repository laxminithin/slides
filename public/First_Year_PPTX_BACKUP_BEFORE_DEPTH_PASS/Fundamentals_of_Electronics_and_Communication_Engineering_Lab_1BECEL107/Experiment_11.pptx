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e68b74abbe74863" /><Relationship Type="http://schemas.openxmlformats.org/officeDocument/2006/relationships/extended-properties" Target="/docProps/app.xml" Id="R6e584a5925fc4ced" /><Relationship Type="http://schemas.openxmlformats.org/officeDocument/2006/relationships/officeDocument" Target="/ppt/presentation.xml" Id="R5840a9e8d5c546b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4d4a4d198e24da7"/>
  </p:sldMasterIdLst>
  <p:notesMasterIdLst>
    <p:notesMasterId xmlns:r="http://schemas.openxmlformats.org/officeDocument/2006/relationships" r:id="R9fda8d8816d34ae3"/>
  </p:notesMasterIdLst>
  <p:sldIdLst>
    <p:sldId xmlns:r="http://schemas.openxmlformats.org/officeDocument/2006/relationships" id="256" r:id="R5f7692a82d30418a"/>
    <p:sldId xmlns:r="http://schemas.openxmlformats.org/officeDocument/2006/relationships" id="257" r:id="Raef2e854a5a34ef4"/>
    <p:sldId xmlns:r="http://schemas.openxmlformats.org/officeDocument/2006/relationships" id="258" r:id="R0b299d9d938c44b0"/>
    <p:sldId xmlns:r="http://schemas.openxmlformats.org/officeDocument/2006/relationships" id="259" r:id="R5ed7757be52e4707"/>
    <p:sldId xmlns:r="http://schemas.openxmlformats.org/officeDocument/2006/relationships" id="260" r:id="R11114e564bb04bba"/>
    <p:sldId xmlns:r="http://schemas.openxmlformats.org/officeDocument/2006/relationships" id="261" r:id="R6381c5de7fd144dd"/>
    <p:sldId xmlns:r="http://schemas.openxmlformats.org/officeDocument/2006/relationships" id="262" r:id="Rf4a9dc928491495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d2f5d6bec874789" /><Relationship Type="http://schemas.openxmlformats.org/officeDocument/2006/relationships/slideMaster" Target="/ppt/slideMasters/slideMaster1.xml" Id="R84d4a4d198e24da7" /><Relationship Type="http://schemas.openxmlformats.org/officeDocument/2006/relationships/notesMaster" Target="/ppt/notesMasters/notesMaster1.xml" Id="R9fda8d8816d34ae3" /><Relationship Type="http://schemas.openxmlformats.org/officeDocument/2006/relationships/presProps" Target="/ppt/presProps.xml" Id="R9ea6c8554e34473c" /><Relationship Type="http://schemas.openxmlformats.org/officeDocument/2006/relationships/tableStyles" Target="/ppt/tableStyles.xml" Id="R02588763c0c94355" /><Relationship Type="http://schemas.openxmlformats.org/officeDocument/2006/relationships/slide" Target="/ppt/slides/slide1.xml" Id="R5f7692a82d30418a" /><Relationship Type="http://schemas.openxmlformats.org/officeDocument/2006/relationships/slide" Target="/ppt/slides/slide2.xml" Id="Raef2e854a5a34ef4" /><Relationship Type="http://schemas.openxmlformats.org/officeDocument/2006/relationships/slide" Target="/ppt/slides/slide3.xml" Id="R0b299d9d938c44b0" /><Relationship Type="http://schemas.openxmlformats.org/officeDocument/2006/relationships/slide" Target="/ppt/slides/slide4.xml" Id="R5ed7757be52e4707" /><Relationship Type="http://schemas.openxmlformats.org/officeDocument/2006/relationships/slide" Target="/ppt/slides/slide5.xml" Id="R11114e564bb04bba" /><Relationship Type="http://schemas.openxmlformats.org/officeDocument/2006/relationships/slide" Target="/ppt/slides/slide6.xml" Id="R6381c5de7fd144dd" /><Relationship Type="http://schemas.openxmlformats.org/officeDocument/2006/relationships/slide" Target="/ppt/slides/slide7.xml" Id="Rf4a9dc928491495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9b22a06405b492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6a6e9d81720459a" /><Relationship Type="http://schemas.openxmlformats.org/officeDocument/2006/relationships/notesMaster" Target="/ppt/notesMasters/notesMaster1.xml" Id="R6206c7ee926547a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19b03deb60c4d91" /><Relationship Type="http://schemas.openxmlformats.org/officeDocument/2006/relationships/notesMaster" Target="/ppt/notesMasters/notesMaster1.xml" Id="Rfae92d82ad8042a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8a4ce1eef0744dc" /><Relationship Type="http://schemas.openxmlformats.org/officeDocument/2006/relationships/notesMaster" Target="/ppt/notesMasters/notesMaster1.xml" Id="R5f148963aa194e4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e2cae31096a4619" /><Relationship Type="http://schemas.openxmlformats.org/officeDocument/2006/relationships/notesMaster" Target="/ppt/notesMasters/notesMaster1.xml" Id="Re6a239e9e885434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5ecaed8faf14158" /><Relationship Type="http://schemas.openxmlformats.org/officeDocument/2006/relationships/notesMaster" Target="/ppt/notesMasters/notesMaster1.xml" Id="R6f1fddface134e9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483f5dbddae424d" /><Relationship Type="http://schemas.openxmlformats.org/officeDocument/2006/relationships/notesMaster" Target="/ppt/notesMasters/notesMaster1.xml" Id="Rd4f4ee74728d4cc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1eb42d5ee254d33" /><Relationship Type="http://schemas.openxmlformats.org/officeDocument/2006/relationships/notesMaster" Target="/ppt/notesMasters/notesMaster1.xml" Id="R46aed0f66d3143e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89641a8879466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74b472329a24da0" /><Relationship Type="http://schemas.openxmlformats.org/officeDocument/2006/relationships/slideLayout" Target="/ppt/slideLayouts/slideLayout1.xml" Id="R22754a96b68e45c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2754a96b68e45c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4953cb9ce5490c" /><Relationship Type="http://schemas.openxmlformats.org/officeDocument/2006/relationships/notesSlide" Target="/ppt/notesSlides/notesSlide1.xml" Id="Rcaf0724b654344e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5c71239bb249da" /><Relationship Type="http://schemas.openxmlformats.org/officeDocument/2006/relationships/notesSlide" Target="/ppt/notesSlides/notesSlide2.xml" Id="Rb492b01d3dbe454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c44413916045a7" /><Relationship Type="http://schemas.openxmlformats.org/officeDocument/2006/relationships/notesSlide" Target="/ppt/notesSlides/notesSlide3.xml" Id="R8d9352840b8249e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909dd2c02d45fc" /><Relationship Type="http://schemas.openxmlformats.org/officeDocument/2006/relationships/notesSlide" Target="/ppt/notesSlides/notesSlide4.xml" Id="R540140993e5b4e8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9474d5762b498e" /><Relationship Type="http://schemas.openxmlformats.org/officeDocument/2006/relationships/notesSlide" Target="/ppt/notesSlides/notesSlide5.xml" Id="R2e9fad0a1a61468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c0478f51184c08" /><Relationship Type="http://schemas.openxmlformats.org/officeDocument/2006/relationships/notesSlide" Target="/ppt/notesSlides/notesSlide6.xml" Id="Re955c99dbbf04c1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404b6d4a11478c" /><Relationship Type="http://schemas.openxmlformats.org/officeDocument/2006/relationships/notesSlide" Target="/ppt/notesSlides/notesSlide7.xml" Id="R8926bc7a28c0474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A9C654-D153-4BC5-B17F-B42301185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6D28D9"/>
                </a:solidFill>
              </a:defRPr>
            </a:pPr>
            <a:r>
              <a:rPr sz="3450" b="1">
                <a:solidFill>
                  <a:srgbClr val="6D28D9"/>
                </a:solidFill>
              </a:rPr>
              <a:t>Experiment 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D7DDD7-A897-41B2-BFEF-AB9F2CECF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191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Amplitude Modulation using Discrete Components for Given Specifications.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B1F1B0-6B07-4CD7-A179-C2F798193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19450"/>
            <a:ext cx="48577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Fundamentals of Electronics and Communication Engineering Lab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1BECEL107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1/II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204CCE-BC93-46EB-823F-C61A5CE08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D1B3BC-8C2B-41D6-9CFB-017EB9157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78FABC-058B-42C3-8495-64CB7AF93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FD22A0-342F-4A26-882B-94CA6EC9B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093938-2A17-42B5-860B-D56856236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Procedure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1CA0F2-90B6-4D16-8451-2B1389A17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9677B4-D7A0-4E17-80D5-36169BE54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AF1A06-5F74-42B7-9D30-03FE24FA5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498A50-D1BA-47A0-8DBF-2EE6A30B3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Viva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52E996-8B83-4DF4-974B-580BD84E0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9052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Record evidence, not just completion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60D030-EED5-4169-AA87-F258414E9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Fundamentals of Electronics and Communication Engineering Lab | 1BECEL107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12E46F-9403-4C9D-8331-F7225D82B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11 | 1/7</a:t>
            </a:r>
          </a:p>
        </p:txBody>
      </p:sp>
    </p:spTree>
    <p:extLst>
      <p:ext uri="{BB962C8B-B14F-4D97-AF65-F5344CB8AC3E}">
        <p14:creationId xmlns:p14="http://schemas.microsoft.com/office/powerpoint/2010/main" val="128122760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1179F9-49CF-4295-BA8E-FECE80E80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DFD5BB-3F54-48CC-AFB0-3789A2AF2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7E987D-4295-450B-A10E-5253AD138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4BD89A-42D1-428A-9353-B09F7F8C4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76400"/>
            <a:ext cx="9334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33"/>
                </a:solidFill>
              </a:defRPr>
            </a:pPr>
            <a:r>
              <a:rPr sz="2100" b="1">
                <a:solidFill>
                  <a:srgbClr val="172033"/>
                </a:solidFill>
              </a:rPr>
              <a:t>Amplitude Modulation using Discrete Components for Given Specifications.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2D3014-A4F2-4099-A05F-32BB1B9A5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05150"/>
            <a:ext cx="9144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Learning objective: perform the task accurately and explain the principle behind it.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Expected result: a recorded observation, verified output, working setup, or justified prototype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2C86C8-3472-4C6B-B213-DBD18BDBA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Prepare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8F7A65-2435-4779-8C3B-A998A270C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8D2617-2FF9-48A6-926B-E80F6A4E1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Perform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36067E-8C66-40FA-B637-C694CEAF0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BA29A5-D205-4E77-8CA7-E783F4CC7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3503F9-5CF4-4689-9431-EEC149ADA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7881C8-1EBB-4DD8-9390-C9D6C30F7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Verify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A89AA7-47B7-48FA-8D1B-C9A875642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717D5F-EE41-4C46-9231-1F45C0574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Record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A1A3D1-FA12-4553-8ACA-FBF215D5A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Fundamentals of Electronics and Communication Engineering Lab | 1BECEL107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C09F38-4054-476C-BDFA-52E705364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11 | 2/7</a:t>
            </a:r>
          </a:p>
        </p:txBody>
      </p:sp>
    </p:spTree>
    <p:extLst>
      <p:ext uri="{BB962C8B-B14F-4D97-AF65-F5344CB8AC3E}">
        <p14:creationId xmlns:p14="http://schemas.microsoft.com/office/powerpoint/2010/main" val="64947067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FDA7A0-8D9C-443C-8AD0-990E29420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62BD33-967D-4C36-AC7F-A92455FF2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Theory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7750EF-25AE-40E0-95AC-B1643E8A3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8BFA79-1CF7-42E4-BFC9-92435F453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7640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Amplitude Modulation using Discrete Components for Given Specifications.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55A1A2-FDAB-406E-9939-074F671EF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Amplitude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6C01FD-2719-4CD8-A40C-D1CD38F9A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4B7BEB-451B-4CDF-B618-FCED4741A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Modulation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EBB47D-34CD-4EA7-8777-32B46B28A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4B7B09-8E3F-453F-AE3A-E0C208691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Discrete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1406C6-7099-4E5A-BA60-BCEE1D399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A4B569-C333-4AD7-BFB4-D84D745C0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Components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19BFB7-52F1-42A4-BF88-9CE40C189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14F8C8-00AD-412A-BB51-C73E27A00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Given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6EA64A-FAB2-4D5D-9A38-9BFEBA56E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Fundamentals of Electronics and Communication Engineering Lab | 1BECEL107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96D791-775F-4169-8942-FDE4355F5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11 | 3/7</a:t>
            </a:r>
          </a:p>
        </p:txBody>
      </p:sp>
    </p:spTree>
    <p:extLst>
      <p:ext uri="{BB962C8B-B14F-4D97-AF65-F5344CB8AC3E}">
        <p14:creationId xmlns:p14="http://schemas.microsoft.com/office/powerpoint/2010/main" val="166835969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976FF2-0B90-4CF6-A8FD-A4B003D55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363A76-B08D-4570-A005-A4FF192F4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Required tools / components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E29839-484F-449C-B165-FE2AFCE42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C72FB9-3D08-4791-B315-5FBF7B692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09750"/>
            <a:ext cx="9048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Laboratory manual or problem statement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Required apparatus, software, components, measuring instruments, or drawing tools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Observation table / record book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Safety and calibration checklist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103208-2EC2-4BCF-AEB1-4D2272FC2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62500"/>
            <a:ext cx="1714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Precaution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8E8EA8-417E-400A-B8EA-FF7F3D86F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762500"/>
            <a:ext cx="704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Do not start measurement or execution until connections, inputs, and assumptions are checked.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2F2FF7-E2B2-437F-999F-E8FA0DCEF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Fundamentals of Electronics and Communication Engineering Lab | 1BECEL107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844CFF-BDC9-4D68-B7DF-EA867A4A1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11 | 4/7</a:t>
            </a:r>
          </a:p>
        </p:txBody>
      </p:sp>
    </p:spTree>
    <p:extLst>
      <p:ext uri="{BB962C8B-B14F-4D97-AF65-F5344CB8AC3E}">
        <p14:creationId xmlns:p14="http://schemas.microsoft.com/office/powerpoint/2010/main" val="135014762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B7866C-05BF-43EC-9832-08A9570D7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74FD07-984A-45AC-8631-2A24BD702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Procedure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7747D1-77E8-4157-9E96-3807A13D9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E3A4BD-E03D-4709-94BF-2E6372916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Read 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AB5F57-5D00-4AFE-ABB8-24A72F672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337670-5DF7-4BE8-B8FE-50E5C913B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Set 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3AD2F9-AE4A-405C-B87E-270475EB6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8F79A2-2871-439A-BA84-8A0063997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Execute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9F131E-07ED-4EF4-992F-304955916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8BBB96-F834-4A78-8991-9D8DA0F4B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Record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1DC4B7-2621-4573-903B-0E30EB598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7205CC-04ED-4B2F-B2ED-7B18E5EEF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Conclude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707050-9AAA-4494-887D-43A6254E3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05250"/>
            <a:ext cx="8953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Write the algorithm / circuit / setup before execution.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Record each observation immediately.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Compare the result with the expected behaviour.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State the reason for any deviation.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A825D7-28D2-4414-AE3F-A8B78DFA7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Fundamentals of Electronics and Communication Engineering Lab | 1BECEL107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AB637F-6287-4230-8AB8-A4ED57920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11 | 5/7</a:t>
            </a:r>
          </a:p>
        </p:txBody>
      </p:sp>
    </p:spTree>
    <p:extLst>
      <p:ext uri="{BB962C8B-B14F-4D97-AF65-F5344CB8AC3E}">
        <p14:creationId xmlns:p14="http://schemas.microsoft.com/office/powerpoint/2010/main" val="203450229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63BF47A-CDBB-4402-8202-28F1557FB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F5C0BC-4C98-4D76-9A11-33A273FE9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F0BDFB-EAC3-40B8-9260-D3A092262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089AE6-138A-4925-8A87-AEBD0E885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Trial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49AD47-A519-4C15-9601-8D75FFD15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98A5FA-EC39-4751-8409-17AD423A1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CF653E-3B52-4A64-866A-76B62FE77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Inference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215EC7-FBF6-4B3F-B1C4-4F791246E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AAE24C-D999-4952-A8A9-8B04087FF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C987B2-C7BC-4936-9049-EE5ED491D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A4D2BB-A1EE-43FB-9BD2-388637F30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AE56F9-4251-44B0-A1F3-CE4BE6AA9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0F404B-4EB3-43E1-8FC5-0A6359DCC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162A87-D2FB-4DDA-AFDF-1EC9BC8CB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67B2E5-580C-4A06-BEB0-5E63FD6AE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4B2F5C-C87A-4FE3-98B8-0CC874E3A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87B37C-4775-4170-A46E-1576D0C8D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B637A6-E625-4461-877C-057F0D6F7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7B21A5-9525-4EBF-8798-29086547B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A4758D-6D49-4A01-9AEF-2DC74D4BC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349922-1A2B-4B04-A081-9C15282B7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CBEEF7-8827-46D7-9962-FCC62DA8C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FE3EAD-D9C6-478A-9B5A-65C21F0C7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685058-02C9-4D08-9F17-4966BC981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67300"/>
            <a:ext cx="895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Expected result: the observation supports the stated principle and can be defended in viva.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88D46D-C7BC-42CB-9C2F-F8AAFD777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Fundamentals of Electronics and Communication Engineering Lab | 1BECEL107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155D2C-4FA9-470A-B2F7-ED097A2E6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11 | 6/7</a:t>
            </a:r>
          </a:p>
        </p:txBody>
      </p:sp>
    </p:spTree>
    <p:extLst>
      <p:ext uri="{BB962C8B-B14F-4D97-AF65-F5344CB8AC3E}">
        <p14:creationId xmlns:p14="http://schemas.microsoft.com/office/powerpoint/2010/main" val="174288015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B73013-BA56-4D47-864A-7061EDC5A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EE9FF1-1C49-47B9-8864-FAEC85268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Errors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89E2E9-F6E3-4C4D-8A83-9F1619F52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F51472-B952-467C-B890-C0C335052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4381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Loose or incorrect connections / inputs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Skipping calibration or dry run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Recording values without units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Not explaining why the result is valid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Ignoring safety, component rating, or setup constraints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D19485-5306-43D2-B191-26C0713CD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526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Viva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302F88-CDCF-42A8-B76B-33A83D857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81250"/>
            <a:ext cx="4095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What is the aim of this experiment?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Which principle or algorithm is used?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What changes if the input/setup changes?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How do you identify an error in the result?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8B27D9-A0F9-4747-9446-A7CEF2275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Fundamentals of Electronics and Communication Engineering Lab | 1BECEL107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4EF25E-729B-4443-867B-456AD83A1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11 | 7/7</a:t>
            </a:r>
          </a:p>
        </p:txBody>
      </p:sp>
    </p:spTree>
    <p:extLst>
      <p:ext uri="{BB962C8B-B14F-4D97-AF65-F5344CB8AC3E}">
        <p14:creationId xmlns:p14="http://schemas.microsoft.com/office/powerpoint/2010/main" val="13740507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2026-08-24T06:38:45.6480000Z</dcterms:created>
  <dcterms:modified xsi:type="dcterms:W3CDTF">2026-08-24T06:38:45.6480000Z</dcterms:modified>
</coreProperties>
</file>