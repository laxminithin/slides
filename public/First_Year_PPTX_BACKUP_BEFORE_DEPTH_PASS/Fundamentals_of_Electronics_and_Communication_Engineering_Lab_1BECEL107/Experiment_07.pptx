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a424ca1254c75" /><Relationship Type="http://schemas.openxmlformats.org/officeDocument/2006/relationships/extended-properties" Target="/docProps/app.xml" Id="R4ddb2d68588c47b8" /><Relationship Type="http://schemas.openxmlformats.org/officeDocument/2006/relationships/officeDocument" Target="/ppt/presentation.xml" Id="R338cee0e808040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a08be050bf411f"/>
  </p:sldMasterIdLst>
  <p:notesMasterIdLst>
    <p:notesMasterId xmlns:r="http://schemas.openxmlformats.org/officeDocument/2006/relationships" r:id="R5e3d2871a51d42a6"/>
  </p:notesMasterIdLst>
  <p:sldIdLst>
    <p:sldId xmlns:r="http://schemas.openxmlformats.org/officeDocument/2006/relationships" id="256" r:id="R2689de3da6a04c77"/>
    <p:sldId xmlns:r="http://schemas.openxmlformats.org/officeDocument/2006/relationships" id="257" r:id="Refb77716ac6242cc"/>
    <p:sldId xmlns:r="http://schemas.openxmlformats.org/officeDocument/2006/relationships" id="258" r:id="R8d31a76bf8464902"/>
    <p:sldId xmlns:r="http://schemas.openxmlformats.org/officeDocument/2006/relationships" id="259" r:id="Rfb4d1026d59d423c"/>
    <p:sldId xmlns:r="http://schemas.openxmlformats.org/officeDocument/2006/relationships" id="260" r:id="R459b101deded4078"/>
    <p:sldId xmlns:r="http://schemas.openxmlformats.org/officeDocument/2006/relationships" id="261" r:id="R046a7d5f6fd94916"/>
    <p:sldId xmlns:r="http://schemas.openxmlformats.org/officeDocument/2006/relationships" id="262" r:id="R704e57b7d9264a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5568b7c6e24418" /><Relationship Type="http://schemas.openxmlformats.org/officeDocument/2006/relationships/slideMaster" Target="/ppt/slideMasters/slideMaster1.xml" Id="Rd3a08be050bf411f" /><Relationship Type="http://schemas.openxmlformats.org/officeDocument/2006/relationships/notesMaster" Target="/ppt/notesMasters/notesMaster1.xml" Id="R5e3d2871a51d42a6" /><Relationship Type="http://schemas.openxmlformats.org/officeDocument/2006/relationships/presProps" Target="/ppt/presProps.xml" Id="Rd8b96364664545c0" /><Relationship Type="http://schemas.openxmlformats.org/officeDocument/2006/relationships/tableStyles" Target="/ppt/tableStyles.xml" Id="Ra4c84f8ade534b99" /><Relationship Type="http://schemas.openxmlformats.org/officeDocument/2006/relationships/slide" Target="/ppt/slides/slide1.xml" Id="R2689de3da6a04c77" /><Relationship Type="http://schemas.openxmlformats.org/officeDocument/2006/relationships/slide" Target="/ppt/slides/slide2.xml" Id="Refb77716ac6242cc" /><Relationship Type="http://schemas.openxmlformats.org/officeDocument/2006/relationships/slide" Target="/ppt/slides/slide3.xml" Id="R8d31a76bf8464902" /><Relationship Type="http://schemas.openxmlformats.org/officeDocument/2006/relationships/slide" Target="/ppt/slides/slide4.xml" Id="Rfb4d1026d59d423c" /><Relationship Type="http://schemas.openxmlformats.org/officeDocument/2006/relationships/slide" Target="/ppt/slides/slide5.xml" Id="R459b101deded4078" /><Relationship Type="http://schemas.openxmlformats.org/officeDocument/2006/relationships/slide" Target="/ppt/slides/slide6.xml" Id="R046a7d5f6fd94916" /><Relationship Type="http://schemas.openxmlformats.org/officeDocument/2006/relationships/slide" Target="/ppt/slides/slide7.xml" Id="R704e57b7d926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6bf6bee9ec40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05e9536f24765" /><Relationship Type="http://schemas.openxmlformats.org/officeDocument/2006/relationships/notesMaster" Target="/ppt/notesMasters/notesMaster1.xml" Id="Ra142dc5322b147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02c3344cc4a6e" /><Relationship Type="http://schemas.openxmlformats.org/officeDocument/2006/relationships/notesMaster" Target="/ppt/notesMasters/notesMaster1.xml" Id="R0e87fb9a30274f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7c36d1088046d8" /><Relationship Type="http://schemas.openxmlformats.org/officeDocument/2006/relationships/notesMaster" Target="/ppt/notesMasters/notesMaster1.xml" Id="R6f0e18c6fdd94b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58927b51634755" /><Relationship Type="http://schemas.openxmlformats.org/officeDocument/2006/relationships/notesMaster" Target="/ppt/notesMasters/notesMaster1.xml" Id="Rd26f3c01996b4f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eaa6ce692c41a7" /><Relationship Type="http://schemas.openxmlformats.org/officeDocument/2006/relationships/notesMaster" Target="/ppt/notesMasters/notesMaster1.xml" Id="Raad787738ec843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e01d3387f04565" /><Relationship Type="http://schemas.openxmlformats.org/officeDocument/2006/relationships/notesMaster" Target="/ppt/notesMasters/notesMaster1.xml" Id="R758cb4d57f4b45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adacc3652d407e" /><Relationship Type="http://schemas.openxmlformats.org/officeDocument/2006/relationships/notesMaster" Target="/ppt/notesMasters/notesMaster1.xml" Id="R0023a08255a648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4b1f2c5b141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dd50885e004949" /><Relationship Type="http://schemas.openxmlformats.org/officeDocument/2006/relationships/slideLayout" Target="/ppt/slideLayouts/slideLayout1.xml" Id="R0d84338b2a1d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4338b2a1d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f78a1bf664e77" /><Relationship Type="http://schemas.openxmlformats.org/officeDocument/2006/relationships/notesSlide" Target="/ppt/notesSlides/notesSlide1.xml" Id="Rec22469649d642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b7f7d84864615" /><Relationship Type="http://schemas.openxmlformats.org/officeDocument/2006/relationships/notesSlide" Target="/ppt/notesSlides/notesSlide2.xml" Id="R74a73db2e7de48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e97c379c4f42" /><Relationship Type="http://schemas.openxmlformats.org/officeDocument/2006/relationships/notesSlide" Target="/ppt/notesSlides/notesSlide3.xml" Id="R1a261ff00fc943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8963ccb044ce4" /><Relationship Type="http://schemas.openxmlformats.org/officeDocument/2006/relationships/notesSlide" Target="/ppt/notesSlides/notesSlide4.xml" Id="R3a0262f7febd40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3b9f19e3642ce" /><Relationship Type="http://schemas.openxmlformats.org/officeDocument/2006/relationships/notesSlide" Target="/ppt/notesSlides/notesSlide5.xml" Id="Rff7f6022bbee4c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e0d49d5024cd0" /><Relationship Type="http://schemas.openxmlformats.org/officeDocument/2006/relationships/notesSlide" Target="/ppt/notesSlides/notesSlide6.xml" Id="R8bfe51036ffb45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19c62179c4cdb" /><Relationship Type="http://schemas.openxmlformats.org/officeDocument/2006/relationships/notesSlide" Target="/ppt/notesSlides/notesSlide7.xml" Id="Rd64c13d72e46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2E8BD-3CDD-4FD6-A302-E15183FE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63996-DB56-4C15-BB78-1302E1F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Design and Testing of Clipping and Clamping Circuits to obtain desired Transfer Characteristics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F2573-0CBB-4EDA-9728-E708A478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45BDD-9A01-4350-83E3-EDB366CF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9C30C-F6FF-465F-82B8-BE4C194B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BFC9-4F8A-465D-9F42-4F980716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24F62-3911-49DC-8BF6-8F37D376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AE40E-11E1-4943-AC3D-72E1E15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1FBE4-CFB2-40FE-AE72-7582A192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D2FB7-4A4C-4F8A-AFAB-CD32ECD6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8EA50-A2D7-454C-B413-63749DD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CF24D-E8AE-40DD-BA31-41E72456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67EDD-3DC7-4EF7-BA44-AA94EC1B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8480B-DC70-4F25-ADCE-50C9BF66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5E92E-9BB5-4C30-A160-D4FD2603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1/7</a:t>
            </a:r>
          </a:p>
        </p:txBody>
      </p:sp>
    </p:spTree>
    <p:extLst>
      <p:ext uri="{BB962C8B-B14F-4D97-AF65-F5344CB8AC3E}">
        <p14:creationId xmlns:p14="http://schemas.microsoft.com/office/powerpoint/2010/main" val="421704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77EB9-6C36-412F-ACD3-B93077B5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3E550-2A85-4E07-9BAF-7597614A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2D46A-A4A1-486D-A43D-F375E0F0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6A425-6D8D-496A-8E2E-F19D6269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Design and Testing of Clipping and Clamping Circuits to obtain desired Transfer Characteristics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44070-BE2B-479E-8EF0-ED44021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767BC-10E3-46B8-A9B7-BEE06CCE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8DE73-7AF6-446B-8188-C9D938FE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A698D-8F2F-455E-9177-78534404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C733C-6A13-4444-8618-F9746D6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79C65-6720-401E-B00A-C1312FD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62C18-6823-4AAD-A51C-41FEDB7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03D28-FB02-42EB-8492-29E0F40F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FF46-5FC7-4C33-8C74-7990732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74F76-D050-4B14-B611-AD15D5C7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B17B5-1F0C-4BAF-9FE1-CE9263BC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1539E-A60B-4E33-8F82-EE692F9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2/7</a:t>
            </a:r>
          </a:p>
        </p:txBody>
      </p:sp>
    </p:spTree>
    <p:extLst>
      <p:ext uri="{BB962C8B-B14F-4D97-AF65-F5344CB8AC3E}">
        <p14:creationId xmlns:p14="http://schemas.microsoft.com/office/powerpoint/2010/main" val="930005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70BB1-46C9-44A4-A89A-6CE9E61E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EB6E7-6ECD-45CC-960A-5AD59139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BD3A0-3579-4D3F-9522-249FA40A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0DC95-1058-4E0F-BD1E-46F0537C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Testing of Clipping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Clamping Circuits to obtain desired Transfer Characteristics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7EC38-E90D-49BE-842D-DE604248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3C893-B1EA-44C5-BCC2-32B9E13B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F141D-8E2B-4027-8154-5843E46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710C3-EF08-4D05-85AC-2FCE674D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D3324-6693-4775-A75E-EC45B4D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Clipping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ED733-BEF5-482D-9967-3B8562C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979C5-BB15-41D4-8547-CF5EA578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Clamping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3EE4D-A6DA-4F78-A9BB-9FE60CEA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E743B-6B34-48BD-843D-34A4EE8F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Circuits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F31D8-6A91-47CF-B7C6-22A0DAC4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A0B60-2A06-4C1E-B15A-19A9A5BF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3/7</a:t>
            </a:r>
          </a:p>
        </p:txBody>
      </p:sp>
    </p:spTree>
    <p:extLst>
      <p:ext uri="{BB962C8B-B14F-4D97-AF65-F5344CB8AC3E}">
        <p14:creationId xmlns:p14="http://schemas.microsoft.com/office/powerpoint/2010/main" val="1534489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D8D5A-EC9A-4630-B715-65F7EEA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1DD4-B8D7-49A4-872A-0B22695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61E35-2624-4E75-B4ED-A058A49D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81EAE-A225-4EED-8354-FEEA3F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26346-CA98-48D9-B195-8FDC5D7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0BB8D-F68C-4994-B239-D3C53BF2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7C28A-EC9F-40EA-AAD4-0265670C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B35CB-B460-4EFA-95DF-4E550C3E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4/7</a:t>
            </a:r>
          </a:p>
        </p:txBody>
      </p:sp>
    </p:spTree>
    <p:extLst>
      <p:ext uri="{BB962C8B-B14F-4D97-AF65-F5344CB8AC3E}">
        <p14:creationId xmlns:p14="http://schemas.microsoft.com/office/powerpoint/2010/main" val="1328717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8B2E3-8D07-4A0A-81DB-0EAF238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0CF5A-CB75-476A-B6D3-AA39081C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4E6A5-EF89-4954-9B70-9B784E92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2561F-2278-4830-B320-83CEB78D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0F0C8-08D4-418F-8B29-524094E2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0B90E-6586-412A-8A20-25C0F9A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DE786-25C0-4090-8A4F-23EABD3C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74277-9D6B-4283-A082-BA333342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C872D-8595-434C-81C4-25804227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342C1-09DB-41E0-956B-388942FC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B58E5-C30D-4D38-9F2A-6EC97EB9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EDBFC-3E1A-4736-B3BF-F9F4DDA1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73BEB-1DA1-440D-8BAA-F4DAF3B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ACB66-1DEB-4AE8-9D06-7D9C54AC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84C81-4699-4623-9FC4-B1955054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5/7</a:t>
            </a:r>
          </a:p>
        </p:txBody>
      </p:sp>
    </p:spTree>
    <p:extLst>
      <p:ext uri="{BB962C8B-B14F-4D97-AF65-F5344CB8AC3E}">
        <p14:creationId xmlns:p14="http://schemas.microsoft.com/office/powerpoint/2010/main" val="12191812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B4003-FBCE-44DD-B294-1EB9C075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D886F-3D00-422D-AE17-4879C20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90644-49EC-4D33-AD73-FBA1B92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D1BDB-C2CD-4CDC-9D79-6D5CA585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1E9DB-8B4E-4328-81F9-2BF56C57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B8A22-3069-4447-AEE0-9325423C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72D6F-3CD3-4D80-B112-0EFDDEFE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8F988-6648-4281-A799-A679D468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44725-DBEF-4CE0-AED6-5B54D9E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52BEF-A800-4AF4-9C28-CA4688E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12D29-9D2B-451A-913F-FD707769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787AB-682A-4B1A-B5CB-6D56A21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B7611-56CA-4314-8B18-1148932F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D9446-2C53-4D86-9048-E91FED9E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A307D-5724-4165-821A-CC1DD30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88C2A-4314-461E-9F1B-B387A8F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D49E2-78A6-4E5D-9A03-1F8540FE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4A3D8-353D-4B99-8E4D-920CFF93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55BA5-5B7B-4276-AE37-154280FF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1F990-17BC-4984-BAD5-5111B30D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BC300-400F-4C04-97DB-30B8B490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95AB0-631B-42EF-A3DF-FB587533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BDE42-0BF4-45C6-953C-5697D49F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F0DA9-9ADD-4E9A-8069-13AD05A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E7008-CD6D-4612-8BF7-CE889F5A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03D9D-1999-4C36-AE99-33B35453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6/7</a:t>
            </a:r>
          </a:p>
        </p:txBody>
      </p:sp>
    </p:spTree>
    <p:extLst>
      <p:ext uri="{BB962C8B-B14F-4D97-AF65-F5344CB8AC3E}">
        <p14:creationId xmlns:p14="http://schemas.microsoft.com/office/powerpoint/2010/main" val="166161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14709-AC7D-4B0D-9B1F-0214D207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793AD-75C7-441C-9161-7D86E6C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A6E51-09DC-4FA2-976E-70276205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5E069-1DBF-41E6-AE52-77AC0541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90F31-0032-4402-ADFC-41DD30DC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E0D77-8384-4524-8FB2-FDE1C0D4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C474E-F60A-403A-AFFA-0CF72F98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6F54E-F0F4-4EE4-8ADC-6475B94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7/7</a:t>
            </a:r>
          </a:p>
        </p:txBody>
      </p:sp>
    </p:spTree>
    <p:extLst>
      <p:ext uri="{BB962C8B-B14F-4D97-AF65-F5344CB8AC3E}">
        <p14:creationId xmlns:p14="http://schemas.microsoft.com/office/powerpoint/2010/main" val="550169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2026-08-24T06:38:45.4630000Z</dcterms:created>
  <dcterms:modified xsi:type="dcterms:W3CDTF">2026-08-24T06:38:45.4630000Z</dcterms:modified>
</coreProperties>
</file>