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83e56859bd4afc" /><Relationship Type="http://schemas.openxmlformats.org/officeDocument/2006/relationships/extended-properties" Target="/docProps/app.xml" Id="Re54f22a677374478" /><Relationship Type="http://schemas.openxmlformats.org/officeDocument/2006/relationships/officeDocument" Target="/ppt/presentation.xml" Id="R401c1084766940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55a65485f44afd"/>
  </p:sldMasterIdLst>
  <p:notesMasterIdLst>
    <p:notesMasterId xmlns:r="http://schemas.openxmlformats.org/officeDocument/2006/relationships" r:id="R498921244bf54754"/>
  </p:notesMasterIdLst>
  <p:sldIdLst>
    <p:sldId xmlns:r="http://schemas.openxmlformats.org/officeDocument/2006/relationships" id="256" r:id="R06e1895a0937417d"/>
    <p:sldId xmlns:r="http://schemas.openxmlformats.org/officeDocument/2006/relationships" id="257" r:id="R63d0d920eb804f03"/>
    <p:sldId xmlns:r="http://schemas.openxmlformats.org/officeDocument/2006/relationships" id="258" r:id="Rd857bb3efeed4de6"/>
    <p:sldId xmlns:r="http://schemas.openxmlformats.org/officeDocument/2006/relationships" id="259" r:id="Rb9364be35a82476c"/>
    <p:sldId xmlns:r="http://schemas.openxmlformats.org/officeDocument/2006/relationships" id="260" r:id="Ra158d1e42876426d"/>
    <p:sldId xmlns:r="http://schemas.openxmlformats.org/officeDocument/2006/relationships" id="261" r:id="R28a73d49b7a34cdb"/>
    <p:sldId xmlns:r="http://schemas.openxmlformats.org/officeDocument/2006/relationships" id="262" r:id="R6f25c5c51a934b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8ac84e836541eb" /><Relationship Type="http://schemas.openxmlformats.org/officeDocument/2006/relationships/slideMaster" Target="/ppt/slideMasters/slideMaster1.xml" Id="R8155a65485f44afd" /><Relationship Type="http://schemas.openxmlformats.org/officeDocument/2006/relationships/notesMaster" Target="/ppt/notesMasters/notesMaster1.xml" Id="R498921244bf54754" /><Relationship Type="http://schemas.openxmlformats.org/officeDocument/2006/relationships/presProps" Target="/ppt/presProps.xml" Id="Rf7244be4991e475a" /><Relationship Type="http://schemas.openxmlformats.org/officeDocument/2006/relationships/tableStyles" Target="/ppt/tableStyles.xml" Id="Rb46b0f90c2be4c3b" /><Relationship Type="http://schemas.openxmlformats.org/officeDocument/2006/relationships/slide" Target="/ppt/slides/slide1.xml" Id="R06e1895a0937417d" /><Relationship Type="http://schemas.openxmlformats.org/officeDocument/2006/relationships/slide" Target="/ppt/slides/slide2.xml" Id="R63d0d920eb804f03" /><Relationship Type="http://schemas.openxmlformats.org/officeDocument/2006/relationships/slide" Target="/ppt/slides/slide3.xml" Id="Rd857bb3efeed4de6" /><Relationship Type="http://schemas.openxmlformats.org/officeDocument/2006/relationships/slide" Target="/ppt/slides/slide4.xml" Id="Rb9364be35a82476c" /><Relationship Type="http://schemas.openxmlformats.org/officeDocument/2006/relationships/slide" Target="/ppt/slides/slide5.xml" Id="Ra158d1e42876426d" /><Relationship Type="http://schemas.openxmlformats.org/officeDocument/2006/relationships/slide" Target="/ppt/slides/slide6.xml" Id="R28a73d49b7a34cdb" /><Relationship Type="http://schemas.openxmlformats.org/officeDocument/2006/relationships/slide" Target="/ppt/slides/slide7.xml" Id="R6f25c5c51a934b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4db3f907d84f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58dffbd014303" /><Relationship Type="http://schemas.openxmlformats.org/officeDocument/2006/relationships/notesMaster" Target="/ppt/notesMasters/notesMaster1.xml" Id="Rc26105cd37b0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0d000b1dca4c54" /><Relationship Type="http://schemas.openxmlformats.org/officeDocument/2006/relationships/notesMaster" Target="/ppt/notesMasters/notesMaster1.xml" Id="Radd99df9798e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71e1832f4a4726" /><Relationship Type="http://schemas.openxmlformats.org/officeDocument/2006/relationships/notesMaster" Target="/ppt/notesMasters/notesMaster1.xml" Id="R57a4d1f0a58a49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a16be0aaca4bf8" /><Relationship Type="http://schemas.openxmlformats.org/officeDocument/2006/relationships/notesMaster" Target="/ppt/notesMasters/notesMaster1.xml" Id="Rfb8bd7ff7018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f9f6b86a58436f" /><Relationship Type="http://schemas.openxmlformats.org/officeDocument/2006/relationships/notesMaster" Target="/ppt/notesMasters/notesMaster1.xml" Id="R9403296102494a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92a24930c04ff6" /><Relationship Type="http://schemas.openxmlformats.org/officeDocument/2006/relationships/notesMaster" Target="/ppt/notesMasters/notesMaster1.xml" Id="R0b0ade032f1541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c70e1996fe4be7" /><Relationship Type="http://schemas.openxmlformats.org/officeDocument/2006/relationships/notesMaster" Target="/ppt/notesMasters/notesMaster1.xml" Id="R1e11daea9ab64c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847f76d47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2a56c74754da4" /><Relationship Type="http://schemas.openxmlformats.org/officeDocument/2006/relationships/slideLayout" Target="/ppt/slideLayouts/slideLayout1.xml" Id="R38664c1faba745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664c1faba745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edbebf3a647a2" /><Relationship Type="http://schemas.openxmlformats.org/officeDocument/2006/relationships/notesSlide" Target="/ppt/notesSlides/notesSlide1.xml" Id="Refc6713f120949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ad1e8941541d5" /><Relationship Type="http://schemas.openxmlformats.org/officeDocument/2006/relationships/notesSlide" Target="/ppt/notesSlides/notesSlide2.xml" Id="R6075286f875c4c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59176a4124aaa" /><Relationship Type="http://schemas.openxmlformats.org/officeDocument/2006/relationships/notesSlide" Target="/ppt/notesSlides/notesSlide3.xml" Id="R0be8d3573bf5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e708022d84c78" /><Relationship Type="http://schemas.openxmlformats.org/officeDocument/2006/relationships/notesSlide" Target="/ppt/notesSlides/notesSlide4.xml" Id="Rb603099e1e104d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960ba36884602" /><Relationship Type="http://schemas.openxmlformats.org/officeDocument/2006/relationships/notesSlide" Target="/ppt/notesSlides/notesSlide5.xml" Id="R346f5339b8b040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b20c11f654cc9" /><Relationship Type="http://schemas.openxmlformats.org/officeDocument/2006/relationships/notesSlide" Target="/ppt/notesSlides/notesSlide6.xml" Id="R54f4f4510229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1c5fe1aac47b6" /><Relationship Type="http://schemas.openxmlformats.org/officeDocument/2006/relationships/notesSlide" Target="/ppt/notesSlides/notesSlide7.xml" Id="R863da0d9c66e44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AEB2A-DF69-4D37-BC3B-5D11E753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0BDF9-55A0-4665-B20A-040CDFDB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Design and Testing of Integrator and Differentiator Circuits using Op-Amp with W aveform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144E1-36F6-418D-983B-43DBC045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AFC7D-DA00-471D-920F-47654E0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DAB0-F618-45B6-8CD7-1C296445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3D8B1-4A8D-4965-BB7A-BC551C18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6304D-FB6D-4826-AF8F-4C0790DC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CA4A8-F076-44BC-9398-3566E98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33F8-A36D-4EDA-924B-7942FC13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75F51-62F8-41C6-90BF-E01025E8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5F47F-72E7-4429-BD08-83326AD3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87F83-6A63-4B19-AB3D-3B2916AD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CC4CF-95D5-42D1-BA1A-8EFB4F36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1AAB3-F60C-495B-A85E-938DF79B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7B961-2DB7-4D7F-9095-0F673BA4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1/7</a:t>
            </a:r>
          </a:p>
        </p:txBody>
      </p:sp>
    </p:spTree>
    <p:extLst>
      <p:ext uri="{BB962C8B-B14F-4D97-AF65-F5344CB8AC3E}">
        <p14:creationId xmlns:p14="http://schemas.microsoft.com/office/powerpoint/2010/main" val="1748671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5255F-0F04-482C-A7DB-1D4D2AB4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FC6C3-B2FF-49D0-B593-20DF9D96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F970D-831F-4A26-AE9E-F494E669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ACDDF-8563-4229-8BB6-2F0DBEB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Design and Testing of Integrator and Differentiator Circuits using Op-Amp with W aveform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B74D5-188D-44D4-B10A-B2ABF472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6C35B-2123-4D52-8AA5-8AF9208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BC651-4F0E-415F-BBF3-05F366F9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59715-6EC9-4CE4-8092-144AC55D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BBB3D-614C-4DA5-A27C-1C8BCBA7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96D0F-B21C-4934-AD77-6F23C47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29AF8-B647-482B-BBD7-4AADC8CD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71781-79D6-41AF-925A-467FDF09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4A5BF-AEEE-4CCC-8A36-39B3E9AD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3B0D3-A419-4848-A30A-234E3C15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5D74C-2BCB-41C6-90FC-F7B94D2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CE755-012B-4F6B-86FA-2F907D29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2/7</a:t>
            </a:r>
          </a:p>
        </p:txBody>
      </p:sp>
    </p:spTree>
    <p:extLst>
      <p:ext uri="{BB962C8B-B14F-4D97-AF65-F5344CB8AC3E}">
        <p14:creationId xmlns:p14="http://schemas.microsoft.com/office/powerpoint/2010/main" val="1257393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A5BE8-B951-40F7-9261-7FA8FE77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83F80-358B-4D34-8D99-EC941FA9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2836D-DC74-46EF-8F9B-7EF23321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D4B69-B40D-432B-AB44-D02853EB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Testing of Integrator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Differentiator Circuits using Op-Amp with W aveform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49B94-F503-4504-B2E6-929097E7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59932-CB69-4143-AA20-47A6FE27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764D0-7EB4-4BAA-A905-49E2419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F81FD-DC52-4D14-9BA4-5FEF5FA5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92A56-0330-483F-9F25-7DDFDDFD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Integrator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6526A-8685-47DC-AB1E-53D59F05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ABAFB-FE8C-4297-AE26-31261B62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Differentiator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567A0-153A-43C7-808F-FDBFB9A2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57762-ACEF-419E-B1B4-1E9C4849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Circuits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4A7FA-1586-466A-8DD8-95FBC457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887D3-0150-4AA2-B847-9BF8A46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3/7</a:t>
            </a:r>
          </a:p>
        </p:txBody>
      </p:sp>
    </p:spTree>
    <p:extLst>
      <p:ext uri="{BB962C8B-B14F-4D97-AF65-F5344CB8AC3E}">
        <p14:creationId xmlns:p14="http://schemas.microsoft.com/office/powerpoint/2010/main" val="1495204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02B51-1491-478F-B79E-78658D44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20C43-0EDA-4DE9-A11B-5CF273EB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DC326-49DC-4C0A-BB77-8BBE4FE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A0F32-AAE3-41EC-AF6B-9584113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8011F-34D6-480D-8F67-115EE41E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787E7-0B11-425B-B097-A40DCC93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8C56A-A5F9-4338-BEAE-84A80A83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574B3-01C6-411D-8561-231DE60D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4/7</a:t>
            </a:r>
          </a:p>
        </p:txBody>
      </p:sp>
    </p:spTree>
    <p:extLst>
      <p:ext uri="{BB962C8B-B14F-4D97-AF65-F5344CB8AC3E}">
        <p14:creationId xmlns:p14="http://schemas.microsoft.com/office/powerpoint/2010/main" val="4498706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DD9E8-F772-452E-8F5F-9675DAC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413A0-B6B6-4F52-BA70-5C28BB3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5284E-47E5-4D44-871D-A2B6BE51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BF938-FE52-4A4A-8131-C915CF93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EEF4F-4596-4F05-94DD-BE44B04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65B8D-A5F6-4791-89D5-6A749D2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491A5-B57A-49AC-91A4-E2F23C37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172AD-1F2A-4534-8199-B8316AF1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2634B-8A39-4882-8994-FE2DE4AF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C4157-8126-471B-9476-223A276E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7D0AE-281A-4DF7-8947-511F7A8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A0B82-18BA-4E2F-B4A2-E41378E7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9D314-A86D-49DA-902E-EB48D97A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C5E5C-BECA-4DDF-AA33-74FB6C77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32083-CD17-496D-88D3-D6A1862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5/7</a:t>
            </a:r>
          </a:p>
        </p:txBody>
      </p:sp>
    </p:spTree>
    <p:extLst>
      <p:ext uri="{BB962C8B-B14F-4D97-AF65-F5344CB8AC3E}">
        <p14:creationId xmlns:p14="http://schemas.microsoft.com/office/powerpoint/2010/main" val="1503923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A7ECC-7F4C-48D3-813C-2A68B543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82BC9-32F3-4E02-B5D1-365223CD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1B84D-2C2A-4511-9ACE-19A43A3E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C6EC8-2639-4BF0-86B4-E21F1DD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3F4CA-8A9C-47C7-9F89-03D8C479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FB6D6-BB55-47D8-9C45-BFBEF9A1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02C33-B289-4586-9880-48A8D702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2C476-8920-4C9A-9734-8006E82D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4AF1C-477D-48C1-9810-E90F13E6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4FB18-5314-407F-83D3-CD590083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2F1A4-7BDE-4214-A4DA-3BF2D5E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F2A9E-9ED5-4936-88B9-7FE7B139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ED34B-AF31-4314-9D71-96B23DC3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F39BB-2E4C-4110-A2AF-62AEE814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E1A77-5C11-48B2-9411-446882B0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2BD47-CFA2-4471-9EE4-3A86A5E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E52CB-759F-49CC-9F67-21F6AF1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D42ED-1383-407E-B593-5F904902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2ED8C-11E4-46EC-9BA5-5812BEFE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E448F-5ED6-4251-9E0C-6E54E1FF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DC6B2-B69F-46C4-B75B-4197AF18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C5ECD-48AD-4B8F-B82D-E1E2F54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0ADAE-8BBB-401A-80F2-35083C26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90E1D4-BBBE-41C2-AD19-CFCC6F0E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2FAEE-B8A4-417A-9A1B-33D75FCF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0C8B8-E6DC-4510-AB03-B99DF12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6/7</a:t>
            </a:r>
          </a:p>
        </p:txBody>
      </p:sp>
    </p:spTree>
    <p:extLst>
      <p:ext uri="{BB962C8B-B14F-4D97-AF65-F5344CB8AC3E}">
        <p14:creationId xmlns:p14="http://schemas.microsoft.com/office/powerpoint/2010/main" val="101883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E918-E7A2-4716-BBC3-D075D9C0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C9DAA-5F90-4B6C-95BA-EEC8C9D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3BF8F-C874-457D-98CE-D3E9469C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8952F-37F4-4CF2-A896-2A95DC0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3C011-D414-4323-BB56-1C9CC90F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591C-55FF-4102-8682-8FCDBCCD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8613A-65C1-4D22-A52F-90FAB82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5AC69-D622-4BAD-82B2-6136A594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10 | 7/7</a:t>
            </a:r>
          </a:p>
        </p:txBody>
      </p:sp>
    </p:spTree>
    <p:extLst>
      <p:ext uri="{BB962C8B-B14F-4D97-AF65-F5344CB8AC3E}">
        <p14:creationId xmlns:p14="http://schemas.microsoft.com/office/powerpoint/2010/main" val="61630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2026-08-24T06:38:45.6020000Z</dcterms:created>
  <dcterms:modified xsi:type="dcterms:W3CDTF">2026-08-24T06:38:45.6020000Z</dcterms:modified>
</coreProperties>
</file>