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199a0709641d2" /><Relationship Type="http://schemas.openxmlformats.org/officeDocument/2006/relationships/extended-properties" Target="/docProps/app.xml" Id="R668a6e60d7824e80" /><Relationship Type="http://schemas.openxmlformats.org/officeDocument/2006/relationships/officeDocument" Target="/ppt/presentation.xml" Id="R4700900247394b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2ffa8452404cfc"/>
  </p:sldMasterIdLst>
  <p:notesMasterIdLst>
    <p:notesMasterId xmlns:r="http://schemas.openxmlformats.org/officeDocument/2006/relationships" r:id="R2e56a89ccf304a70"/>
  </p:notesMasterIdLst>
  <p:sldIdLst>
    <p:sldId xmlns:r="http://schemas.openxmlformats.org/officeDocument/2006/relationships" id="256" r:id="R1a0209953b6043e6"/>
    <p:sldId xmlns:r="http://schemas.openxmlformats.org/officeDocument/2006/relationships" id="257" r:id="R251d2ea1e79d4a20"/>
    <p:sldId xmlns:r="http://schemas.openxmlformats.org/officeDocument/2006/relationships" id="258" r:id="R8b6f1f7348ab4f8b"/>
    <p:sldId xmlns:r="http://schemas.openxmlformats.org/officeDocument/2006/relationships" id="259" r:id="Rdb6c46310b214d40"/>
    <p:sldId xmlns:r="http://schemas.openxmlformats.org/officeDocument/2006/relationships" id="260" r:id="R09019ae2aa19461e"/>
    <p:sldId xmlns:r="http://schemas.openxmlformats.org/officeDocument/2006/relationships" id="261" r:id="R416aff163ef94ef4"/>
    <p:sldId xmlns:r="http://schemas.openxmlformats.org/officeDocument/2006/relationships" id="262" r:id="Rc35bfdaa0d6243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f86e2dd4bf451f" /><Relationship Type="http://schemas.openxmlformats.org/officeDocument/2006/relationships/slideMaster" Target="/ppt/slideMasters/slideMaster1.xml" Id="Rd92ffa8452404cfc" /><Relationship Type="http://schemas.openxmlformats.org/officeDocument/2006/relationships/notesMaster" Target="/ppt/notesMasters/notesMaster1.xml" Id="R2e56a89ccf304a70" /><Relationship Type="http://schemas.openxmlformats.org/officeDocument/2006/relationships/presProps" Target="/ppt/presProps.xml" Id="Rb53a284855b947aa" /><Relationship Type="http://schemas.openxmlformats.org/officeDocument/2006/relationships/tableStyles" Target="/ppt/tableStyles.xml" Id="R89846d335623419e" /><Relationship Type="http://schemas.openxmlformats.org/officeDocument/2006/relationships/slide" Target="/ppt/slides/slide1.xml" Id="R1a0209953b6043e6" /><Relationship Type="http://schemas.openxmlformats.org/officeDocument/2006/relationships/slide" Target="/ppt/slides/slide2.xml" Id="R251d2ea1e79d4a20" /><Relationship Type="http://schemas.openxmlformats.org/officeDocument/2006/relationships/slide" Target="/ppt/slides/slide3.xml" Id="R8b6f1f7348ab4f8b" /><Relationship Type="http://schemas.openxmlformats.org/officeDocument/2006/relationships/slide" Target="/ppt/slides/slide4.xml" Id="Rdb6c46310b214d40" /><Relationship Type="http://schemas.openxmlformats.org/officeDocument/2006/relationships/slide" Target="/ppt/slides/slide5.xml" Id="R09019ae2aa19461e" /><Relationship Type="http://schemas.openxmlformats.org/officeDocument/2006/relationships/slide" Target="/ppt/slides/slide6.xml" Id="R416aff163ef94ef4" /><Relationship Type="http://schemas.openxmlformats.org/officeDocument/2006/relationships/slide" Target="/ppt/slides/slide7.xml" Id="Rc35bfdaa0d62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ad5e33573a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317bffdd194a29" /><Relationship Type="http://schemas.openxmlformats.org/officeDocument/2006/relationships/notesMaster" Target="/ppt/notesMasters/notesMaster1.xml" Id="R23f12273903148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eb8913423b43bc" /><Relationship Type="http://schemas.openxmlformats.org/officeDocument/2006/relationships/notesMaster" Target="/ppt/notesMasters/notesMaster1.xml" Id="R81a662b5c50b42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fce632eb174bde" /><Relationship Type="http://schemas.openxmlformats.org/officeDocument/2006/relationships/notesMaster" Target="/ppt/notesMasters/notesMaster1.xml" Id="R85263b539dc34a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ea945b6c9b463c" /><Relationship Type="http://schemas.openxmlformats.org/officeDocument/2006/relationships/notesMaster" Target="/ppt/notesMasters/notesMaster1.xml" Id="Rf79b0ca35d954e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55df666be944bd" /><Relationship Type="http://schemas.openxmlformats.org/officeDocument/2006/relationships/notesMaster" Target="/ppt/notesMasters/notesMaster1.xml" Id="Rabe23df3947145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79f06036e1408a" /><Relationship Type="http://schemas.openxmlformats.org/officeDocument/2006/relationships/notesMaster" Target="/ppt/notesMasters/notesMaster1.xml" Id="Rf97fd89b545242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4c746520724496" /><Relationship Type="http://schemas.openxmlformats.org/officeDocument/2006/relationships/notesMaster" Target="/ppt/notesMasters/notesMaster1.xml" Id="R2f44763a897c48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a0ce7850548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cb7967294b49e7" /><Relationship Type="http://schemas.openxmlformats.org/officeDocument/2006/relationships/slideLayout" Target="/ppt/slideLayouts/slideLayout1.xml" Id="R1e8d249ca3ab4c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8d249ca3ab4c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0ce109e9e42ba" /><Relationship Type="http://schemas.openxmlformats.org/officeDocument/2006/relationships/notesSlide" Target="/ppt/notesSlides/notesSlide1.xml" Id="Rc93d0ce9f8724f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2ba94bce84f79" /><Relationship Type="http://schemas.openxmlformats.org/officeDocument/2006/relationships/notesSlide" Target="/ppt/notesSlides/notesSlide2.xml" Id="R03baa5ba7f1f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0c323f7af46be" /><Relationship Type="http://schemas.openxmlformats.org/officeDocument/2006/relationships/notesSlide" Target="/ppt/notesSlides/notesSlide3.xml" Id="R91196a82c1b240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978a274a944d5" /><Relationship Type="http://schemas.openxmlformats.org/officeDocument/2006/relationships/notesSlide" Target="/ppt/notesSlides/notesSlide4.xml" Id="R04fb9ec9b2ef4f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b3a73c45d42e5" /><Relationship Type="http://schemas.openxmlformats.org/officeDocument/2006/relationships/notesSlide" Target="/ppt/notesSlides/notesSlide5.xml" Id="R28ad47e20b7a47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678071d3c4911" /><Relationship Type="http://schemas.openxmlformats.org/officeDocument/2006/relationships/notesSlide" Target="/ppt/notesSlides/notesSlide6.xml" Id="R98b1354a53544b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560a276fb4def" /><Relationship Type="http://schemas.openxmlformats.org/officeDocument/2006/relationships/notesSlide" Target="/ppt/notesSlides/notesSlide7.xml" Id="R6a50561de1684a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F2BAA-902A-47F6-A77E-8E8138EF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39812-7B65-4446-A503-4735A655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Study of Transfer and Drain Characteristics of a MOSFET in Common Source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48840-13AB-4CCB-96CD-022372E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6A58D-E3AA-4F18-A621-47A0077B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3BAEA-6C40-4FE7-BEB2-500BC80F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ED673-B132-4D49-8DD7-01062759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2154D-1D37-4AF2-BCBD-A7279755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CFB61-4E79-4D24-8D28-ACBEC885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E3A4B-41DD-40AC-A56E-07732B56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74859-9CC4-4041-B95A-F12BD62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309B4-BD1C-47BB-9788-75446098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5CA11-6C64-43A1-A8EE-2BDD456D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F9C92-EFA3-4046-A6E2-7DD03024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AAABD-7A91-4745-8784-755C0920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962B0-E298-4C80-A21D-A8BEA226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1/7</a:t>
            </a:r>
          </a:p>
        </p:txBody>
      </p:sp>
    </p:spTree>
    <p:extLst>
      <p:ext uri="{BB962C8B-B14F-4D97-AF65-F5344CB8AC3E}">
        <p14:creationId xmlns:p14="http://schemas.microsoft.com/office/powerpoint/2010/main" val="1498163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3B785-099E-48D1-B1B4-197333C0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7127C-0537-4E7C-A96B-3E44F8BF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F7D26-75D4-4333-BFE4-53F28DB8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49F05-3D62-4220-AFD8-3706BAAD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Study of Transfer and Drain Characteristics of a MOSFET in Common Source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04ED2-0DD0-47AC-88FB-47FDC119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BB9EE-F3D7-4711-92B6-45472922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1F2A0-33B2-4C98-A436-7338B077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5C6AF-D509-4636-BFBD-5427F677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AD8E0-DE06-4D1A-A862-DFCBA302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2D559-D6CB-4224-AFBC-99F1A270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6C07E-2619-41FB-A3AA-4B6DD4E3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72310-CD09-4B18-8FBB-239C2869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26BF7-026F-450B-893B-7D9EDDA3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44487-5464-4D30-B135-E85BA696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545B2-C899-4770-B04B-AF1EDDD1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20279-6D64-4547-B7A9-57EE8FCD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2/7</a:t>
            </a:r>
          </a:p>
        </p:txBody>
      </p:sp>
    </p:spTree>
    <p:extLst>
      <p:ext uri="{BB962C8B-B14F-4D97-AF65-F5344CB8AC3E}">
        <p14:creationId xmlns:p14="http://schemas.microsoft.com/office/powerpoint/2010/main" val="613813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A0CA2-2726-43D0-95C9-B46E6310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16D64-625B-42CD-B7A4-791CA890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F8379-451D-4063-9A51-10E98A56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3AC11-C759-4BB9-BBF7-E27CB2AC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Study of Transfer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Drain Characteristics of a MOSFET in Common Source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8FA58-5CDF-422C-983F-FBE349DE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B01DC-C5E7-45B4-A10A-2602F8B9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AED7D-D523-49DE-BE2A-8CDA1735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Transfer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FEFE3-05C5-49DC-8287-434AD229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20606-196A-40DC-AAB9-760C277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6A9B5-96AF-4C6D-BF5F-9CCC62E1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97EC8-8D97-4AB0-BC31-9EE975B5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Characteristics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3DE39-0D3F-4714-B249-2F797DD7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3434A-ED2A-468E-B483-43BB5643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MOSFET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984B1-7FFE-475A-AE39-460835C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93E8C-F8E9-4257-AD1B-4A8FC72C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3/7</a:t>
            </a:r>
          </a:p>
        </p:txBody>
      </p:sp>
    </p:spTree>
    <p:extLst>
      <p:ext uri="{BB962C8B-B14F-4D97-AF65-F5344CB8AC3E}">
        <p14:creationId xmlns:p14="http://schemas.microsoft.com/office/powerpoint/2010/main" val="1779199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3FA4F-4813-4F3F-BA0B-9F084C3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4018-7409-474C-87EA-2E18085A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BFF0C-DF2D-4DA5-8E17-D41142F4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FC1B0-E7AB-4B68-80F7-D6ABC3F4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62AC9-8083-40B1-9DBB-C85D9EE8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57E09-FE4A-474F-9980-1CCB2E24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73E6D-C29D-4F61-83F8-51ECD3EB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F2C74-3D78-4C2F-92F4-4FA5B1AE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4/7</a:t>
            </a:r>
          </a:p>
        </p:txBody>
      </p:sp>
    </p:spTree>
    <p:extLst>
      <p:ext uri="{BB962C8B-B14F-4D97-AF65-F5344CB8AC3E}">
        <p14:creationId xmlns:p14="http://schemas.microsoft.com/office/powerpoint/2010/main" val="1820182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31C2C-2DAC-48DF-A6EB-0C2E9B7C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6F978-0929-47DC-AF8E-4A5843E2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6F05B-1996-4E7B-8B8D-1952DB21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12885-C283-4907-9A1B-3D3387FE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86BFB-ADB0-400F-B723-4A7268E6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94DA2-C942-4C85-A1D5-535F67B1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9513C-3473-4FB2-95CB-45562247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2FDFE-D6E5-45A0-BA8E-1E6F066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7B50A-954D-4662-9BC4-13B3EFC0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483D4-9FD5-43BF-87AE-E27847F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BC531-D088-4A6E-95D6-FC373763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0C249-F1CB-46FD-B30D-18357FF9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429EC-B352-4EBF-952B-1616D54A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517DE-2EAA-42D1-A460-BA7D6CDA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41C80-C707-4B77-B4A8-04EC311E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5/7</a:t>
            </a:r>
          </a:p>
        </p:txBody>
      </p:sp>
    </p:spTree>
    <p:extLst>
      <p:ext uri="{BB962C8B-B14F-4D97-AF65-F5344CB8AC3E}">
        <p14:creationId xmlns:p14="http://schemas.microsoft.com/office/powerpoint/2010/main" val="997938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F4DC38-9FFB-4E35-AF56-F78FF407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4777F-7200-42A8-81B7-B13C7A91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EB9C7-E559-4EF0-8B4D-5CF8A1E8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8F6EE-11EC-4494-9CCC-01AD0358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DE907-D9DB-4156-925D-97CA3947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0AACA-5953-4E26-A224-F6B83624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98D85-DF68-4253-9045-613A568E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1F28F-6038-419B-8DB9-7A94877C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DCF32-0F51-4EF4-BD1D-220B2D06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A587C-B267-47D7-AFA6-80F0E516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BE91A-8C22-4B2D-8CED-E1464310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7CFE2-9C1A-4BBA-AA8D-2C3AAF1D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8949A-94DC-4831-8239-D99E5FE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2C699-F6AD-4E7F-A1C8-7E6880FD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26FBD-3F6D-4141-AAED-2E0B7642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9E66D-2B1D-4510-907B-886C515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41E85-19EC-40F0-9D72-3AEC3054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746A9-B8D9-404A-B1C5-E1E27E88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BF702-A6F4-4F69-880A-0ABF3D24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A94F0-BE26-430E-A8AC-0258DE0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82AAB-F4C8-4B7D-94AE-FEC2D453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A5FEA-D2E2-4F32-8501-AB2B77A2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172F7-8E16-4A73-85BB-F1DAA6B2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9D848-56EE-4E26-A554-10E2AE83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22609-F302-4C10-A98F-0A9EBAB3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DA57D-0AE7-44AF-B1EA-FFADD5A1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6/7</a:t>
            </a:r>
          </a:p>
        </p:txBody>
      </p:sp>
    </p:spTree>
    <p:extLst>
      <p:ext uri="{BB962C8B-B14F-4D97-AF65-F5344CB8AC3E}">
        <p14:creationId xmlns:p14="http://schemas.microsoft.com/office/powerpoint/2010/main" val="1133535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C49F2-04EE-455B-90D1-EE3956A4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23F62-C951-4DC0-8289-70778CAD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DB278-23D9-43F2-8542-5F02E748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B4EEF-F8EC-42A9-9EB0-FF4A8CB7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7AECE-F921-4FA4-B171-243104A4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5B631-D775-4E3E-9417-590E923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7224C-2763-4CE0-B2B8-BC60DC3A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F9634-145F-493D-AB3E-C6CA1633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7/7</a:t>
            </a:r>
          </a:p>
        </p:txBody>
      </p:sp>
    </p:spTree>
    <p:extLst>
      <p:ext uri="{BB962C8B-B14F-4D97-AF65-F5344CB8AC3E}">
        <p14:creationId xmlns:p14="http://schemas.microsoft.com/office/powerpoint/2010/main" val="1848175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2026-08-24T06:38:45.3270000Z</dcterms:created>
  <dcterms:modified xsi:type="dcterms:W3CDTF">2026-08-24T06:38:45.3270000Z</dcterms:modified>
</coreProperties>
</file>