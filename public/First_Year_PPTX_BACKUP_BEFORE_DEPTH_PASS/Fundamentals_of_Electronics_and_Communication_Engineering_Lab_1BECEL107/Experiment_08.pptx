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243503cfcd4c67" /><Relationship Type="http://schemas.openxmlformats.org/officeDocument/2006/relationships/extended-properties" Target="/docProps/app.xml" Id="R47c0826badd74fab" /><Relationship Type="http://schemas.openxmlformats.org/officeDocument/2006/relationships/officeDocument" Target="/ppt/presentation.xml" Id="Re1938b2721b54c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e3fb695436483c"/>
  </p:sldMasterIdLst>
  <p:notesMasterIdLst>
    <p:notesMasterId xmlns:r="http://schemas.openxmlformats.org/officeDocument/2006/relationships" r:id="R2b244df5bc254819"/>
  </p:notesMasterIdLst>
  <p:sldIdLst>
    <p:sldId xmlns:r="http://schemas.openxmlformats.org/officeDocument/2006/relationships" id="256" r:id="Ra66331d0167b450a"/>
    <p:sldId xmlns:r="http://schemas.openxmlformats.org/officeDocument/2006/relationships" id="257" r:id="R102c7372aab64dde"/>
    <p:sldId xmlns:r="http://schemas.openxmlformats.org/officeDocument/2006/relationships" id="258" r:id="R326e7bd760f24813"/>
    <p:sldId xmlns:r="http://schemas.openxmlformats.org/officeDocument/2006/relationships" id="259" r:id="R25d97431190242b2"/>
    <p:sldId xmlns:r="http://schemas.openxmlformats.org/officeDocument/2006/relationships" id="260" r:id="R67d8c0ad25784fad"/>
    <p:sldId xmlns:r="http://schemas.openxmlformats.org/officeDocument/2006/relationships" id="261" r:id="R16b32f0ba9b64033"/>
    <p:sldId xmlns:r="http://schemas.openxmlformats.org/officeDocument/2006/relationships" id="262" r:id="Rd2859e5598f845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09c8debec84741" /><Relationship Type="http://schemas.openxmlformats.org/officeDocument/2006/relationships/slideMaster" Target="/ppt/slideMasters/slideMaster1.xml" Id="R98e3fb695436483c" /><Relationship Type="http://schemas.openxmlformats.org/officeDocument/2006/relationships/notesMaster" Target="/ppt/notesMasters/notesMaster1.xml" Id="R2b244df5bc254819" /><Relationship Type="http://schemas.openxmlformats.org/officeDocument/2006/relationships/presProps" Target="/ppt/presProps.xml" Id="R78427d484fc14594" /><Relationship Type="http://schemas.openxmlformats.org/officeDocument/2006/relationships/tableStyles" Target="/ppt/tableStyles.xml" Id="Re6898cc8de0f4b9e" /><Relationship Type="http://schemas.openxmlformats.org/officeDocument/2006/relationships/slide" Target="/ppt/slides/slide1.xml" Id="Ra66331d0167b450a" /><Relationship Type="http://schemas.openxmlformats.org/officeDocument/2006/relationships/slide" Target="/ppt/slides/slide2.xml" Id="R102c7372aab64dde" /><Relationship Type="http://schemas.openxmlformats.org/officeDocument/2006/relationships/slide" Target="/ppt/slides/slide3.xml" Id="R326e7bd760f24813" /><Relationship Type="http://schemas.openxmlformats.org/officeDocument/2006/relationships/slide" Target="/ppt/slides/slide4.xml" Id="R25d97431190242b2" /><Relationship Type="http://schemas.openxmlformats.org/officeDocument/2006/relationships/slide" Target="/ppt/slides/slide5.xml" Id="R67d8c0ad25784fad" /><Relationship Type="http://schemas.openxmlformats.org/officeDocument/2006/relationships/slide" Target="/ppt/slides/slide6.xml" Id="R16b32f0ba9b64033" /><Relationship Type="http://schemas.openxmlformats.org/officeDocument/2006/relationships/slide" Target="/ppt/slides/slide7.xml" Id="Rd2859e5598f845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b64298ed134e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d87aae83fe4834" /><Relationship Type="http://schemas.openxmlformats.org/officeDocument/2006/relationships/notesMaster" Target="/ppt/notesMasters/notesMaster1.xml" Id="R3b5c5002548446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54e64b30a847c1" /><Relationship Type="http://schemas.openxmlformats.org/officeDocument/2006/relationships/notesMaster" Target="/ppt/notesMasters/notesMaster1.xml" Id="R11e7acb872f84a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ae1f54e31c44eb" /><Relationship Type="http://schemas.openxmlformats.org/officeDocument/2006/relationships/notesMaster" Target="/ppt/notesMasters/notesMaster1.xml" Id="R8d0b56d4720a4c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ae981e2dcb4902" /><Relationship Type="http://schemas.openxmlformats.org/officeDocument/2006/relationships/notesMaster" Target="/ppt/notesMasters/notesMaster1.xml" Id="R04f468df63134f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75702a8a074593" /><Relationship Type="http://schemas.openxmlformats.org/officeDocument/2006/relationships/notesMaster" Target="/ppt/notesMasters/notesMaster1.xml" Id="R5aebb45e700b4d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a1c159bac241bf" /><Relationship Type="http://schemas.openxmlformats.org/officeDocument/2006/relationships/notesMaster" Target="/ppt/notesMasters/notesMaster1.xml" Id="R17a0f98fe37644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bf2eaba6cd496d" /><Relationship Type="http://schemas.openxmlformats.org/officeDocument/2006/relationships/notesMaster" Target="/ppt/notesMasters/notesMaster1.xml" Id="R97770c3379f94e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fc629f53584b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fcf2289a1046aa" /><Relationship Type="http://schemas.openxmlformats.org/officeDocument/2006/relationships/slideLayout" Target="/ppt/slideLayouts/slideLayout1.xml" Id="Rebc6004be3c741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c6004be3c741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2fe6a2b424f42" /><Relationship Type="http://schemas.openxmlformats.org/officeDocument/2006/relationships/notesSlide" Target="/ppt/notesSlides/notesSlide1.xml" Id="Re7c66d625dd74e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5f61a19ce4196" /><Relationship Type="http://schemas.openxmlformats.org/officeDocument/2006/relationships/notesSlide" Target="/ppt/notesSlides/notesSlide2.xml" Id="R1d4dc32cf17e40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0657a5e0545c3" /><Relationship Type="http://schemas.openxmlformats.org/officeDocument/2006/relationships/notesSlide" Target="/ppt/notesSlides/notesSlide3.xml" Id="R9c53a30302084d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cb951bf1f4694" /><Relationship Type="http://schemas.openxmlformats.org/officeDocument/2006/relationships/notesSlide" Target="/ppt/notesSlides/notesSlide4.xml" Id="R476ac22a551949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0e684cf644934" /><Relationship Type="http://schemas.openxmlformats.org/officeDocument/2006/relationships/notesSlide" Target="/ppt/notesSlides/notesSlide5.xml" Id="Rbbe48985ae164f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dc008e2944470" /><Relationship Type="http://schemas.openxmlformats.org/officeDocument/2006/relationships/notesSlide" Target="/ppt/notesSlides/notesSlide6.xml" Id="Rcfa71963beb141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716e8b93f42a1" /><Relationship Type="http://schemas.openxmlformats.org/officeDocument/2006/relationships/notesSlide" Target="/ppt/notesSlides/notesSlide7.xml" Id="R141201380dd24c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794DB-702E-4E60-80C2-62476E52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38CFA-DAB3-4CE3-8D42-E4699BFE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Design and test a single stage bipolar junction transistor amplifier to obtain desired gai n and bandwidth requirements.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C3706-65A8-4262-B507-6115E3DB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6F3DC-ECF4-4ADA-A18A-B6F76505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8E3BD-3F69-459E-8639-D3AEB69F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878E0-EC8F-413F-99B9-40C4487E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43FCF-91C2-40DF-BD60-D750667D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20395-703D-419E-A8BB-202CF7F7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DE71A-8F47-41BC-A0B5-E5668C21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34FCB-5DDC-4E26-ADB1-3C587128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C00CA-A087-4783-9DCC-3EEAF0BA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42154-6AC0-4BC4-90DA-DC71AC3D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2E987-166F-4705-BD8F-C8A2DC91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58BB3-BA87-440B-BDC4-3AB9355D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085E2-73B1-4877-B685-853F9451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1/7</a:t>
            </a:r>
          </a:p>
        </p:txBody>
      </p:sp>
    </p:spTree>
    <p:extLst>
      <p:ext uri="{BB962C8B-B14F-4D97-AF65-F5344CB8AC3E}">
        <p14:creationId xmlns:p14="http://schemas.microsoft.com/office/powerpoint/2010/main" val="20645917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022FDE-4A1D-4100-B150-9A603DA3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0D753-1323-47D4-877B-CC866DAB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A5DBB-3909-4A22-91AC-367AB5DE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1B03E-2FE1-4601-99C6-CC2A1D16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Design and test a single stage bipolar junction transistor amplifier to obtain desired gai n and bandwidth requirements.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D18C9-672C-40A5-B02C-83AFBA70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DB915-FC2C-4588-9D71-8590C78E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AA4BE-AF30-46C8-835E-DB7CF3B1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1A137-1699-47CB-BE08-FD15A75E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E3772-D450-438C-99B0-56A18E59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47991-C89C-4CC3-B520-6854DF1A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0B38E-41D3-483F-A2CC-12ED062E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AD36C5-FE49-47E8-8EDF-A543B3D5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FAD4D-BD4F-4237-9EF9-527A4A35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D34E5-F1E9-4962-8633-349CDBA3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6D8C2-12F8-4C2E-A535-5BFFB433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F505B-FFE9-42A1-8557-F1365C1F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2/7</a:t>
            </a:r>
          </a:p>
        </p:txBody>
      </p:sp>
    </p:spTree>
    <p:extLst>
      <p:ext uri="{BB962C8B-B14F-4D97-AF65-F5344CB8AC3E}">
        <p14:creationId xmlns:p14="http://schemas.microsoft.com/office/powerpoint/2010/main" val="13436953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EB375F-773D-400D-8939-AE5A66A4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B3E3B-4B4B-4AC3-A3D4-20FAF5D9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12CC4-D580-46EA-8CFD-E3EA9BF0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71226-CFD9-4D95-AA39-A8AB12FB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test a single stage bipolar junction transistor amplifier to obtain desired gai 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bandwidth requirements. LAB COURSE (1 Credit) template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4F961-FE2B-413F-A5BC-C140ED26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42E1B-FBFD-41E4-A590-E2C60889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6BFED-36A5-4B9A-A9E9-CF7FAF90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13E86-21D9-42CF-9C83-30ABAF45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85690-E877-400A-B904-15AFB869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single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FF83D-D631-43DE-8CC5-96DEE74B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7FCBE-3886-4044-ABA5-366BF254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3AE42-1F19-457F-8454-C35370BC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29C0E-F20E-4D94-9073-D5B84226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bipolar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CF4B1-0673-484E-B12C-A3241C19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046E6-55B3-4EC2-B311-5E751C75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3/7</a:t>
            </a:r>
          </a:p>
        </p:txBody>
      </p:sp>
    </p:spTree>
    <p:extLst>
      <p:ext uri="{BB962C8B-B14F-4D97-AF65-F5344CB8AC3E}">
        <p14:creationId xmlns:p14="http://schemas.microsoft.com/office/powerpoint/2010/main" val="14550888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9F984-93E8-4817-8739-19A16A55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3B5FB-77B5-40D1-8E56-1E56DB17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7ADA4-7D74-4A7C-B156-106C5109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11A3C-B76C-42FF-902E-3DEA27A1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234D2-0FEE-48D7-B229-FF504574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ECE71-6250-44DE-9300-0C25B529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D3B83-745A-4122-8BDB-06861324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B7DB6-178D-448D-9B79-0960C800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4/7</a:t>
            </a:r>
          </a:p>
        </p:txBody>
      </p:sp>
    </p:spTree>
    <p:extLst>
      <p:ext uri="{BB962C8B-B14F-4D97-AF65-F5344CB8AC3E}">
        <p14:creationId xmlns:p14="http://schemas.microsoft.com/office/powerpoint/2010/main" val="11736546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EC65D-BE17-4A86-82F0-0186C64B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09C97-CFCB-4F5C-89A8-DE0D0A25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37B4B-155B-4C15-8DFB-777C98AA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6B46D-1BC9-40A6-90FA-2533F3B2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172EE-DD5B-4805-9C16-5EC175EB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E176A-1965-4B1C-AD8A-593F3658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6957F-4FE5-42EC-A62E-566A16FD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35522-672B-4DBE-99F7-2BC48FE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D16B9-C43E-4D1A-869D-EDF2FC32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92AE7-3816-4E8E-BA48-EEB6E519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906EC-9FD1-45DE-9AB6-28BEDD91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C019E-0027-402A-96BE-1063790E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2AEB5-5026-4DAE-A899-58631632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D453B3-660A-43FC-96FC-68451B6F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5640D-F02D-4185-BC5F-A310621C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5/7</a:t>
            </a:r>
          </a:p>
        </p:txBody>
      </p:sp>
    </p:spTree>
    <p:extLst>
      <p:ext uri="{BB962C8B-B14F-4D97-AF65-F5344CB8AC3E}">
        <p14:creationId xmlns:p14="http://schemas.microsoft.com/office/powerpoint/2010/main" val="8968323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756C00-6BB9-4F33-ABF5-7540B751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B9EAF-7F2C-43EE-8E6B-8730AC35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01A33-EEC5-4904-B966-6CF5EEF0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A7ABD-F590-4696-9F28-14393F88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C8C0E-5766-4296-9FE0-7F5491E1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28E08-1404-4D2E-A9CC-31FB62AF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C8BEC-A0AB-4C00-BD9E-E74FBF68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1AE9D-C870-45A1-86C7-E7FB493C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BD449-D580-4BA2-A59C-2328AA9A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BB40B-DF5A-4AC1-8125-5F18ADF5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F2F06-3307-4B83-A7EF-FDB30A46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C77B11-FF67-4FE2-A01F-7915D3AD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A9456-9125-4505-AE21-2A94CE28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A8E2E-DB5F-4F37-81CA-67E19E29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322625-4E83-4428-8835-FD2BE686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91C6E-CF6F-4356-85E7-F80ECC39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9AE07F-52DA-4DAF-B69D-0525D9AE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76F1F-FA86-4C06-B7BF-2A5C975D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C02CB2-B207-45DB-A29B-4287D124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BD08D-D9A4-417C-843E-728F49AB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4FD0EB-9C5A-4010-A67A-32FA7E9A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AB1754-AEBC-4227-B355-DFA65BEF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3F32DB-9648-47A0-97B5-447A6977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B9A1AC-2B84-4EB6-8567-B0FCE522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9D659A-2DFF-4727-AAA9-3140A2EE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E733B4-C707-4E43-9AFB-A99D512C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6/7</a:t>
            </a:r>
          </a:p>
        </p:txBody>
      </p:sp>
    </p:spTree>
    <p:extLst>
      <p:ext uri="{BB962C8B-B14F-4D97-AF65-F5344CB8AC3E}">
        <p14:creationId xmlns:p14="http://schemas.microsoft.com/office/powerpoint/2010/main" val="5678877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F2389-D6FA-499B-8BA3-ADD6FA3A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CF40D-40E3-4BB5-9B9A-4B9D4C1C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BA1F0-DB52-4766-BA49-615C2386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769ED-AD32-4B6B-A63D-5A1A9FC7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FE0D6-59D0-410E-8368-8BC292AD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8A548-60AB-4A93-B47B-950500F0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9AD7C-A12F-4B4C-A14E-6E8E5011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554EA-86DC-483A-BFA4-686ECDDD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7/7</a:t>
            </a:r>
          </a:p>
        </p:txBody>
      </p:sp>
    </p:spTree>
    <p:extLst>
      <p:ext uri="{BB962C8B-B14F-4D97-AF65-F5344CB8AC3E}">
        <p14:creationId xmlns:p14="http://schemas.microsoft.com/office/powerpoint/2010/main" val="18134079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2026-08-24T06:38:45.5110000Z</dcterms:created>
  <dcterms:modified xsi:type="dcterms:W3CDTF">2026-08-24T06:38:45.5110000Z</dcterms:modified>
</coreProperties>
</file>