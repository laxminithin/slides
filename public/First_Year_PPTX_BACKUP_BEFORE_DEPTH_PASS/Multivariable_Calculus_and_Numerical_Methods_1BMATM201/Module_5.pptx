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7938268ed431e" /><Relationship Type="http://schemas.openxmlformats.org/officeDocument/2006/relationships/extended-properties" Target="/docProps/app.xml" Id="Re14ce881916e406a" /><Relationship Type="http://schemas.openxmlformats.org/officeDocument/2006/relationships/officeDocument" Target="/ppt/presentation.xml" Id="R59ccfeb8b14e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66fdbc51d4f82"/>
  </p:sldMasterIdLst>
  <p:notesMasterIdLst>
    <p:notesMasterId xmlns:r="http://schemas.openxmlformats.org/officeDocument/2006/relationships" r:id="Rc1076a8a15974514"/>
  </p:notesMasterIdLst>
  <p:sldIdLst>
    <p:sldId xmlns:r="http://schemas.openxmlformats.org/officeDocument/2006/relationships" id="256" r:id="Rd81caf3a436d4f20"/>
    <p:sldId xmlns:r="http://schemas.openxmlformats.org/officeDocument/2006/relationships" id="257" r:id="Ra558eec903624570"/>
    <p:sldId xmlns:r="http://schemas.openxmlformats.org/officeDocument/2006/relationships" id="258" r:id="Rd0dc0e212a684e1b"/>
    <p:sldId xmlns:r="http://schemas.openxmlformats.org/officeDocument/2006/relationships" id="259" r:id="R27b3223a617445b0"/>
    <p:sldId xmlns:r="http://schemas.openxmlformats.org/officeDocument/2006/relationships" id="260" r:id="Re6b53407f1bc4fcd"/>
    <p:sldId xmlns:r="http://schemas.openxmlformats.org/officeDocument/2006/relationships" id="261" r:id="R32096f03827843b7"/>
    <p:sldId xmlns:r="http://schemas.openxmlformats.org/officeDocument/2006/relationships" id="262" r:id="R6c23481344bc408f"/>
    <p:sldId xmlns:r="http://schemas.openxmlformats.org/officeDocument/2006/relationships" id="263" r:id="Rebbf8ee5d5414679"/>
    <p:sldId xmlns:r="http://schemas.openxmlformats.org/officeDocument/2006/relationships" id="264" r:id="R884e8f598c0e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76d8018394467" /><Relationship Type="http://schemas.openxmlformats.org/officeDocument/2006/relationships/slideMaster" Target="/ppt/slideMasters/slideMaster1.xml" Id="Rd5666fdbc51d4f82" /><Relationship Type="http://schemas.openxmlformats.org/officeDocument/2006/relationships/notesMaster" Target="/ppt/notesMasters/notesMaster1.xml" Id="Rc1076a8a15974514" /><Relationship Type="http://schemas.openxmlformats.org/officeDocument/2006/relationships/presProps" Target="/ppt/presProps.xml" Id="R03980e8977b74777" /><Relationship Type="http://schemas.openxmlformats.org/officeDocument/2006/relationships/tableStyles" Target="/ppt/tableStyles.xml" Id="R3755535a6a774057" /><Relationship Type="http://schemas.openxmlformats.org/officeDocument/2006/relationships/slide" Target="/ppt/slides/slide1.xml" Id="Rd81caf3a436d4f20" /><Relationship Type="http://schemas.openxmlformats.org/officeDocument/2006/relationships/slide" Target="/ppt/slides/slide2.xml" Id="Ra558eec903624570" /><Relationship Type="http://schemas.openxmlformats.org/officeDocument/2006/relationships/slide" Target="/ppt/slides/slide3.xml" Id="Rd0dc0e212a684e1b" /><Relationship Type="http://schemas.openxmlformats.org/officeDocument/2006/relationships/slide" Target="/ppt/slides/slide4.xml" Id="R27b3223a617445b0" /><Relationship Type="http://schemas.openxmlformats.org/officeDocument/2006/relationships/slide" Target="/ppt/slides/slide5.xml" Id="Re6b53407f1bc4fcd" /><Relationship Type="http://schemas.openxmlformats.org/officeDocument/2006/relationships/slide" Target="/ppt/slides/slide6.xml" Id="R32096f03827843b7" /><Relationship Type="http://schemas.openxmlformats.org/officeDocument/2006/relationships/slide" Target="/ppt/slides/slide7.xml" Id="R6c23481344bc408f" /><Relationship Type="http://schemas.openxmlformats.org/officeDocument/2006/relationships/slide" Target="/ppt/slides/slide8.xml" Id="Rebbf8ee5d5414679" /><Relationship Type="http://schemas.openxmlformats.org/officeDocument/2006/relationships/slide" Target="/ppt/slides/slide9.xml" Id="R884e8f598c0e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7124ec753f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b175f64c1472f" /><Relationship Type="http://schemas.openxmlformats.org/officeDocument/2006/relationships/notesMaster" Target="/ppt/notesMasters/notesMaster1.xml" Id="R1ddb0e166c3b42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b110f01c34e59" /><Relationship Type="http://schemas.openxmlformats.org/officeDocument/2006/relationships/notesMaster" Target="/ppt/notesMasters/notesMaster1.xml" Id="Rabdaa56fc6854a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316ac68f4464c" /><Relationship Type="http://schemas.openxmlformats.org/officeDocument/2006/relationships/notesMaster" Target="/ppt/notesMasters/notesMaster1.xml" Id="R959d26093436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cc8d10d694673" /><Relationship Type="http://schemas.openxmlformats.org/officeDocument/2006/relationships/notesMaster" Target="/ppt/notesMasters/notesMaster1.xml" Id="Re1d05636cf3c4b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f6bab05cc4ea9" /><Relationship Type="http://schemas.openxmlformats.org/officeDocument/2006/relationships/notesMaster" Target="/ppt/notesMasters/notesMaster1.xml" Id="R5c17828bc4cd42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ae3c11bb0d4d39" /><Relationship Type="http://schemas.openxmlformats.org/officeDocument/2006/relationships/notesMaster" Target="/ppt/notesMasters/notesMaster1.xml" Id="R974239ac21d2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e84a9f45d4876" /><Relationship Type="http://schemas.openxmlformats.org/officeDocument/2006/relationships/notesMaster" Target="/ppt/notesMasters/notesMaster1.xml" Id="R94bd2571be41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b3eb46cfda4aae" /><Relationship Type="http://schemas.openxmlformats.org/officeDocument/2006/relationships/notesMaster" Target="/ppt/notesMasters/notesMaster1.xml" Id="Rb89b3c31360746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801c3e74d41fb" /><Relationship Type="http://schemas.openxmlformats.org/officeDocument/2006/relationships/notesMaster" Target="/ppt/notesMasters/notesMaster1.xml" Id="R6933edfeb0f6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24c20f45840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b7985d4c0b422d" /><Relationship Type="http://schemas.openxmlformats.org/officeDocument/2006/relationships/slideLayout" Target="/ppt/slideLayouts/slideLayout1.xml" Id="Raea404ce6b3f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a404ce6b3f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5f3c41ef54fc3" /><Relationship Type="http://schemas.openxmlformats.org/officeDocument/2006/relationships/notesSlide" Target="/ppt/notesSlides/notesSlide1.xml" Id="Rdc358b6be3f4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8d0aae0884622" /><Relationship Type="http://schemas.openxmlformats.org/officeDocument/2006/relationships/notesSlide" Target="/ppt/notesSlides/notesSlide2.xml" Id="R301ef1e1eeea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e787c39d148f8" /><Relationship Type="http://schemas.openxmlformats.org/officeDocument/2006/relationships/notesSlide" Target="/ppt/notesSlides/notesSlide3.xml" Id="Rde53774060b945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dcb57e104877" /><Relationship Type="http://schemas.openxmlformats.org/officeDocument/2006/relationships/notesSlide" Target="/ppt/notesSlides/notesSlide4.xml" Id="Rae70f0722343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51d89226342b4" /><Relationship Type="http://schemas.openxmlformats.org/officeDocument/2006/relationships/notesSlide" Target="/ppt/notesSlides/notesSlide5.xml" Id="Rbae5178575634b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e06ef1b974dbc" /><Relationship Type="http://schemas.openxmlformats.org/officeDocument/2006/relationships/notesSlide" Target="/ppt/notesSlides/notesSlide6.xml" Id="R3a6d63bde685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6fd25e22f4b76" /><Relationship Type="http://schemas.openxmlformats.org/officeDocument/2006/relationships/notesSlide" Target="/ppt/notesSlides/notesSlide7.xml" Id="Rd1e5b7f9233540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80b0552804c25" /><Relationship Type="http://schemas.openxmlformats.org/officeDocument/2006/relationships/notesSlide" Target="/ppt/notesSlides/notesSlide8.xml" Id="Rc8da09601567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cd0a3ea234b53" /><Relationship Type="http://schemas.openxmlformats.org/officeDocument/2006/relationships/notesSlide" Target="/ppt/notesSlides/notesSlide9.xml" Id="R11dc34a9c1bc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F7D62-D817-4430-AFD9-5F297C69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685DB-21B8-4AB7-A9A8-B6B9F0B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Methods- 2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B9D7-6F7F-48A6-BCD2-9B8588B0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78333-8210-4006-B44A-04C58C8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58CD9-3CBD-4017-ACEE-C4BF941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C618C-BE8B-4FF3-97B5-C7C4992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14797-5B01-4520-B452-C50319C5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1EFBB-6A41-4876-B933-C5C35BA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840A0-CC98-42C8-BAAE-0249FC46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7A96-6D58-46DB-BCCA-07E59870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E298D-C905-4910-89E2-096B98A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E2096-4964-416E-97AB-38BC85D4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106510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8777A-2157-4119-8013-8958231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5642-60CC-48E0-9678-C8B6383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1F4CD-7CCF-44F7-8983-781DE236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D84BC-7696-47AD-9A21-6EF38D46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4FE18-3DAD-476A-8BF2-50EDA40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4A3B5-DE0C-4D12-B99B-913BC2D6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0546E-3D16-47F9-ACE9-B5AFB35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81108-7008-400F-B4F1-97F105D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AA4C5-DC77-47A6-B3BC-50C4873D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F3616-52BA-46D8-B320-A5D47203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B3E5E-F8C4-41FC-969F-1F41087A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EEE58-87CE-4293-B95F-29014DD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ADFFD-9E16-40FC-8D25-23440EEF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Methods- 2 (8 Hours Theory + 4 Hours Tutorial) Numerical solution of ordinary differential equations of first order and first degree: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Milne's predictor- corrector formula and Adams-Bashforth predictor-corrector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476EB-50FC-4466-AFE9-2A77271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DE591-C5B5-4BCB-9FDE-05F3A2B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2403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2D9F2-8780-4FDE-8C07-29D520C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35D55-C9F2-49DE-B233-F4A45B34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0942D-82AB-4BEC-9009-DB8C0E69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30CE9-9916-4277-B4D0-FF7C0DC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48F84-75F0-4200-8E4D-5919B93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269FC-7FC9-42BF-ABCF-2D07A10D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1538-5002-47FB-BB86-621A3EB8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6B088-5285-469E-9CFE-FA8A9DC4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3A98D-0928-4049-A206-316EFEB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9D724-C060-4516-8294-53EF465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32 :32.3- 32.10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F9D34-ED5A-4751-A5DE-0DE7D654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72A32-0C9D-450C-9C04-DA3AADBF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084135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FE011-0AB9-46BE-AD97-2D9D5E2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90BFC-2A74-4958-9CDF-075D5DF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D5EB6-0FF8-4505-A791-46E521C3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5A71C-1763-48F5-B20F-8CE6A3BB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Methods- 2 (8 Hours Theory + 4 Hours Tutorial) Numerical solution of ordinary differential equati...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Milne's predictor- corrector formula and Adams-Bashforth predictor-corrector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190B3-D446-4D2C-AA06-A9D4DF86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77EF9-712B-448E-9874-BDF5A5A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35FBF-52E8-42C9-9172-42ECAE60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A6365-A985-4C11-8083-04B9068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C1BB1-408A-4C84-9315-D2A9996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9E002-13B9-4DEC-A403-BEA712F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1D17D-D465-4E4A-BB66-AFDAB5F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38A37-A6CC-4E64-A505-CC8E51FA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D7F49-FCD8-41C9-A4C1-B6A7D49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AD756-EACC-4ED5-B64C-70C6AFA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AA06E-140B-4515-80F7-822AA5B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84649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BF5E5-4CC6-4C4B-9C11-B77C9748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70A51-A2A7-428E-85E6-440A965F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5EF8-5DDF-4674-AA10-082F655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979B-25CF-4FE6-B425-517C60E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D720A-7AAC-43B2-93E6-A0F1AF1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A9F7D-31A7-4627-9C34-189E300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62F99-5B12-4980-A561-3CA5120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08A98-1ED3-457D-800E-AD74512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B8EA4-C318-49C8-BB7D-86AE00F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FD348-1AF9-4F25-B6AF-EC2BC78F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9CFB3-829E-4246-B083-91A52F2F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FBE57-FAF8-4C6C-95D3-882D2BA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1350B-1FAA-4B8D-82CA-9D8538BB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FDA3A-B51B-4D4E-B298-AFFF1B1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43F06-9720-4BAD-8BE1-D9AAD26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507019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C3E16-87E4-4209-98B8-7EA5E5B0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2A9C6-EC7F-4C8C-81E6-90636F3F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532C-5826-4610-89CA-C2FD811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85C3A-4899-4D64-A0C3-AD8EB45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6343A-E8FD-4F7A-8B73-D8B64372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Methods- 2 (8 Hours Theory + 4 Hours Tutorial) Numerical solution of ordinary differential equations of first order and first degree: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69ED9-B9E3-4546-9984-6E9B384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264C3-E87F-47A6-ACBD-83E77BE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F1F7-FDD7-4B8C-8FEF-4626EAC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13B88-2F47-4549-8979-95C965F9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542415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E526-5342-4A50-ABA0-ACF69569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ADC7C-B06C-4BB9-91A0-A876CCE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583C3-7AA0-49BF-AD2E-EADF1826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1FD5-DBC5-423B-BE40-81CB198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68792-E521-4A92-B214-E9294F9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32 :32.3- 32.10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75099-E1FC-4B0A-9B53-0CE346B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5122D-C128-4A9C-A0B7-F36DED9C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E5DE4-F171-4851-AD53-AC45F4D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F3045-2EE1-4E43-A1D3-10698D01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362418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A96CA-007D-4642-9AEF-5A51A8E2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54598-FAC2-4B98-8B81-5325E38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6491D-E65C-4719-AA7A-BB10822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C8DA9-48AE-4117-A16A-5DF87F3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1938-C9FA-44B7-8D06-B059C45D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BFE1A-E54F-4837-969A-EBECE94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F304-C70F-4F3B-B7EB-4E0B856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Methods- 2 (8 Hours Theory + 4 Hours Tutorial) Numerical solution of ordinary differe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E0D81-8E58-42B7-9241-3C15942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460A2-70E4-49CB-AC49-FBE184D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DA90C-E10A-4128-9FD2-7DE3BE7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Taylor's series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9D2BF-9108-4852-B0D6-B40A282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24B4C-F860-47FF-8B59-D51D1D5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D4AA2-BF65-481F-81A3-AE3489E5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Modified Euler's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16F3D-D67F-424F-9C72-41BB09E1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F1F63-10F5-4AB2-B444-9F92BC9C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8A15D-0FC7-4770-8E6F-DAB5F01D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Runge-Kutta method of fourth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A1D3A-C0E0-45B0-A8A8-96E0C34B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EDDE-2E2D-4315-9785-5E05F4E9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71B85-F052-4F16-BE9E-8352134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Milne's predictor- corrector formula and Adams-Bashforth predictor-corrector method.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86935-B8A1-49B4-A4DC-EA8BC02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D684F-3E38-4C1A-896A-D201195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3FF6A-B65B-410F-B785-78A719C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3E314-1909-4D25-9C29-B51849D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E12B5-FA7B-412A-92FC-DF2D6D91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E6355-D2FF-456B-823F-18582500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32 :32.3- 32.10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8E8D1-29B1-47EB-93B6-BC71E18E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FEB4A-5459-4F4B-9F43-6667379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05F8A6-EB59-4F71-9FAE-70C52385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17F73-FB24-47B9-9E4E-42F40A40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919352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A118F-06FC-4840-908F-41A6972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D769C-75A7-4B47-930B-73FB921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41C20-53ED-4D18-97EB-1E21320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13772-C910-4688-919D-6505174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F3C9D-B838-4DD8-B37D-9DE42A72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FE20-5C21-4D0B-A652-63C2E4D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1AD44-915B-442F-A412-044FF51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A44F4-9C73-4047-8F3C-888AEF6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179262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2026-08-24T06:38:51.9710000Z</dcterms:created>
  <dcterms:modified xsi:type="dcterms:W3CDTF">2026-08-24T06:38:51.9710000Z</dcterms:modified>
</coreProperties>
</file>