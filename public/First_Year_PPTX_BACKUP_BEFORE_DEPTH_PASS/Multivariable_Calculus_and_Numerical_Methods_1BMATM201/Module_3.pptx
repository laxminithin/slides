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fe3966cf694ba8" /><Relationship Type="http://schemas.openxmlformats.org/officeDocument/2006/relationships/extended-properties" Target="/docProps/app.xml" Id="Rbe512dd0168347a7" /><Relationship Type="http://schemas.openxmlformats.org/officeDocument/2006/relationships/officeDocument" Target="/ppt/presentation.xml" Id="R6c293bd0eff845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50ea5715734c7d"/>
  </p:sldMasterIdLst>
  <p:notesMasterIdLst>
    <p:notesMasterId xmlns:r="http://schemas.openxmlformats.org/officeDocument/2006/relationships" r:id="Rfa70e36ebf4443f8"/>
  </p:notesMasterIdLst>
  <p:sldIdLst>
    <p:sldId xmlns:r="http://schemas.openxmlformats.org/officeDocument/2006/relationships" id="256" r:id="R56d4047c113847ce"/>
    <p:sldId xmlns:r="http://schemas.openxmlformats.org/officeDocument/2006/relationships" id="257" r:id="Rcc88368365ca479a"/>
    <p:sldId xmlns:r="http://schemas.openxmlformats.org/officeDocument/2006/relationships" id="258" r:id="Rf408614dd05e4ab6"/>
    <p:sldId xmlns:r="http://schemas.openxmlformats.org/officeDocument/2006/relationships" id="259" r:id="Rabcb6662d6c044dc"/>
    <p:sldId xmlns:r="http://schemas.openxmlformats.org/officeDocument/2006/relationships" id="260" r:id="Rcd6871fa2a7a4c7f"/>
    <p:sldId xmlns:r="http://schemas.openxmlformats.org/officeDocument/2006/relationships" id="261" r:id="R181f550155484edc"/>
    <p:sldId xmlns:r="http://schemas.openxmlformats.org/officeDocument/2006/relationships" id="262" r:id="Rfdb70c146fa14b65"/>
    <p:sldId xmlns:r="http://schemas.openxmlformats.org/officeDocument/2006/relationships" id="263" r:id="R3561b868917d4169"/>
    <p:sldId xmlns:r="http://schemas.openxmlformats.org/officeDocument/2006/relationships" id="264" r:id="R907c025d421540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ad884533c2482a" /><Relationship Type="http://schemas.openxmlformats.org/officeDocument/2006/relationships/slideMaster" Target="/ppt/slideMasters/slideMaster1.xml" Id="R8450ea5715734c7d" /><Relationship Type="http://schemas.openxmlformats.org/officeDocument/2006/relationships/notesMaster" Target="/ppt/notesMasters/notesMaster1.xml" Id="Rfa70e36ebf4443f8" /><Relationship Type="http://schemas.openxmlformats.org/officeDocument/2006/relationships/presProps" Target="/ppt/presProps.xml" Id="R2125a36df14a482e" /><Relationship Type="http://schemas.openxmlformats.org/officeDocument/2006/relationships/tableStyles" Target="/ppt/tableStyles.xml" Id="Ra865f1807c6b4615" /><Relationship Type="http://schemas.openxmlformats.org/officeDocument/2006/relationships/slide" Target="/ppt/slides/slide1.xml" Id="R56d4047c113847ce" /><Relationship Type="http://schemas.openxmlformats.org/officeDocument/2006/relationships/slide" Target="/ppt/slides/slide2.xml" Id="Rcc88368365ca479a" /><Relationship Type="http://schemas.openxmlformats.org/officeDocument/2006/relationships/slide" Target="/ppt/slides/slide3.xml" Id="Rf408614dd05e4ab6" /><Relationship Type="http://schemas.openxmlformats.org/officeDocument/2006/relationships/slide" Target="/ppt/slides/slide4.xml" Id="Rabcb6662d6c044dc" /><Relationship Type="http://schemas.openxmlformats.org/officeDocument/2006/relationships/slide" Target="/ppt/slides/slide5.xml" Id="Rcd6871fa2a7a4c7f" /><Relationship Type="http://schemas.openxmlformats.org/officeDocument/2006/relationships/slide" Target="/ppt/slides/slide6.xml" Id="R181f550155484edc" /><Relationship Type="http://schemas.openxmlformats.org/officeDocument/2006/relationships/slide" Target="/ppt/slides/slide7.xml" Id="Rfdb70c146fa14b65" /><Relationship Type="http://schemas.openxmlformats.org/officeDocument/2006/relationships/slide" Target="/ppt/slides/slide8.xml" Id="R3561b868917d4169" /><Relationship Type="http://schemas.openxmlformats.org/officeDocument/2006/relationships/slide" Target="/ppt/slides/slide9.xml" Id="R907c025d421540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f07bc31c8143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a36998b45b4fce" /><Relationship Type="http://schemas.openxmlformats.org/officeDocument/2006/relationships/notesMaster" Target="/ppt/notesMasters/notesMaster1.xml" Id="R360aaf6cbbe04f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9d590bd1f14328" /><Relationship Type="http://schemas.openxmlformats.org/officeDocument/2006/relationships/notesMaster" Target="/ppt/notesMasters/notesMaster1.xml" Id="R5feb71f3045547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c4a7ee99954cc0" /><Relationship Type="http://schemas.openxmlformats.org/officeDocument/2006/relationships/notesMaster" Target="/ppt/notesMasters/notesMaster1.xml" Id="R45678eebf08344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5ab72af3b14ef4" /><Relationship Type="http://schemas.openxmlformats.org/officeDocument/2006/relationships/notesMaster" Target="/ppt/notesMasters/notesMaster1.xml" Id="R5a748a17f5f24f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26a3c498e5450f" /><Relationship Type="http://schemas.openxmlformats.org/officeDocument/2006/relationships/notesMaster" Target="/ppt/notesMasters/notesMaster1.xml" Id="Rbfb62dae716240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c20a91f1a14a8e" /><Relationship Type="http://schemas.openxmlformats.org/officeDocument/2006/relationships/notesMaster" Target="/ppt/notesMasters/notesMaster1.xml" Id="R9425ea10d09e49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7686a3a5044cfa" /><Relationship Type="http://schemas.openxmlformats.org/officeDocument/2006/relationships/notesMaster" Target="/ppt/notesMasters/notesMaster1.xml" Id="R2eebb51f9a5347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c34c372d8c43b2" /><Relationship Type="http://schemas.openxmlformats.org/officeDocument/2006/relationships/notesMaster" Target="/ppt/notesMasters/notesMaster1.xml" Id="R5fa4194d261d47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fe33699a1340bc" /><Relationship Type="http://schemas.openxmlformats.org/officeDocument/2006/relationships/notesMaster" Target="/ppt/notesMasters/notesMaster1.xml" Id="R9b030c0abdb646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f4c5f46844c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3af4409c204368" /><Relationship Type="http://schemas.openxmlformats.org/officeDocument/2006/relationships/slideLayout" Target="/ppt/slideLayouts/slideLayout1.xml" Id="Ra9cd71ad7f4b40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cd71ad7f4b40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81df6e7284298" /><Relationship Type="http://schemas.openxmlformats.org/officeDocument/2006/relationships/notesSlide" Target="/ppt/notesSlides/notesSlide1.xml" Id="R28b1d96a5a0c40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dd36cf856460a" /><Relationship Type="http://schemas.openxmlformats.org/officeDocument/2006/relationships/notesSlide" Target="/ppt/notesSlides/notesSlide2.xml" Id="R668797474bed4b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df683c10e4599" /><Relationship Type="http://schemas.openxmlformats.org/officeDocument/2006/relationships/notesSlide" Target="/ppt/notesSlides/notesSlide3.xml" Id="R17ec077ba8b9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62310eeea4be8" /><Relationship Type="http://schemas.openxmlformats.org/officeDocument/2006/relationships/notesSlide" Target="/ppt/notesSlides/notesSlide4.xml" Id="R7c1198a2a7a6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9372b72b04bda" /><Relationship Type="http://schemas.openxmlformats.org/officeDocument/2006/relationships/notesSlide" Target="/ppt/notesSlides/notesSlide5.xml" Id="Rd3f330463b0b48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49237cbd04dde" /><Relationship Type="http://schemas.openxmlformats.org/officeDocument/2006/relationships/notesSlide" Target="/ppt/notesSlides/notesSlide6.xml" Id="Re7fc2014be3741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ed4b04130473e" /><Relationship Type="http://schemas.openxmlformats.org/officeDocument/2006/relationships/notesSlide" Target="/ppt/notesSlides/notesSlide7.xml" Id="R9df0496cee4c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df591b4f64883" /><Relationship Type="http://schemas.openxmlformats.org/officeDocument/2006/relationships/notesSlide" Target="/ppt/notesSlides/notesSlide8.xml" Id="Rbd7259c5f8d743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cf012fb6f4c98" /><Relationship Type="http://schemas.openxmlformats.org/officeDocument/2006/relationships/notesSlide" Target="/ppt/notesSlides/notesSlide9.xml" Id="R582f8706be3e4a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A06A3-F466-4683-81D3-5C0E6BBE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EA340-47C3-4656-8C8B-2832E6E5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Vector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D2282-64F2-47BB-9F99-619390B3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E053C-5063-47AA-8262-C1552041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2A2C8-AD8D-4126-9EA5-98E19F8D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733B1-5779-4E4C-9D45-2BDA8DE0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109D1-0ED0-442A-9621-B427D329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636F1-A010-4E05-A192-24B98F8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17A19-944B-40EB-B0FC-AC676BBA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EF4F0-D7D2-435E-9B99-DF4D1238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12211-B37F-42C7-A506-63C73B47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963F4-4060-4126-8501-4D28B55F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572853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007F0-6170-4CB9-8FB1-14129D0B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CCE2B-5C39-474A-9833-92DB65A4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B844C-7FEF-4F85-9E1C-E87AEA3F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41FF9-821D-4796-86AD-160F7670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2B5DA-A541-45F7-B945-0E1F2CE4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3930D-E34B-4B46-9D02-85CDF35F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3DDE2-B668-4FC1-A660-3D74896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F6DBE-D2C9-4666-A5AD-B3287178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E5760-F06E-4815-8D1E-BE5C72C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BAC7C-B8EB-4012-9557-793549A5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F4BBB-0C04-4387-B587-A2640577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58D36-BD72-4762-8ED3-F5B9080D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EA82E-1A43-46CE-948A-012CA0E9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Vector Calculus (8 Hours Theory + 4 Hours Tutorial) PCC-PEC-OEC (4 Credits)template2 2 Scalar and vector fields.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Gradient, directional derivative, divergence and curl-physical interpretation, solenoidal vector fields, irrotational vector fields and scalar potential.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Vector Integration: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 integrals, work done by a force and flux.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Statement of Green's theorem and Stoke's theorem and problems without verifications.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7D5C2-FBA8-4B9B-B4D7-AA1B602E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C5884-D9ED-4249-80FE-17C3C1B3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240838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3F6AE-1972-43CB-95E5-EEA8301C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32C5A-4765-48F1-A856-7CB4A392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6A61B-3A21-41E2-945D-992BF01E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5579F-B63B-4380-BEC1-141BE1E4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6D64D-77E0-4360-9153-9DFDDD2C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D7290-8E12-4E9E-ACEB-069E8E20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0328A-572F-4E3C-A000-BD933983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PCC-PEC-OEC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5CF38-E7C8-488C-B647-9B775FE6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Credits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5CB93-C75B-433D-A551-C34B3A38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template2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4D7BF-3785-4103-A23B-49CE409A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8 :8.4,8.5,8.6,8.7(1,2),8.9,8.18(1),8.11,8.13,8.14,8.17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54A74-9267-4055-9D74-533A7757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2E13D-8CA2-497C-AC6C-F34382CA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2044830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8B75C-F2D3-4FBB-8E6C-DD9FC96F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14DCC-A1BC-4699-8DA4-007DD2E1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88196-A381-4049-BD57-BA5F0305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661E8-6AE7-4D24-B6C5-B780557B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Vector Calculus (8 Hours Theory + 4 Hours Tutorial) PCC-PEC-OEC (4 Credits)template2 2 Scalar and vector fi...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Gradient, directional derivative, divergence and curl-physical interpretation, solenoidal vector fields, ir...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Vector Integration: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 integrals, work done by a force and flux.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Statement of Green's theorem and Stoke's theorem and problems without verifications.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95C7D-88FB-40E7-8D54-B6D16203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FDA5A-E61A-44E3-A9AE-154BDB6E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A0B99-198B-4FA9-A96B-C2E3F954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1A1A6-B702-4F8B-AE80-8774214C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E9CE0-3047-4F9F-8BC5-2132DAF6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0D6FE-5099-41D3-833B-5DA4E9D9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A4601-5B09-4285-B8E0-90E6FB1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74CC8-D480-497F-9657-4C2C9421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29316-F558-4427-8266-F031039F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CD00D-56F9-4632-9911-326D7E9D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9BB3F-A164-4ACC-B6F0-A0D13D7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153489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79EFF-0DB6-4CDC-81CA-6E1C0556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C82A0-220E-40EC-AD6D-D84A7E86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8BABF-0CCF-4673-80E4-00BB0558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BAEF6-1491-43E4-B0D2-293A784D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0B5E8-C8D2-44D6-8525-DEBBE477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EEA66-42BA-4251-92C5-21E14F26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13163-DBED-49C7-94B8-AA136C71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FC4B4-FBDF-48CD-BD48-2294E504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3C562-CD8A-44E6-93FE-07BB07D4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51CE1-37CC-4871-B155-1B7CE725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0B366-16CD-4898-BF1E-9BB2C906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15892-882C-4DDB-977C-7FAE7C62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42117-9345-4243-9558-AD552EC3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B3972-5868-4C40-9DCB-AD45A37A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3DD8D-3BC5-44E7-9A7C-19B074B2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261545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619E6-4D5E-4CC9-A59E-D1D917D6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9F16C-8EC3-4DE5-BEE1-F0DA6C5D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A46E3-B6FD-45D4-9D95-989717DF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EB4BC-621F-4E84-B28C-A9BCF518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09299-4F02-496A-BECD-85ABB44A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Vector Calculus (8 Hours Theory + 4 Hours Tutorial) PCC-PEC-OEC (4 Credits)template2 2 Scalar and vector fields.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C3514-7580-4283-ABB1-48A574FF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Vector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3FDE8-0A71-4979-B093-6D35455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CBE37-7316-4646-802E-A5BE0C8F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7E4A8-23BF-4FEC-97E6-67F2DD86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72905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43FC8-D10B-4C1D-AF2A-ED9A111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FA38F-14E6-4E4C-8B0C-D7776917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4E707-E5F2-4417-AFA4-D0005F6F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B96F6-FF19-4BF6-9B63-F7E5206E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1EBDD-9901-4AE2-B14A-45AB9282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8 :8.4,8.5,8.6,8.7(1,2),8.9,8.18(1),8.11,8.13,8.14,8.17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9F286-C262-4BE6-B1C6-D02EA774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9FF53-4A4A-4F12-9A86-71CB9351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53B18-2DBB-438C-941D-51A67773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963DE-490A-45D3-A456-FB717E37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51085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2B8FF5-23F4-4CCA-B8B0-FE9374E6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7FFC9-5CEC-4F63-A7C5-76F3F77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32F60-8E18-4032-9B39-2003794F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CB49E-F828-40CE-B0E9-C8893FB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9A751-99C5-4C43-BD50-9DE683A5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41479-69C4-49AD-B599-535F9ABD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35936-8A8F-466C-A83B-FBA20006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Vector Calculus (8 Hours Theory + 4 Hours Tutorial) PCC-PEC-OEC (4 Credits)template2 2 Scalar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58879-D4F1-4ECE-A2F3-65F3BC20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BF9E7-FFFA-4D62-9A83-87CDFD2C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35FB9-2E16-4CF5-BC38-A07C976E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Gradient, directional derivative, divergence and curl-physical interpretation, solenoidal vecto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D3AC5-78E2-419B-AC28-E1847706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4E7CD-2E80-4E3B-B030-BDD92213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C688C-583F-4F3C-9FDB-289A998A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Vector Integration: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676AA-2B36-4E1F-9EE3-5544FDFA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085F0-3D8B-4EDE-A16E-104A9FBF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6915B-004A-4A1D-9B87-230FD6C6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 integrals, work done by a force and flux.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89600-9F12-4825-ADA3-1286AC17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88DF3-78B8-480E-8680-DDA91270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733BB-9FD0-4C23-93A2-14497A62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Statement of Green's theorem and Stoke's theorem and problems without verifications.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FA8EA-EAF8-42B7-A249-3DD49A24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AF1EA-7958-4958-924D-DD4A1CD5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C9D80-DF5C-4A10-A59F-F429347B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6A419-2267-4506-B924-E3C9341B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8527B-720E-4B7D-8411-716A2D3C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F3FAB7-2CE6-4F5F-80F8-4B199DB9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8 :8.4,8.5,8.6,8.7(1,2),8.9,8.18(1),8.11,8.13,8.14,8.17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089977-EC43-4806-8915-C7269831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4FAB3-FF81-423D-A7AF-D6729FD0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63A1B-94B7-4FB0-8762-160800F4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454C6-3F23-491C-AEC1-F1F22697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376999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D49B8-1CBB-4569-ABE7-4C5FE885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67095-65A8-4388-B4D6-88388C05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ADA8E-8F3D-4DE9-9AC6-A67B1F34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B694D-67A4-4009-8256-DFB9F0C6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Vector, Calculus, Tutorial, PCC-PEC-OEC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7F990-E6D2-4459-AF6B-784DE84C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5D3DB-0951-4826-9B34-DD161244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9EB7B-AD7E-4D4E-A2F2-C239AC5A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E67DF-1C9C-4F4B-921A-670A6779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957656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2026-08-24T06:38:51.8530000Z</dcterms:created>
  <dcterms:modified xsi:type="dcterms:W3CDTF">2026-08-24T06:38:51.8530000Z</dcterms:modified>
</coreProperties>
</file>