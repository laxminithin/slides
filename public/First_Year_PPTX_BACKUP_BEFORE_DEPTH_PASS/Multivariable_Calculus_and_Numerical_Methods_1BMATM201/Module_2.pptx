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ea4dc4ad04739" /><Relationship Type="http://schemas.openxmlformats.org/officeDocument/2006/relationships/extended-properties" Target="/docProps/app.xml" Id="R82273cf05caa4dd1" /><Relationship Type="http://schemas.openxmlformats.org/officeDocument/2006/relationships/officeDocument" Target="/ppt/presentation.xml" Id="R0b45c4bd70c3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0b7412d084995"/>
  </p:sldMasterIdLst>
  <p:notesMasterIdLst>
    <p:notesMasterId xmlns:r="http://schemas.openxmlformats.org/officeDocument/2006/relationships" r:id="R1fcb047982994bf8"/>
  </p:notesMasterIdLst>
  <p:sldIdLst>
    <p:sldId xmlns:r="http://schemas.openxmlformats.org/officeDocument/2006/relationships" id="256" r:id="R0d98ed52d29d4e43"/>
    <p:sldId xmlns:r="http://schemas.openxmlformats.org/officeDocument/2006/relationships" id="257" r:id="Rd87c46b342c6400f"/>
    <p:sldId xmlns:r="http://schemas.openxmlformats.org/officeDocument/2006/relationships" id="258" r:id="R040d80e3b2764158"/>
    <p:sldId xmlns:r="http://schemas.openxmlformats.org/officeDocument/2006/relationships" id="259" r:id="Rb2cfda88e08543f5"/>
    <p:sldId xmlns:r="http://schemas.openxmlformats.org/officeDocument/2006/relationships" id="260" r:id="Rb27d2d279352432c"/>
    <p:sldId xmlns:r="http://schemas.openxmlformats.org/officeDocument/2006/relationships" id="261" r:id="R7722640e3a8140fe"/>
    <p:sldId xmlns:r="http://schemas.openxmlformats.org/officeDocument/2006/relationships" id="262" r:id="Re18f7841e54d45d4"/>
    <p:sldId xmlns:r="http://schemas.openxmlformats.org/officeDocument/2006/relationships" id="263" r:id="Rd4fcc7df09ac4c6d"/>
    <p:sldId xmlns:r="http://schemas.openxmlformats.org/officeDocument/2006/relationships" id="264" r:id="R8f1429cff4ad44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8e799bd0443ad" /><Relationship Type="http://schemas.openxmlformats.org/officeDocument/2006/relationships/slideMaster" Target="/ppt/slideMasters/slideMaster1.xml" Id="R32d0b7412d084995" /><Relationship Type="http://schemas.openxmlformats.org/officeDocument/2006/relationships/notesMaster" Target="/ppt/notesMasters/notesMaster1.xml" Id="R1fcb047982994bf8" /><Relationship Type="http://schemas.openxmlformats.org/officeDocument/2006/relationships/presProps" Target="/ppt/presProps.xml" Id="R55ba9121a5dc4a24" /><Relationship Type="http://schemas.openxmlformats.org/officeDocument/2006/relationships/tableStyles" Target="/ppt/tableStyles.xml" Id="R81f7d62158e0429a" /><Relationship Type="http://schemas.openxmlformats.org/officeDocument/2006/relationships/slide" Target="/ppt/slides/slide1.xml" Id="R0d98ed52d29d4e43" /><Relationship Type="http://schemas.openxmlformats.org/officeDocument/2006/relationships/slide" Target="/ppt/slides/slide2.xml" Id="Rd87c46b342c6400f" /><Relationship Type="http://schemas.openxmlformats.org/officeDocument/2006/relationships/slide" Target="/ppt/slides/slide3.xml" Id="R040d80e3b2764158" /><Relationship Type="http://schemas.openxmlformats.org/officeDocument/2006/relationships/slide" Target="/ppt/slides/slide4.xml" Id="Rb2cfda88e08543f5" /><Relationship Type="http://schemas.openxmlformats.org/officeDocument/2006/relationships/slide" Target="/ppt/slides/slide5.xml" Id="Rb27d2d279352432c" /><Relationship Type="http://schemas.openxmlformats.org/officeDocument/2006/relationships/slide" Target="/ppt/slides/slide6.xml" Id="R7722640e3a8140fe" /><Relationship Type="http://schemas.openxmlformats.org/officeDocument/2006/relationships/slide" Target="/ppt/slides/slide7.xml" Id="Re18f7841e54d45d4" /><Relationship Type="http://schemas.openxmlformats.org/officeDocument/2006/relationships/slide" Target="/ppt/slides/slide8.xml" Id="Rd4fcc7df09ac4c6d" /><Relationship Type="http://schemas.openxmlformats.org/officeDocument/2006/relationships/slide" Target="/ppt/slides/slide9.xml" Id="R8f1429cff4ad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0a12d28b66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c3af63c5bd4291" /><Relationship Type="http://schemas.openxmlformats.org/officeDocument/2006/relationships/notesMaster" Target="/ppt/notesMasters/notesMaster1.xml" Id="R01c624a83929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37f47b1e840a6" /><Relationship Type="http://schemas.openxmlformats.org/officeDocument/2006/relationships/notesMaster" Target="/ppt/notesMasters/notesMaster1.xml" Id="R5ba6a2cbbe104a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3959f7830b4a75" /><Relationship Type="http://schemas.openxmlformats.org/officeDocument/2006/relationships/notesMaster" Target="/ppt/notesMasters/notesMaster1.xml" Id="R81f76e929543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f09c65ee44d62" /><Relationship Type="http://schemas.openxmlformats.org/officeDocument/2006/relationships/notesMaster" Target="/ppt/notesMasters/notesMaster1.xml" Id="R835c35a7bd0049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c426dac8247de" /><Relationship Type="http://schemas.openxmlformats.org/officeDocument/2006/relationships/notesMaster" Target="/ppt/notesMasters/notesMaster1.xml" Id="Rf99c7bd15b4a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d6c7f8d7644687" /><Relationship Type="http://schemas.openxmlformats.org/officeDocument/2006/relationships/notesMaster" Target="/ppt/notesMasters/notesMaster1.xml" Id="Red60d4f4cdd6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83296be6246a4" /><Relationship Type="http://schemas.openxmlformats.org/officeDocument/2006/relationships/notesMaster" Target="/ppt/notesMasters/notesMaster1.xml" Id="Ra8ad99e1e0f64c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b7dbaf9407440e" /><Relationship Type="http://schemas.openxmlformats.org/officeDocument/2006/relationships/notesMaster" Target="/ppt/notesMasters/notesMaster1.xml" Id="Rc6f7955116d74e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dd8c9bf044814" /><Relationship Type="http://schemas.openxmlformats.org/officeDocument/2006/relationships/notesMaster" Target="/ppt/notesMasters/notesMaster1.xml" Id="R47f0e195f4b44d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ced3cb825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528767f6fe4f8a" /><Relationship Type="http://schemas.openxmlformats.org/officeDocument/2006/relationships/slideLayout" Target="/ppt/slideLayouts/slideLayout1.xml" Id="R4cecb6f612ac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cb6f612ac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d2bee88064330" /><Relationship Type="http://schemas.openxmlformats.org/officeDocument/2006/relationships/notesSlide" Target="/ppt/notesSlides/notesSlide1.xml" Id="Ree5108322ebb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a327780624b85" /><Relationship Type="http://schemas.openxmlformats.org/officeDocument/2006/relationships/notesSlide" Target="/ppt/notesSlides/notesSlide2.xml" Id="R44bae10b8b4c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73670aa99433c" /><Relationship Type="http://schemas.openxmlformats.org/officeDocument/2006/relationships/notesSlide" Target="/ppt/notesSlides/notesSlide3.xml" Id="R64f6cd355647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00989105a4ec4" /><Relationship Type="http://schemas.openxmlformats.org/officeDocument/2006/relationships/notesSlide" Target="/ppt/notesSlides/notesSlide4.xml" Id="R66d5de79559e4c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6f121bba48ac" /><Relationship Type="http://schemas.openxmlformats.org/officeDocument/2006/relationships/notesSlide" Target="/ppt/notesSlides/notesSlide5.xml" Id="R3a5fd8f74d01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0568d01c4f29" /><Relationship Type="http://schemas.openxmlformats.org/officeDocument/2006/relationships/notesSlide" Target="/ppt/notesSlides/notesSlide6.xml" Id="R54cf0a83e26f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a790de0fe46f8" /><Relationship Type="http://schemas.openxmlformats.org/officeDocument/2006/relationships/notesSlide" Target="/ppt/notesSlides/notesSlide7.xml" Id="R795cda73e7bd4c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90877493445f5" /><Relationship Type="http://schemas.openxmlformats.org/officeDocument/2006/relationships/notesSlide" Target="/ppt/notesSlides/notesSlide8.xml" Id="Rc729bed2bc90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5ca7de0d84905" /><Relationship Type="http://schemas.openxmlformats.org/officeDocument/2006/relationships/notesSlide" Target="/ppt/notesSlides/notesSlide9.xml" Id="R16264a5089ff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DF142-DDD6-49A7-8F93-6DA0B12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92810-99EF-43EF-A930-F83CC0E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AF0C0-3D72-4592-A8B2-2BFEDF5F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46895-9EB7-4704-A443-1BD9560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F0E64-3A97-4915-8B2D-2961E6D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8CB72-286D-4640-BE53-E5612593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9A725-61A2-4EEE-9C19-B5D9D72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0F2C5-4852-4A85-A7A0-E2FE5F0F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C9E34-782E-4CA7-A717-8904F5B3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651BC-1BBC-47EB-8B7D-20F1A3F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15E3C-41D0-4E18-A89B-C29C973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B8D4A-81BF-431B-81E5-207AAFE6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2122480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0528F-A75E-4AFE-A303-06B173C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2138B-459A-40BF-B64F-821F6B1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3841C-4DED-4085-A159-A9E561B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A12D-95A6-428E-BB26-CCCAC6A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84203-B006-4306-B54A-93B0696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6B894-ED77-4888-9CF4-EDCA673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9B605-EFB8-4C21-963E-5EC9A1C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E9CD4-39BC-4A28-AD87-68110F8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7D7BA-44AD-4F48-947F-E59736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236D-2D0C-47CE-BCD5-697044BE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9BDA2-63B9-4836-A22D-74B6347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10E82-EE5C-4A3B-B9ED-8FFB88D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9ADE3-48C1-46CD-82A3-326A22E2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of Higher Order(8 Hours Theory + 4 Hours Tutorial) Higher-order ordinary differential equations with constant coefficients, homogeneous and non - homogeneous equations -eax, sin(ax+b), cos(ax+b), x n only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Cauchy's and Legendre's homogeneous differential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mass spring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57D89-633B-4380-ACB2-C934F32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5736A-4B91-4CA9-84D0-ED394B29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538167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CCDBA-3AB1-4F70-842A-015C3EED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F4B36-D6CA-4647-AAF7-1B7B0DC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86B0-6F37-4EA8-B2A2-F960820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1E0B3-37B8-42CA-8573-979FB77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E9F12-D3EF-4301-AC3E-34FF800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1E13E-1564-4977-9019-A1B9EF1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ED75D-03A4-4BCF-BE0F-425C826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Higher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0DED0-1126-4F2A-864F-72ABFADC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4871C-5770-4AD1-B9AC-A4F5DA5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E0F86-68DD-4448-A29C-B9E98943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17.8-17.12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13.4-13.9(1,2)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14:14.2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5BCCA-00AE-4B06-BCF5-C9C10EF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6B07D-2F9B-4223-8594-0BBA811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317774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5A4F-B795-4191-8D35-BCA7AC88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8F1F-B71C-46CF-8D10-562EDE26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673E-F551-4BAD-8C90-EECA3B31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15B9C-6DAC-46D4-86E6-635AC444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of Higher Order(8 Hours Theory + 4 Hours Tutorial) Higher-order ordinary di...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Cauchy's and Legendre's homogeneous differential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mass spring model.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E7591-1E4C-42C2-87D2-7D4A4E3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1E014-C061-426A-A46E-D2C4AFE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46BE7-7E6B-48A8-A90A-1D90A4EE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0F4D9-FB3A-4F59-A912-5531C867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F44B8-6456-490E-AE02-0017DA2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B1673-D37E-424B-BCEE-17EF305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EF282-EC55-4DA3-9F9B-A6E6086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3CBB1-E520-4EF5-A3EE-783D5AB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BE821-9498-4235-BDB4-58C8E30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64803-B7BD-4B23-8BE1-8F3712E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63FF9-61B6-41FF-9181-2DF25BAC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225592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C1D84-9E0B-4963-B3AA-A0C0FB53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E9AB4-6233-4DCA-9479-EB13FC31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76C7F-AD24-46FC-9D90-9DB9979A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5A846-CDE0-410E-99A1-F7477961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84C19-9FC4-463E-8F60-9A65F05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1994-E85F-4964-A0D3-3B7713FD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860A4-4A86-4BB5-BB36-1D969AA7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30F6-6F0F-402A-A702-7A6158C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E5BD-8D5F-433F-91FD-87821B1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FED4C-CD96-492A-A9B7-654BE2DF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93E6-756C-44F6-A51D-4F79FC94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D7430-B33C-47E2-B9B1-A4F5FDF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1D569-810C-4795-922E-48DDF6E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D4D32-7962-49A6-81C1-16EC62B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90095-A4ED-47B2-A800-05BE48C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943222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9F821-2046-41DC-B172-ACDC3A03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4A0C7-AED1-45C6-B1FA-062B9F6B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55D84-62BB-4A05-97B9-7D2B047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2BC1D-DDA6-4666-BE41-B373FE63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F6BF-A85A-4B08-93C3-8B62D47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of Higher Order(8 Hours Theory + 4 Hours Tutorial) Higher-order ordinary differential equations with constant coefficients, homogeneous and non - homogeneous equations -eax, sin(ax+b), cos(ax+b), x n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06136-D749-49DD-BC26-BB33D91D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2C7CD-C1CD-4625-8F7B-6DB3ED39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1454-1C34-4A0A-8C0C-2709552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ABD1F-FDE8-4AF2-A645-715CBDD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2102883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E089C-1499-47BB-A578-0ACEC2C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C28E5-6102-48FD-88ED-A30566A9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E5C2-D7D0-4D8A-A729-F0F3209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7EDCC-E1C8-49D2-87F8-93ADDEB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F13DE-D053-4724-B273-4E55CF9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17.8-17.12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13.4-13.9(1,2)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14:14.2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2: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A0EA-5357-41EE-BE3F-4AFBF16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41970-DF04-4021-882D-F2897A34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B3D39-59FC-4943-B714-536FB61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39D33-F745-4B94-833F-5B686BB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08601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E2767A-59D9-49A3-B807-26064B3F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96BA9-01C3-4704-B846-E365A3F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FB61A-1EEC-4D2A-9937-B123A4BD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A4EE-1ADA-485E-97C9-1B3CA676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7D63B-AD22-443D-A56C-D2B51CD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28B2-B67E-40C3-A9E4-ACB1FE6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2690-AFA5-4C9F-83C1-E1326B1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of Higher Order(8 Hours Theory + 4 Hours Tutorial) Higher-order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79CD7-76E3-4696-A258-1A6026E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8F90C-5DE1-46D5-B5A2-9CDBD635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D69FD-0141-42AB-AD60-5F906AF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 of variation of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59E10-B280-4E16-AC66-705E6542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B8AA9-433C-490A-A8CB-EDB47EC2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98C50-0FCA-4550-8A2F-B0C3B21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Cauchy's and Legendre's homogeneous differential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0AF96-BCA3-402B-B16A-4DE961C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64D33-6116-4139-A236-32D567F9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0C1E6-F9AF-4A0B-BDA2-7C3C4BB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A8137-ECF7-4577-A5F5-045835A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1D7F3-75D7-4351-9461-F74D455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F16F8-C700-4487-977D-7DF6D78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mass spring model.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51949-1FDA-459A-8CB0-02DE569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1B8FB-5A3E-4B31-8D38-8F3CE11C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B9EA5-831F-4D78-AC58-46248A0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45ABA-8C4A-488B-874E-0141008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4BD4D-C53D-4670-8FC3-59126D73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ADD48-C4F9-427D-AD07-51ACE44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17.8-17.12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A30FA-A2AD-4A87-A849-31B0918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1EA18-6EE9-440C-A922-EA6C4B02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DAD88-2A91-45F9-8EF6-9BA4927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BE765-F689-449A-83F4-41520D4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609022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21EF4-A943-4FFE-B196-5620035A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E667-B3EB-4029-B1E9-9879AB88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128A1-033A-4614-9C53-62ECA7F2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233A9-9634-4D2F-83C6-BBE9DD2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Higher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2F455-171F-422E-9246-4BE1095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BB8E1-1F57-4AC3-9C15-DF95EA2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1885B-973D-4F24-9B36-26077B7C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477F-9346-454C-99BD-F284007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63734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2026-08-24T06:38:51.7810000Z</dcterms:created>
  <dcterms:modified xsi:type="dcterms:W3CDTF">2026-08-24T06:38:51.7810000Z</dcterms:modified>
</coreProperties>
</file>