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c7614a6228846be" /><Relationship Type="http://schemas.openxmlformats.org/officeDocument/2006/relationships/extended-properties" Target="/docProps/app.xml" Id="R4168562e08f04d70" /><Relationship Type="http://schemas.openxmlformats.org/officeDocument/2006/relationships/officeDocument" Target="/ppt/presentation.xml" Id="R5f3877728c3a4c2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a91ae7004554cd9"/>
  </p:sldMasterIdLst>
  <p:notesMasterIdLst>
    <p:notesMasterId xmlns:r="http://schemas.openxmlformats.org/officeDocument/2006/relationships" r:id="R70a8600ab27e4c8c"/>
  </p:notesMasterIdLst>
  <p:sldIdLst>
    <p:sldId xmlns:r="http://schemas.openxmlformats.org/officeDocument/2006/relationships" id="256" r:id="Reec7296218944106"/>
    <p:sldId xmlns:r="http://schemas.openxmlformats.org/officeDocument/2006/relationships" id="257" r:id="R48888c6be5cb435d"/>
    <p:sldId xmlns:r="http://schemas.openxmlformats.org/officeDocument/2006/relationships" id="258" r:id="Ra225773662cb4c55"/>
    <p:sldId xmlns:r="http://schemas.openxmlformats.org/officeDocument/2006/relationships" id="259" r:id="R809a8cbaf4764e71"/>
    <p:sldId xmlns:r="http://schemas.openxmlformats.org/officeDocument/2006/relationships" id="260" r:id="R2c3f19cea0f44703"/>
    <p:sldId xmlns:r="http://schemas.openxmlformats.org/officeDocument/2006/relationships" id="261" r:id="R51d6437bbe1b4453"/>
    <p:sldId xmlns:r="http://schemas.openxmlformats.org/officeDocument/2006/relationships" id="262" r:id="R947ab68942f340b6"/>
    <p:sldId xmlns:r="http://schemas.openxmlformats.org/officeDocument/2006/relationships" id="263" r:id="R63aecfdf1b9b4c64"/>
    <p:sldId xmlns:r="http://schemas.openxmlformats.org/officeDocument/2006/relationships" id="264" r:id="R702f0976b1dc405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9da614d46674f19" /><Relationship Type="http://schemas.openxmlformats.org/officeDocument/2006/relationships/slideMaster" Target="/ppt/slideMasters/slideMaster1.xml" Id="R4a91ae7004554cd9" /><Relationship Type="http://schemas.openxmlformats.org/officeDocument/2006/relationships/notesMaster" Target="/ppt/notesMasters/notesMaster1.xml" Id="R70a8600ab27e4c8c" /><Relationship Type="http://schemas.openxmlformats.org/officeDocument/2006/relationships/presProps" Target="/ppt/presProps.xml" Id="Rd13604dd7265435b" /><Relationship Type="http://schemas.openxmlformats.org/officeDocument/2006/relationships/tableStyles" Target="/ppt/tableStyles.xml" Id="Rc11f2969395d40f2" /><Relationship Type="http://schemas.openxmlformats.org/officeDocument/2006/relationships/slide" Target="/ppt/slides/slide1.xml" Id="Reec7296218944106" /><Relationship Type="http://schemas.openxmlformats.org/officeDocument/2006/relationships/slide" Target="/ppt/slides/slide2.xml" Id="R48888c6be5cb435d" /><Relationship Type="http://schemas.openxmlformats.org/officeDocument/2006/relationships/slide" Target="/ppt/slides/slide3.xml" Id="Ra225773662cb4c55" /><Relationship Type="http://schemas.openxmlformats.org/officeDocument/2006/relationships/slide" Target="/ppt/slides/slide4.xml" Id="R809a8cbaf4764e71" /><Relationship Type="http://schemas.openxmlformats.org/officeDocument/2006/relationships/slide" Target="/ppt/slides/slide5.xml" Id="R2c3f19cea0f44703" /><Relationship Type="http://schemas.openxmlformats.org/officeDocument/2006/relationships/slide" Target="/ppt/slides/slide6.xml" Id="R51d6437bbe1b4453" /><Relationship Type="http://schemas.openxmlformats.org/officeDocument/2006/relationships/slide" Target="/ppt/slides/slide7.xml" Id="R947ab68942f340b6" /><Relationship Type="http://schemas.openxmlformats.org/officeDocument/2006/relationships/slide" Target="/ppt/slides/slide8.xml" Id="R63aecfdf1b9b4c64" /><Relationship Type="http://schemas.openxmlformats.org/officeDocument/2006/relationships/slide" Target="/ppt/slides/slide9.xml" Id="R702f0976b1dc405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75d401f0d9a455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76316eb1fbd4f09" /><Relationship Type="http://schemas.openxmlformats.org/officeDocument/2006/relationships/notesMaster" Target="/ppt/notesMasters/notesMaster1.xml" Id="Rc9d003d7d0474e0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143b7e6ded847f4" /><Relationship Type="http://schemas.openxmlformats.org/officeDocument/2006/relationships/notesMaster" Target="/ppt/notesMasters/notesMaster1.xml" Id="Rc0fed31e91514eb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ba2b279fa484bfa" /><Relationship Type="http://schemas.openxmlformats.org/officeDocument/2006/relationships/notesMaster" Target="/ppt/notesMasters/notesMaster1.xml" Id="R1f0bebfc90544ee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21b0185601d4498" /><Relationship Type="http://schemas.openxmlformats.org/officeDocument/2006/relationships/notesMaster" Target="/ppt/notesMasters/notesMaster1.xml" Id="Rd717854b0ea84e3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a1f414b67ee4c20" /><Relationship Type="http://schemas.openxmlformats.org/officeDocument/2006/relationships/notesMaster" Target="/ppt/notesMasters/notesMaster1.xml" Id="Rcb0fb0bdc27b460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4d54979b15f4f19" /><Relationship Type="http://schemas.openxmlformats.org/officeDocument/2006/relationships/notesMaster" Target="/ppt/notesMasters/notesMaster1.xml" Id="R0dba523f7dcd4f9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1beb9d493de4a02" /><Relationship Type="http://schemas.openxmlformats.org/officeDocument/2006/relationships/notesMaster" Target="/ppt/notesMasters/notesMaster1.xml" Id="R8bd3ff2510c74c6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d236e99fab64216" /><Relationship Type="http://schemas.openxmlformats.org/officeDocument/2006/relationships/notesMaster" Target="/ppt/notesMasters/notesMaster1.xml" Id="R429d9ae570d7401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5269e4667594708" /><Relationship Type="http://schemas.openxmlformats.org/officeDocument/2006/relationships/notesMaster" Target="/ppt/notesMasters/notesMaster1.xml" Id="R9a3f86b5852243e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89819956e54d1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65293497e754e24" /><Relationship Type="http://schemas.openxmlformats.org/officeDocument/2006/relationships/slideLayout" Target="/ppt/slideLayouts/slideLayout1.xml" Id="Rf713f5a1cd9c409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713f5a1cd9c409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0c427ecd1f49ae" /><Relationship Type="http://schemas.openxmlformats.org/officeDocument/2006/relationships/notesSlide" Target="/ppt/notesSlides/notesSlide1.xml" Id="R2a8ce51ca130406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b3d2c4585a4806" /><Relationship Type="http://schemas.openxmlformats.org/officeDocument/2006/relationships/notesSlide" Target="/ppt/notesSlides/notesSlide2.xml" Id="Rff86b2086acd41b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8b7d9e0e244f53" /><Relationship Type="http://schemas.openxmlformats.org/officeDocument/2006/relationships/notesSlide" Target="/ppt/notesSlides/notesSlide3.xml" Id="R17ac3fb7e1d6464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227cc1fab94f39" /><Relationship Type="http://schemas.openxmlformats.org/officeDocument/2006/relationships/notesSlide" Target="/ppt/notesSlides/notesSlide4.xml" Id="R7ddc3730ada04d2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6fc4c46fe04a79" /><Relationship Type="http://schemas.openxmlformats.org/officeDocument/2006/relationships/notesSlide" Target="/ppt/notesSlides/notesSlide5.xml" Id="R83290a89e8dc43b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ffc9793fde4967" /><Relationship Type="http://schemas.openxmlformats.org/officeDocument/2006/relationships/notesSlide" Target="/ppt/notesSlides/notesSlide6.xml" Id="Re4f8afa104fd495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3bd05ce2924fc9" /><Relationship Type="http://schemas.openxmlformats.org/officeDocument/2006/relationships/notesSlide" Target="/ppt/notesSlides/notesSlide7.xml" Id="Redddf62ec11642e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7f07b3d85d4b77" /><Relationship Type="http://schemas.openxmlformats.org/officeDocument/2006/relationships/notesSlide" Target="/ppt/notesSlides/notesSlide8.xml" Id="Rd58a2325c59b496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80982eb0484dab" /><Relationship Type="http://schemas.openxmlformats.org/officeDocument/2006/relationships/notesSlide" Target="/ppt/notesSlides/notesSlide9.xml" Id="Rd0816b8e839a4b2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746C3E-582B-4835-9415-08A749576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08CDD2-FDF8-4335-A3B1-49C0DA39F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Numerical Methods- 1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D60974-79BF-4DA5-ABDB-404BE4968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Multivariable Calculus and Numerical Methods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1BMATM201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2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math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B44FC1-3C13-476A-85FD-F8FA656E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Given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1CBFA1-074B-4A40-BB51-89C7A9697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9070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Formula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373728-BB18-444E-85EA-B5D08FDE7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Solve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A6CAEB-37C1-4899-8B14-7DC36A929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7655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033"/>
                </a:solidFill>
              </a:defRPr>
            </a:pPr>
            <a:r>
              <a:rPr sz="1950" b="1">
                <a:solidFill>
                  <a:srgbClr val="172033"/>
                </a:solidFill>
              </a:rPr>
              <a:t>f(x) → f'(x) → interpretation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04F199-5B43-4080-85EF-B3E27491A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43375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F09C22-BA68-483A-8646-2A5DC7196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2291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EDBC83-3636-4766-A513-4E0DB8679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3855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9395ED-B3B6-4CFB-A6DB-283951999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Multivariable Calculus and Numerical Methods | 1BMATM201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02A029-49D6-47A0-BE88-5AC266644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1/9</a:t>
            </a:r>
          </a:p>
        </p:txBody>
      </p:sp>
    </p:spTree>
    <p:extLst>
      <p:ext uri="{BB962C8B-B14F-4D97-AF65-F5344CB8AC3E}">
        <p14:creationId xmlns:p14="http://schemas.microsoft.com/office/powerpoint/2010/main" val="15594735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68F3E8-F920-45B2-AC3E-295CA01F5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32FA87-C303-4FBD-AE63-6ABE11A81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C3C9AF-2E5C-4ECE-8FEF-B3B455221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6F266E-2DBB-4DC7-BCA5-335B9EF45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34EFB1-12EE-4998-BD37-3D0F87ED1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351FD5-BD7D-4916-9E42-981970FCD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Core formula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D2EA0A-5D41-45D9-967C-AD4131602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F4B800-8731-440D-8B1B-64D59D748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Derivation steps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3DC6E7-C21D-45D1-AF17-0CEE8499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DBA188-9BE8-4B3F-BF02-81B1DBADE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Worked problem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686592-970A-4FCB-AC94-B74ECE80E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491D96-AEA6-4D0E-8550-DBBEE057C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Exam checklist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B3C869-E14E-4B82-96F7-76DFEB824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Numerical Methods- 1 (8 Hours Theory + 4 Hours Tutorial) Solution of algebraic and transcendental equations: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Regula-Falsi and Newton-Raphson methods.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Interpolation: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Finite differences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Interpolation using Newton's forward and backward difference formulae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F33D4C-B973-473E-A209-D2D4A0E26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Multivariable Calculus and Numerical Methods | 1BMATM201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4BF153-4BC0-43A4-95A5-66F600A98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2/9</a:t>
            </a:r>
          </a:p>
        </p:txBody>
      </p:sp>
    </p:spTree>
    <p:extLst>
      <p:ext uri="{BB962C8B-B14F-4D97-AF65-F5344CB8AC3E}">
        <p14:creationId xmlns:p14="http://schemas.microsoft.com/office/powerpoint/2010/main" val="21224086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E2834B-C4A7-4396-87B3-043722A72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093CA1-BB27-47DB-99D7-E8F24F107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A82585-0946-4B72-927B-C8D54016C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6B1258-6DFF-425F-AEE3-F584A66D7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Numerical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C12E4E-7DEE-43BF-9FDB-E5D7D92A8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Methods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AB251E-ED6C-4997-A725-8BF7D6110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Tutorial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1C68D1-E9AA-48D5-BF14-2B074A2BD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Solution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E069A8-5C27-46C9-87A2-D0E67EF56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algebraic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C857C3-326D-49D9-8ADC-A1DABC7D8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transcendental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7A2917-A896-40AB-90B7-F359FF6C5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Newton's divided difference formula and Lagrange's interpolation formula.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Numerical integration: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Trapezoidal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Simpson's1/3rd and 3/8thrules.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B49F91-3323-4108-BA9E-E80BE8F2C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Multivariable Calculus and Numerical Methods | 1BMATM201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A4EE66-B263-431A-9FAD-FDDCAF878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3/9</a:t>
            </a:r>
          </a:p>
        </p:txBody>
      </p:sp>
    </p:spTree>
    <p:extLst>
      <p:ext uri="{BB962C8B-B14F-4D97-AF65-F5344CB8AC3E}">
        <p14:creationId xmlns:p14="http://schemas.microsoft.com/office/powerpoint/2010/main" val="17766414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334FC7-E95A-4CB4-BF2F-872758C36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B4C2A8-2779-4709-A34A-E156BCDD7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DAE7C7-BFB4-4B0A-868A-C1DBB3374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7B0A1A-A40A-4C18-A13D-DA28F01D1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Numerical Methods- 1 (8 Hours Theory + 4 Hours Tutorial) Solution of algebraic and transcendental equations: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Regula-Falsi and Newton-Raphson methods.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Interpolation: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Finite differences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Interpolation using Newton's forward and backward difference formulae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Newton's divided difference formula and Lagrange's interpolation formula.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F48C17-850E-462E-8063-12E13390A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724DE6-837A-47C8-9B51-5FBE33DD6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4D9EF3-98B6-4AAC-93F2-DA50FD3E4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Given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2EE722-5347-4EC1-8AE1-B9B3ACBE7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9070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Formula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1BF921-C071-4681-BCE4-DD09497E6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Solve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A8D337-10A7-4D3D-A361-3EDB9DB0B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7655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033"/>
                </a:solidFill>
              </a:defRPr>
            </a:pPr>
            <a:r>
              <a:rPr sz="1950" b="1">
                <a:solidFill>
                  <a:srgbClr val="172033"/>
                </a:solidFill>
              </a:rPr>
              <a:t>f(x) → f'(x) →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21F02B-B803-4819-ACAC-5F810C7DD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43375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6EF413-6816-4694-88DB-0EE39DDBE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2291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B9D254-AC4F-4B4B-B3EF-A31F00D54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3855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A92CF0-D13F-4302-BFFE-80560A1FC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Multivariable Calculus and Numerical Methods | 1BMATM201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5CAB20-E99F-4A9B-A3C5-E5517F9E3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4/9</a:t>
            </a:r>
          </a:p>
        </p:txBody>
      </p:sp>
    </p:spTree>
    <p:extLst>
      <p:ext uri="{BB962C8B-B14F-4D97-AF65-F5344CB8AC3E}">
        <p14:creationId xmlns:p14="http://schemas.microsoft.com/office/powerpoint/2010/main" val="16607935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3F2053-300F-4889-B521-D60AC0F44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E631CB-82B3-478F-AC37-547EA0513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Worked-solution pattern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31B66C-A2C3-4AAC-B4C6-F9A1AD2F8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4D3202-0E00-4E3B-B2C3-5AEC984E1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Given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E01D16-372E-4F95-BEB3-AE0CA4DD3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100202-8C67-48D6-93F3-44F235039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Find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C38B6D-C427-4407-A14E-FD2A47295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7E141B-2642-4543-83CB-B14746F8B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Formula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9AB2A0-09F2-4A2C-8AC8-9ED45DAF5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A1E128-6E2F-45BB-B0B1-56662EDE8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Substitution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29FE49-C85C-4A0A-A33C-661D665F1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A09FD6-1431-40F3-B0C1-3A2C83993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Calculation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935FEA-3047-486A-B477-E4C50D1E7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742D14-AF80-4152-9318-F5A604E66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Multivariable Calculus and Numerical Methods | 1BMATM201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3B216E-BFA0-46F2-971F-CA70F637C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5/9</a:t>
            </a:r>
          </a:p>
        </p:txBody>
      </p:sp>
    </p:spTree>
    <p:extLst>
      <p:ext uri="{BB962C8B-B14F-4D97-AF65-F5344CB8AC3E}">
        <p14:creationId xmlns:p14="http://schemas.microsoft.com/office/powerpoint/2010/main" val="11477636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3AEB5D-4224-4F0E-B9DB-66EC65069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2A7B67-CB4D-4BE8-A2D8-B8D69B614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27FAC9-E520-416B-A01E-DC6B37B7D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B0F7F7-0AA0-40D9-97C2-C49422FBC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0F0D2A-F963-4C01-A73A-9A3388184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Numerical Methods- 1 (8 Hours Theory + 4 Hours Tutorial) Solution of algebraic and transcendental equations: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43F30A-8E5E-4C3D-94F1-0B6A6719A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Numerical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CE2672-E815-40B6-8FCF-F4BDD3545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6E1458-38F2-4F11-86BF-067C46E0D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Multivariable Calculus and Numerical Methods | 1BMATM201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2D6D73-CD6A-43C4-9E04-6D3C27605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6/9</a:t>
            </a:r>
          </a:p>
        </p:txBody>
      </p:sp>
    </p:spTree>
    <p:extLst>
      <p:ext uri="{BB962C8B-B14F-4D97-AF65-F5344CB8AC3E}">
        <p14:creationId xmlns:p14="http://schemas.microsoft.com/office/powerpoint/2010/main" val="15307350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998B88-BA82-4EB7-BBEF-8C4F39BBE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CAA4F6-80D4-426D-BF7C-3A24DADDB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47C128-29AA-4A11-9E36-610DCC28E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803661-4C7F-4C60-A1FD-BA4AE48A0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74E85B-C148-48FD-98C6-463150EBF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Numerical integration: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Trapezoidal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Simpson's1/3rd and 3/8thrules.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Textbook1:Chapter28: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47FCCD-0A02-47E4-8997-7493CC0BD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5438A9-CA05-4482-88CE-9997F9504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9DD4A3-1D7F-4B5C-BD2A-A3DA3E7BE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Multivariable Calculus and Numerical Methods | 1BMATM201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B421EB-6EE9-4135-AE61-ACE3E4B71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7/9</a:t>
            </a:r>
          </a:p>
        </p:txBody>
      </p:sp>
    </p:spTree>
    <p:extLst>
      <p:ext uri="{BB962C8B-B14F-4D97-AF65-F5344CB8AC3E}">
        <p14:creationId xmlns:p14="http://schemas.microsoft.com/office/powerpoint/2010/main" val="39462196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796CD46-6306-4B2D-BA6C-1E53B5B5C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639579-5772-47DD-A4D4-7850A8707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63CFEC-AA99-49C8-9B54-AAD852900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70B9D9-BE2C-4BF1-A800-EF51ADB34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DB1DB0-4A85-45AE-BC8B-09731B4F0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778F67-078E-41C4-AEAB-EB7103CAD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094A2D-B140-4E9A-A50C-54C72B2E1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Numerical Methods- 1 (8 Hours Theory + 4 Hours Tutorial) Solution of algebraic and transcendent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883536-31FC-4DBA-BAD1-9F3B4B537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B0B989-8D3D-4159-BEEA-A55A977F4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A44066-B0E9-47A9-A016-8FF3D31E6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Regula-Falsi and Newton-Raphson methods.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3C1E33-FA7A-4E92-9C5A-D4AFDBA11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24C11E-111C-48CC-ABFC-CB67A804B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682E9B-20D2-42C9-AD34-80EEDE366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Interpolation: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CA5F1A-7BA7-4491-A7A5-6C8FBF81B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DDB947-8BE3-4BC9-AA64-3DF97A99B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14FA4D-29C3-45BB-BBD0-A0955FC9C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Finite differences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D0BC30-9B62-41DF-B455-9052EC71B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5E2B81-327F-4160-B67E-B4572EBC4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504A90-6FA1-445F-8FDB-409470DF9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Interpolation using Newton's forward and backward difference formulae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37E940-8132-4231-A1AF-C6F11B43B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4E0F00-ED46-49E9-A1AB-1E289A34A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D7A01A-CD0E-482D-8553-742F315B9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Newton's divided difference formula and Lagrange's interpolation formula.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697D82-999A-4E2F-9B4D-9E6806F04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8282BA-9D93-478C-B004-16CD4A6AF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5D17AD-2520-4BF2-8A89-7CEB658E3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Numerical integration: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64AF4D-9711-4BC9-A0A7-E5C59E34C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A0FE77-F26C-445F-B461-3EB47B7D0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D90D39C-44DC-4280-991C-024E0667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Multivariable Calculus and Numerical Methods | 1BMATM201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3DE3912-8BB3-4C79-85D2-173FA0302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8/9</a:t>
            </a:r>
          </a:p>
        </p:txBody>
      </p:sp>
    </p:spTree>
    <p:extLst>
      <p:ext uri="{BB962C8B-B14F-4D97-AF65-F5344CB8AC3E}">
        <p14:creationId xmlns:p14="http://schemas.microsoft.com/office/powerpoint/2010/main" val="105808791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76B7F7-7030-42E2-9B23-F6E704806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9F3DDE-70FB-4092-A2DF-E9B820848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CEBF28-FE54-4309-94AC-FCBE48A66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5FD2C4-5ED2-4EB3-AE98-245FCFAAF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Numerical, Methods, Tutorial, Solution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formulae: write the starting expression, assumptions, and final form.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20C2D2-52E9-4D60-8BC4-670E2A403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D4E2D8-8779-4CF8-A77E-355915652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29277B-78F6-4C78-919F-397C41ADB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Multivariable Calculus and Numerical Methods | 1BMATM201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A519D4-503E-4858-AC2B-87115227D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9/9</a:t>
            </a:r>
          </a:p>
        </p:txBody>
      </p:sp>
    </p:spTree>
    <p:extLst>
      <p:ext uri="{BB962C8B-B14F-4D97-AF65-F5344CB8AC3E}">
        <p14:creationId xmlns:p14="http://schemas.microsoft.com/office/powerpoint/2010/main" val="16695937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2026-08-24T06:38:51.9100000Z</dcterms:created>
  <dcterms:modified xsi:type="dcterms:W3CDTF">2026-08-24T06:38:51.9100000Z</dcterms:modified>
</coreProperties>
</file>