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4273ce75004f22" /><Relationship Type="http://schemas.openxmlformats.org/officeDocument/2006/relationships/extended-properties" Target="/docProps/app.xml" Id="R9772e6540b6948af" /><Relationship Type="http://schemas.openxmlformats.org/officeDocument/2006/relationships/officeDocument" Target="/ppt/presentation.xml" Id="R395dab62bf3440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f827a51fd04906"/>
  </p:sldMasterIdLst>
  <p:notesMasterIdLst>
    <p:notesMasterId xmlns:r="http://schemas.openxmlformats.org/officeDocument/2006/relationships" r:id="R5f7dad00716f4128"/>
  </p:notesMasterIdLst>
  <p:sldIdLst>
    <p:sldId xmlns:r="http://schemas.openxmlformats.org/officeDocument/2006/relationships" id="256" r:id="Rf90b694b080745da"/>
    <p:sldId xmlns:r="http://schemas.openxmlformats.org/officeDocument/2006/relationships" id="257" r:id="R0a6e5a4366c94f3a"/>
    <p:sldId xmlns:r="http://schemas.openxmlformats.org/officeDocument/2006/relationships" id="258" r:id="R8c5629b0fca44edc"/>
    <p:sldId xmlns:r="http://schemas.openxmlformats.org/officeDocument/2006/relationships" id="259" r:id="R0f74878ba0ec4764"/>
    <p:sldId xmlns:r="http://schemas.openxmlformats.org/officeDocument/2006/relationships" id="260" r:id="R768aeea397fe443e"/>
    <p:sldId xmlns:r="http://schemas.openxmlformats.org/officeDocument/2006/relationships" id="261" r:id="Rceca0b6b2cda48d5"/>
    <p:sldId xmlns:r="http://schemas.openxmlformats.org/officeDocument/2006/relationships" id="262" r:id="R41ea6c590cfa42eb"/>
    <p:sldId xmlns:r="http://schemas.openxmlformats.org/officeDocument/2006/relationships" id="263" r:id="R03f1b54fd106472b"/>
    <p:sldId xmlns:r="http://schemas.openxmlformats.org/officeDocument/2006/relationships" id="264" r:id="R005628b587a149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764327c1ae4f9b" /><Relationship Type="http://schemas.openxmlformats.org/officeDocument/2006/relationships/slideMaster" Target="/ppt/slideMasters/slideMaster1.xml" Id="Rd8f827a51fd04906" /><Relationship Type="http://schemas.openxmlformats.org/officeDocument/2006/relationships/notesMaster" Target="/ppt/notesMasters/notesMaster1.xml" Id="R5f7dad00716f4128" /><Relationship Type="http://schemas.openxmlformats.org/officeDocument/2006/relationships/presProps" Target="/ppt/presProps.xml" Id="R0082714f8b794e7d" /><Relationship Type="http://schemas.openxmlformats.org/officeDocument/2006/relationships/tableStyles" Target="/ppt/tableStyles.xml" Id="Rc1ef6739dae14a5d" /><Relationship Type="http://schemas.openxmlformats.org/officeDocument/2006/relationships/slide" Target="/ppt/slides/slide1.xml" Id="Rf90b694b080745da" /><Relationship Type="http://schemas.openxmlformats.org/officeDocument/2006/relationships/slide" Target="/ppt/slides/slide2.xml" Id="R0a6e5a4366c94f3a" /><Relationship Type="http://schemas.openxmlformats.org/officeDocument/2006/relationships/slide" Target="/ppt/slides/slide3.xml" Id="R8c5629b0fca44edc" /><Relationship Type="http://schemas.openxmlformats.org/officeDocument/2006/relationships/slide" Target="/ppt/slides/slide4.xml" Id="R0f74878ba0ec4764" /><Relationship Type="http://schemas.openxmlformats.org/officeDocument/2006/relationships/slide" Target="/ppt/slides/slide5.xml" Id="R768aeea397fe443e" /><Relationship Type="http://schemas.openxmlformats.org/officeDocument/2006/relationships/slide" Target="/ppt/slides/slide6.xml" Id="Rceca0b6b2cda48d5" /><Relationship Type="http://schemas.openxmlformats.org/officeDocument/2006/relationships/slide" Target="/ppt/slides/slide7.xml" Id="R41ea6c590cfa42eb" /><Relationship Type="http://schemas.openxmlformats.org/officeDocument/2006/relationships/slide" Target="/ppt/slides/slide8.xml" Id="R03f1b54fd106472b" /><Relationship Type="http://schemas.openxmlformats.org/officeDocument/2006/relationships/slide" Target="/ppt/slides/slide9.xml" Id="R005628b587a149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52c05b6e934a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9e7b8d6a2f45de" /><Relationship Type="http://schemas.openxmlformats.org/officeDocument/2006/relationships/notesMaster" Target="/ppt/notesMasters/notesMaster1.xml" Id="R127a4690d13e43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2e33f08ada4a46" /><Relationship Type="http://schemas.openxmlformats.org/officeDocument/2006/relationships/notesMaster" Target="/ppt/notesMasters/notesMaster1.xml" Id="R623bbebd95634f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73c25319304722" /><Relationship Type="http://schemas.openxmlformats.org/officeDocument/2006/relationships/notesMaster" Target="/ppt/notesMasters/notesMaster1.xml" Id="R4a21f83f5f6d4b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6d3d9e7bc4443e" /><Relationship Type="http://schemas.openxmlformats.org/officeDocument/2006/relationships/notesMaster" Target="/ppt/notesMasters/notesMaster1.xml" Id="Radbe8b56087a45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864b9f7a6e4195" /><Relationship Type="http://schemas.openxmlformats.org/officeDocument/2006/relationships/notesMaster" Target="/ppt/notesMasters/notesMaster1.xml" Id="R59d06dd753c842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b1f4ca63424fa0" /><Relationship Type="http://schemas.openxmlformats.org/officeDocument/2006/relationships/notesMaster" Target="/ppt/notesMasters/notesMaster1.xml" Id="R38b82d60a33d44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d024a2e318487b" /><Relationship Type="http://schemas.openxmlformats.org/officeDocument/2006/relationships/notesMaster" Target="/ppt/notesMasters/notesMaster1.xml" Id="Re435c73b962b4c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9e02369b14432e" /><Relationship Type="http://schemas.openxmlformats.org/officeDocument/2006/relationships/notesMaster" Target="/ppt/notesMasters/notesMaster1.xml" Id="Rf2e06f6e7aad4c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7876bd9c804ab1" /><Relationship Type="http://schemas.openxmlformats.org/officeDocument/2006/relationships/notesMaster" Target="/ppt/notesMasters/notesMaster1.xml" Id="R31f827eee5c743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09db24c4894e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0bbc31a7ad4dfc" /><Relationship Type="http://schemas.openxmlformats.org/officeDocument/2006/relationships/slideLayout" Target="/ppt/slideLayouts/slideLayout1.xml" Id="Rbf2345a7f32240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2345a7f32240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5cd73daad4ba5" /><Relationship Type="http://schemas.openxmlformats.org/officeDocument/2006/relationships/notesSlide" Target="/ppt/notesSlides/notesSlide1.xml" Id="R8640455868fb4e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38b0302004140" /><Relationship Type="http://schemas.openxmlformats.org/officeDocument/2006/relationships/notesSlide" Target="/ppt/notesSlides/notesSlide2.xml" Id="R8e9e8e4ac4eb45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a83e3a9c74fd8" /><Relationship Type="http://schemas.openxmlformats.org/officeDocument/2006/relationships/notesSlide" Target="/ppt/notesSlides/notesSlide3.xml" Id="R8593f6e2728741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eff9119ac4ba4" /><Relationship Type="http://schemas.openxmlformats.org/officeDocument/2006/relationships/notesSlide" Target="/ppt/notesSlides/notesSlide4.xml" Id="Re614346f392241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ce5739a1c4b8c" /><Relationship Type="http://schemas.openxmlformats.org/officeDocument/2006/relationships/notesSlide" Target="/ppt/notesSlides/notesSlide5.xml" Id="R3fff4fbf324c46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6b77932984bec" /><Relationship Type="http://schemas.openxmlformats.org/officeDocument/2006/relationships/notesSlide" Target="/ppt/notesSlides/notesSlide6.xml" Id="R641601a078ef48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d08de63e6454f" /><Relationship Type="http://schemas.openxmlformats.org/officeDocument/2006/relationships/notesSlide" Target="/ppt/notesSlides/notesSlide7.xml" Id="R304955b9d50549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abce282e84a61" /><Relationship Type="http://schemas.openxmlformats.org/officeDocument/2006/relationships/notesSlide" Target="/ppt/notesSlides/notesSlide8.xml" Id="R75a154f880844c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e35fabf1c402a" /><Relationship Type="http://schemas.openxmlformats.org/officeDocument/2006/relationships/notesSlide" Target="/ppt/notesSlides/notesSlide9.xml" Id="R37b7b0e8f62d4d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E167E-2333-49FE-AFCD-3C985793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4601A-C0EE-48DA-BF0A-D85BB74E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Integral Calculus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F8E3C-7C16-4951-8163-057078D8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Multivariable Calculus and Numerical Methods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1BMATM201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6F0A3-B042-47AC-B451-9C7F5363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DEE3D-CA54-4B39-937A-CCF0382A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4A562-C69C-4DE0-A61F-75C49720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6DD6B-C806-4BBA-8DD8-248E3C29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D663E-74A5-4FCE-A2A3-869767D4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14BE6-1025-432D-AD70-2DAEFF8C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345A9-7E79-4AAC-A389-D14D0E4C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4C0C7-4E99-4F7C-B807-876D6FA5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44ADF6-D165-4BAC-BC46-BDAE09B6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10699648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9FF47C-BDEC-4CBB-AEFC-2A1B766C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DC9DC-9676-4EA0-B1FF-DE026C8A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2BCE8-5147-48BC-BA1F-4DFF58B3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AD3D5-188A-460A-A244-DD4C6614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1783A-CDF1-4370-943B-BD1D2F55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096BB-CF2C-40D5-9CB3-996B0DA4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C37FE-2941-4E74-9F25-79558604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8B5513-4925-45D3-A4CC-17D42004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8196A-5969-457C-967C-EE663A28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38D215-DF1D-4067-8D18-4D5E6085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465AD-C164-45AF-A9C5-563DDE09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8EC3C6-7EB7-4974-9953-AB3843C0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01226-0D41-42B7-B6CE-2B09B85E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Integral Calculus (8 Hours Theory + 4 Hours Tutorial) Multiple Integrals: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Evaluation of double and triple integrals, evaluation of double integrals by change of order of integration, changing into polar coordinates.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Applications to find Area and Volume by double integral.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Beta and Gamma functions: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Definitions, properties, relation between Beta and Gamma functions.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CDDF0-36E9-4C5F-896C-26694A23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9B7683-6EC1-4BD9-87AB-D0C5F483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5820431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B9BB2-6E32-4CE2-9901-37656C49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8450F-5B47-4EEF-8AE4-FED33D62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E2101-3D3D-478E-AC36-6AC0B6FC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71164-6AC9-4423-89B3-D8883729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Integral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9C9C2-0807-4057-A780-E4198F2D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Calculus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B95F8-75B8-4367-8069-6C3998AE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FE516-5159-44F4-8128-DEC015C1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Multiple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F280C-1A99-433F-AEAB-C9E10AA6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Integrals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BD7DB-6EFE-41C0-B701-F4AAF392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1063A-969D-454B-814A-952A8370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 1: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Chapter:7.1-7.16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6111A-9083-42DA-B35E-3F47A45A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94F5D-4A2D-4CDD-8A7C-28AB2C8B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15455696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0FAE85-2586-4AC1-A32C-74D4D4B8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39EC6-4AD0-4373-ABF8-FE65BC86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48E59-BD27-4CA1-B87D-23DC2449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D3349-8685-4901-A347-8D835650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Integral Calculus (8 Hours Theory + 4 Hours Tutorial) Multiple Integrals: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Evaluation of double and triple integrals, evaluation of double integrals by change of order of integration...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Applications to find Area and Volume by double integral.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Beta and Gamma functions: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Definitions, properties, relation between Beta and Gamma functions.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 1: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24BD9-C2FC-4559-8D6F-757398C2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604F8-0606-4465-AD7E-76E71685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3A93E-EF57-4833-9363-A241582A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78794-A543-42EF-8E90-807B53A7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99381-138F-4511-A385-06A55FF4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1C40D-2279-4C31-9315-365018CA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EBA4A-4FE3-4109-808D-6EEEE54E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26322-6CEA-4A3B-87F7-0B17A3B9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1446C-8800-496D-8222-F170C583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E2063-D63E-4572-8A27-9DBC8B64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E5D107-1215-4189-9BBD-769DB62A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3404249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B06D8-007F-4611-88D0-640A394A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C29E6-76EB-4A6A-B326-50622DB8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8F069-F91F-4F1C-8E99-EA64F480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55C95-DF77-4D58-8ABC-7910E417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0216F-2499-4EAF-939C-DDC40F48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DDAF5-38D3-4D72-AF7A-D2B2EA6C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BCDBE-4F33-480F-903A-1C31BA24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17FF7-9197-4FBD-92D0-78A60C97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02698-6331-4A0F-94BD-46F70108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FC1D2-9BBE-42C9-9AD4-9ACE9609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F0F29-A764-4FE5-BC65-57C108A0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03DA1A-0383-4ACD-9BB4-15F31EFB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904B0-DA14-4DBB-BFCC-401F8434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3F0E4-AEF0-4468-AA5E-35943B35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12B458-BA4B-45C3-9A24-CFFCB330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18898942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6D351-A1C1-4491-99BD-CFF49037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7B679-542D-4743-9DF4-C1C003C1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B7C6D-BE07-40B9-AB10-B199CDD5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4D3EA-BDC8-425B-8E06-F495FD13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65C6B-3518-4B8C-92F5-6E468B39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Integral Calculus (8 Hours Theory + 4 Hours Tutorial) Multiple Integrals: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FB253-7416-4697-8A35-98DDF92A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Integral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88EE6-6AF5-499C-A476-8E4AE62B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C709A-FD76-4336-9B5B-7339E531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FE0B1-3473-4E50-A08F-B8ED3E91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19505992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389B7-4D85-484A-8C13-F9583FC1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EE009-315F-4AEC-A6FC-A6E712D6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7E2351-B914-4A50-BDDD-4070E527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ADB73-0C0E-4137-B00E-FCD604DE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BD485-518C-4A8F-A728-597AA3AA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Chapter:7.1-7.16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2C006-2CB3-44EF-BEE9-FBB64FF8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08A31-2F81-4E6D-8098-070ADB76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27838-25F5-4B07-B4D8-9CAB62B5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5B5E1-C402-43CC-B41A-195E7C17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8758047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EF043E-E048-45D4-936B-5E85C747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743AF-14B5-4CE9-8567-7762A286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0417C-F4F1-435A-A5EE-9E5EF0AC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86405-3B3F-4285-A248-C4E160A1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8053B-47A2-4A8C-807B-C416DAF5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6E4F6-D48F-4E85-9C5B-A7190314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6C07D-0157-42E5-90B3-33EC6390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Integral Calculus (8 Hours Theory + 4 Hours Tutorial) Multiple Integrals: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A0775-EFAC-435A-8A29-CF49D692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1DE6F-562C-4F12-BDDC-B528A55A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E5B81-897A-4F9C-8505-6BC8274E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Evaluation of double and triple integrals, evaluation of double integrals by change of order 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8B42E-AD05-4087-9141-3617D93E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AA308-0B0B-4AD6-889B-49673A86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DB310-72CD-4B8C-8BC2-EF8142F0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Applications to find Area and Volume by double integral.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6E14C-9DCE-4E71-A56E-1BD02C2C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7D83E-940C-4799-AA2D-5A3DFB41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3A88AA-EDAB-4C6C-BBC0-5B87BAA8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Beta and Gamma functions: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95377-CC0C-4AF5-B976-DF72BADF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A67EFD-74BC-4963-817C-5D730675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6F357C-A3D2-44B4-8EAD-86769BBC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Definitions, properties, relation between Beta and Gamma functions.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57C14C-4739-4E5F-947C-0EC79148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72FB7-6C31-4324-A7EC-DD7AE66F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5909A3-3769-4B5C-8518-C8E8E4CF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 1: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33A130-06CF-4D83-8B85-40D26013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1EFFD7-C05A-42FA-A86F-582D3CD1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C88E86-972E-4B4D-97D5-FA875F8B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Chapter:7.1-7.16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F54705-96F6-4DF8-B31F-13DAFE5B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A45757-6FE7-4E9F-9E2E-32327369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BD5D1E-0B63-46AE-A07C-E7E9756E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B90122-6E64-43E9-9973-074659D9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5145013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8EA621-DD23-4BE5-A0E7-27F4386A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9129D-6551-4C95-9395-7EB21BAD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EA229-E07B-4208-9158-F8B7DFCE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233F3-D8B5-4237-A05D-9978FF32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Integral, Calculus, Tutorial, Multiple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D85D6-DD42-4D7B-8A4E-65490029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F5CC2-998D-40E1-9B84-C2E7C54B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FD98C-D0C7-4A8E-AF5F-E1AB18AF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Multivariable Calculus and Numerical Methods | 1BMATM201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F7457-9DEC-43AE-8981-308BD798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17378674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2026-08-24T06:38:51.7220000Z</dcterms:created>
  <dcterms:modified xsi:type="dcterms:W3CDTF">2026-08-24T06:38:51.7220000Z</dcterms:modified>
</coreProperties>
</file>