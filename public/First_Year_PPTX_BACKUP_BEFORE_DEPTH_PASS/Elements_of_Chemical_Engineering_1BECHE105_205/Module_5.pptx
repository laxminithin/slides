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a81d06d0444e0" /><Relationship Type="http://schemas.openxmlformats.org/officeDocument/2006/relationships/extended-properties" Target="/docProps/app.xml" Id="R4e89c3a179e14769" /><Relationship Type="http://schemas.openxmlformats.org/officeDocument/2006/relationships/officeDocument" Target="/ppt/presentation.xml" Id="R6ab53eefd70147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d0f32e5c094ab3"/>
  </p:sldMasterIdLst>
  <p:notesMasterIdLst>
    <p:notesMasterId xmlns:r="http://schemas.openxmlformats.org/officeDocument/2006/relationships" r:id="R86ebb002ab1f48a9"/>
  </p:notesMasterIdLst>
  <p:sldIdLst>
    <p:sldId xmlns:r="http://schemas.openxmlformats.org/officeDocument/2006/relationships" id="256" r:id="Ra29eed45e91141c4"/>
    <p:sldId xmlns:r="http://schemas.openxmlformats.org/officeDocument/2006/relationships" id="257" r:id="Re0058760e17141db"/>
    <p:sldId xmlns:r="http://schemas.openxmlformats.org/officeDocument/2006/relationships" id="258" r:id="R8a51cb1195b84261"/>
    <p:sldId xmlns:r="http://schemas.openxmlformats.org/officeDocument/2006/relationships" id="259" r:id="R59ca60c1b7ea4993"/>
    <p:sldId xmlns:r="http://schemas.openxmlformats.org/officeDocument/2006/relationships" id="260" r:id="R583e923f46624ece"/>
    <p:sldId xmlns:r="http://schemas.openxmlformats.org/officeDocument/2006/relationships" id="261" r:id="Reaee3bf465394e43"/>
    <p:sldId xmlns:r="http://schemas.openxmlformats.org/officeDocument/2006/relationships" id="262" r:id="R94f052b344014f7f"/>
    <p:sldId xmlns:r="http://schemas.openxmlformats.org/officeDocument/2006/relationships" id="263" r:id="Rafc5fecf54324aa1"/>
    <p:sldId xmlns:r="http://schemas.openxmlformats.org/officeDocument/2006/relationships" id="264" r:id="R82f1b6370fc847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a21a2c5a874dfb" /><Relationship Type="http://schemas.openxmlformats.org/officeDocument/2006/relationships/slideMaster" Target="/ppt/slideMasters/slideMaster1.xml" Id="Rdfd0f32e5c094ab3" /><Relationship Type="http://schemas.openxmlformats.org/officeDocument/2006/relationships/notesMaster" Target="/ppt/notesMasters/notesMaster1.xml" Id="R86ebb002ab1f48a9" /><Relationship Type="http://schemas.openxmlformats.org/officeDocument/2006/relationships/presProps" Target="/ppt/presProps.xml" Id="R35c701971e7c45ef" /><Relationship Type="http://schemas.openxmlformats.org/officeDocument/2006/relationships/tableStyles" Target="/ppt/tableStyles.xml" Id="R38736a7a6415424e" /><Relationship Type="http://schemas.openxmlformats.org/officeDocument/2006/relationships/slide" Target="/ppt/slides/slide1.xml" Id="Ra29eed45e91141c4" /><Relationship Type="http://schemas.openxmlformats.org/officeDocument/2006/relationships/slide" Target="/ppt/slides/slide2.xml" Id="Re0058760e17141db" /><Relationship Type="http://schemas.openxmlformats.org/officeDocument/2006/relationships/slide" Target="/ppt/slides/slide3.xml" Id="R8a51cb1195b84261" /><Relationship Type="http://schemas.openxmlformats.org/officeDocument/2006/relationships/slide" Target="/ppt/slides/slide4.xml" Id="R59ca60c1b7ea4993" /><Relationship Type="http://schemas.openxmlformats.org/officeDocument/2006/relationships/slide" Target="/ppt/slides/slide5.xml" Id="R583e923f46624ece" /><Relationship Type="http://schemas.openxmlformats.org/officeDocument/2006/relationships/slide" Target="/ppt/slides/slide6.xml" Id="Reaee3bf465394e43" /><Relationship Type="http://schemas.openxmlformats.org/officeDocument/2006/relationships/slide" Target="/ppt/slides/slide7.xml" Id="R94f052b344014f7f" /><Relationship Type="http://schemas.openxmlformats.org/officeDocument/2006/relationships/slide" Target="/ppt/slides/slide8.xml" Id="Rafc5fecf54324aa1" /><Relationship Type="http://schemas.openxmlformats.org/officeDocument/2006/relationships/slide" Target="/ppt/slides/slide9.xml" Id="R82f1b6370fc847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e94f47a32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4aa6b35a34cd3" /><Relationship Type="http://schemas.openxmlformats.org/officeDocument/2006/relationships/notesMaster" Target="/ppt/notesMasters/notesMaster1.xml" Id="Reeafb2fdc17541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e238f7da9741d4" /><Relationship Type="http://schemas.openxmlformats.org/officeDocument/2006/relationships/notesMaster" Target="/ppt/notesMasters/notesMaster1.xml" Id="R835426bd1eb246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db4c63d1f74c18" /><Relationship Type="http://schemas.openxmlformats.org/officeDocument/2006/relationships/notesMaster" Target="/ppt/notesMasters/notesMaster1.xml" Id="R057d46888a8a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282e8ff1047f5" /><Relationship Type="http://schemas.openxmlformats.org/officeDocument/2006/relationships/notesMaster" Target="/ppt/notesMasters/notesMaster1.xml" Id="Raa5e24720ad648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8abda564449b7" /><Relationship Type="http://schemas.openxmlformats.org/officeDocument/2006/relationships/notesMaster" Target="/ppt/notesMasters/notesMaster1.xml" Id="R7c8133ae133c46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1edb3a92a4712" /><Relationship Type="http://schemas.openxmlformats.org/officeDocument/2006/relationships/notesMaster" Target="/ppt/notesMasters/notesMaster1.xml" Id="R2b2f1fd495b1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189a0550a24598" /><Relationship Type="http://schemas.openxmlformats.org/officeDocument/2006/relationships/notesMaster" Target="/ppt/notesMasters/notesMaster1.xml" Id="R94e93153286a42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db61d406044f2a" /><Relationship Type="http://schemas.openxmlformats.org/officeDocument/2006/relationships/notesMaster" Target="/ppt/notesMasters/notesMaster1.xml" Id="R832c9005553e47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236e185e5e4f17" /><Relationship Type="http://schemas.openxmlformats.org/officeDocument/2006/relationships/notesMaster" Target="/ppt/notesMasters/notesMaster1.xml" Id="Rbeecbe569b40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496f8b5e6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659524babe478b" /><Relationship Type="http://schemas.openxmlformats.org/officeDocument/2006/relationships/slideLayout" Target="/ppt/slideLayouts/slideLayout1.xml" Id="Rbed297fbcca447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297fbcca447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bb214ea994d3b" /><Relationship Type="http://schemas.openxmlformats.org/officeDocument/2006/relationships/notesSlide" Target="/ppt/notesSlides/notesSlide1.xml" Id="R5b77a0a527c2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5a81bf4524889" /><Relationship Type="http://schemas.openxmlformats.org/officeDocument/2006/relationships/notesSlide" Target="/ppt/notesSlides/notesSlide2.xml" Id="Re59d836c5c4b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052114f34472e" /><Relationship Type="http://schemas.openxmlformats.org/officeDocument/2006/relationships/notesSlide" Target="/ppt/notesSlides/notesSlide3.xml" Id="R76c621586ed44a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01e89c9524850" /><Relationship Type="http://schemas.openxmlformats.org/officeDocument/2006/relationships/notesSlide" Target="/ppt/notesSlides/notesSlide4.xml" Id="Re89b892aeacb42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400e825e4aba" /><Relationship Type="http://schemas.openxmlformats.org/officeDocument/2006/relationships/notesSlide" Target="/ppt/notesSlides/notesSlide5.xml" Id="R2260f4e37c1047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aa53daf2f4a6e" /><Relationship Type="http://schemas.openxmlformats.org/officeDocument/2006/relationships/notesSlide" Target="/ppt/notesSlides/notesSlide6.xml" Id="Rf7bdcbb56435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73b4214c047bf" /><Relationship Type="http://schemas.openxmlformats.org/officeDocument/2006/relationships/notesSlide" Target="/ppt/notesSlides/notesSlide7.xml" Id="R683c2cf0d8f94f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b9595f56442a1" /><Relationship Type="http://schemas.openxmlformats.org/officeDocument/2006/relationships/notesSlide" Target="/ppt/notesSlides/notesSlide8.xml" Id="Rdfe8521960a545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e1dec0bbe4052" /><Relationship Type="http://schemas.openxmlformats.org/officeDocument/2006/relationships/notesSlide" Target="/ppt/notesSlides/notesSlide9.xml" Id="R24e318e074f848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4AC60-6DAC-44FF-8BCC-A29C609C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E1096-6076-41EA-9B52-EC48131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Safety in Chemical Process Industries 8 Hours Safety in Chemical Process Industries, Lessons for the Management, Importa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05DEA-F427-4902-AD26-F66E2E2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F129C-1C2E-4BAB-A889-8526EEF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C8BE8-C5B4-4EFF-AD51-5B18616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D222B-D2EA-498C-8672-73D41B1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CAC7F-B59C-4D68-AA12-FAAD59D0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D86AD-EAE6-4AE0-B63B-F77569B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80C90-7486-4BB4-A127-32408AF9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2D495-A981-4E50-8BE7-AE6D90D0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F71F-5B69-4569-950A-D44A97DD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A4324-4F2D-40C7-82BE-6DF6CB1E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35C2D-5F12-4B99-B3AC-3A7EE307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A5F65-A689-4D87-A5EF-11BACAC5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F3118-5FB6-4BC6-B0A7-4E6E33CB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2013806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979CF-98BA-4F90-9D62-D44534E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83DF7-E29E-458A-BE97-99CE5796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AAC4-1F15-463A-A7C4-D77E9AF5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A64CA-AD1B-4FE6-A84C-21DFCF41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221F5-8A4A-4034-A426-A7DAB18A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C7A09-59DA-4669-83CA-4217707F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FB802-75A7-40BC-BE25-C3D9E78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26342-21A4-491A-B0AD-B57D26A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8E8F7-499B-45CE-A109-A1967BD4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79A5B-2472-4999-9A44-B66AB885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FC5D0-D825-46F8-A337-E0356A1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FECE-2132-46EA-B442-EFF209D6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00F37-1E1A-4BFE-8D19-5EA7F93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Safety in Chemical Process Industries 8 Hours Safety in Chemical Process Industries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Lessons for the Management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Importance of Quantitative Information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Case Study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Extinction of Different Species of Vultures 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A7549-011D-4219-AB03-5066DEE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368A4-E910-4307-9516-26D9B609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919430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025D7-EBF6-4F97-A7F7-E76AC92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49F14-7233-490C-B844-ABDBECF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A4F8E-BB24-4989-B1B7-12D8BA5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42D4B-5DFC-46D8-8FFE-AE0D725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F56B8-7865-4F10-893C-5BA4747F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19F38-ECAC-439A-BFD1-3D4851F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D55EE-4B5A-4060-A4CC-9A54785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Industries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5EFEE-F1C3-4A3F-8F3D-BB01411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Lessons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6BEB1-C89A-48AD-AC9E-2B6DD06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6558B-C98C-411E-8819-013F84F4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Case Study 2: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Environmental Hazards of a Green Project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Case study 3: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Bottling plant of Coco -Cola.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E9AB3-3E44-49A0-925C-6D0F9049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12B61-194C-44D6-AEC9-39FB0DE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667607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A6EEC-70E5-4318-9D0E-5D7B3CAA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3BB8F-1618-47AB-8914-4F7D66A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7A910-53D5-4495-BCAD-09848097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43DD-4B6D-43DF-BA7E-5AF1FAE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Safety in Chemical Process Industries 8 Hours Safety in Chemical Process Industries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Lessons for the Management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Importance of Quantitative Information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Case Study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Extinction of Different Species of Vultures 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Case Study 2: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BCB15-4CF7-4E23-8DED-876F5CE8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57762-6477-480E-AA5B-6F670EF6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83B89-10C5-4E61-AB5F-9D3392A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73956-6E10-4984-A95E-D4E1D26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814B8-DDA1-4994-89D2-F9869EEB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FC1AF-44A0-4FFC-B7DA-6F8B31B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9E917-5E1F-431D-9670-4FBD3EA9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9BA3-374D-415B-9D4D-BF1CC86D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02C5C-B4DD-4F84-85A0-0DE76F1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5896D-489C-4F08-AE17-16E3AD3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C59EB-9F47-46C9-9264-5B35ADE2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CCE50-2433-47DA-9DFB-830C0F7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6BDAA-23F6-4E52-A257-80A9CC76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E33A8-79F6-4A98-970C-7D9A142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723417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CD60F-04F6-445E-A549-75271A6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2759F-DC5D-4BB8-AC39-EF65E0BE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43613-2DF9-4EBC-80BD-A3F1F832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E9995-D1D5-403B-B759-B95986EA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E0255-6F72-40A9-9B59-7F0B113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7FD54-E45B-4DF6-AD22-CBF07B86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3FA20-69F2-49F4-AD14-8DB1D021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27D3F-3F1B-4A86-862F-5A27D0E0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CEF1C-1110-444C-BC84-A53B27C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02006-C820-4EA0-B7B8-E2D7215F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507B9-7074-4E01-9438-448BC6E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DCE51-C1E2-42EC-9208-07317F86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889CE-2223-43D4-9AC7-032044D6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10565-D0C9-433C-A847-1C9CBAA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6B257-0BC8-498F-ABCF-3372852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986911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53E89-1405-4B6F-A4F2-0483550E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F4D2-986E-410F-88B6-4F26A5A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87B63-0177-4C8B-9AC1-DC7A71E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09727-1D62-467B-BC74-F8A19299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23E9E-3A11-4D89-BB41-82706461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Safety in Chemical Process Industries 8 Hours Safety in Chemical Process Industries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2414B-2F36-4949-9311-CE732D48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Safety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BA3B0-2DC7-47FB-94C7-8737D1D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6AC5D-883B-4067-9058-0F248CD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845B-F9DA-4C88-9784-41186A0C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371385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BFCDD-4260-4583-BBD0-0EA968E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53266-E5AF-4F3B-A460-02B34289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F4BB6-77B2-4AB7-828C-F726ADF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3C1B2-A85A-4079-86FC-75D1F19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625F-2A94-489B-8018-DB30F2BC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Environmental Hazards of a Green Project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Case study 3: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Bottling plant of Coco -Cola.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safety and process management (Process design for safety, introduction to HAZOP and safety management processes).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D8945-8F8D-4087-83AE-C04AA88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76581-789C-4BCC-AAA1-5ECAB1F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EBCED-FE2B-4946-B474-662F0DC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873A1-F88B-43F7-8E91-8583935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483532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434B7-9E91-420E-8B9C-7947063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3138E-45A9-4183-8186-BB073CEA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E0162-5029-49C7-8EC7-8516790E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E53C6-0494-4B39-8141-F6C4504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88C8B-DFFF-471B-90A4-07724C8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572E7-F483-4A78-B878-B04343B9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FB27F-8FD5-405E-9EDE-9C419344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Safety in Chemical Process Industries 8 Hours Safety in Chemical Process Industries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04C69-449E-40DC-970C-66F30445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F8132-2026-4E41-A925-A3C237DD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EAD73-27D5-4DF6-9C5A-CFD4AED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Lessons for the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EBF18-A41F-4E0F-8FB3-F084D29B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949FB-9042-4961-9B2D-0132CCD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D1056-F0BF-4B3E-B189-063F215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Importance of Quantitative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BE9A4-4782-40F2-A8A7-14454E3C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2857F-28F7-4B77-A562-3B1148A1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7648B-A508-482B-B73F-CD46D37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Case Study 1: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C9BCC-4411-4123-AE79-71C9D1C7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0EDBF-C85E-4D2E-A168-C34EFA7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5978B-2F62-43A6-83B1-6604D46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Extinction of Different Species of Vultures 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4024A-A91F-4D88-B9E3-AD6F35B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F9AC1-1835-4BFF-88E1-E374D23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9E0C87-9BEF-47BD-8EEE-2D6951BA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Case Study 2: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02BEF-B0AE-4749-9281-6A1546B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38C6D-85DA-4FB0-B69B-B2D161F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7F689-6425-43A0-9FF7-DE8A58B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Environmental Hazards of a Green Project 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25D95-EECC-4FCA-B428-C6E29625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5E77B-8D27-49B8-B64F-26A9EDED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537016-9020-4473-A98E-E2D9367B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560A3C-91A5-4B4F-AF7A-5418E55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2060009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0D64F-B115-45DB-BA15-6E55DCE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1B45E-5756-4021-ADB1-1429CBD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D65D2-890F-45F5-B10A-8200950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2D576-BF48-4A88-8603-31247EC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Safety, Chemical, Process, Industries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72C88-7252-4D0A-A0AA-85A20F57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5FBAB-5456-4D5B-B9F1-F0E4097F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48AA-C917-4919-826F-C913EA6A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Chemical Engineering | 1BECHE105/205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DE8BA-C1BC-4E31-8AC9-BB48E3D3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411351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2026-08-24T06:38:45.9750000Z</dcterms:created>
  <dcterms:modified xsi:type="dcterms:W3CDTF">2026-08-24T06:38:45.9750000Z</dcterms:modified>
</coreProperties>
</file>