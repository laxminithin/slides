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fd7eb6b00492a" /><Relationship Type="http://schemas.openxmlformats.org/officeDocument/2006/relationships/extended-properties" Target="/docProps/app.xml" Id="R3e12c2d3840b40d1" /><Relationship Type="http://schemas.openxmlformats.org/officeDocument/2006/relationships/officeDocument" Target="/ppt/presentation.xml" Id="R9e7f71f48bc0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73ad50b7234c5d"/>
  </p:sldMasterIdLst>
  <p:notesMasterIdLst>
    <p:notesMasterId xmlns:r="http://schemas.openxmlformats.org/officeDocument/2006/relationships" r:id="Re950cf6e3eed4d6d"/>
  </p:notesMasterIdLst>
  <p:sldIdLst>
    <p:sldId xmlns:r="http://schemas.openxmlformats.org/officeDocument/2006/relationships" id="256" r:id="R417080db299f4306"/>
    <p:sldId xmlns:r="http://schemas.openxmlformats.org/officeDocument/2006/relationships" id="257" r:id="Rb6da350817f94868"/>
    <p:sldId xmlns:r="http://schemas.openxmlformats.org/officeDocument/2006/relationships" id="258" r:id="R3ab426d3a401406d"/>
    <p:sldId xmlns:r="http://schemas.openxmlformats.org/officeDocument/2006/relationships" id="259" r:id="R46d662cb4f11416e"/>
    <p:sldId xmlns:r="http://schemas.openxmlformats.org/officeDocument/2006/relationships" id="260" r:id="R89270667cd514d69"/>
    <p:sldId xmlns:r="http://schemas.openxmlformats.org/officeDocument/2006/relationships" id="261" r:id="Re079e0285a0944d1"/>
    <p:sldId xmlns:r="http://schemas.openxmlformats.org/officeDocument/2006/relationships" id="262" r:id="R31a1f7cfdd934769"/>
    <p:sldId xmlns:r="http://schemas.openxmlformats.org/officeDocument/2006/relationships" id="263" r:id="Rff4955ddb9244cd3"/>
    <p:sldId xmlns:r="http://schemas.openxmlformats.org/officeDocument/2006/relationships" id="264" r:id="R75dba4f963de49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d86aba009a45d3" /><Relationship Type="http://schemas.openxmlformats.org/officeDocument/2006/relationships/slideMaster" Target="/ppt/slideMasters/slideMaster1.xml" Id="Rc973ad50b7234c5d" /><Relationship Type="http://schemas.openxmlformats.org/officeDocument/2006/relationships/notesMaster" Target="/ppt/notesMasters/notesMaster1.xml" Id="Re950cf6e3eed4d6d" /><Relationship Type="http://schemas.openxmlformats.org/officeDocument/2006/relationships/presProps" Target="/ppt/presProps.xml" Id="Rb526ddca82e144f7" /><Relationship Type="http://schemas.openxmlformats.org/officeDocument/2006/relationships/tableStyles" Target="/ppt/tableStyles.xml" Id="R16cfb6b86016497e" /><Relationship Type="http://schemas.openxmlformats.org/officeDocument/2006/relationships/slide" Target="/ppt/slides/slide1.xml" Id="R417080db299f4306" /><Relationship Type="http://schemas.openxmlformats.org/officeDocument/2006/relationships/slide" Target="/ppt/slides/slide2.xml" Id="Rb6da350817f94868" /><Relationship Type="http://schemas.openxmlformats.org/officeDocument/2006/relationships/slide" Target="/ppt/slides/slide3.xml" Id="R3ab426d3a401406d" /><Relationship Type="http://schemas.openxmlformats.org/officeDocument/2006/relationships/slide" Target="/ppt/slides/slide4.xml" Id="R46d662cb4f11416e" /><Relationship Type="http://schemas.openxmlformats.org/officeDocument/2006/relationships/slide" Target="/ppt/slides/slide5.xml" Id="R89270667cd514d69" /><Relationship Type="http://schemas.openxmlformats.org/officeDocument/2006/relationships/slide" Target="/ppt/slides/slide6.xml" Id="Re079e0285a0944d1" /><Relationship Type="http://schemas.openxmlformats.org/officeDocument/2006/relationships/slide" Target="/ppt/slides/slide7.xml" Id="R31a1f7cfdd934769" /><Relationship Type="http://schemas.openxmlformats.org/officeDocument/2006/relationships/slide" Target="/ppt/slides/slide8.xml" Id="Rff4955ddb9244cd3" /><Relationship Type="http://schemas.openxmlformats.org/officeDocument/2006/relationships/slide" Target="/ppt/slides/slide9.xml" Id="R75dba4f963de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b5312316bf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f45735bb1e487d" /><Relationship Type="http://schemas.openxmlformats.org/officeDocument/2006/relationships/notesMaster" Target="/ppt/notesMasters/notesMaster1.xml" Id="R0a1ea416109446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6b3abfda7748e5" /><Relationship Type="http://schemas.openxmlformats.org/officeDocument/2006/relationships/notesMaster" Target="/ppt/notesMasters/notesMaster1.xml" Id="Ra70f7ddee334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a84772410d41a9" /><Relationship Type="http://schemas.openxmlformats.org/officeDocument/2006/relationships/notesMaster" Target="/ppt/notesMasters/notesMaster1.xml" Id="R491565718021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34d62624c466a" /><Relationship Type="http://schemas.openxmlformats.org/officeDocument/2006/relationships/notesMaster" Target="/ppt/notesMasters/notesMaster1.xml" Id="Rf5135842c68242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c7fb9044143fa" /><Relationship Type="http://schemas.openxmlformats.org/officeDocument/2006/relationships/notesMaster" Target="/ppt/notesMasters/notesMaster1.xml" Id="R5b750cd15802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2d3d845a847b4" /><Relationship Type="http://schemas.openxmlformats.org/officeDocument/2006/relationships/notesMaster" Target="/ppt/notesMasters/notesMaster1.xml" Id="Re05cd63c572a4c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6d565fc8248a4" /><Relationship Type="http://schemas.openxmlformats.org/officeDocument/2006/relationships/notesMaster" Target="/ppt/notesMasters/notesMaster1.xml" Id="R4efca8dd3df5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35ac1dde24def" /><Relationship Type="http://schemas.openxmlformats.org/officeDocument/2006/relationships/notesMaster" Target="/ppt/notesMasters/notesMaster1.xml" Id="Re8a859211c4947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f975eb8dea41f8" /><Relationship Type="http://schemas.openxmlformats.org/officeDocument/2006/relationships/notesMaster" Target="/ppt/notesMasters/notesMaster1.xml" Id="R595c4716e6a5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4fa957c594b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84f9f4dbc4604" /><Relationship Type="http://schemas.openxmlformats.org/officeDocument/2006/relationships/slideLayout" Target="/ppt/slideLayouts/slideLayout1.xml" Id="Rbd6a89e6817841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a89e68178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8472e9b9f4f43" /><Relationship Type="http://schemas.openxmlformats.org/officeDocument/2006/relationships/notesSlide" Target="/ppt/notesSlides/notesSlide1.xml" Id="R6a6be2907c9a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40ae42ae64619" /><Relationship Type="http://schemas.openxmlformats.org/officeDocument/2006/relationships/notesSlide" Target="/ppt/notesSlides/notesSlide2.xml" Id="R479c3d695859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35d0dee884063" /><Relationship Type="http://schemas.openxmlformats.org/officeDocument/2006/relationships/notesSlide" Target="/ppt/notesSlides/notesSlide3.xml" Id="Re504e9cfc7ff49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3c25d0b1242df" /><Relationship Type="http://schemas.openxmlformats.org/officeDocument/2006/relationships/notesSlide" Target="/ppt/notesSlides/notesSlide4.xml" Id="Re4f06c6a0f20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672790fa847f8" /><Relationship Type="http://schemas.openxmlformats.org/officeDocument/2006/relationships/notesSlide" Target="/ppt/notesSlides/notesSlide5.xml" Id="Rb22dcdea050b46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33995b7a4baa" /><Relationship Type="http://schemas.openxmlformats.org/officeDocument/2006/relationships/notesSlide" Target="/ppt/notesSlides/notesSlide6.xml" Id="Rbc8996855c17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69b07bea54232" /><Relationship Type="http://schemas.openxmlformats.org/officeDocument/2006/relationships/notesSlide" Target="/ppt/notesSlides/notesSlide7.xml" Id="R560644d5de0147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dee76dc3f4f38" /><Relationship Type="http://schemas.openxmlformats.org/officeDocument/2006/relationships/notesSlide" Target="/ppt/notesSlides/notesSlide8.xml" Id="Re251a40853b9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ca84c1b8f4801" /><Relationship Type="http://schemas.openxmlformats.org/officeDocument/2006/relationships/notesSlide" Target="/ppt/notesSlides/notesSlide9.xml" Id="Rc6b0f1c1b6d6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9824A-115B-4669-B079-999A2C8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17F21-C3EC-4A6A-AC81-38294FD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Modern chemical engineering plants 8 Hours Batch processing and continuous processing, transition from batch to continuo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26F6-29E9-4D5E-9E26-CEEC994F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88656-D310-4AFD-BBD2-7679563F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B1F9-B3F7-44BF-A7F8-5123BB0F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0EC4C-C6A6-41EC-A5B2-A7C75355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7B73-9DB8-4000-8C3F-F12A717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F1913-6646-49A1-AEE2-C920305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23279-03F4-4B51-A301-526C5D5C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DECF-68C4-4C0C-922C-85747E69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EB230-60EA-480C-8158-3A210A54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C2A8D-6210-4D83-8AD4-0F383E1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1B9DA-3C7D-4476-BADA-AE0E12C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57108-31A5-4EE4-A133-9DCAD02F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F8EF6-88DC-4BE7-99A9-3A4B52A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60878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F86C6-261C-43D2-8173-0225C13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C85F1-0ED2-4431-A086-B827780E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4D3C6-4774-4EB0-BCEC-C2E2E4A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14F50-5362-4E26-87D8-DA0A27EC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FBC7-4E87-4164-9396-61FF3F3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C5D19-AAAD-401E-A207-FF9D70A5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ABA50-6936-4276-B35C-CDBDB8D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CDE3D-39B7-40EA-BDF1-B61CFBC1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1E55C-6540-4841-BB15-B11003E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112C5-341D-471B-A660-1C4CBF3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9DEE2-601D-4934-B7D0-84E638C4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5DF12-2BA2-4432-A781-A882C70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3FE14-2D99-4088-B963-D7458E5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Modern chemical engineering plants 8 Hours Batch processing and continuous processing, transition from batch to continuous processing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principles of chemical processes 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Unit processes and unit operations;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Case studies: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Manufacture of paint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EAD72-1CB2-4BC4-A184-D409010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5F6D3-3A27-4C6D-813C-8668ADF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443502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C22F8-765F-454C-998D-3558DC4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7ADE-D60A-46CD-AEEB-38EAA78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9F1F0-4E86-4146-AADD-8E8603A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A9ED2-2302-4441-A115-F292B0E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82198-7428-4E11-847C-EEEFE67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89A21-97D5-4CE7-BC18-51EC756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C61C7-E576-4B18-9CBB-82BF039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45CB7-D388-4742-B97B-13CC720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82651-13A8-4568-A630-8FCE245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3BABE-1115-40EF-B6CA-F176E88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Sulfuric acid and Soda ash.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Measurement of temperature, pressure, flow and level in a process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66E5D-1446-4DF8-9BFE-0DE426AA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196D0-FA45-4957-A7DA-6F03DFED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094889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9C9C6-8425-45A5-90C3-CC00B581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0D7ED-C61E-4A03-8FBE-F3844434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F188F-8D40-42BE-A1CA-44759FEA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DB024-C33C-4828-B690-DDFEF0A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Modern chemical engineering plants 8 Hours Batch processing and continuous processing, transition from batc...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principles of chemical processes 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Unit processes and unit operations;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Case studies: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Manufacture of paint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Sulfuric acid and Soda ash.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70F9E-3AC1-4FA6-BE2E-381F4A94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0F825-7EE7-443C-8F4C-9F4CA8F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66C21-A467-4712-9905-3325EF00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5997D-6C7C-421A-80BE-A3388F9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0B07-13EC-41EC-A368-ADF30C3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5946B-062F-4153-95E6-72B93BF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C73FC-D584-4C55-B7F1-3B03C62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02722-1B05-4EFE-843C-42459F76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2EF37-D800-4F8E-95EF-7A20068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CAAF8-465C-4A88-AD70-8BDD4F0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2F3D7-B7C7-48D5-99A2-0DD1CF1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A7573-4EB2-4D41-83A0-68302E83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93696-28D4-4D55-BAEA-F677186E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5BE32-9F39-48B8-9B1A-087755F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477375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8A3C8-7336-43CC-96AD-D2A2C2EC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9EB42-AE62-47BF-B80B-241774D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18B40-DB74-48CE-829D-349F459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5911F-7229-44F6-8830-78107BF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DD8C-A2FB-42DA-8FD2-3521B49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1FEA-0016-46C7-8890-0B78049C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F2239-18DB-4DA7-873A-19C84D7C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4FF8F-1CCD-458A-B251-072B249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0BCEE-281F-4E7F-A261-42762F2A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6D2B-B75C-4184-9E26-66DF91D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CA349-2D7F-4304-8E87-11766E37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B904C-B29A-4DEA-A2A1-D7D8EECE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F15C0-0A80-47C0-A100-CCE17AE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E22DF-5DCE-419A-BB4B-3598E95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A7F32-E408-42F0-BE5C-F78981B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447143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FFDA3-CB1F-499D-AF07-3F612394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D3CD9-3CE7-4657-9146-55760246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3A90D-CE2B-4847-B114-ABB33ECB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88B4-FDB4-40F8-A368-8B15DDE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226EC-D3A6-418A-8EF9-6FBD7D3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Modern chemical engineering plants 8 Hours Batch processing and continuous processing, transition from batch to continuous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AB274-99EA-4496-9C07-DDE1A1B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Modern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5646F-39CE-463B-AA4F-6C204C1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3772-EF20-4BE9-8457-8822AAD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4D184-D6FA-4112-9592-A28D1E2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476953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B3AA7-78C5-4AEB-9644-34D93C75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79F6A-9502-4202-8857-68D086D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DF822-CFC1-4BCD-AD28-DF822910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E8EE-ADF2-4321-B854-7D20675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B6E25-64BF-47AE-A295-8644160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Measurement of temperature, pressure, flow and level in a process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0AEE5-6FB1-449E-AD06-32415F2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EB264-5630-49F9-9EA5-379C0FDE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201A8-F758-4CE7-9C88-D00F5B1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065A7-C957-424F-95A3-0EFAD18B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711478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F53C8-C8C5-46FD-8944-B8044B9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3EB3B-2E20-4CC0-BE58-4894B34E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25742-D4DE-4C81-A120-69505DC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7C628-68CF-42C5-9BE4-1ABB9486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4B509-A09F-4DA2-A479-5A99B0E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8CCAE-1028-44B2-910C-6FF4F7D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CC656-E01D-41AA-9768-E5AC6DB0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Modern chemical engineering plants 8 Hours Batch processing and continuous processing, transiti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C8FBE-1F1A-444F-A7B1-32B67130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EBA2B-B856-48B1-88A2-9588ED6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87E98-71B6-45E9-AEAE-6CEC899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principles of chemical processes 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E9233-E3F1-48B7-A8C8-9F20E837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FE18B-83D2-4756-BE1E-04CC6A3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F6926-2F70-4A8B-AB87-393C7F1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Unit processes and unit operations;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4E786-3A47-43D7-9539-AE554DD7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77AAC-0313-44E3-B34C-D8A1DF46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B4782-4769-465D-8CE1-3FD079B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Case studies: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E4960-2EA7-4173-8F04-E56903DC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C0EF8-ACE6-40D2-8CDC-DB2E7D4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53DF8-F1EA-4B84-B69C-9BC9D6BC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Manufacture of paint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769FC-EE8F-4D60-9008-0916915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0EEFB-54C1-4936-84B0-F1AB1C9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3F3A1-22CD-4D87-B5AB-45C18BF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Sulfuric acid and Soda ash.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E88D5-59F8-429B-A3E9-5FEAF67D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5DE6C-0AFA-4F8C-9174-832B3B8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D826E-16DA-4101-B0BC-60E0142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Measurement of temperature, pressure, flow and level in a process 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67A1A-8930-4BBB-9D05-BDAD188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17486-F778-422C-8B13-5C6F66CE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AD35F-E15C-4CBA-AE97-39B09E1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257BD-56B4-4CA7-9BB8-82258A6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2007640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53095-C4B6-4178-82CE-74FD5E4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63DC2-6B4A-41DE-A211-C990D37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3A822-B3A9-4DE1-A9A8-58AAF3B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577B7-F74C-4CAD-A924-EA766F0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Modern, chemical, engineering, plants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BD0FE-51EA-4D25-B0F7-363AFA9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92133-D926-454A-9230-2BA53CEB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4C7D0-6823-4B0B-AD77-1D4D3B9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3F6B3-D403-4B18-B510-D9774AE8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071759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2026-08-24T06:38:45.8000000Z</dcterms:created>
  <dcterms:modified xsi:type="dcterms:W3CDTF">2026-08-24T06:38:45.8000000Z</dcterms:modified>
</coreProperties>
</file>