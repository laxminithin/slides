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e2bca9dffd4dda" /><Relationship Type="http://schemas.openxmlformats.org/officeDocument/2006/relationships/extended-properties" Target="/docProps/app.xml" Id="Radec156d6daf4710" /><Relationship Type="http://schemas.openxmlformats.org/officeDocument/2006/relationships/officeDocument" Target="/ppt/presentation.xml" Id="Rd15b4078625f49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63cb1a52a24f93"/>
  </p:sldMasterIdLst>
  <p:notesMasterIdLst>
    <p:notesMasterId xmlns:r="http://schemas.openxmlformats.org/officeDocument/2006/relationships" r:id="R86a7b818c3c04ce9"/>
  </p:notesMasterIdLst>
  <p:sldIdLst>
    <p:sldId xmlns:r="http://schemas.openxmlformats.org/officeDocument/2006/relationships" id="256" r:id="R1710a475b4134a7c"/>
    <p:sldId xmlns:r="http://schemas.openxmlformats.org/officeDocument/2006/relationships" id="257" r:id="R8fd5b88c65b8419a"/>
    <p:sldId xmlns:r="http://schemas.openxmlformats.org/officeDocument/2006/relationships" id="258" r:id="Re1358fed52f249a4"/>
    <p:sldId xmlns:r="http://schemas.openxmlformats.org/officeDocument/2006/relationships" id="259" r:id="Raef1932e6da74789"/>
    <p:sldId xmlns:r="http://schemas.openxmlformats.org/officeDocument/2006/relationships" id="260" r:id="R023ac199de9f44bd"/>
    <p:sldId xmlns:r="http://schemas.openxmlformats.org/officeDocument/2006/relationships" id="261" r:id="R9884a8c4a0ce4251"/>
    <p:sldId xmlns:r="http://schemas.openxmlformats.org/officeDocument/2006/relationships" id="262" r:id="Re32470e4e64146b9"/>
    <p:sldId xmlns:r="http://schemas.openxmlformats.org/officeDocument/2006/relationships" id="263" r:id="Ra22ad3dd872d433d"/>
    <p:sldId xmlns:r="http://schemas.openxmlformats.org/officeDocument/2006/relationships" id="264" r:id="R04d9667a1cee4b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b0d16d69814842" /><Relationship Type="http://schemas.openxmlformats.org/officeDocument/2006/relationships/slideMaster" Target="/ppt/slideMasters/slideMaster1.xml" Id="R5d63cb1a52a24f93" /><Relationship Type="http://schemas.openxmlformats.org/officeDocument/2006/relationships/notesMaster" Target="/ppt/notesMasters/notesMaster1.xml" Id="R86a7b818c3c04ce9" /><Relationship Type="http://schemas.openxmlformats.org/officeDocument/2006/relationships/presProps" Target="/ppt/presProps.xml" Id="Raf0514f208464d38" /><Relationship Type="http://schemas.openxmlformats.org/officeDocument/2006/relationships/tableStyles" Target="/ppt/tableStyles.xml" Id="Re79ae21e13d24ff6" /><Relationship Type="http://schemas.openxmlformats.org/officeDocument/2006/relationships/slide" Target="/ppt/slides/slide1.xml" Id="R1710a475b4134a7c" /><Relationship Type="http://schemas.openxmlformats.org/officeDocument/2006/relationships/slide" Target="/ppt/slides/slide2.xml" Id="R8fd5b88c65b8419a" /><Relationship Type="http://schemas.openxmlformats.org/officeDocument/2006/relationships/slide" Target="/ppt/slides/slide3.xml" Id="Re1358fed52f249a4" /><Relationship Type="http://schemas.openxmlformats.org/officeDocument/2006/relationships/slide" Target="/ppt/slides/slide4.xml" Id="Raef1932e6da74789" /><Relationship Type="http://schemas.openxmlformats.org/officeDocument/2006/relationships/slide" Target="/ppt/slides/slide5.xml" Id="R023ac199de9f44bd" /><Relationship Type="http://schemas.openxmlformats.org/officeDocument/2006/relationships/slide" Target="/ppt/slides/slide6.xml" Id="R9884a8c4a0ce4251" /><Relationship Type="http://schemas.openxmlformats.org/officeDocument/2006/relationships/slide" Target="/ppt/slides/slide7.xml" Id="Re32470e4e64146b9" /><Relationship Type="http://schemas.openxmlformats.org/officeDocument/2006/relationships/slide" Target="/ppt/slides/slide8.xml" Id="Ra22ad3dd872d433d" /><Relationship Type="http://schemas.openxmlformats.org/officeDocument/2006/relationships/slide" Target="/ppt/slides/slide9.xml" Id="R04d9667a1cee4b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b8cb68533540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5215cfc8da4a0a" /><Relationship Type="http://schemas.openxmlformats.org/officeDocument/2006/relationships/notesMaster" Target="/ppt/notesMasters/notesMaster1.xml" Id="R7ed8c291d7c340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d92b6587ef49ba" /><Relationship Type="http://schemas.openxmlformats.org/officeDocument/2006/relationships/notesMaster" Target="/ppt/notesMasters/notesMaster1.xml" Id="R85e8ee0e024845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846c79fa7348d4" /><Relationship Type="http://schemas.openxmlformats.org/officeDocument/2006/relationships/notesMaster" Target="/ppt/notesMasters/notesMaster1.xml" Id="Rfeb94678832143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e43b47f2624665" /><Relationship Type="http://schemas.openxmlformats.org/officeDocument/2006/relationships/notesMaster" Target="/ppt/notesMasters/notesMaster1.xml" Id="R83ac2b08914746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863b825b144972" /><Relationship Type="http://schemas.openxmlformats.org/officeDocument/2006/relationships/notesMaster" Target="/ppt/notesMasters/notesMaster1.xml" Id="R484631429a4242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1764c1010b4de1" /><Relationship Type="http://schemas.openxmlformats.org/officeDocument/2006/relationships/notesMaster" Target="/ppt/notesMasters/notesMaster1.xml" Id="R43d105313c9549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86cee0c7d74950" /><Relationship Type="http://schemas.openxmlformats.org/officeDocument/2006/relationships/notesMaster" Target="/ppt/notesMasters/notesMaster1.xml" Id="R277d60b9530140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3febd5a0c44089" /><Relationship Type="http://schemas.openxmlformats.org/officeDocument/2006/relationships/notesMaster" Target="/ppt/notesMasters/notesMaster1.xml" Id="Rf34e1a4e38ed45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1aee4d02cf46f9" /><Relationship Type="http://schemas.openxmlformats.org/officeDocument/2006/relationships/notesMaster" Target="/ppt/notesMasters/notesMaster1.xml" Id="R6d8507ce918246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2edfa3cc8c41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4bc94e0ddc4ac8" /><Relationship Type="http://schemas.openxmlformats.org/officeDocument/2006/relationships/slideLayout" Target="/ppt/slideLayouts/slideLayout1.xml" Id="Rfd04865e07cf4a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04865e07cf4a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1da2384cd40a3" /><Relationship Type="http://schemas.openxmlformats.org/officeDocument/2006/relationships/notesSlide" Target="/ppt/notesSlides/notesSlide1.xml" Id="R6adc8c62b37e43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286f2af4d41a9" /><Relationship Type="http://schemas.openxmlformats.org/officeDocument/2006/relationships/notesSlide" Target="/ppt/notesSlides/notesSlide2.xml" Id="R88c39dbbe5454d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2bf6945af420a" /><Relationship Type="http://schemas.openxmlformats.org/officeDocument/2006/relationships/notesSlide" Target="/ppt/notesSlides/notesSlide3.xml" Id="Rdf41fdded67141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b08360b3f4d77" /><Relationship Type="http://schemas.openxmlformats.org/officeDocument/2006/relationships/notesSlide" Target="/ppt/notesSlides/notesSlide4.xml" Id="Rc76e462b491543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cde841e5343b2" /><Relationship Type="http://schemas.openxmlformats.org/officeDocument/2006/relationships/notesSlide" Target="/ppt/notesSlides/notesSlide5.xml" Id="R27d9ae964d144b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dc5e7227f4d0c" /><Relationship Type="http://schemas.openxmlformats.org/officeDocument/2006/relationships/notesSlide" Target="/ppt/notesSlides/notesSlide6.xml" Id="R8b535826f0c248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3d9444df74b3d" /><Relationship Type="http://schemas.openxmlformats.org/officeDocument/2006/relationships/notesSlide" Target="/ppt/notesSlides/notesSlide7.xml" Id="Rf6f71ef5cbed4e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79860bec64a93" /><Relationship Type="http://schemas.openxmlformats.org/officeDocument/2006/relationships/notesSlide" Target="/ppt/notesSlides/notesSlide8.xml" Id="R50edd0ed627b49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cb6b1d0974c95" /><Relationship Type="http://schemas.openxmlformats.org/officeDocument/2006/relationships/notesSlide" Target="/ppt/notesSlides/notesSlide9.xml" Id="R79d65807e33f41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67013-1BF0-49E1-B4FE-424DFEB4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9ACD2-8747-49B8-9F96-44ADE699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Fluid flow phenomena and Dimensional Analysis 8 Hours Types of fluids - shear stress and velocity gradient relation, Typ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844CE-8B54-4963-85A2-798AC797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Chemical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1BECHE105/205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chemistry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DA053-8C97-416C-B24C-D0BA57CA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B3EE7-E8D5-4988-92D9-A8892E70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F6A10-0B6C-4865-AA29-7364FC94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89665-84C3-4776-871C-5232A9B6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81EF8-E631-4BCB-9AB3-BBB98100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29CD5-237E-47D5-96E1-4B0FD695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CD14D-9A59-43CE-99A2-F3A66675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394C6-102C-44B7-A8FF-41EB23A0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895DB-AD65-4DE3-98E4-757C99C8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CE469-9024-4AAE-88A7-7E03082A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B0C34-A0E2-486D-9CB0-5A170FA0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F53C8D-60AF-40CE-850F-A571412A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5705158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79E43-F467-4FF7-9765-736F4531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864E1-8C05-414E-82C3-A552FE91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2E369-D55F-4FB4-AE0E-46440940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DAB42-F6F6-4D56-BFCA-38C6ADBB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BA69B-718B-4707-B577-E86A715D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AA9A9-5FB1-4ADB-A9A8-62D6253A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FF8B5-B2A7-4D2C-BE7E-FC4DA2C9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34C0E-DC5A-41D8-817A-4403DFFB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8D6B7-DAC1-429F-B41A-DA7BE25F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CA879-5961-4597-9666-AF3BB292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67908-A29D-4285-A56C-F5E3AD3B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2660E-40AB-437B-B97F-763EC427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3105B-3E70-446F-BAB2-B8FA4223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Fluid flow phenomena and Dimensional Analysis 8 Hours Types of fluids - shear stress and velocity gradient relation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of fluid flow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Measurement of fluid flow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Rotameter, pitot tube.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Dimensionless Numbers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CC3EAE-2596-480B-A7E4-7600AD24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382A4-8FF1-43AA-87AB-3F38121F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11266408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38C8C-A1EB-4F50-93BD-41ABB58A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993A7-6C40-40FB-B7FE-71769A5A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284F2-7E50-4237-8E76-3FB7CF54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EE341-67C2-4BB6-8F0E-C991BA34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Fluid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1D0B4-8EF7-4518-B163-9D16DE17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870C0-C52D-49F8-843A-61579D05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phenomena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98721-0D2F-4057-8E2A-048011B3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Dimensional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D03BC-DE87-4FFE-A927-08898ED6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47DC1-801E-4BB2-AE71-661A6E3A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fluids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35AFA-150D-48E3-ACBF-BBC3E38A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Primary and derived quantities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Dimensional homogeneity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Methods of dimensional analysis (Rayleigh's) and its applications, related numerical.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F0374-85C3-440D-8EF1-0C79D188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4EF60-8365-4A33-AC0F-76E39668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14138182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2966EF-6999-4EFE-9783-14B8D2C6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2EFA5-083D-4265-A74E-5E6D574A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C7DE6-6017-46FA-99EA-356D0AA6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DDCA4-2DA5-4928-B026-D9F252B9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Fluid flow phenomena and Dimensional Analysis 8 Hours Types of fluids - shear stress and velocity gradient 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fluid flow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Measurement of fluid flow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Rotameter, pitot tube.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Dimensionless Numbers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Primary and derived quantities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D7919-28DE-4388-91C1-CCE8B73D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47B71-AF15-4D6B-994E-2617CC2C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DA4A8-759B-4C4A-AC5B-329E8269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90E2B-DBCE-4B7C-A794-2BC44B4E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8C1A0-8A71-4ED2-B2C8-EEF2EC4F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FE262-EE97-4AC9-9BF6-51AEE1D5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D857A-3596-4208-B04B-0A901B44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0DB95-3CA4-414B-84C3-30CA2C8E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4BAA7-EE27-4E93-9288-A53AACF9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C3E29-6A49-4B8A-9DF0-D45D6C61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0B42A3-02D5-4A39-A8CF-7FEB6A74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D6509-E5FB-4BB5-ACF2-E5B94DBB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521CAB-E68A-48D1-A727-577055D6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39D3F8-F406-463E-9061-4B4F5FDA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7539649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AD150-F744-4B98-A9CB-24AB98B4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FDB5E-958F-4CB3-8B1A-20B9EE82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0CC04-812C-4761-9805-B73D6918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5D0C9-DA96-4EBC-89FE-68045E64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F4373-3D92-4713-822E-DD3093FA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C781E-226B-488E-815F-A0B7B317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6F741-0AD6-400C-8769-4B360E24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799F2-DE4D-473B-8F39-F1DC14C7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18704-C92B-4DD5-A554-8BEE93A5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0897C-6BCC-4E2E-973E-5C016EF0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872AA-D787-417C-BC6A-32F2111E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4E293-819D-4309-B12F-E6C6FAEC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F67A73-0788-4B34-B6FA-90707D0E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8579A-8AA3-4E53-AA74-E7C216AD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0CF48-9FEA-4604-BFE0-46E9DB9B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11465304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B858D-6973-4817-A1F8-992AAAAD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860DC-7DC2-4106-91F5-33CA8445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84E38-C0CC-497C-B337-1DD650D1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3BF9C-71F4-4E6D-8659-B9906204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9275E-3EFA-43F1-9549-A5CA7776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Fluid flow phenomena and Dimensional Analysis 8 Hours Types of fluids - shear stress and velocity gradient relation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420D2-0F24-48CA-A4A3-C0A9B3AD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Fluid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68E44-EC69-48E2-A46F-9CD293C8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0E090-50B6-4420-A83D-4E7367F3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B99C8-806F-47EA-AF8B-BEC1A891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3688828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24BB4-D7B6-4E8C-B898-9F3DCBF3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B6BE1-01B7-420D-A203-B63CA34A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096E7-8A06-4484-858F-CB854708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F842D-8946-4451-97ED-B154BA1A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C1506-9F38-4AFC-B561-33672470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Dimensional homogeneity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Methods of dimensional analysis (Rayleigh's) and its applications, related numerical.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DE162-8ADD-4F56-81BF-B347A6A1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A9DC6-F548-4EE7-8BF8-5405F513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B151E-990A-445B-94D1-30BBEA3E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A0808-183F-426D-B09C-C05CD532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3110663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9842D6-F4F5-47CE-8734-985646AC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4C0F1-D767-4364-A5DB-CB7A4760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201A4-B6FA-40ED-AB20-CF8950EA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E65AD-F512-4637-9132-FC7E05FC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425B2-6A17-41FA-B9BD-975BB209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38984-EE6A-4FAC-A3A8-E448060D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8A74C-1B03-420C-911B-E9F902F2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Fluid flow phenomena and Dimensional Analysis 8 Hours Types of fluids - shear stress and veloci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67616-A361-48EF-AF64-7AE8F9EC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47F97-39CC-46FF-BC1B-8A1D4F15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899CE-AC75-4A9B-A050-B2745C1F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Types of fluid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3AB27-784F-45AF-9F7C-964D6E9D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CA47A-EA8D-45B7-A395-57D78609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B69F4-E59B-4D78-9C24-A0F9E2B5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Measurement of fluid flow 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CBD44-72C0-4729-9B06-E1645981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67731A-F8C5-43C3-960D-3DC35B39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2FDCAA-676A-4AC6-AD7E-3D5D9860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Rotameter, pitot tube.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FE66A-1D0C-4C8C-8F80-AB506FAE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461DD6-ADE9-4526-BD09-CDF00CBD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0BCCC4-D39E-41FB-B689-4A53713E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Dimensionless Numbers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929792-1253-4D05-8ACE-892D867A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015340-DD56-41CD-8EA9-85AF909B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B103D4-BC59-4C49-B090-5A88108C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Primary and derived quantities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44738A-ECF2-4599-9133-08217BAD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8D5255-3B9E-4F34-9579-24940A60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8FAC09-6142-40E1-BEF5-BAE6C417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Dimensional homogeneity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B8F94B-F02E-46F3-B3AF-E070F2B3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88F20B-227E-44B4-9CC2-97EEEFC1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617545-FFD0-4BA6-A396-6B3A07BB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451C6B-742F-445D-BA76-9526E70F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20118334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3D4FC-FF09-4009-AE44-FCB33BB7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7B379-0CE4-49E9-B3D3-9CF7DC8F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12C99-BCA2-4EB1-9CCC-5EEC026D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38455-E507-4F6D-A0A6-49782D07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Fluid, flow, phenomena, Dimensional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17FF2-BFC9-4ABE-92D7-7E68977B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9E495-3F73-49A3-B5E6-1A76F498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5C2A2-3BCE-4525-9CCA-213CE53B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28E31-F862-4D73-8612-99C1AD62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654957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2026-08-24T06:38:45.9140000Z</dcterms:created>
  <dcterms:modified xsi:type="dcterms:W3CDTF">2026-08-24T06:38:45.9140000Z</dcterms:modified>
</coreProperties>
</file>