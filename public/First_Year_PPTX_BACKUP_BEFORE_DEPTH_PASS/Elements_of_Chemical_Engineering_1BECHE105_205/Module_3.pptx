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a9b4749a894580" /><Relationship Type="http://schemas.openxmlformats.org/officeDocument/2006/relationships/extended-properties" Target="/docProps/app.xml" Id="R6a29affbfed040dc" /><Relationship Type="http://schemas.openxmlformats.org/officeDocument/2006/relationships/officeDocument" Target="/ppt/presentation.xml" Id="Rc3c306d6ef3d4d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627e5bbb044630"/>
  </p:sldMasterIdLst>
  <p:notesMasterIdLst>
    <p:notesMasterId xmlns:r="http://schemas.openxmlformats.org/officeDocument/2006/relationships" r:id="Re0f651b6f7944d69"/>
  </p:notesMasterIdLst>
  <p:sldIdLst>
    <p:sldId xmlns:r="http://schemas.openxmlformats.org/officeDocument/2006/relationships" id="256" r:id="R5337aad5e1324747"/>
    <p:sldId xmlns:r="http://schemas.openxmlformats.org/officeDocument/2006/relationships" id="257" r:id="R829c46a16bda40c8"/>
    <p:sldId xmlns:r="http://schemas.openxmlformats.org/officeDocument/2006/relationships" id="258" r:id="Rf9b5040d3b114765"/>
    <p:sldId xmlns:r="http://schemas.openxmlformats.org/officeDocument/2006/relationships" id="259" r:id="R6ed5eb04b0104ab8"/>
    <p:sldId xmlns:r="http://schemas.openxmlformats.org/officeDocument/2006/relationships" id="260" r:id="R318d0c1c9e144560"/>
    <p:sldId xmlns:r="http://schemas.openxmlformats.org/officeDocument/2006/relationships" id="261" r:id="Rf9cce42bad7e48cd"/>
    <p:sldId xmlns:r="http://schemas.openxmlformats.org/officeDocument/2006/relationships" id="262" r:id="Rf7bf284365274ab3"/>
    <p:sldId xmlns:r="http://schemas.openxmlformats.org/officeDocument/2006/relationships" id="263" r:id="Rd7daeb84ce64405b"/>
    <p:sldId xmlns:r="http://schemas.openxmlformats.org/officeDocument/2006/relationships" id="264" r:id="R913530c5d23845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b17643d36144b2" /><Relationship Type="http://schemas.openxmlformats.org/officeDocument/2006/relationships/slideMaster" Target="/ppt/slideMasters/slideMaster1.xml" Id="R24627e5bbb044630" /><Relationship Type="http://schemas.openxmlformats.org/officeDocument/2006/relationships/notesMaster" Target="/ppt/notesMasters/notesMaster1.xml" Id="Re0f651b6f7944d69" /><Relationship Type="http://schemas.openxmlformats.org/officeDocument/2006/relationships/presProps" Target="/ppt/presProps.xml" Id="R20c7a4f13aad47f5" /><Relationship Type="http://schemas.openxmlformats.org/officeDocument/2006/relationships/tableStyles" Target="/ppt/tableStyles.xml" Id="Re7efaaa6042c416a" /><Relationship Type="http://schemas.openxmlformats.org/officeDocument/2006/relationships/slide" Target="/ppt/slides/slide1.xml" Id="R5337aad5e1324747" /><Relationship Type="http://schemas.openxmlformats.org/officeDocument/2006/relationships/slide" Target="/ppt/slides/slide2.xml" Id="R829c46a16bda40c8" /><Relationship Type="http://schemas.openxmlformats.org/officeDocument/2006/relationships/slide" Target="/ppt/slides/slide3.xml" Id="Rf9b5040d3b114765" /><Relationship Type="http://schemas.openxmlformats.org/officeDocument/2006/relationships/slide" Target="/ppt/slides/slide4.xml" Id="R6ed5eb04b0104ab8" /><Relationship Type="http://schemas.openxmlformats.org/officeDocument/2006/relationships/slide" Target="/ppt/slides/slide5.xml" Id="R318d0c1c9e144560" /><Relationship Type="http://schemas.openxmlformats.org/officeDocument/2006/relationships/slide" Target="/ppt/slides/slide6.xml" Id="Rf9cce42bad7e48cd" /><Relationship Type="http://schemas.openxmlformats.org/officeDocument/2006/relationships/slide" Target="/ppt/slides/slide7.xml" Id="Rf7bf284365274ab3" /><Relationship Type="http://schemas.openxmlformats.org/officeDocument/2006/relationships/slide" Target="/ppt/slides/slide8.xml" Id="Rd7daeb84ce64405b" /><Relationship Type="http://schemas.openxmlformats.org/officeDocument/2006/relationships/slide" Target="/ppt/slides/slide9.xml" Id="R913530c5d23845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b0a82b00db43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91d52646984c77" /><Relationship Type="http://schemas.openxmlformats.org/officeDocument/2006/relationships/notesMaster" Target="/ppt/notesMasters/notesMaster1.xml" Id="R9d5b0199372d43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bf10bde1c24036" /><Relationship Type="http://schemas.openxmlformats.org/officeDocument/2006/relationships/notesMaster" Target="/ppt/notesMasters/notesMaster1.xml" Id="Rda8d16c221fc48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a9cef13c2443f5" /><Relationship Type="http://schemas.openxmlformats.org/officeDocument/2006/relationships/notesMaster" Target="/ppt/notesMasters/notesMaster1.xml" Id="Ree268cda99a14d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69c2aff07f4bd8" /><Relationship Type="http://schemas.openxmlformats.org/officeDocument/2006/relationships/notesMaster" Target="/ppt/notesMasters/notesMaster1.xml" Id="R977772692c2745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4374fd6ebc4ae0" /><Relationship Type="http://schemas.openxmlformats.org/officeDocument/2006/relationships/notesMaster" Target="/ppt/notesMasters/notesMaster1.xml" Id="Rcf934279a47e4c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34728dfdc84c83" /><Relationship Type="http://schemas.openxmlformats.org/officeDocument/2006/relationships/notesMaster" Target="/ppt/notesMasters/notesMaster1.xml" Id="Rcb50f02d861643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e7aaac3b164572" /><Relationship Type="http://schemas.openxmlformats.org/officeDocument/2006/relationships/notesMaster" Target="/ppt/notesMasters/notesMaster1.xml" Id="R3835124b3d8b4a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acaf6b610c415c" /><Relationship Type="http://schemas.openxmlformats.org/officeDocument/2006/relationships/notesMaster" Target="/ppt/notesMasters/notesMaster1.xml" Id="R6400cb99bab748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6b03645a0049fd" /><Relationship Type="http://schemas.openxmlformats.org/officeDocument/2006/relationships/notesMaster" Target="/ppt/notesMasters/notesMaster1.xml" Id="R11fe84429d534a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8afcad121549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00d9097d984076" /><Relationship Type="http://schemas.openxmlformats.org/officeDocument/2006/relationships/slideLayout" Target="/ppt/slideLayouts/slideLayout1.xml" Id="Rb8b9e439e0fe48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b9e439e0fe48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5c06fe8294dd4" /><Relationship Type="http://schemas.openxmlformats.org/officeDocument/2006/relationships/notesSlide" Target="/ppt/notesSlides/notesSlide1.xml" Id="R337b56f2e72f4e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fa2c31ad740f6" /><Relationship Type="http://schemas.openxmlformats.org/officeDocument/2006/relationships/notesSlide" Target="/ppt/notesSlides/notesSlide2.xml" Id="Rf9b7a16f8fb741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ac0e471044274" /><Relationship Type="http://schemas.openxmlformats.org/officeDocument/2006/relationships/notesSlide" Target="/ppt/notesSlides/notesSlide3.xml" Id="R7baf967555a748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bca20b10a4bf0" /><Relationship Type="http://schemas.openxmlformats.org/officeDocument/2006/relationships/notesSlide" Target="/ppt/notesSlides/notesSlide4.xml" Id="R3c77c219072d49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5fb6d987d49b7" /><Relationship Type="http://schemas.openxmlformats.org/officeDocument/2006/relationships/notesSlide" Target="/ppt/notesSlides/notesSlide5.xml" Id="R359f4c56ebc049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6d85c417c40d9" /><Relationship Type="http://schemas.openxmlformats.org/officeDocument/2006/relationships/notesSlide" Target="/ppt/notesSlides/notesSlide6.xml" Id="Rf9877fea66d743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207dfc71d4f10" /><Relationship Type="http://schemas.openxmlformats.org/officeDocument/2006/relationships/notesSlide" Target="/ppt/notesSlides/notesSlide7.xml" Id="Rad471bf0189a49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a1026c2af4170" /><Relationship Type="http://schemas.openxmlformats.org/officeDocument/2006/relationships/notesSlide" Target="/ppt/notesSlides/notesSlide8.xml" Id="Rde0c73f35be84b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12b6cc1254c26" /><Relationship Type="http://schemas.openxmlformats.org/officeDocument/2006/relationships/notesSlide" Target="/ppt/notesSlides/notesSlide9.xml" Id="R2c4806c1c56a4c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4C8803-2EFE-4B91-AC35-89646BC6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4339C7-DA0F-470C-9DF7-B69B8012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Role and importance of Natural Sciences in Chemical Engineering 8 Hours Introduction, Ideal gas law, Infinitesimal Contr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50E723-AE8C-4A96-BBBC-A5C7012C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Elements of Chemical Engineering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1BECHE105/205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1/2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chemistry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ADDC5-19D9-4C32-BFED-2520D71D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AB3AC-4CEC-4CA7-9AE0-5BF00E42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77C95-FB27-460D-83BD-CD92C123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A4877C-CF4A-477F-806E-99141EC7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EA203E-57DF-4C6A-A3E2-E8CABD33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0F29D3-601A-4091-87A2-5501E7C2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13A3DA-3C3D-4485-98AA-5B49756A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8E9D4B-4C3F-42DF-8522-22B91540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031E86-6C94-41F8-A4BC-4F07E91A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Impact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B071FA-8856-462C-B19E-10403055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Molecular choice explains engineering performance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A2B46B-88DE-4FAC-8AC5-8AF1DAC9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3A2493-DA16-4164-869F-F0F17F0B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1/9</a:t>
            </a:r>
          </a:p>
        </p:txBody>
      </p:sp>
    </p:spTree>
    <p:extLst>
      <p:ext uri="{BB962C8B-B14F-4D97-AF65-F5344CB8AC3E}">
        <p14:creationId xmlns:p14="http://schemas.microsoft.com/office/powerpoint/2010/main" val="14491895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7D685B-8794-495C-BDF7-BE32D64B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66DF0-CBB8-4C26-9CEA-AF1CA2EF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09B4B-0A00-4DC5-97D4-8A145A44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6403D2-401D-4DFD-8DB2-4AC5AD1F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21065-2844-4C82-AC27-DCB4A0E4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C83B90-AA11-403D-8402-C0DF1276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948CB1-A5D6-4349-9ECF-95989812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E0D0A0-7BCE-43DE-A874-09CAD5EF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CE4492-FF86-4300-B545-71F7DCD8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991902-AD8F-4329-90CB-A9551117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C0D776-43E9-4B31-82C9-F3356B25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10471F-974C-4D28-B10B-9A8F94A1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DDC18C-FC56-4575-9A7F-EB568D24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Role and importance of Natural Sciences in Chemical Engineering 8 Hours Introduction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Ideal gas law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Infinitesimal Control Volume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Macroscopic Control Volume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Closed Systems and Open Systems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9E730E-C973-42F9-A530-D56DAD44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92727-7370-4C39-BF6A-A0B356FD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2/9</a:t>
            </a:r>
          </a:p>
        </p:txBody>
      </p:sp>
    </p:spTree>
    <p:extLst>
      <p:ext uri="{BB962C8B-B14F-4D97-AF65-F5344CB8AC3E}">
        <p14:creationId xmlns:p14="http://schemas.microsoft.com/office/powerpoint/2010/main" val="3974178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D8B652-A364-4E68-BA85-553725BA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E5E3F-D696-4FEA-AC08-733EA504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98A9C5-4A1A-4F3E-AAFE-0061763B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4542F-F9B9-42CD-BC88-074E07D5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9C1BE4-C570-4103-82DA-4854FB4C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importance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C94B2F-95D9-47A9-8580-8C3B5BA9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Natural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FF0B5E-9CBB-409C-BE2D-7D22FD3E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Sciences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5464F4-6C77-44E7-9D3B-454917AC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Chemical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BD30DB-7A3E-4108-BEBB-6BBBCAB9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Engineering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73A11-A20F-4431-B9C8-20989E63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Conservation of Mass and energy and related numerical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Fundamentals of mass transfer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Fick's law of diffusion.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Heat transfer, modes of heat transfer and related numerical.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986EB-9E12-4FB3-8629-F6D28336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A740DA-94A5-4579-B192-D4A9B6FB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3/9</a:t>
            </a:r>
          </a:p>
        </p:txBody>
      </p:sp>
    </p:spTree>
    <p:extLst>
      <p:ext uri="{BB962C8B-B14F-4D97-AF65-F5344CB8AC3E}">
        <p14:creationId xmlns:p14="http://schemas.microsoft.com/office/powerpoint/2010/main" val="21300719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187374-28F7-4741-9087-4E259013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26A200-8E2D-49D7-8086-78978C18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C6474B-A589-42B5-8727-FDEAB33B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47862-5D4B-479A-93A8-BBA5FA56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Role and importance of Natural Sciences in Chemical Engineering 8 Hours Introduction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Ideal gas law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Infinitesimal Control Volume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Macroscopic Control Volume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Closed Systems and Open Systems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Conservation of Mass and energy and related numerical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4A1211-866E-484C-8681-56FCBCCF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C30E9-3F45-435F-95C4-FE6715C0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273B6B-9925-44A0-A752-F5E7BDFD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F227DA-A5A8-4043-8B8A-0592C722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1856E7-E324-4682-92F6-52AF20F2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4586F6-0B63-4C04-90F4-111AC4FC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7E4A9E-9F1D-47F0-8E63-BAA1D26C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CAD389-9965-48D3-8745-5EEBBDBA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934E19-7AAA-4813-B706-799821DB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99FD03-A465-4975-925F-7F8845D2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51BD44-A295-486D-A9F7-9557F19E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Impact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75F465-35DC-48D6-9DA3-A7E096B8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Molecular choice explains engineering performance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91D614-991D-47CA-8393-7539D326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CFFA8B-F73A-4432-A629-78E32BCD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4/9</a:t>
            </a:r>
          </a:p>
        </p:txBody>
      </p:sp>
    </p:spTree>
    <p:extLst>
      <p:ext uri="{BB962C8B-B14F-4D97-AF65-F5344CB8AC3E}">
        <p14:creationId xmlns:p14="http://schemas.microsoft.com/office/powerpoint/2010/main" val="19692306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B2CD1A-B6FA-4A1D-B8F0-A0BC47D4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722D5A-4A82-485E-814E-9525BDCC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3CCEE1-A5A8-4550-BDB2-3695247B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57557A-C00F-4084-B806-88EA85CB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190C3A-6F45-4A07-826E-EB4AB443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3B54E8-4743-43D3-8750-47FDF53A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3C0B7-B693-47E9-A51B-967CE349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CCAD3A-E547-455F-8D2A-69D8DEA3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DCBFD8-E8FD-460C-B059-1DA6D562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96F258-3F78-4EEB-8E82-B0D9A6C6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A9AA97-C5F7-4736-9F8A-5B56DB41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619649-BC24-493A-BD03-905EB7F2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02BE9E-2361-4B79-A2AF-7ECCDB40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0D7577-2D58-4655-8759-0A37B331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886DCB-A587-409C-A494-A3C276B0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5/9</a:t>
            </a:r>
          </a:p>
        </p:txBody>
      </p:sp>
    </p:spTree>
    <p:extLst>
      <p:ext uri="{BB962C8B-B14F-4D97-AF65-F5344CB8AC3E}">
        <p14:creationId xmlns:p14="http://schemas.microsoft.com/office/powerpoint/2010/main" val="2934963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933573-4455-4ECE-B96B-588330ED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1C0FE-D7A1-46F0-BAD9-D4431163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BB6C1-D84D-4A31-A413-9554FD20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8139C-C54C-4045-BACE-0D366AFA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84BF3-CAB9-4E02-9B97-12746152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Role and importance of Natural Sciences in Chemical Engineering 8 Hours 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20A4C-4FD1-46F9-90D4-D8ECD96A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Role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3291CF-98EA-4CE6-9B08-DB022133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3A3796-BDB2-489F-8360-3D3295E2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820582-C3F6-4147-ABEE-D27A8A16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6/9</a:t>
            </a:r>
          </a:p>
        </p:txBody>
      </p:sp>
    </p:spTree>
    <p:extLst>
      <p:ext uri="{BB962C8B-B14F-4D97-AF65-F5344CB8AC3E}">
        <p14:creationId xmlns:p14="http://schemas.microsoft.com/office/powerpoint/2010/main" val="12936479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6AEA02-B27F-40B9-B6DE-FDDE0E38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08C6E0-38EB-48D3-B8AC-1338C1A1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F7E6B7-74F0-46B8-9368-07A31C07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D3F993-B82E-42C9-BFDC-9BBF8E20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5F8FDC-0BE7-491B-B938-8B8151B0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Fundamentals of mass transfer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Fick's law of diffusion.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Heat transfer, modes of heat transfer and related numerical.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1852B-84B6-4B6A-BAE7-2FF8D7BA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E5FB4-2F02-4A86-A69A-31572138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4AF09-E609-4ADB-BEDC-1F616E6A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0CED12-3286-4ECB-9BEA-FEDCBF75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7/9</a:t>
            </a:r>
          </a:p>
        </p:txBody>
      </p:sp>
    </p:spTree>
    <p:extLst>
      <p:ext uri="{BB962C8B-B14F-4D97-AF65-F5344CB8AC3E}">
        <p14:creationId xmlns:p14="http://schemas.microsoft.com/office/powerpoint/2010/main" val="13081352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13BF55-C09E-4687-9FFA-16B3D199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F6AE5-7D9A-45EC-922B-730EE007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DA9608-278B-4F4B-BF85-59385C3F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181C9-0321-4C29-AE20-B90DE4F5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FF56D-9EB7-4A51-BBF7-388973AD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3EBCD8-701A-4967-AB81-549888F5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A4B356-5E94-4DEC-BE74-F9D8C780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Role and importance of Natural Sciences in Chemical Engineering 8 Hours 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09DBE6-2843-4E73-91FE-0424549C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60BD7-8120-490B-BFF9-0BE3F929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DDD46-4401-4F0F-8989-B3CCB11C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Ideal gas law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1DAD94-AC7B-4D60-8ECA-BBA22E94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008BD4-F45A-4A10-9C13-92566FBC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AF646C-A3CA-4795-A6C5-63CDA52A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Infinitesimal Control Volume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75AB02-F923-46BF-81B8-A12FD8E9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DD941F-93EB-49A8-8796-E147D79E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C70E3F-5360-442A-BCAE-7FF7FCB1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Macroscopic Control Volume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78132D-A705-4466-8361-D34EE15D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04AD41-EF99-407D-B332-2B7A8D72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E60ADB-9669-4001-A4C3-D4A72494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Closed Systems and Open Systems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D7CA2A-1D28-4B6E-A204-9E9F3014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D3DBE0-D7C1-43DD-9ACA-C5DC8EDB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5284CF-2AEB-40C3-995C-0F0CE7E4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Conservation of Mass and energy and related numerical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71334D-6FA3-46BF-8AE5-DE060E6D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96D341-EB99-48B8-9EE0-6561E6A6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3B4929-2B77-4667-B4D1-B21758ED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Fundamentals of mass transfer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0E35AC-42ED-4F03-A779-5F1D02D7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82BCC3-4448-40C9-94FF-BAEBD6DD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57EB6D-6875-4380-B9BE-3213AC0E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9A745C-1B87-4BFF-B2A2-820829BC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8/9</a:t>
            </a:r>
          </a:p>
        </p:txBody>
      </p:sp>
    </p:spTree>
    <p:extLst>
      <p:ext uri="{BB962C8B-B14F-4D97-AF65-F5344CB8AC3E}">
        <p14:creationId xmlns:p14="http://schemas.microsoft.com/office/powerpoint/2010/main" val="4523279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0306A4-B9B5-43D5-BF00-E8412030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5C3C34-454B-4B4D-9471-CA0F0B34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8F6D97-1D27-45EC-9BFF-9EC3C3D0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53A9AA-C498-4D92-80E4-8BFC7DDE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Role, importance, Natural, Sciences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F96F8-843C-46FF-B170-FE80BFD0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21637B-9E23-40DC-9804-696A9CDC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137FD0-2190-4846-919C-FC376974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E22486-6F03-4CFC-81FB-54C0B03A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9/9</a:t>
            </a:r>
          </a:p>
        </p:txBody>
      </p:sp>
    </p:spTree>
    <p:extLst>
      <p:ext uri="{BB962C8B-B14F-4D97-AF65-F5344CB8AC3E}">
        <p14:creationId xmlns:p14="http://schemas.microsoft.com/office/powerpoint/2010/main" val="21173673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2026-08-24T06:38:45.8580000Z</dcterms:created>
  <dcterms:modified xsi:type="dcterms:W3CDTF">2026-08-24T06:38:45.8580000Z</dcterms:modified>
</coreProperties>
</file>