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a8cdb9bfa246b3" /><Relationship Type="http://schemas.openxmlformats.org/officeDocument/2006/relationships/extended-properties" Target="/docProps/app.xml" Id="R073d4291a6f94905" /><Relationship Type="http://schemas.openxmlformats.org/officeDocument/2006/relationships/officeDocument" Target="/ppt/presentation.xml" Id="Rca7619ae80c243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b5794977ca421f"/>
  </p:sldMasterIdLst>
  <p:notesMasterIdLst>
    <p:notesMasterId xmlns:r="http://schemas.openxmlformats.org/officeDocument/2006/relationships" r:id="Ra239a87f06434b32"/>
  </p:notesMasterIdLst>
  <p:sldIdLst>
    <p:sldId xmlns:r="http://schemas.openxmlformats.org/officeDocument/2006/relationships" id="256" r:id="Rf3bc1dce299b404b"/>
    <p:sldId xmlns:r="http://schemas.openxmlformats.org/officeDocument/2006/relationships" id="257" r:id="Rb39809bc6d214ac1"/>
    <p:sldId xmlns:r="http://schemas.openxmlformats.org/officeDocument/2006/relationships" id="258" r:id="R82085ea8c07c4c71"/>
    <p:sldId xmlns:r="http://schemas.openxmlformats.org/officeDocument/2006/relationships" id="259" r:id="Ra0bc3282fd984c9c"/>
    <p:sldId xmlns:r="http://schemas.openxmlformats.org/officeDocument/2006/relationships" id="260" r:id="R5ae0ebca04314c8a"/>
    <p:sldId xmlns:r="http://schemas.openxmlformats.org/officeDocument/2006/relationships" id="261" r:id="R2686f271cf204ccf"/>
    <p:sldId xmlns:r="http://schemas.openxmlformats.org/officeDocument/2006/relationships" id="262" r:id="Rb0b3dc356d16415d"/>
    <p:sldId xmlns:r="http://schemas.openxmlformats.org/officeDocument/2006/relationships" id="263" r:id="R5cb17f9a31334b1f"/>
    <p:sldId xmlns:r="http://schemas.openxmlformats.org/officeDocument/2006/relationships" id="264" r:id="R8ff095cd8b2b41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7781d4976c4016" /><Relationship Type="http://schemas.openxmlformats.org/officeDocument/2006/relationships/slideMaster" Target="/ppt/slideMasters/slideMaster1.xml" Id="R57b5794977ca421f" /><Relationship Type="http://schemas.openxmlformats.org/officeDocument/2006/relationships/notesMaster" Target="/ppt/notesMasters/notesMaster1.xml" Id="Ra239a87f06434b32" /><Relationship Type="http://schemas.openxmlformats.org/officeDocument/2006/relationships/presProps" Target="/ppt/presProps.xml" Id="Rc664f782afda43dd" /><Relationship Type="http://schemas.openxmlformats.org/officeDocument/2006/relationships/tableStyles" Target="/ppt/tableStyles.xml" Id="R988949318c5c4167" /><Relationship Type="http://schemas.openxmlformats.org/officeDocument/2006/relationships/slide" Target="/ppt/slides/slide1.xml" Id="Rf3bc1dce299b404b" /><Relationship Type="http://schemas.openxmlformats.org/officeDocument/2006/relationships/slide" Target="/ppt/slides/slide2.xml" Id="Rb39809bc6d214ac1" /><Relationship Type="http://schemas.openxmlformats.org/officeDocument/2006/relationships/slide" Target="/ppt/slides/slide3.xml" Id="R82085ea8c07c4c71" /><Relationship Type="http://schemas.openxmlformats.org/officeDocument/2006/relationships/slide" Target="/ppt/slides/slide4.xml" Id="Ra0bc3282fd984c9c" /><Relationship Type="http://schemas.openxmlformats.org/officeDocument/2006/relationships/slide" Target="/ppt/slides/slide5.xml" Id="R5ae0ebca04314c8a" /><Relationship Type="http://schemas.openxmlformats.org/officeDocument/2006/relationships/slide" Target="/ppt/slides/slide6.xml" Id="R2686f271cf204ccf" /><Relationship Type="http://schemas.openxmlformats.org/officeDocument/2006/relationships/slide" Target="/ppt/slides/slide7.xml" Id="Rb0b3dc356d16415d" /><Relationship Type="http://schemas.openxmlformats.org/officeDocument/2006/relationships/slide" Target="/ppt/slides/slide8.xml" Id="R5cb17f9a31334b1f" /><Relationship Type="http://schemas.openxmlformats.org/officeDocument/2006/relationships/slide" Target="/ppt/slides/slide9.xml" Id="R8ff095cd8b2b41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4c4bf4486844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9d15e8f829425e" /><Relationship Type="http://schemas.openxmlformats.org/officeDocument/2006/relationships/notesMaster" Target="/ppt/notesMasters/notesMaster1.xml" Id="Re37d9a04e8f44a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b12c01dd2b4842" /><Relationship Type="http://schemas.openxmlformats.org/officeDocument/2006/relationships/notesMaster" Target="/ppt/notesMasters/notesMaster1.xml" Id="R66669b0f1dff47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1680e0eee541ff" /><Relationship Type="http://schemas.openxmlformats.org/officeDocument/2006/relationships/notesMaster" Target="/ppt/notesMasters/notesMaster1.xml" Id="Rd6e91abf74264e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59dda8dc8d46af" /><Relationship Type="http://schemas.openxmlformats.org/officeDocument/2006/relationships/notesMaster" Target="/ppt/notesMasters/notesMaster1.xml" Id="R87b459ee5a414c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d274c07ddc4d77" /><Relationship Type="http://schemas.openxmlformats.org/officeDocument/2006/relationships/notesMaster" Target="/ppt/notesMasters/notesMaster1.xml" Id="R3cec03f592d741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4a53a674cf4820" /><Relationship Type="http://schemas.openxmlformats.org/officeDocument/2006/relationships/notesMaster" Target="/ppt/notesMasters/notesMaster1.xml" Id="R282bd17e10f748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d06042c4c84f5e" /><Relationship Type="http://schemas.openxmlformats.org/officeDocument/2006/relationships/notesMaster" Target="/ppt/notesMasters/notesMaster1.xml" Id="R70e8f7fd427648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4dffd5b10e4b2f" /><Relationship Type="http://schemas.openxmlformats.org/officeDocument/2006/relationships/notesMaster" Target="/ppt/notesMasters/notesMaster1.xml" Id="R88d457348d8e4b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24a6445cd24c17" /><Relationship Type="http://schemas.openxmlformats.org/officeDocument/2006/relationships/notesMaster" Target="/ppt/notesMasters/notesMaster1.xml" Id="Re68e1837bc0a45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7784d6a7d4d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48557613f34a0f" /><Relationship Type="http://schemas.openxmlformats.org/officeDocument/2006/relationships/slideLayout" Target="/ppt/slideLayouts/slideLayout1.xml" Id="R145c818f184640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5c818f184640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2ec6572294c12" /><Relationship Type="http://schemas.openxmlformats.org/officeDocument/2006/relationships/notesSlide" Target="/ppt/notesSlides/notesSlide1.xml" Id="Rfcc449339d614c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45570ab4f427b" /><Relationship Type="http://schemas.openxmlformats.org/officeDocument/2006/relationships/notesSlide" Target="/ppt/notesSlides/notesSlide2.xml" Id="Re2e358253d3144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c45feaf214677" /><Relationship Type="http://schemas.openxmlformats.org/officeDocument/2006/relationships/notesSlide" Target="/ppt/notesSlides/notesSlide3.xml" Id="R50fb1dc39e4f47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95e5d8ca14fea" /><Relationship Type="http://schemas.openxmlformats.org/officeDocument/2006/relationships/notesSlide" Target="/ppt/notesSlides/notesSlide4.xml" Id="R308408806ad843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d3356199a4971" /><Relationship Type="http://schemas.openxmlformats.org/officeDocument/2006/relationships/notesSlide" Target="/ppt/notesSlides/notesSlide5.xml" Id="Rbf5e1efdef994d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c41507ca246bc" /><Relationship Type="http://schemas.openxmlformats.org/officeDocument/2006/relationships/notesSlide" Target="/ppt/notesSlides/notesSlide6.xml" Id="Rc3780ba8d2224a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af0e607034171" /><Relationship Type="http://schemas.openxmlformats.org/officeDocument/2006/relationships/notesSlide" Target="/ppt/notesSlides/notesSlide7.xml" Id="Rdad90a777f314d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be43c1d5e4891" /><Relationship Type="http://schemas.openxmlformats.org/officeDocument/2006/relationships/notesSlide" Target="/ppt/notesSlides/notesSlide8.xml" Id="R6a6b46e3b75740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6d4f42a1845cf" /><Relationship Type="http://schemas.openxmlformats.org/officeDocument/2006/relationships/notesSlide" Target="/ppt/notesSlides/notesSlide9.xml" Id="Rf2965a97525146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19144-D323-4A0E-AB13-A10BFB6C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C07A9-0C14-454C-921C-91DEE16B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 to Chemical Engineering &amp; Role of a Chemical Engineer 8 Hours Introduction: Chemical Engineering in Everyda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80BA1-9717-4ECB-873A-B357510F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Chemical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1BECHE105/205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9F8F9-248E-4668-940C-9DDD9826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76926-181B-44BD-8326-DFEF95FA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6071E-E534-44E4-94EB-FE151C60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6C9B6-BD88-4191-9139-3F318B77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C510E-F118-4989-8E66-448EBDBC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FD00F-F210-47FD-B7B9-1F45EC52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F2348-201D-4995-B375-B1CCFE8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BBFC1-172E-4169-925E-027CE423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B498D-2067-4231-8A90-93BB1DB2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87ECD-A061-4E3B-981F-B2CEA155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BC53A-B93F-407B-A160-4C3CE585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2908F-D30B-42C5-BC68-45E3A33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902499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C74C7-D051-4B7E-8986-08E13D29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CDDDC-E6D3-4A03-85F8-06FB308A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82790-8502-4AA8-B940-E6748D81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B638C-82DB-4880-ABA7-1BC1860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0917F-DE9B-4168-AF90-D1F90533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72E04-AECE-4DB5-82E7-8E3F0CC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EB437-7715-4BFC-BC9C-67A8B8C7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04A18-1F97-4C76-8277-769960AE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354CF-C768-4C58-9AAB-A3AA4B5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18DD0-01A7-477C-864C-5418112F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EC32F-71C5-4B9E-A8BB-B2892092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C2D83-C339-40C4-9AEB-E233A5EB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1664E-A5BD-4E85-BFFD-4500E2A3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Chemical Engineering &amp; Role of a Chemical Engineer 8 Hours Introduction: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Chemical Engineering in Everyday life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History of Chemical Engineering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Major Chemical Engineering Contributions to Society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Significance of chemical engineering in food, health, energy and environment.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19747-15CC-4A5E-8B26-180A2815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3F5B9-9815-4A68-A8D7-E452E781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850980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FE9DB-F537-4AB4-8C4E-AF8741A4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C1AD7-D6E9-418E-9CDF-F9DEC6D5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AC57E-ED9F-4B03-9FBF-CFE0330F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8E38E-22FA-4680-8DD0-170E8B37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Chemical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5204A-2FB4-42F7-8B29-9F00D7A6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FE01B-4EBD-4562-B5CC-5DE6B429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362E7-A490-4E86-A798-142EEE88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CAA13-32D1-4E5F-B41A-431D2CF7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Everyda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48450-DDCD-4DDB-80B4-FCF34A49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Everyday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54CC6-CC0F-45B5-9956-AA267A82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 ustainable development framework 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United Nations SDGs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Emerging Technologies to implement sustainable development goals.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73566-4C49-40DF-927B-A485779B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F4D68-97AB-43E8-8462-8F0E52D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562135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97CF9-3180-4421-AA75-81EFA7C2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F2274-DA24-428C-975F-9BC7709E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5B0A1-2957-4F9C-935C-E6EFF56C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370D6-36F7-4C5B-9983-15D8F10E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Chemical Engineering &amp; Role of a Chemical Engineer 8 Hours Introduction: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Chemical Engineering in Everyday life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History of Chemical Engineering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Major Chemical Engineering Contributions to Society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Significance of chemical engineering in food, health, energy and environment.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 ustainable development framework 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ADF5B-7C10-40FF-8223-F7613D03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E08C3-35A4-4781-AC9E-899A079C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7D33C-C28C-4A49-BDBA-018F24D5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DA00B-493B-44F4-BA65-0C86E8A9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141FF-10B0-4A81-8A89-D6E2E395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53BB6-5DCC-4B41-8CB8-233DF3B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D0478-B128-4181-9C8D-2188C664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8FC3A-BC24-4D98-8CFD-41553388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88F82-DBE3-4864-9C1E-948159CB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D2DDA-AE76-4216-BE1A-3C80491E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35A1F-E7BA-46AD-9A40-4CAEDC97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A706D-8182-4442-97D2-40B8F298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A7722-0D36-44EA-AAAC-94E5C2AE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2A493-CFE5-4AD8-A4A9-FD0F38C0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5124620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0F57F-C819-4DC0-95D8-686C6CB7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B5C38-0A1D-4494-8DDB-55A92493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D2D7B-D03F-4735-B5B8-3515CF14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09F05-0FF2-4B7F-960B-E1B057AE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3C8A1-BA1F-4A8D-9FC3-07441F8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B3AE3-3201-4179-ADE6-058CE00E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05A81-2F92-459F-924C-A58183EB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7165D-D22F-43F8-9A45-A45E7251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4494F-AE64-457A-993F-F497CAB3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B3D52-168C-4D1C-8359-DEBCDEB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237F4-806E-4987-9B80-B79C2E54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C5207-C313-4D2C-8E12-BFADF28D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04D5F-52C2-4C05-A3F7-938ADA76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BC277-C7AA-408B-992C-08228152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7770D-F382-431D-A7CC-B4D2645F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89809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764AE-9DB9-4A57-AF69-36270126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03DD8-88B8-4B92-AD94-C656788B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53BE2-1717-4A7A-B1BA-BCBF9A37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1FDD3-956D-416C-8C5B-B459A401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E674A-C6EF-4148-A902-38EC4199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 to Chemical Engineering &amp; Role of a Chemical Engineer 8 Hours Introduction: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50A13-0FD3-4D28-B8B7-3CF6532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Chemical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95CDE-178B-4D61-AEFE-D39CC670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2DD4E-1B0B-4F01-AE81-36E073CD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4FBF1-D234-40FA-A7B4-A308F2A1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795400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B4E7F-9CB0-4652-9F0B-7F3F3217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2B814-E0DE-4C84-808C-598A30C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7F143-ECD3-43B4-820B-82A919DC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8D8C1-3CDF-48E9-9EFC-513B8D06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B6C91-C0C4-4788-B0B1-BE3A2748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United Nations SDGs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Emerging Technologies to implement sustainable development goals.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765AC-22E2-45F0-AC31-0234F64F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C48F4-8FC9-43A2-9D66-3DBDD2CE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0661D-3316-45A2-A21C-26EB059C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4E1A7-6A68-4810-94E5-AA3067BC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4002981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C6C90-9E3F-4803-8580-4B1A7289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089A9-A0CC-47E1-8439-B8DFD4F9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8A5BD-D04F-4BF3-BF8A-997871EE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731FA-4A9A-47A6-BC3F-31777D4C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F4302-1712-4AC3-9226-5D497877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838C3-CAF1-4FC5-9464-6BEA78CE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85592-010B-41C7-967E-7C8D3F2F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Chemical Engineering &amp; Role of a Chemical Engineer 8 Hours Introduction: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C14B7-5D56-406C-A125-8357BD5D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10801-CB75-49B8-964F-F3DF5BD9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3F4F2-FEA0-4E68-B07D-964A4C3F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Chemical Engineering in Everyday life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CA37D-4C61-4466-A7ED-C502CAF1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289CC-3ACA-43C6-85C9-2552E91B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25095-0008-49D3-9910-116546ED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History of Chemical Engineering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C2D1E-BF3E-40EE-A465-76586DA6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7409F-7E93-444C-95BF-77DCBBD8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E7DC9-14A5-442A-BB81-69ABE7C5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Major Chemical Engineering Contributions to Society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C646B-F687-4036-B83C-6C4C54CD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27280-5058-41EF-8B2C-A987C1DB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3111E4-FFD7-4E76-8128-37FA918D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Significance of chemical engineering in food, health, energy and environment.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A7D11-11A6-4260-86B6-7BC11158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491395-8FB8-4951-85C2-6654EA32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FFC18-9769-4BAB-B5C8-3DF8DA09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 ustainable development framework 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28E02-57E7-479E-8E26-59A1B90A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825BF-013B-4697-AA7B-9442B8D7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A7D23-98FC-43BE-9DA3-3F16090C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United Nations SDGs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1C2BC-7248-4F8D-A6EB-CA6D79F9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33E0C-9FC9-4028-A70B-69367F48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9379E-6CB9-4141-9FE8-FAF203C5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FFD65-AC37-4F21-A874-328AA3F0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242331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1BDDA-1011-48DA-8F05-4BCB47C6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7B5DC-7904-47DC-9669-48AF687F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3C724-23F0-45FD-8215-CBCD1CCC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3C6F7-81D2-4A3F-83B2-0119D008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Chemical, Engineering, Role, Engineer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F29EA-C364-47E8-B41B-5C017DF6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71CB1-2165-4EA9-A89B-F66D58DC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0F798-BCF0-44B1-9F03-AEBA1165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2A25E-BD1F-4FD9-8A41-D2CC56D8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707588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2026-08-24T06:38:45.7440000Z</dcterms:created>
  <dcterms:modified xsi:type="dcterms:W3CDTF">2026-08-24T06:38:45.7440000Z</dcterms:modified>
</coreProperties>
</file>