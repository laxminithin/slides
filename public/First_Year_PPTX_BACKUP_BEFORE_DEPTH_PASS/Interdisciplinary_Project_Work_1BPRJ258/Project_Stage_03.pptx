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ba30df6b1b407d" /><Relationship Type="http://schemas.openxmlformats.org/officeDocument/2006/relationships/extended-properties" Target="/docProps/app.xml" Id="R29e1873499924bce" /><Relationship Type="http://schemas.openxmlformats.org/officeDocument/2006/relationships/officeDocument" Target="/ppt/presentation.xml" Id="R8ea3f4208cd74e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0d841001044c15"/>
  </p:sldMasterIdLst>
  <p:notesMasterIdLst>
    <p:notesMasterId xmlns:r="http://schemas.openxmlformats.org/officeDocument/2006/relationships" r:id="Re11f69fc9b544abc"/>
  </p:notesMasterIdLst>
  <p:sldIdLst>
    <p:sldId xmlns:r="http://schemas.openxmlformats.org/officeDocument/2006/relationships" id="256" r:id="R783da960004c4e8d"/>
    <p:sldId xmlns:r="http://schemas.openxmlformats.org/officeDocument/2006/relationships" id="257" r:id="R1c51a233f4e244bf"/>
    <p:sldId xmlns:r="http://schemas.openxmlformats.org/officeDocument/2006/relationships" id="258" r:id="Rd3a03e9f05d04171"/>
    <p:sldId xmlns:r="http://schemas.openxmlformats.org/officeDocument/2006/relationships" id="259" r:id="R4096a283c46c4b9b"/>
    <p:sldId xmlns:r="http://schemas.openxmlformats.org/officeDocument/2006/relationships" id="260" r:id="R5e8ec4e528174dad"/>
    <p:sldId xmlns:r="http://schemas.openxmlformats.org/officeDocument/2006/relationships" id="261" r:id="Rd4715d7c364648f5"/>
    <p:sldId xmlns:r="http://schemas.openxmlformats.org/officeDocument/2006/relationships" id="262" r:id="R61ca36ccbab04e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12f29f39634ec4" /><Relationship Type="http://schemas.openxmlformats.org/officeDocument/2006/relationships/slideMaster" Target="/ppt/slideMasters/slideMaster1.xml" Id="R110d841001044c15" /><Relationship Type="http://schemas.openxmlformats.org/officeDocument/2006/relationships/notesMaster" Target="/ppt/notesMasters/notesMaster1.xml" Id="Re11f69fc9b544abc" /><Relationship Type="http://schemas.openxmlformats.org/officeDocument/2006/relationships/presProps" Target="/ppt/presProps.xml" Id="Rf80e20cb6c4b40c4" /><Relationship Type="http://schemas.openxmlformats.org/officeDocument/2006/relationships/tableStyles" Target="/ppt/tableStyles.xml" Id="Ra497f8b933fd4bfd" /><Relationship Type="http://schemas.openxmlformats.org/officeDocument/2006/relationships/slide" Target="/ppt/slides/slide1.xml" Id="R783da960004c4e8d" /><Relationship Type="http://schemas.openxmlformats.org/officeDocument/2006/relationships/slide" Target="/ppt/slides/slide2.xml" Id="R1c51a233f4e244bf" /><Relationship Type="http://schemas.openxmlformats.org/officeDocument/2006/relationships/slide" Target="/ppt/slides/slide3.xml" Id="Rd3a03e9f05d04171" /><Relationship Type="http://schemas.openxmlformats.org/officeDocument/2006/relationships/slide" Target="/ppt/slides/slide4.xml" Id="R4096a283c46c4b9b" /><Relationship Type="http://schemas.openxmlformats.org/officeDocument/2006/relationships/slide" Target="/ppt/slides/slide5.xml" Id="R5e8ec4e528174dad" /><Relationship Type="http://schemas.openxmlformats.org/officeDocument/2006/relationships/slide" Target="/ppt/slides/slide6.xml" Id="Rd4715d7c364648f5" /><Relationship Type="http://schemas.openxmlformats.org/officeDocument/2006/relationships/slide" Target="/ppt/slides/slide7.xml" Id="R61ca36ccbab04e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61cc612d4340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09b3ded06249b1" /><Relationship Type="http://schemas.openxmlformats.org/officeDocument/2006/relationships/notesMaster" Target="/ppt/notesMasters/notesMaster1.xml" Id="R28140c0f6e1e44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3fa556741d43f0" /><Relationship Type="http://schemas.openxmlformats.org/officeDocument/2006/relationships/notesMaster" Target="/ppt/notesMasters/notesMaster1.xml" Id="Rd6be375bd78544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d6e8973c524fa6" /><Relationship Type="http://schemas.openxmlformats.org/officeDocument/2006/relationships/notesMaster" Target="/ppt/notesMasters/notesMaster1.xml" Id="R58d74094df0b4f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cac3bc82cc46ac" /><Relationship Type="http://schemas.openxmlformats.org/officeDocument/2006/relationships/notesMaster" Target="/ppt/notesMasters/notesMaster1.xml" Id="R7e98f9a26bb946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54e1269126411d" /><Relationship Type="http://schemas.openxmlformats.org/officeDocument/2006/relationships/notesMaster" Target="/ppt/notesMasters/notesMaster1.xml" Id="R72f89b71155d4c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2bfbbd4aa4486e" /><Relationship Type="http://schemas.openxmlformats.org/officeDocument/2006/relationships/notesMaster" Target="/ppt/notesMasters/notesMaster1.xml" Id="R4571043574fa40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4b491672dc4e4b" /><Relationship Type="http://schemas.openxmlformats.org/officeDocument/2006/relationships/notesMaster" Target="/ppt/notesMasters/notesMaster1.xml" Id="Re7a329bf348844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b5522ac4846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04a3e855e245bc" /><Relationship Type="http://schemas.openxmlformats.org/officeDocument/2006/relationships/slideLayout" Target="/ppt/slideLayouts/slideLayout1.xml" Id="R4b9e960010b040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9e960010b040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2c2978812463e" /><Relationship Type="http://schemas.openxmlformats.org/officeDocument/2006/relationships/notesSlide" Target="/ppt/notesSlides/notesSlide1.xml" Id="R4c62d101b3f34b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877e2119c4f6d" /><Relationship Type="http://schemas.openxmlformats.org/officeDocument/2006/relationships/notesSlide" Target="/ppt/notesSlides/notesSlide2.xml" Id="R709002226a6c41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0d124e6f84e73" /><Relationship Type="http://schemas.openxmlformats.org/officeDocument/2006/relationships/notesSlide" Target="/ppt/notesSlides/notesSlide3.xml" Id="R6dcbf5b7c30848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98040c1514dc0" /><Relationship Type="http://schemas.openxmlformats.org/officeDocument/2006/relationships/notesSlide" Target="/ppt/notesSlides/notesSlide4.xml" Id="Rf8ec2d6dbc1c42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77bc3485d4093" /><Relationship Type="http://schemas.openxmlformats.org/officeDocument/2006/relationships/notesSlide" Target="/ppt/notesSlides/notesSlide5.xml" Id="R725e074abcdf4a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1ffac1fc64825" /><Relationship Type="http://schemas.openxmlformats.org/officeDocument/2006/relationships/notesSlide" Target="/ppt/notesSlides/notesSlide6.xml" Id="R8bd71a2576844a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75ea384ac46f8" /><Relationship Type="http://schemas.openxmlformats.org/officeDocument/2006/relationships/notesSlide" Target="/ppt/notesSlides/notesSlide7.xml" Id="Rebe313e499ee47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29660-9403-4ABC-BA41-2E509BB4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7DE87-3C8B-437C-AE14-50B34739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Work effectively in teams with defined roles and responsibilities.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D1CFC-B21A-4AD6-A4CC-EE45B9CE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B1181-E1F1-45AA-AA29-C9804C5C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9104C-89D5-4F21-B057-C8F0C32C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BE2A8-73BC-46C6-A7B3-093AD267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A519F-6670-498D-8ADC-ADD9AC8F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AA166-75F3-4C33-8893-899DB9CB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3475B-E9DF-408E-B8E5-315163B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5ABDA-9F70-407C-AD85-55B850D6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448DB-53B7-49D1-BD2B-A62ED269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45899-1140-4C1F-9AE3-D2F0BF2D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78C49-603F-4AEA-B429-741AB7B0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86DEE-8F96-4D64-8DEE-F8204DEF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E7492-F679-4BBE-856F-3BDAB178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3 | 1/7</a:t>
            </a:r>
          </a:p>
        </p:txBody>
      </p:sp>
    </p:spTree>
    <p:extLst>
      <p:ext uri="{BB962C8B-B14F-4D97-AF65-F5344CB8AC3E}">
        <p14:creationId xmlns:p14="http://schemas.microsoft.com/office/powerpoint/2010/main" val="11706901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747B6-DE9E-4434-AE71-0AC221C7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00686-5AFF-40C4-B77C-896CD127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69459-7C6A-4799-88C2-75341C92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8BFBD-3D19-42A2-9BA1-5F003B76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Work effectively in teams with defined roles and responsibilities.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4C19A-966C-4C74-92A9-0AC74458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F1716-D8B4-4649-A41E-536A0000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8B00D-EADF-4DDC-98FC-D066B518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64C8E-63F6-4CD2-8F7E-26EA0A12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22854-0A2F-41C0-BED0-58E00970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64ABF-C661-4117-B7B2-AF9EE529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33D37-FF92-493C-B213-80E25DE7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7A5AA-176D-4A4D-BE81-D67E29B8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BB37A-C3DC-475D-A9A1-89239C89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291B2-44AB-4A1A-9FE6-E5822F32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08AD9-CA62-47C4-BDB5-733DEFC4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07861-26EA-4907-98FB-59D72E64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3 | 2/7</a:t>
            </a:r>
          </a:p>
        </p:txBody>
      </p:sp>
    </p:spTree>
    <p:extLst>
      <p:ext uri="{BB962C8B-B14F-4D97-AF65-F5344CB8AC3E}">
        <p14:creationId xmlns:p14="http://schemas.microsoft.com/office/powerpoint/2010/main" val="2102558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B771D-E3C2-4FB1-BC13-E4F0A20A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B273D-2C55-4460-8334-1D5A5EC9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6D2C2-2B4A-43A5-9929-AB840D67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4A84B-FE25-48BB-803F-F368FC24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Work effectively in teams with defined roles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responsibilities.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1EED9-B33F-4CEE-BDC0-60AA7C4A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4035D-9784-487A-B55C-A4C89E5C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CDD1C-6846-4380-8AB1-CCABB72F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effectively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8D019-972B-4459-8829-E2A8E4CD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676C4-A744-4A56-BCB8-8E5FF030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FCD5D-6C3C-4656-B5AB-CF8C762C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553D6-49C5-4311-A3E5-19B6611F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defined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B77B2-EEBB-4B7A-A03C-7458D687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66EFA-DF00-4483-888A-69403616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CEBA8-D082-45AE-A3A5-2BDE4422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2344D-DF62-4781-B961-A36A2BD2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3 | 3/7</a:t>
            </a:r>
          </a:p>
        </p:txBody>
      </p:sp>
    </p:spTree>
    <p:extLst>
      <p:ext uri="{BB962C8B-B14F-4D97-AF65-F5344CB8AC3E}">
        <p14:creationId xmlns:p14="http://schemas.microsoft.com/office/powerpoint/2010/main" val="14459286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68C52-B8AD-4722-A6A9-6D4AF8A4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34591-1F8F-475D-8C95-57B12F21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E7C8D-EFE8-40FA-A361-CB85DEBD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18AFC-AA10-4743-B617-E6EB6F81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88889-73F4-412B-9D4A-9D565D53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0CD98-03BD-4CD8-8990-56C1F771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42622-F0CF-4B46-9B2E-10685E66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FFE12-E740-44FE-8D55-C05D83C8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3 | 4/7</a:t>
            </a:r>
          </a:p>
        </p:txBody>
      </p:sp>
    </p:spTree>
    <p:extLst>
      <p:ext uri="{BB962C8B-B14F-4D97-AF65-F5344CB8AC3E}">
        <p14:creationId xmlns:p14="http://schemas.microsoft.com/office/powerpoint/2010/main" val="1667622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5A338-7AE0-4F29-93A2-CD4B6635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393D4-6B94-4CF2-8524-9D9EF3E0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C6AF3-44AC-4D93-8170-44A711DF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B5B0F-0CA8-431F-82FD-D471B36A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62E21-D6C8-4EB2-9E3F-8AFA1174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81073-65E6-4E73-B805-9988017D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9AA96-BC82-4BB6-B4F3-B8ADF684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E2D8A-9A60-481C-9B7F-F65B02EF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30D48-FC36-417C-9156-AE57000A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C3D33-FF35-4ED3-8B04-50A6FB90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27B76-1027-4808-AC4E-DD6E222F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7F4B2-5DC1-4A5B-A756-98832531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8680E-DCC9-4CA4-BAD2-501FBDC5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F8A0C-3B74-4FC8-9F2C-FBED451B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72E0B-6282-4A11-989E-2C0A44BC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3 | 5/7</a:t>
            </a:r>
          </a:p>
        </p:txBody>
      </p:sp>
    </p:spTree>
    <p:extLst>
      <p:ext uri="{BB962C8B-B14F-4D97-AF65-F5344CB8AC3E}">
        <p14:creationId xmlns:p14="http://schemas.microsoft.com/office/powerpoint/2010/main" val="2388043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60A13-C9E6-4414-9AE4-2C64CE33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0711B-A191-4548-9130-7EE0CD80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F2EE0-DEF5-4560-BAA7-45FA2B3B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3EEB0-3BB4-4E47-8ED8-CA854C6B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4FA20-83B6-4A35-A0DA-7027CFCC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73B47-CF22-483A-AE51-57DAF011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D468B-4095-43BD-9931-1B81D0F1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C7772-7C09-45EF-8694-AB1F46E7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245DE-46C2-480B-84F7-DE0F54E7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21861-7E05-49BF-8BE8-B7DFC14F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6B796-877B-4854-A76E-60C7882E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436F9-3D32-4E48-8921-05E9B156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BC8CD-3E25-4F7F-8722-9A06B26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81F36-23BA-4241-9580-50BC513A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C1198-3102-4853-B937-EA0E9966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96B57-18C4-439F-BA4E-31FD350A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4C7CE-A8DD-42D4-A958-AA2CC878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F125F-2313-42BB-BFEC-ADBCEA2F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F147C-3A43-4A65-89C6-AB0D0C48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720E82-0E47-463D-A6E5-4465A3FE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51652-97ED-4747-8805-F5463F7F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07D115-D9DA-497A-8153-4BA3D336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4D88B-E242-4FF3-8550-B46995D8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B61B27-1513-4FDA-93F2-81CC55E3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15BD6C-2540-4735-AC24-14995A7A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8788E-EDC7-4E58-94BD-5EAEA83B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3 | 6/7</a:t>
            </a:r>
          </a:p>
        </p:txBody>
      </p:sp>
    </p:spTree>
    <p:extLst>
      <p:ext uri="{BB962C8B-B14F-4D97-AF65-F5344CB8AC3E}">
        <p14:creationId xmlns:p14="http://schemas.microsoft.com/office/powerpoint/2010/main" val="781470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4A730-6731-404C-80B7-3C02000E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453ED-7FC5-4975-B05A-CD29254F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EEF47-4923-43CD-9774-8B051EDE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808C3-B899-4DA4-98AF-A530205A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BDB51-BE7F-4467-9C1F-F15C4A3E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D36AB-80B9-4D2A-A231-2342A2B4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9190A-7CED-4E64-B8F7-E18ED630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AA69B-941F-41B6-9074-9D946C01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3 | 7/7</a:t>
            </a:r>
          </a:p>
        </p:txBody>
      </p:sp>
    </p:spTree>
    <p:extLst>
      <p:ext uri="{BB962C8B-B14F-4D97-AF65-F5344CB8AC3E}">
        <p14:creationId xmlns:p14="http://schemas.microsoft.com/office/powerpoint/2010/main" val="1505238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2026-08-24T06:38:55.7870000Z</dcterms:created>
  <dcterms:modified xsi:type="dcterms:W3CDTF">2026-08-24T06:38:55.7870000Z</dcterms:modified>
</coreProperties>
</file>