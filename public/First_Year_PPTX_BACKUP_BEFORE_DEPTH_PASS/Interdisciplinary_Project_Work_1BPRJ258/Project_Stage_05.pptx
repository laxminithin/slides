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67d7792457464f" /><Relationship Type="http://schemas.openxmlformats.org/officeDocument/2006/relationships/extended-properties" Target="/docProps/app.xml" Id="Rf6df24f71cd84ea2" /><Relationship Type="http://schemas.openxmlformats.org/officeDocument/2006/relationships/officeDocument" Target="/ppt/presentation.xml" Id="R94e176727e0a48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ff175a86a04eef"/>
  </p:sldMasterIdLst>
  <p:notesMasterIdLst>
    <p:notesMasterId xmlns:r="http://schemas.openxmlformats.org/officeDocument/2006/relationships" r:id="Rf1688d41ee744192"/>
  </p:notesMasterIdLst>
  <p:sldIdLst>
    <p:sldId xmlns:r="http://schemas.openxmlformats.org/officeDocument/2006/relationships" id="256" r:id="R08e3216a46004f5a"/>
    <p:sldId xmlns:r="http://schemas.openxmlformats.org/officeDocument/2006/relationships" id="257" r:id="Rbb16cf21a08c4680"/>
    <p:sldId xmlns:r="http://schemas.openxmlformats.org/officeDocument/2006/relationships" id="258" r:id="Rfa8cbe219a504bb1"/>
    <p:sldId xmlns:r="http://schemas.openxmlformats.org/officeDocument/2006/relationships" id="259" r:id="R8d5cfa569a574628"/>
    <p:sldId xmlns:r="http://schemas.openxmlformats.org/officeDocument/2006/relationships" id="260" r:id="R3c3de7a69d014cf8"/>
    <p:sldId xmlns:r="http://schemas.openxmlformats.org/officeDocument/2006/relationships" id="261" r:id="Rf4536516a1634df2"/>
    <p:sldId xmlns:r="http://schemas.openxmlformats.org/officeDocument/2006/relationships" id="262" r:id="Rafbc5c93f2b541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c092e9f8c54b7a" /><Relationship Type="http://schemas.openxmlformats.org/officeDocument/2006/relationships/slideMaster" Target="/ppt/slideMasters/slideMaster1.xml" Id="Re3ff175a86a04eef" /><Relationship Type="http://schemas.openxmlformats.org/officeDocument/2006/relationships/notesMaster" Target="/ppt/notesMasters/notesMaster1.xml" Id="Rf1688d41ee744192" /><Relationship Type="http://schemas.openxmlformats.org/officeDocument/2006/relationships/presProps" Target="/ppt/presProps.xml" Id="R2f51b89db8834cdb" /><Relationship Type="http://schemas.openxmlformats.org/officeDocument/2006/relationships/tableStyles" Target="/ppt/tableStyles.xml" Id="R5a7f6e24f5bf4ab2" /><Relationship Type="http://schemas.openxmlformats.org/officeDocument/2006/relationships/slide" Target="/ppt/slides/slide1.xml" Id="R08e3216a46004f5a" /><Relationship Type="http://schemas.openxmlformats.org/officeDocument/2006/relationships/slide" Target="/ppt/slides/slide2.xml" Id="Rbb16cf21a08c4680" /><Relationship Type="http://schemas.openxmlformats.org/officeDocument/2006/relationships/slide" Target="/ppt/slides/slide3.xml" Id="Rfa8cbe219a504bb1" /><Relationship Type="http://schemas.openxmlformats.org/officeDocument/2006/relationships/slide" Target="/ppt/slides/slide4.xml" Id="R8d5cfa569a574628" /><Relationship Type="http://schemas.openxmlformats.org/officeDocument/2006/relationships/slide" Target="/ppt/slides/slide5.xml" Id="R3c3de7a69d014cf8" /><Relationship Type="http://schemas.openxmlformats.org/officeDocument/2006/relationships/slide" Target="/ppt/slides/slide6.xml" Id="Rf4536516a1634df2" /><Relationship Type="http://schemas.openxmlformats.org/officeDocument/2006/relationships/slide" Target="/ppt/slides/slide7.xml" Id="Rafbc5c93f2b541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d28d97d2b740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006b1d1074dd1" /><Relationship Type="http://schemas.openxmlformats.org/officeDocument/2006/relationships/notesMaster" Target="/ppt/notesMasters/notesMaster1.xml" Id="Re5767c2842b443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78e3432dfb4f62" /><Relationship Type="http://schemas.openxmlformats.org/officeDocument/2006/relationships/notesMaster" Target="/ppt/notesMasters/notesMaster1.xml" Id="Ra5ae0592d22146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48184b48f4043" /><Relationship Type="http://schemas.openxmlformats.org/officeDocument/2006/relationships/notesMaster" Target="/ppt/notesMasters/notesMaster1.xml" Id="R52f221b6438141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15e64097984202" /><Relationship Type="http://schemas.openxmlformats.org/officeDocument/2006/relationships/notesMaster" Target="/ppt/notesMasters/notesMaster1.xml" Id="Rf1292386a5b84b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e5465f30a4438f" /><Relationship Type="http://schemas.openxmlformats.org/officeDocument/2006/relationships/notesMaster" Target="/ppt/notesMasters/notesMaster1.xml" Id="R45843bddca39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45bdce46c3429b" /><Relationship Type="http://schemas.openxmlformats.org/officeDocument/2006/relationships/notesMaster" Target="/ppt/notesMasters/notesMaster1.xml" Id="R7a96666c98d14a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3b451125bf4f94" /><Relationship Type="http://schemas.openxmlformats.org/officeDocument/2006/relationships/notesMaster" Target="/ppt/notesMasters/notesMaster1.xml" Id="Rf214402b3b67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59074f35c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021afad72548b0" /><Relationship Type="http://schemas.openxmlformats.org/officeDocument/2006/relationships/slideLayout" Target="/ppt/slideLayouts/slideLayout1.xml" Id="R1237c70cf3ed49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37c70cf3ed49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ebdd2ec024263" /><Relationship Type="http://schemas.openxmlformats.org/officeDocument/2006/relationships/notesSlide" Target="/ppt/notesSlides/notesSlide1.xml" Id="R2a43d26df26d4f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04208341845d8" /><Relationship Type="http://schemas.openxmlformats.org/officeDocument/2006/relationships/notesSlide" Target="/ppt/notesSlides/notesSlide2.xml" Id="R75874b83e0604d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5896a139145d7" /><Relationship Type="http://schemas.openxmlformats.org/officeDocument/2006/relationships/notesSlide" Target="/ppt/notesSlides/notesSlide3.xml" Id="R1d336a946d3b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054bf1b3a4de2" /><Relationship Type="http://schemas.openxmlformats.org/officeDocument/2006/relationships/notesSlide" Target="/ppt/notesSlides/notesSlide4.xml" Id="R2167a43aeff24c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0bea1e08b4588" /><Relationship Type="http://schemas.openxmlformats.org/officeDocument/2006/relationships/notesSlide" Target="/ppt/notesSlides/notesSlide5.xml" Id="R44e8e5a0c38a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a7eb772cd4d6e" /><Relationship Type="http://schemas.openxmlformats.org/officeDocument/2006/relationships/notesSlide" Target="/ppt/notesSlides/notesSlide6.xml" Id="R49462b5aae3240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d6da7e22b4877" /><Relationship Type="http://schemas.openxmlformats.org/officeDocument/2006/relationships/notesSlide" Target="/ppt/notesSlides/notesSlide7.xml" Id="Rf97f419430cb4f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38228-242C-4A73-AF21-E1618FA8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B03DD-908B-41EC-BF2B-30104082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Develop socially relevant, sustainable, and innovative prototypes/solutions. Week - 1, 2 &amp; 3: Introduction, Orientation,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05A72-12FD-4409-81A0-FCD19A5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DF11E-F236-4BC5-88A2-1D022E0F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6255C-3DAA-4D93-916F-FB20E02B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414A6-F832-47D3-BD4D-672AAB46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85225-0BFE-41FF-8D92-CFD6A83F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F6151-1B21-4918-A575-B5041BEE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4A6DD-8B51-44A8-9D1E-068D43DE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2EBFB-F855-4C9A-9A5D-2FCE3EC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10830-4810-4D01-990D-C3CCD646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8C96A-29C5-4A10-9EF0-7CBE56CE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72D83-275D-4511-8273-0E61DCA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273AD-721D-4171-93C2-79E44C02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1F4B2-0FB1-4365-A26E-73C7C50D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1/7</a:t>
            </a:r>
          </a:p>
        </p:txBody>
      </p:sp>
    </p:spTree>
    <p:extLst>
      <p:ext uri="{BB962C8B-B14F-4D97-AF65-F5344CB8AC3E}">
        <p14:creationId xmlns:p14="http://schemas.microsoft.com/office/powerpoint/2010/main" val="277716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3BA81-8070-4477-8512-F6F368AB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F2A43-6022-436F-A56B-E66B95A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87C42-7EF9-42A0-B34B-3BFE0D3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47E78-0C95-4487-90CE-68EFAB4B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Develop socially relevant, sustainable, and innovative prototypes/solutions. Week - 1, 2 &amp; 3: Introduction, Orientation,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8BEFB-C478-470F-9713-7C8B7DCC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58A3D-1345-4637-8748-B4E332CF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72309-1834-41CB-A36F-F6AA1CEA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1EABB-A4B7-4DEB-8515-CE576C5E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42927-2D63-4A3D-864E-F7E276BB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AECF4-EE97-4825-AF64-1FF351C9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91AA3-3A8A-4F4A-AC1E-8C1E9410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58141-A6A8-4EEF-B2F5-96105767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50C46-02F8-44DA-93BC-25690F24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02B85-9D6D-4498-A630-2DB56401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4B0C3-757B-491E-B9D1-7809DC12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238C2-043A-4504-872D-C6F510C5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2/7</a:t>
            </a:r>
          </a:p>
        </p:txBody>
      </p:sp>
    </p:spTree>
    <p:extLst>
      <p:ext uri="{BB962C8B-B14F-4D97-AF65-F5344CB8AC3E}">
        <p14:creationId xmlns:p14="http://schemas.microsoft.com/office/powerpoint/2010/main" val="289394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F5F0D-85D3-4E47-B5E3-FAAD7B74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FCD51-F4A3-4EA4-A98C-E051DD99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0DA1-1A65-4879-88A0-70EF71B2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C85DC-9ABE-4FDF-9F2F-B455755F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Develop socially relevant, sustainable, and innovative prototypes/solutions.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Week - 1, 2 &amp; 3: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Orientation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Team Formation and Literature Survey Week -1&amp;2: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160A0-8C44-4E03-B743-0DACA28D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Develop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DA2AF-0DDE-42EB-9DA3-E1E5D217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338F8-76A5-43FF-B262-4C14B876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socially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88594-A724-42D5-80C3-6F7C9330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74ACE-74E7-4720-83A0-B6EF66AA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relevant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F1A98-D4E1-4E55-BE17-5AF8D829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CC15D-A18A-44D8-891D-47D1FD05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sustainable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57AE6-C6FB-40D3-9DFD-271D7A50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606C4-745F-4F0C-8E32-1B7F6BC7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innovative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2DADE-F9A6-4FF4-81FD-E68FA634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28349-0951-4793-882F-8209C5C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3/7</a:t>
            </a:r>
          </a:p>
        </p:txBody>
      </p:sp>
    </p:spTree>
    <p:extLst>
      <p:ext uri="{BB962C8B-B14F-4D97-AF65-F5344CB8AC3E}">
        <p14:creationId xmlns:p14="http://schemas.microsoft.com/office/powerpoint/2010/main" val="741961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D4244-14E9-4664-B091-F83E03F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18723-E56A-4330-9151-CF87BE7C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70D4A-317D-43A6-8BCC-2948CDC0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C3272-CBA0-4368-98A5-BD83B91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B0D0C-6F01-4BAB-8BF2-B89AF0FD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FA9D2-DC8A-43DC-B21F-E334F80C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5231E-DE7D-40AB-AA88-D3E43E8B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420C9-5BB2-4AD6-9457-028C5F07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4/7</a:t>
            </a:r>
          </a:p>
        </p:txBody>
      </p:sp>
    </p:spTree>
    <p:extLst>
      <p:ext uri="{BB962C8B-B14F-4D97-AF65-F5344CB8AC3E}">
        <p14:creationId xmlns:p14="http://schemas.microsoft.com/office/powerpoint/2010/main" val="438317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7AC2B-8651-48A0-8EEC-E56F181D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81FB8-0320-4191-9E11-A64976AB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306C7-1AC8-4B46-8501-3D5D6CE8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A8DC3-294E-444F-A101-F2BEE41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706E9-7A2C-4F9C-8423-77EA53CB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92E98-B1A8-4A15-A83A-AA64BDDB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39EB9-4B98-4A98-96B7-974F5DB2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8CBCA-2E8B-4A99-9C40-1788F87C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71609-9119-4C2D-BBDB-0DA3DF73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5D4DB-7265-4652-BFA3-F584CF59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4C63F-C507-437E-8EC5-0D5FCF86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7B81D-439E-43DB-B402-E58A35F5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2C9F8-1C47-486A-B70E-CD33EC53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BCEB1-5258-4431-BC11-AB3270D0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B61B7-773D-475B-A6CE-50934418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5/7</a:t>
            </a:r>
          </a:p>
        </p:txBody>
      </p:sp>
    </p:spTree>
    <p:extLst>
      <p:ext uri="{BB962C8B-B14F-4D97-AF65-F5344CB8AC3E}">
        <p14:creationId xmlns:p14="http://schemas.microsoft.com/office/powerpoint/2010/main" val="952330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9A95E-3B07-4C3C-8CD9-13F8A399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67198-3FAF-4E8E-8A18-D9F4CC41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15DA4-17EC-40E8-9DBB-E110CB2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44BA-6066-4E4B-ACDA-DC2CF4D3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13504-6BC4-4FA6-8F17-784E992B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DCB8C-08F6-4387-9FA5-AAFFE933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E89CE-A77B-466C-88FA-40EDA5D5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06CA-76FA-4D08-9FA2-E1005707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9C648-EE01-4261-8576-39F2B6F4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127EC-0226-4F2A-860A-036288E1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F0660-1733-40B9-B80A-AB3AD97F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77E7B-2A1B-44C9-94FD-C6EE798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C3592-A60D-4FA8-AF15-A780440F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9B051-B291-4169-8462-070653E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8D6E1-A1FE-4B27-9B66-56B08005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5FA3B-C663-498F-8237-2742A9D8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51BC3-2A10-4F71-8083-0C7FDAC5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33AC0-49E9-40BB-917E-6F5C9A3B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94EFF-DE25-423C-91D5-964DC3D8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0E4DD-AC28-4BCC-A953-7AADEEE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8DBA2-02C6-4AD4-AD2A-88A2F2F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A438C-7938-4A4A-A261-CB06A62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BC8F2-D181-4F4D-AD96-84E5BCEB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D112B-7F2B-421C-BBDD-CDD40B43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3ED2D-8A02-4C35-978A-2549A26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FF90B1-FF80-44B3-837A-4AA17A92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6/7</a:t>
            </a:r>
          </a:p>
        </p:txBody>
      </p:sp>
    </p:spTree>
    <p:extLst>
      <p:ext uri="{BB962C8B-B14F-4D97-AF65-F5344CB8AC3E}">
        <p14:creationId xmlns:p14="http://schemas.microsoft.com/office/powerpoint/2010/main" val="1228680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8348F-0CD5-49B2-A2C4-791129C0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AB0A1-8ADF-44CB-B4DF-41CFE5B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8AD38-01F2-486E-83AB-6B455361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94D8-6E3D-4643-9EB4-262DF6AE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1B0B-9073-4595-99A8-2A9E2EDC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02D3F-1B94-4BE3-92F1-75BBE2DC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FF77C-FC94-4FC0-A9BE-59C12883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5E1BD-2F11-4DDA-8C87-A3F056B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7/7</a:t>
            </a:r>
          </a:p>
        </p:txBody>
      </p:sp>
    </p:spTree>
    <p:extLst>
      <p:ext uri="{BB962C8B-B14F-4D97-AF65-F5344CB8AC3E}">
        <p14:creationId xmlns:p14="http://schemas.microsoft.com/office/powerpoint/2010/main" val="1016284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2026-08-24T06:38:55.8790000Z</dcterms:created>
  <dcterms:modified xsi:type="dcterms:W3CDTF">2026-08-24T06:38:55.8790000Z</dcterms:modified>
</coreProperties>
</file>