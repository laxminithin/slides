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8051b1aeca94d9a" /><Relationship Type="http://schemas.openxmlformats.org/officeDocument/2006/relationships/extended-properties" Target="/docProps/app.xml" Id="R959a441e11e94542" /><Relationship Type="http://schemas.openxmlformats.org/officeDocument/2006/relationships/officeDocument" Target="/ppt/presentation.xml" Id="R12a0ddb5fb62494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d3e4120cd8742d3"/>
  </p:sldMasterIdLst>
  <p:notesMasterIdLst>
    <p:notesMasterId xmlns:r="http://schemas.openxmlformats.org/officeDocument/2006/relationships" r:id="Rf99f3e1b71f44bd1"/>
  </p:notesMasterIdLst>
  <p:sldIdLst>
    <p:sldId xmlns:r="http://schemas.openxmlformats.org/officeDocument/2006/relationships" id="256" r:id="Rbeb1f07167e2404f"/>
    <p:sldId xmlns:r="http://schemas.openxmlformats.org/officeDocument/2006/relationships" id="257" r:id="R48b3ea3b2db74c58"/>
    <p:sldId xmlns:r="http://schemas.openxmlformats.org/officeDocument/2006/relationships" id="258" r:id="R9e0ff953dc45451a"/>
    <p:sldId xmlns:r="http://schemas.openxmlformats.org/officeDocument/2006/relationships" id="259" r:id="Ra452d3f6d84944df"/>
    <p:sldId xmlns:r="http://schemas.openxmlformats.org/officeDocument/2006/relationships" id="260" r:id="Ra032efc9380e4c9c"/>
    <p:sldId xmlns:r="http://schemas.openxmlformats.org/officeDocument/2006/relationships" id="261" r:id="R8641bbdde8fb4d5b"/>
    <p:sldId xmlns:r="http://schemas.openxmlformats.org/officeDocument/2006/relationships" id="262" r:id="Re8081fd3f249446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94de3958ef44a16" /><Relationship Type="http://schemas.openxmlformats.org/officeDocument/2006/relationships/slideMaster" Target="/ppt/slideMasters/slideMaster1.xml" Id="R9d3e4120cd8742d3" /><Relationship Type="http://schemas.openxmlformats.org/officeDocument/2006/relationships/notesMaster" Target="/ppt/notesMasters/notesMaster1.xml" Id="Rf99f3e1b71f44bd1" /><Relationship Type="http://schemas.openxmlformats.org/officeDocument/2006/relationships/presProps" Target="/ppt/presProps.xml" Id="R97233570dad04677" /><Relationship Type="http://schemas.openxmlformats.org/officeDocument/2006/relationships/tableStyles" Target="/ppt/tableStyles.xml" Id="R0d07bc453aaf4736" /><Relationship Type="http://schemas.openxmlformats.org/officeDocument/2006/relationships/slide" Target="/ppt/slides/slide1.xml" Id="Rbeb1f07167e2404f" /><Relationship Type="http://schemas.openxmlformats.org/officeDocument/2006/relationships/slide" Target="/ppt/slides/slide2.xml" Id="R48b3ea3b2db74c58" /><Relationship Type="http://schemas.openxmlformats.org/officeDocument/2006/relationships/slide" Target="/ppt/slides/slide3.xml" Id="R9e0ff953dc45451a" /><Relationship Type="http://schemas.openxmlformats.org/officeDocument/2006/relationships/slide" Target="/ppt/slides/slide4.xml" Id="Ra452d3f6d84944df" /><Relationship Type="http://schemas.openxmlformats.org/officeDocument/2006/relationships/slide" Target="/ppt/slides/slide5.xml" Id="Ra032efc9380e4c9c" /><Relationship Type="http://schemas.openxmlformats.org/officeDocument/2006/relationships/slide" Target="/ppt/slides/slide6.xml" Id="R8641bbdde8fb4d5b" /><Relationship Type="http://schemas.openxmlformats.org/officeDocument/2006/relationships/slide" Target="/ppt/slides/slide7.xml" Id="Re8081fd3f249446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2b54f29bd6d4db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694dd2c0a894203" /><Relationship Type="http://schemas.openxmlformats.org/officeDocument/2006/relationships/notesMaster" Target="/ppt/notesMasters/notesMaster1.xml" Id="R028a84998c37472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c27fa8daddb49cc" /><Relationship Type="http://schemas.openxmlformats.org/officeDocument/2006/relationships/notesMaster" Target="/ppt/notesMasters/notesMaster1.xml" Id="R94caec7565a04ad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e535ec75849447b" /><Relationship Type="http://schemas.openxmlformats.org/officeDocument/2006/relationships/notesMaster" Target="/ppt/notesMasters/notesMaster1.xml" Id="Rb71ffb102bb24e1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3257e2c46374654" /><Relationship Type="http://schemas.openxmlformats.org/officeDocument/2006/relationships/notesMaster" Target="/ppt/notesMasters/notesMaster1.xml" Id="Rd7a1f04048e6421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96042bb0f874641" /><Relationship Type="http://schemas.openxmlformats.org/officeDocument/2006/relationships/notesMaster" Target="/ppt/notesMasters/notesMaster1.xml" Id="Ra892201651a4483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45178b1e7bf4415" /><Relationship Type="http://schemas.openxmlformats.org/officeDocument/2006/relationships/notesMaster" Target="/ppt/notesMasters/notesMaster1.xml" Id="R437a8483299f42a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19f6fe4518d4de7" /><Relationship Type="http://schemas.openxmlformats.org/officeDocument/2006/relationships/notesMaster" Target="/ppt/notesMasters/notesMaster1.xml" Id="R00c037d40a184fa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0d1f29d9d62477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213d48ad8d547fd" /><Relationship Type="http://schemas.openxmlformats.org/officeDocument/2006/relationships/slideLayout" Target="/ppt/slideLayouts/slideLayout1.xml" Id="R32de504535ec431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2de504535ec431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46dfa09c954ac4" /><Relationship Type="http://schemas.openxmlformats.org/officeDocument/2006/relationships/notesSlide" Target="/ppt/notesSlides/notesSlide1.xml" Id="R25793ce79650492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7680ff8d504537" /><Relationship Type="http://schemas.openxmlformats.org/officeDocument/2006/relationships/notesSlide" Target="/ppt/notesSlides/notesSlide2.xml" Id="R505cf2460f8c450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34fea07cd6488d" /><Relationship Type="http://schemas.openxmlformats.org/officeDocument/2006/relationships/notesSlide" Target="/ppt/notesSlides/notesSlide3.xml" Id="R425fd4b433e44af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d35e22668d44e2" /><Relationship Type="http://schemas.openxmlformats.org/officeDocument/2006/relationships/notesSlide" Target="/ppt/notesSlides/notesSlide4.xml" Id="Ra173056c896e42d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602f68299b4d59" /><Relationship Type="http://schemas.openxmlformats.org/officeDocument/2006/relationships/notesSlide" Target="/ppt/notesSlides/notesSlide5.xml" Id="R4cd523ec26994a9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99cf8a64fc4bb1" /><Relationship Type="http://schemas.openxmlformats.org/officeDocument/2006/relationships/notesSlide" Target="/ppt/notesSlides/notesSlide6.xml" Id="Rc25798e709da44f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1e7672f5374af0" /><Relationship Type="http://schemas.openxmlformats.org/officeDocument/2006/relationships/notesSlide" Target="/ppt/notesSlides/notesSlide7.xml" Id="R51ec706ef0b841a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CBEB91E-8F10-4BB7-AF0A-6742BB352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495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6D28D9"/>
                </a:solidFill>
              </a:defRPr>
            </a:pPr>
            <a:r>
              <a:rPr sz="3450" b="1">
                <a:solidFill>
                  <a:srgbClr val="6D28D9"/>
                </a:solidFill>
              </a:rPr>
              <a:t>Project Stage 06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D2D49F-6E6A-4B3D-9E5C-35D95828E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8191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033"/>
                </a:solidFill>
              </a:defRPr>
            </a:pPr>
            <a:r>
              <a:rPr sz="2550" b="1">
                <a:solidFill>
                  <a:srgbClr val="172033"/>
                </a:solidFill>
              </a:rPr>
              <a:t>one faculty member shall be assigned to group of 60 students or one division.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5820A0-F4ED-4780-B591-44B12664E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19450"/>
            <a:ext cx="485775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Subject: Interdisciplinary Project Work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Code: 1BPRJ258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Semester: 1/2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20AF35-F5BD-4056-BCB8-A2C537881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Aim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F1FCF7-690D-4079-BA66-77ADF283E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F9E1B2-A75A-4EA5-A279-E4FC06E6B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Setup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D2D795-3C6D-429A-8D26-F7F82E325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C02D0FA-3B19-4898-9499-018E636FB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Procedure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25331E6-D1E0-49D0-98BD-0FEF8290C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0C325F-84D5-484A-BA44-7FA0C618C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Observation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71E9EE8-A71B-421C-A5DD-8D45DB1DD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CA9C3D6-83DB-44A8-90B6-67282F426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Viva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802D552-325D-4E0E-9992-52EE0B959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905250"/>
            <a:ext cx="342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2033"/>
                </a:solidFill>
              </a:defRPr>
            </a:pPr>
            <a:r>
              <a:rPr sz="1800" b="1">
                <a:solidFill>
                  <a:srgbClr val="172033"/>
                </a:solidFill>
              </a:rPr>
              <a:t>Record evidence, not just completion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B58F508-3DC5-4A28-94AF-8F8C5E4E4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Interdisciplinary Project Work | 1BPRJ258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90B9F3B-EE71-40EE-9AA6-34B49CDF4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Project_Stage 6 | 1/7</a:t>
            </a:r>
          </a:p>
        </p:txBody>
      </p:sp>
    </p:spTree>
    <p:extLst>
      <p:ext uri="{BB962C8B-B14F-4D97-AF65-F5344CB8AC3E}">
        <p14:creationId xmlns:p14="http://schemas.microsoft.com/office/powerpoint/2010/main" val="122233740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A3E33A0-AF5A-4BC9-A76A-58035CB0B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1BPRJ258 | Project_Stage 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1BEC20-6D0E-4A69-8F38-ABCCA883B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Aim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EECAAD-B60C-4702-AC85-E4C954567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F5640D-26A3-49C2-BC60-36003CC31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676400"/>
            <a:ext cx="9334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2033"/>
                </a:solidFill>
              </a:defRPr>
            </a:pPr>
            <a:r>
              <a:rPr sz="2100" b="1">
                <a:solidFill>
                  <a:srgbClr val="172033"/>
                </a:solidFill>
              </a:rPr>
              <a:t>one faculty member shall be assigned to group of 60 students or one division.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29C65A-1410-4AE6-BA59-632FBE029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105150"/>
            <a:ext cx="9144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Learning objective: perform the task accurately and explain the principle behind it.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Expected result: a recorded observation, verified output, working setup, or justified prototype decision.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EE8F3F-3E75-4374-9B5A-35751A4DA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9530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Prepare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46BBBA-BCAE-4F36-AE87-07B49B365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51244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400EA4-39B6-424F-AE13-87CD7C7F7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49530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Perform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F7EA90E-6234-4CE0-A98F-3C06B2E1E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51244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23C8F08-9271-4CAE-80FF-D22B2DC3B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49530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Observe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6D26651-1FDD-4C02-AB48-4086B259D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51244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7E606DA-D789-4B9D-9D97-44E6A2E01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49530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Verify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DD437E5-46A0-46EC-B44B-C053B8B81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51244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9D82ADF-2613-4F01-A46A-A5FA1FEF2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49530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Record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FA28903-39FE-43DA-891E-DF3E531E4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Interdisciplinary Project Work | 1BPRJ258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FCB8F9F-8C14-4FF2-A8BE-46A7D758D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Project_Stage 6 | 2/7</a:t>
            </a:r>
          </a:p>
        </p:txBody>
      </p:sp>
    </p:spTree>
    <p:extLst>
      <p:ext uri="{BB962C8B-B14F-4D97-AF65-F5344CB8AC3E}">
        <p14:creationId xmlns:p14="http://schemas.microsoft.com/office/powerpoint/2010/main" val="108782781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C9D8630-20FD-47B7-8A96-478D31B74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1BPRJ258 | Project_Stage 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47C516-8F85-4D73-8E19-BF9B5E064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Theory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D02CF6-4D6E-4FA9-A8C7-C7E5C8CAF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7D502F-BB2D-4253-ACCC-C5BE8D36A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676400"/>
            <a:ext cx="95250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one faculty member shall be assigned to group of 60 students or one division.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29DBB5-D8FE-4B37-A4DB-FD332E43B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0101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faculty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293219-C173-4928-B124-093150575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51816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45142A-03E6-4910-819F-94DD6443B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50101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member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9F0A46-B526-4F84-828E-9AAF563A6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51816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CAFC6B0-F429-4C14-9AEE-09826D4A1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50101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shall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5B9EA64-28EC-415E-A8F0-FAC18A538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51816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BE31639-A3C8-49F9-AC6E-752162EC9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50101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assigned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4A30F00-76A4-49EA-9DC0-A018317A8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51816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9F45079-6743-4832-8FB4-F9952F994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group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B5FB612-D4BB-43C7-8A02-83A83B3E1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Interdisciplinary Project Work | 1BPRJ258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7D7BBF9-F234-4435-AE86-E3E13881F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Project_Stage 6 | 3/7</a:t>
            </a:r>
          </a:p>
        </p:txBody>
      </p:sp>
    </p:spTree>
    <p:extLst>
      <p:ext uri="{BB962C8B-B14F-4D97-AF65-F5344CB8AC3E}">
        <p14:creationId xmlns:p14="http://schemas.microsoft.com/office/powerpoint/2010/main" val="188854859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842BD6B-3762-4B2F-AC0E-D24CE6672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1BPRJ258 | Project_Stage 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212694-DDAA-463B-A89B-11A448A29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Required tools / components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924229-C95E-4C10-9249-6B1E75F4E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880337-9C3B-43C8-894D-0835DBC31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809750"/>
            <a:ext cx="90487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Laboratory manual or problem statement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Required apparatus, software, components, measuring instruments, or drawing tools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Observation table / record book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Safety and calibration checklist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152248-CEBB-4709-9A49-A27B3F4B4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762500"/>
            <a:ext cx="1714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72033"/>
                </a:solidFill>
              </a:defRPr>
            </a:pPr>
            <a:r>
              <a:rPr sz="1425" b="1">
                <a:solidFill>
                  <a:srgbClr val="172033"/>
                </a:solidFill>
              </a:rPr>
              <a:t>Precaution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495CC7-DA9C-42F6-837C-C12848D52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4762500"/>
            <a:ext cx="704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Do not start measurement or execution until connections, inputs, and assumptions are checked.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1BDC18-E94B-49B2-AEEF-0A781B973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Interdisciplinary Project Work | 1BPRJ258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39F2F94-86FE-48BE-B957-409B55039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Project_Stage 6 | 4/7</a:t>
            </a:r>
          </a:p>
        </p:txBody>
      </p:sp>
    </p:spTree>
    <p:extLst>
      <p:ext uri="{BB962C8B-B14F-4D97-AF65-F5344CB8AC3E}">
        <p14:creationId xmlns:p14="http://schemas.microsoft.com/office/powerpoint/2010/main" val="129493221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EA6B66A-8FD1-4107-97DB-A65EC252D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1BPRJ258 | Project_Stage 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07EEE5-785C-423E-8E70-79095F6AA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Procedure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FA57A9-247E-43AD-B68A-52EC9055D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AC4F6C-4298-433B-BA33-2A2A42316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7907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Read aim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32B8AF-27D7-4F23-87FF-0B99B2BD2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19621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66E445-CCFB-4CC3-A1F6-59F404C6B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17907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Set up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4511C5-05AD-4AFB-8AA7-FEDF11272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19621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6A5322-A2E4-4F55-BCEC-7FD11C381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17907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Execute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61B1CAA-503A-421D-B7C2-75F57E702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9621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E894FC-43D7-46D8-AA04-B1D06E289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17907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Record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CA55BED-EF2E-41E5-9C4B-41D8D4E16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19621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B691469-E8C2-4DBD-9CD9-74E9CC23D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Conclude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3B60335-07F3-4B2D-9FA1-048F12B83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905250"/>
            <a:ext cx="8953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Write the algorithm / circuit / setup before execution.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Record each observation immediately.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Compare the result with the expected behaviour.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State the reason for any deviation.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E5C1941-1C03-47BE-97CF-99AC4B19F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Interdisciplinary Project Work | 1BPRJ258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B5D91CC-8D6E-4D6E-B515-32965339C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Project_Stage 6 | 5/7</a:t>
            </a:r>
          </a:p>
        </p:txBody>
      </p:sp>
    </p:spTree>
    <p:extLst>
      <p:ext uri="{BB962C8B-B14F-4D97-AF65-F5344CB8AC3E}">
        <p14:creationId xmlns:p14="http://schemas.microsoft.com/office/powerpoint/2010/main" val="184796099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5F91C2A-5B49-4BDA-A90A-D1B74FA21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1BPRJ258 | Project_Stage 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22A77C-346D-488A-B58F-833950F1A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Observation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539964-0BB9-4C5F-A30D-91C9BFBF6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F7A6AD-EC20-470A-9734-0353579EF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752600"/>
            <a:ext cx="2000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Trial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9A3E47-0CC7-432D-A4D8-CAB39C407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1752600"/>
            <a:ext cx="2000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Input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8EC4FC-E111-457B-A28A-DC718E6EC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1752600"/>
            <a:ext cx="2000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Observation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10FE4B-299A-4A16-B1A7-CA7E3949C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1752600"/>
            <a:ext cx="2000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Inference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BC2D32-3EA9-4400-8962-80F4B5FCB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26695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72033"/>
                </a:solidFill>
              </a:defRPr>
            </a:pPr>
            <a:r>
              <a:rPr sz="1050" b="0">
                <a:solidFill>
                  <a:srgbClr val="172033"/>
                </a:solidFill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6BB4B31-A3B8-4C7B-AA8E-FA4FCA87A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26695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C6D4632-6B19-447A-A1A7-45A247BDF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26695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4096F84-A2AF-4DD0-ACAF-913A7E1CC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26695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1D31049-90CA-4D4A-9549-03992D3A2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81940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72033"/>
                </a:solidFill>
              </a:defRPr>
            </a:pPr>
            <a:r>
              <a:rPr sz="1050" b="0">
                <a:solidFill>
                  <a:srgbClr val="172033"/>
                </a:solidFill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7FFE39A-5D72-47A0-A976-92A83515C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81940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AE90A47-58F6-442C-8FF5-B350B5AD3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81940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A94B43E-86C5-49B7-BA32-2D5C0F451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81940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91BF900-86E8-45AA-813A-E269C0436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37185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72033"/>
                </a:solidFill>
              </a:defRPr>
            </a:pPr>
            <a:r>
              <a:rPr sz="1050" b="0">
                <a:solidFill>
                  <a:srgbClr val="172033"/>
                </a:solidFill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C6E5689-831D-422F-BE72-64E2D8524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37185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F0870D6-79DA-435E-96AF-693804124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37185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76EA35F-14B7-40A3-B33F-5B80C7DC5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37185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0EFDEC6-6520-4782-93B4-D784D824A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92430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72033"/>
                </a:solidFill>
              </a:defRPr>
            </a:pPr>
            <a:r>
              <a:rPr sz="1050" b="0">
                <a:solidFill>
                  <a:srgbClr val="172033"/>
                </a:solidFill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E7231FD-280F-4722-A7F6-A08E846C6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92430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5631E9E-D162-414C-8921-F3648B514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92430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4847EBE-AB4F-4E0D-AE6B-009537496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92430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697FF0B-EB4C-4F83-A3F8-61266918C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067300"/>
            <a:ext cx="8953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2033"/>
                </a:solidFill>
              </a:defRPr>
            </a:pPr>
            <a:r>
              <a:rPr sz="1650" b="1">
                <a:solidFill>
                  <a:srgbClr val="172033"/>
                </a:solidFill>
              </a:rPr>
              <a:t>Expected result: the observation supports the stated principle and can be defended in viva.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20296C7-E6CE-449C-8992-1CFF2F7C3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Interdisciplinary Project Work | 1BPRJ258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D2BE71E-9041-4BCD-A81B-7B173E5AD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Project_Stage 6 | 6/7</a:t>
            </a:r>
          </a:p>
        </p:txBody>
      </p:sp>
    </p:spTree>
    <p:extLst>
      <p:ext uri="{BB962C8B-B14F-4D97-AF65-F5344CB8AC3E}">
        <p14:creationId xmlns:p14="http://schemas.microsoft.com/office/powerpoint/2010/main" val="162897216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47E307-5432-4C7D-AAB3-66E8B3523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1BPRJ258 | Project_Stage 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168487-4B03-4281-87EB-A49701534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Errors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574C22-0279-43B1-A633-FDEDE0784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EEEC3B-F179-4917-8D96-F0B6FAB99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438150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Loose or incorrect connections / inputs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Skipping calibration or dry run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Recording values without units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Not explaining why the result is valid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Ignoring safety, component rating, or setup constraints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AC17B2-102E-4EBE-8677-0056D6B4D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752600"/>
            <a:ext cx="22860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Viva questions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3AB129-0A36-4A1A-8F98-A240C52DD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381250"/>
            <a:ext cx="4095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What is the aim of this project_stage?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Which principle or algorithm is used?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What changes if the input/setup changes?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How do you identify an error in the result?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D940E5-7FD2-40BF-8415-8F6345744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Interdisciplinary Project Work | 1BPRJ258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F89FCE-444C-4869-B183-11AAB4108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Project_Stage 6 | 7/7</a:t>
            </a:r>
          </a:p>
        </p:txBody>
      </p:sp>
    </p:spTree>
    <p:extLst>
      <p:ext uri="{BB962C8B-B14F-4D97-AF65-F5344CB8AC3E}">
        <p14:creationId xmlns:p14="http://schemas.microsoft.com/office/powerpoint/2010/main" val="88186635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2026-08-24T06:38:55.9240000Z</dcterms:created>
  <dcterms:modified xsi:type="dcterms:W3CDTF">2026-08-24T06:38:55.9240000Z</dcterms:modified>
</coreProperties>
</file>