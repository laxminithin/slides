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61174dd8940cd" /><Relationship Type="http://schemas.openxmlformats.org/officeDocument/2006/relationships/extended-properties" Target="/docProps/app.xml" Id="R5e54934da99d4b4a" /><Relationship Type="http://schemas.openxmlformats.org/officeDocument/2006/relationships/officeDocument" Target="/ppt/presentation.xml" Id="R285182a115e2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57dfd74f44bbf"/>
  </p:sldMasterIdLst>
  <p:notesMasterIdLst>
    <p:notesMasterId xmlns:r="http://schemas.openxmlformats.org/officeDocument/2006/relationships" r:id="R540e0c743a5d4c21"/>
  </p:notesMasterIdLst>
  <p:sldIdLst>
    <p:sldId xmlns:r="http://schemas.openxmlformats.org/officeDocument/2006/relationships" id="256" r:id="R94484f9782d34d87"/>
    <p:sldId xmlns:r="http://schemas.openxmlformats.org/officeDocument/2006/relationships" id="257" r:id="R8209ee55add34965"/>
    <p:sldId xmlns:r="http://schemas.openxmlformats.org/officeDocument/2006/relationships" id="258" r:id="R223a688d59154213"/>
    <p:sldId xmlns:r="http://schemas.openxmlformats.org/officeDocument/2006/relationships" id="259" r:id="R066da62e45004981"/>
    <p:sldId xmlns:r="http://schemas.openxmlformats.org/officeDocument/2006/relationships" id="260" r:id="R0cb18ae9f3124b3a"/>
    <p:sldId xmlns:r="http://schemas.openxmlformats.org/officeDocument/2006/relationships" id="261" r:id="Rda340066d9c24436"/>
    <p:sldId xmlns:r="http://schemas.openxmlformats.org/officeDocument/2006/relationships" id="262" r:id="R394152a261954a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84f37731604ef8" /><Relationship Type="http://schemas.openxmlformats.org/officeDocument/2006/relationships/slideMaster" Target="/ppt/slideMasters/slideMaster1.xml" Id="R63057dfd74f44bbf" /><Relationship Type="http://schemas.openxmlformats.org/officeDocument/2006/relationships/notesMaster" Target="/ppt/notesMasters/notesMaster1.xml" Id="R540e0c743a5d4c21" /><Relationship Type="http://schemas.openxmlformats.org/officeDocument/2006/relationships/presProps" Target="/ppt/presProps.xml" Id="R2e8c6e4d81014c2c" /><Relationship Type="http://schemas.openxmlformats.org/officeDocument/2006/relationships/tableStyles" Target="/ppt/tableStyles.xml" Id="Rb4527eef30c94802" /><Relationship Type="http://schemas.openxmlformats.org/officeDocument/2006/relationships/slide" Target="/ppt/slides/slide1.xml" Id="R94484f9782d34d87" /><Relationship Type="http://schemas.openxmlformats.org/officeDocument/2006/relationships/slide" Target="/ppt/slides/slide2.xml" Id="R8209ee55add34965" /><Relationship Type="http://schemas.openxmlformats.org/officeDocument/2006/relationships/slide" Target="/ppt/slides/slide3.xml" Id="R223a688d59154213" /><Relationship Type="http://schemas.openxmlformats.org/officeDocument/2006/relationships/slide" Target="/ppt/slides/slide4.xml" Id="R066da62e45004981" /><Relationship Type="http://schemas.openxmlformats.org/officeDocument/2006/relationships/slide" Target="/ppt/slides/slide5.xml" Id="R0cb18ae9f3124b3a" /><Relationship Type="http://schemas.openxmlformats.org/officeDocument/2006/relationships/slide" Target="/ppt/slides/slide6.xml" Id="Rda340066d9c24436" /><Relationship Type="http://schemas.openxmlformats.org/officeDocument/2006/relationships/slide" Target="/ppt/slides/slide7.xml" Id="R394152a26195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e79197d36f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5cdd06494c4ec0" /><Relationship Type="http://schemas.openxmlformats.org/officeDocument/2006/relationships/notesMaster" Target="/ppt/notesMasters/notesMaster1.xml" Id="R31ac1b68390c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e72fa811a44d50" /><Relationship Type="http://schemas.openxmlformats.org/officeDocument/2006/relationships/notesMaster" Target="/ppt/notesMasters/notesMaster1.xml" Id="Rcf74897372ae4b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25ca75a9b4fdc" /><Relationship Type="http://schemas.openxmlformats.org/officeDocument/2006/relationships/notesMaster" Target="/ppt/notesMasters/notesMaster1.xml" Id="R48043a7a4ac4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0a21ee7ba4ea3" /><Relationship Type="http://schemas.openxmlformats.org/officeDocument/2006/relationships/notesMaster" Target="/ppt/notesMasters/notesMaster1.xml" Id="Rd66967a7f1c44d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f0443113774d02" /><Relationship Type="http://schemas.openxmlformats.org/officeDocument/2006/relationships/notesMaster" Target="/ppt/notesMasters/notesMaster1.xml" Id="R0c36a753c0b944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0dc59e12f34586" /><Relationship Type="http://schemas.openxmlformats.org/officeDocument/2006/relationships/notesMaster" Target="/ppt/notesMasters/notesMaster1.xml" Id="R40fccd57b7aa48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fc6ce2360f4c04" /><Relationship Type="http://schemas.openxmlformats.org/officeDocument/2006/relationships/notesMaster" Target="/ppt/notesMasters/notesMaster1.xml" Id="R4468c66587ba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de3c8904a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cc4d8a55b43a6" /><Relationship Type="http://schemas.openxmlformats.org/officeDocument/2006/relationships/slideLayout" Target="/ppt/slideLayouts/slideLayout1.xml" Id="R49b10ab2e378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10ab2e378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243de9d3f4cb5" /><Relationship Type="http://schemas.openxmlformats.org/officeDocument/2006/relationships/notesSlide" Target="/ppt/notesSlides/notesSlide1.xml" Id="R3406e6a6159f44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d8f5a1bf42b5" /><Relationship Type="http://schemas.openxmlformats.org/officeDocument/2006/relationships/notesSlide" Target="/ppt/notesSlides/notesSlide2.xml" Id="Rc9ecbb55910d4a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39091822492d" /><Relationship Type="http://schemas.openxmlformats.org/officeDocument/2006/relationships/notesSlide" Target="/ppt/notesSlides/notesSlide3.xml" Id="R95299d9e6c38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393eaf05348b5" /><Relationship Type="http://schemas.openxmlformats.org/officeDocument/2006/relationships/notesSlide" Target="/ppt/notesSlides/notesSlide4.xml" Id="Rf61748a7dcf2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9531a4ff64bd5" /><Relationship Type="http://schemas.openxmlformats.org/officeDocument/2006/relationships/notesSlide" Target="/ppt/notesSlides/notesSlide5.xml" Id="Raf38bcb41b1d48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983cf51494539" /><Relationship Type="http://schemas.openxmlformats.org/officeDocument/2006/relationships/notesSlide" Target="/ppt/notesSlides/notesSlide6.xml" Id="Rca0d6f095d9c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d41a6f0c04f75" /><Relationship Type="http://schemas.openxmlformats.org/officeDocument/2006/relationships/notesSlide" Target="/ppt/notesSlides/notesSlide7.xml" Id="Ra11e0a8ae84b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D9D7D-8B47-4AC9-B58A-8BFD8BDE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5784-B95D-489A-8F8F-756B5397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Identify and define problems requiring interdisciplinary knowledge.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57BFA-02DF-4603-8AEE-55FC566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7CD59-CC80-4F61-8480-9E362A0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9F3D1-1CCC-4285-894D-BA7C59E1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ACB9C-1C0D-416A-BE43-070C4F73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B990C-1943-49DD-921F-0936A92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72D08-C995-4E7E-88F2-1D11FA43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49A75-B4B4-471C-850B-7700FE9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48F27-BEC5-4583-A359-332E5F0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F939-F015-4B20-8102-D68DD39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754F0-D029-4992-9810-66A6F34D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04BFF-3DF4-4CF7-BEEF-8AA0F39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6F4E4-C36D-4983-8D52-26E631E2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F7B4C-F624-4C5E-8F1E-9D04712B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1/7</a:t>
            </a:r>
          </a:p>
        </p:txBody>
      </p:sp>
    </p:spTree>
    <p:extLst>
      <p:ext uri="{BB962C8B-B14F-4D97-AF65-F5344CB8AC3E}">
        <p14:creationId xmlns:p14="http://schemas.microsoft.com/office/powerpoint/2010/main" val="427498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88A8B-FF8B-4611-9DFD-01BE2141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CE347-3398-4BBB-A147-C7CDAE0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DC74D-650D-4C5F-9D40-C3A8348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19B22-2F58-44BA-98AF-DE6C8A81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Identify and define problems requiring interdisciplinary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C5631-8A77-4E12-9D3E-A6A331FD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FDF27-D369-4BD1-9664-20DEFDD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485F7-B9A0-461C-8309-A37A89F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4B1F7-0FF3-48B0-8CA0-44433EDC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966B-BECB-4F3D-880D-C358021B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2444A-1253-4565-A306-D5C050CB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BCC5E-6D22-40CB-BF73-B5EEA47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35392-0B1E-44EF-997A-879FA28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7CD0A-E62F-4E2F-A109-295B0FE7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7084B-F467-474A-94C8-9BEAAFE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82EC0-AD0E-482E-A80B-D3C0C1CA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20A56-1507-4416-B6F1-8FA98FB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2/7</a:t>
            </a:r>
          </a:p>
        </p:txBody>
      </p:sp>
    </p:spTree>
    <p:extLst>
      <p:ext uri="{BB962C8B-B14F-4D97-AF65-F5344CB8AC3E}">
        <p14:creationId xmlns:p14="http://schemas.microsoft.com/office/powerpoint/2010/main" val="2137835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500B2-9249-4F20-80DB-BB8245F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7F30-486C-487A-B209-4B02CB16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69C45-E7CB-4012-A13D-06DEB8CF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94A97-C6CB-4B51-B991-DE36A9F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Identify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define problems requiring interdisciplinary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591B7-BE2D-420D-BFCC-EC816478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96031-B0C7-4B91-9A19-B6E4FEE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84A0-93B2-423C-855B-5ADA739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9A171-54C5-4E78-9420-EF462AAE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1E3B4-4574-4CD1-BE0B-9625101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requiring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0529A-3921-4EEF-8374-531392D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10B40-064D-43A5-BCB1-76C4F61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interdisciplinary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30840-7691-4CFC-87F2-30A37035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E54F0-C482-4E6C-AA51-80BE8E4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knowledge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0DBA0-AA30-43F8-A09C-85A09641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65B5D-4737-4B05-B33B-54C8603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3/7</a:t>
            </a:r>
          </a:p>
        </p:txBody>
      </p:sp>
    </p:spTree>
    <p:extLst>
      <p:ext uri="{BB962C8B-B14F-4D97-AF65-F5344CB8AC3E}">
        <p14:creationId xmlns:p14="http://schemas.microsoft.com/office/powerpoint/2010/main" val="821694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BF9D6-D7E7-48FD-8CA4-C0996F2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60CFF-D274-459C-89F0-E2C06815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CED51-AF88-4C60-BA84-012C98A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EA396-E1F1-4D9A-9FA5-699199E5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A558E-1B33-46BB-BBD0-C7B0D64A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41195-76D2-419E-9A24-4CE88CF6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25505-C2ED-4163-95D5-C1926E84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35BF5-C5F5-436C-9EB9-14DD598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4/7</a:t>
            </a:r>
          </a:p>
        </p:txBody>
      </p:sp>
    </p:spTree>
    <p:extLst>
      <p:ext uri="{BB962C8B-B14F-4D97-AF65-F5344CB8AC3E}">
        <p14:creationId xmlns:p14="http://schemas.microsoft.com/office/powerpoint/2010/main" val="1044482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2615A-76E9-4A22-9222-B2D98090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EFDEE-8A0E-42A6-9D75-A72B16ED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236A0-D87A-4D7A-8F59-6878F94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B8531-672F-484A-B54F-7E85C68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58D0B-D5E5-40E6-9DC7-B89713CD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4F443-C1A4-4D83-8382-687E258F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3BC27-1F05-49B1-8913-D7977E4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8692F-7CF0-47D7-B556-472C7F6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76043-BD77-4F18-9E48-FA88D6C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383AF-F5AE-4999-BABC-D49AE71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B7D79-EDBD-4CBF-853A-D2FCA58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59F07-3850-49A7-8A79-C5252CE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9A3EB-3E23-443D-8573-206E2FB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FDC7A-EE5D-426B-BF67-2F04E600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72312-B63E-48E2-9EA2-84C8961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5/7</a:t>
            </a:r>
          </a:p>
        </p:txBody>
      </p:sp>
    </p:spTree>
    <p:extLst>
      <p:ext uri="{BB962C8B-B14F-4D97-AF65-F5344CB8AC3E}">
        <p14:creationId xmlns:p14="http://schemas.microsoft.com/office/powerpoint/2010/main" val="388583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4C260-BDD5-47D3-822B-C28D854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0081E-0718-48FE-BE8A-C4C99C99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E006-6AFA-4387-9BD4-6AB4BE3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AC6BB-734E-465D-8C23-D760EC1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B8892-2380-4AF8-91BC-8503BCED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3E85D-092A-49FE-B80E-84FF198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40D2A-815A-4C1B-B4EA-797B5CB5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89F0B-7E92-4D56-BEEF-7DA9170A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FEEB4-0CF7-44D9-A7FE-680F4400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CC2E1-92D7-424B-B600-9E7E1CA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0C814-3260-49C6-8531-A3146E3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85A35-0E9D-4708-B9B7-32C3430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913C9-12B1-43AE-857A-E0A0AFB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54A25-6C34-4AAA-8160-BDB52C4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68EFD-F63A-429C-8D43-38C4A831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56544-B5F7-4B2F-828A-0B7D6A2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084C2-20F1-455C-8F50-E2E8FDF4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4072C-61E3-40F9-9E76-E97210A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EBF7-26A1-4543-9125-DEE9D8D0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73950-49F7-4105-8727-8A2D6C75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C093A-4DC8-4AAC-A7CC-6505F21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FBC57-DF50-4F6D-B80F-A5BB01F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3C58B-ED2D-4403-9679-9D3DFB4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0D5F2-147D-4D17-9DD4-3FD1B82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22C12-10C6-41B2-9457-626492D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6A8F8-0941-472C-991C-7337774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6/7</a:t>
            </a:r>
          </a:p>
        </p:txBody>
      </p:sp>
    </p:spTree>
    <p:extLst>
      <p:ext uri="{BB962C8B-B14F-4D97-AF65-F5344CB8AC3E}">
        <p14:creationId xmlns:p14="http://schemas.microsoft.com/office/powerpoint/2010/main" val="1638188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7984F-4E0A-4BF3-B365-D4F91E9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2E308-2BA7-4986-BE08-73BB922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0770C-1899-46A8-BA98-D5042C38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73656-71BA-4F0E-8562-FF5F339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A128D-5741-42A7-A9E2-8C3E567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A79BB-400D-4E5C-B113-2FD4D1C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252A2-3DE0-47AA-BE56-D8BF204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6E46A-A42D-4CAC-BB72-85159B6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7/7</a:t>
            </a:r>
          </a:p>
        </p:txBody>
      </p:sp>
    </p:spTree>
    <p:extLst>
      <p:ext uri="{BB962C8B-B14F-4D97-AF65-F5344CB8AC3E}">
        <p14:creationId xmlns:p14="http://schemas.microsoft.com/office/powerpoint/2010/main" val="1428124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2026-08-24T06:38:55.6960000Z</dcterms:created>
  <dcterms:modified xsi:type="dcterms:W3CDTF">2026-08-24T06:38:55.6960000Z</dcterms:modified>
</coreProperties>
</file>