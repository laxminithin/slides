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e0180366194506" /><Relationship Type="http://schemas.openxmlformats.org/officeDocument/2006/relationships/extended-properties" Target="/docProps/app.xml" Id="R2a7e187be1eb4833" /><Relationship Type="http://schemas.openxmlformats.org/officeDocument/2006/relationships/officeDocument" Target="/ppt/presentation.xml" Id="Rc7e03ade7e9c42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bd2da085114e8f"/>
  </p:sldMasterIdLst>
  <p:notesMasterIdLst>
    <p:notesMasterId xmlns:r="http://schemas.openxmlformats.org/officeDocument/2006/relationships" r:id="Ra47d45b40f2b4293"/>
  </p:notesMasterIdLst>
  <p:sldIdLst>
    <p:sldId xmlns:r="http://schemas.openxmlformats.org/officeDocument/2006/relationships" id="256" r:id="Rdc1a6bb04a0b4f61"/>
    <p:sldId xmlns:r="http://schemas.openxmlformats.org/officeDocument/2006/relationships" id="257" r:id="R3dcaac19fcfd4d73"/>
    <p:sldId xmlns:r="http://schemas.openxmlformats.org/officeDocument/2006/relationships" id="258" r:id="R0ea722ddc4c74a43"/>
    <p:sldId xmlns:r="http://schemas.openxmlformats.org/officeDocument/2006/relationships" id="259" r:id="R3327e81c8c1b4c4c"/>
    <p:sldId xmlns:r="http://schemas.openxmlformats.org/officeDocument/2006/relationships" id="260" r:id="R0ad3106c47a64fa5"/>
    <p:sldId xmlns:r="http://schemas.openxmlformats.org/officeDocument/2006/relationships" id="261" r:id="Rac0ef9d828c041d7"/>
    <p:sldId xmlns:r="http://schemas.openxmlformats.org/officeDocument/2006/relationships" id="262" r:id="R5bc7b96075544d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bdc6d22c464396" /><Relationship Type="http://schemas.openxmlformats.org/officeDocument/2006/relationships/slideMaster" Target="/ppt/slideMasters/slideMaster1.xml" Id="Re2bd2da085114e8f" /><Relationship Type="http://schemas.openxmlformats.org/officeDocument/2006/relationships/notesMaster" Target="/ppt/notesMasters/notesMaster1.xml" Id="Ra47d45b40f2b4293" /><Relationship Type="http://schemas.openxmlformats.org/officeDocument/2006/relationships/presProps" Target="/ppt/presProps.xml" Id="R6a5e9c72ad674bb3" /><Relationship Type="http://schemas.openxmlformats.org/officeDocument/2006/relationships/tableStyles" Target="/ppt/tableStyles.xml" Id="Re3c8617012b34f25" /><Relationship Type="http://schemas.openxmlformats.org/officeDocument/2006/relationships/slide" Target="/ppt/slides/slide1.xml" Id="Rdc1a6bb04a0b4f61" /><Relationship Type="http://schemas.openxmlformats.org/officeDocument/2006/relationships/slide" Target="/ppt/slides/slide2.xml" Id="R3dcaac19fcfd4d73" /><Relationship Type="http://schemas.openxmlformats.org/officeDocument/2006/relationships/slide" Target="/ppt/slides/slide3.xml" Id="R0ea722ddc4c74a43" /><Relationship Type="http://schemas.openxmlformats.org/officeDocument/2006/relationships/slide" Target="/ppt/slides/slide4.xml" Id="R3327e81c8c1b4c4c" /><Relationship Type="http://schemas.openxmlformats.org/officeDocument/2006/relationships/slide" Target="/ppt/slides/slide5.xml" Id="R0ad3106c47a64fa5" /><Relationship Type="http://schemas.openxmlformats.org/officeDocument/2006/relationships/slide" Target="/ppt/slides/slide6.xml" Id="Rac0ef9d828c041d7" /><Relationship Type="http://schemas.openxmlformats.org/officeDocument/2006/relationships/slide" Target="/ppt/slides/slide7.xml" Id="R5bc7b96075544d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01a0117b2c49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bd45af19e149fe" /><Relationship Type="http://schemas.openxmlformats.org/officeDocument/2006/relationships/notesMaster" Target="/ppt/notesMasters/notesMaster1.xml" Id="R75e2ffcbe69d43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a7d00485c4489f" /><Relationship Type="http://schemas.openxmlformats.org/officeDocument/2006/relationships/notesMaster" Target="/ppt/notesMasters/notesMaster1.xml" Id="Rc8e6c09faaff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2bae449a1244b1" /><Relationship Type="http://schemas.openxmlformats.org/officeDocument/2006/relationships/notesMaster" Target="/ppt/notesMasters/notesMaster1.xml" Id="Rd1d8299a83604b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b5c40fc3a4326" /><Relationship Type="http://schemas.openxmlformats.org/officeDocument/2006/relationships/notesMaster" Target="/ppt/notesMasters/notesMaster1.xml" Id="R6bc99e18c3c9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3c1a1ca2d34275" /><Relationship Type="http://schemas.openxmlformats.org/officeDocument/2006/relationships/notesMaster" Target="/ppt/notesMasters/notesMaster1.xml" Id="Rf075e29da5174d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2285c5215e4ac2" /><Relationship Type="http://schemas.openxmlformats.org/officeDocument/2006/relationships/notesMaster" Target="/ppt/notesMasters/notesMaster1.xml" Id="R356b38889cc44b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2d8f38ffbc4e95" /><Relationship Type="http://schemas.openxmlformats.org/officeDocument/2006/relationships/notesMaster" Target="/ppt/notesMasters/notesMaster1.xml" Id="R5ac2fcb17ecb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c5b92ac2d45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cd124246864915" /><Relationship Type="http://schemas.openxmlformats.org/officeDocument/2006/relationships/slideLayout" Target="/ppt/slideLayouts/slideLayout1.xml" Id="R0f4c4f291a8d4a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4c4f291a8d4a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4ba0575e64921" /><Relationship Type="http://schemas.openxmlformats.org/officeDocument/2006/relationships/notesSlide" Target="/ppt/notesSlides/notesSlide1.xml" Id="Rd9db4048a4454e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03a572b1f4e80" /><Relationship Type="http://schemas.openxmlformats.org/officeDocument/2006/relationships/notesSlide" Target="/ppt/notesSlides/notesSlide2.xml" Id="R05f1a861653646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191581a7b496f" /><Relationship Type="http://schemas.openxmlformats.org/officeDocument/2006/relationships/notesSlide" Target="/ppt/notesSlides/notesSlide3.xml" Id="Rf4e02753d73e4f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b9a1f900d4aeb" /><Relationship Type="http://schemas.openxmlformats.org/officeDocument/2006/relationships/notesSlide" Target="/ppt/notesSlides/notesSlide4.xml" Id="R858e8570546640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220ae38104f76" /><Relationship Type="http://schemas.openxmlformats.org/officeDocument/2006/relationships/notesSlide" Target="/ppt/notesSlides/notesSlide5.xml" Id="R08bfb935a4cc4f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fdf9b7b9e45b2" /><Relationship Type="http://schemas.openxmlformats.org/officeDocument/2006/relationships/notesSlide" Target="/ppt/notesSlides/notesSlide6.xml" Id="Ra72466de01be4c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9d1b9a9344f58" /><Relationship Type="http://schemas.openxmlformats.org/officeDocument/2006/relationships/notesSlide" Target="/ppt/notesSlides/notesSlide7.xml" Id="R210a4bd6a9b94e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7A16D-E384-4549-8813-768C795E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13C30-FFBA-4673-B9C6-17B309A0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Nature of the group shall be multidisciplinary. (Group shall be formed by selecting students from all branches)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D986E-034C-479E-9D4B-4CA59F19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BB09A-69B8-45D5-8234-7A3A05A6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359CB-0D39-4415-ADDF-FF89B0D0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28E40-2185-4CEC-9385-90470DA5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5CFF9-99E8-4A9C-A468-ECE64756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BC834-A3E8-415C-9A4A-41EEFF1A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AD03F-3C79-4DE9-BC66-E87D9022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F3F8F-830F-4A6C-B5B8-23B4404F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25C15-5C5E-4490-8412-265F3292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88DE1-073F-491C-AA73-A8A2196E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05B66-282C-41FA-BA77-C5E16F68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8ECEA-E1EF-4955-98D0-1A3D566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D5AA1-47CE-4215-B9AC-8CE063E9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1/7</a:t>
            </a:r>
          </a:p>
        </p:txBody>
      </p:sp>
    </p:spTree>
    <p:extLst>
      <p:ext uri="{BB962C8B-B14F-4D97-AF65-F5344CB8AC3E}">
        <p14:creationId xmlns:p14="http://schemas.microsoft.com/office/powerpoint/2010/main" val="179166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AB474-2CEC-44E6-BFB7-FF7303A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1981A-DE6B-4423-8CC3-C586D38C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496A4-C02A-45DF-A421-A75E6DE0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68A67-2DDA-458F-9813-0A443BA0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Nature of the group shall be multidisciplinary. (Group shall be formed by selecting students from all branches)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50021-A063-40FF-9249-24602353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E98DA-B856-4C80-B168-F65510CD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F8566-8FB8-4C73-975A-F074E28A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1A4F8-DB29-40DD-91FB-05D1A6A0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CA39B-2A04-413C-BDCF-40CDF4D1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42F8F-2AB8-457E-816D-87B12FED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7459E-280B-45AC-807F-52BF646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8B99E-0861-4E43-AD65-C3F6B3F7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0AFC4-E008-476B-B1DC-1EBE4703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2602B-5C98-45C4-850E-E92C0861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90612-7040-468C-AEFC-6F7C9C3F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607EA-9FAA-4CDD-97B5-E0473CB8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2/7</a:t>
            </a:r>
          </a:p>
        </p:txBody>
      </p:sp>
    </p:spTree>
    <p:extLst>
      <p:ext uri="{BB962C8B-B14F-4D97-AF65-F5344CB8AC3E}">
        <p14:creationId xmlns:p14="http://schemas.microsoft.com/office/powerpoint/2010/main" val="480986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E859B-A1A2-46BF-AABC-34E41B31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8E03A-BF17-4770-9E21-2D0705F1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A87F8-1257-4B1D-8DD8-5D180168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B7BF6-E9B0-41D9-8AB4-8AB71624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Nature of the group shall be multidisciplinary. (Group shall be formed by selecting students from all branches)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67C38-68D8-4ECE-95AC-4189F58E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D3D20-0257-40FF-BE2D-4FEDA923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0BD65-A542-4E1D-8712-8E926C71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4FD06-A4FD-430D-9FBE-EC9991F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BC05E-3166-45F9-A9D0-1C35116F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AC4F7-6B41-402A-8A02-6692A244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AC02A-C531-412B-902A-74C87E9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multidisciplinary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2BC9C-9AC8-40CD-8511-721969D0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CF488-91FB-43F8-AAA8-45F12B71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BAE3C-C90A-4863-9BEA-F755CB5D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8FB96-5025-41EE-9430-A3116D98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3/7</a:t>
            </a:r>
          </a:p>
        </p:txBody>
      </p:sp>
    </p:spTree>
    <p:extLst>
      <p:ext uri="{BB962C8B-B14F-4D97-AF65-F5344CB8AC3E}">
        <p14:creationId xmlns:p14="http://schemas.microsoft.com/office/powerpoint/2010/main" val="124271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A4969-C210-4FD1-8EEF-26A78A9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E1384-859D-4E83-8E15-C2BA4257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DBC0D-68B5-4FDE-B1F5-E8996143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E1CEE-B941-4E85-A0E7-CD27CC98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B39F9-8226-4364-9CBD-589E32F6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13CC8-9A91-4207-B108-49946FD9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BF815-DE68-48FF-99EC-9F44633C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3669F-91C0-4ECC-A70E-48A9E5FA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4/7</a:t>
            </a:r>
          </a:p>
        </p:txBody>
      </p:sp>
    </p:spTree>
    <p:extLst>
      <p:ext uri="{BB962C8B-B14F-4D97-AF65-F5344CB8AC3E}">
        <p14:creationId xmlns:p14="http://schemas.microsoft.com/office/powerpoint/2010/main" val="931295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C3743-8DF1-42C5-AC15-DE1B9664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EF0BD-1AD9-458F-9B00-AC2107F6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B3EB7-FAA2-400F-8488-8E0E210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D3112-F594-476B-9019-7DA4BBD6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D50FA-A132-42F1-9060-E6B3B853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E6B2C-D4A3-4ACF-9389-3ACBC185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E810A-9034-4301-98E7-1FC767F5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BD506-6E13-40C6-B20E-7703EBB9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F6CF6-2893-463B-AEF8-5E5901B3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93B18-F50A-46AB-B3B5-4C969225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03198-3067-4185-B9FC-B09C2E0D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03AD-6BBB-4446-8435-2B0F5E51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1CACC-CE13-46C7-AA37-EA83D87E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D6A06-E1F2-4228-8794-C34CA7E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C0B37-4C95-41B2-B7F7-E8DE2B6B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5/7</a:t>
            </a:r>
          </a:p>
        </p:txBody>
      </p:sp>
    </p:spTree>
    <p:extLst>
      <p:ext uri="{BB962C8B-B14F-4D97-AF65-F5344CB8AC3E}">
        <p14:creationId xmlns:p14="http://schemas.microsoft.com/office/powerpoint/2010/main" val="1277694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12D2D-C648-4322-B7F3-64AF86BC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D7614-84E1-4C64-86F1-58A6ACC9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8890E-36DD-4F52-A41D-7EE5F1DE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56EAB-407D-4EF3-8159-29DEBAD4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52241-A0AD-4FB8-B9DB-E22582E3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D825A-C08E-48D2-8132-4CFE709B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2C0B0-602D-4AD8-A824-EB5DA20F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AA5AE-67EA-4B9E-AE1D-DE1A9AE6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BBD9F-CD2F-423F-9AC8-8EA8C44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FE32B-112E-4681-98D3-A8223F9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36FC8-CD25-4D05-B44A-CA8B032C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2430C-4304-42B7-89D7-00AD2BBD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5D949-2E2F-4E91-81BD-247EEC2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19DF9-8D3A-46C4-A0C3-7844F63C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A75DA-0DBA-43F8-8683-84293A4F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FB313-C707-49AE-882C-3908829C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3D7BC-8A47-4550-85B8-40A67F7C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F72D2-0E44-4EA1-BCFA-BB497451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A6A51-0ABE-4DEC-84C1-A8011924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FC37E-D60F-411D-A1F3-0BD92176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1AFFA-F015-469A-A465-7BF14C75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24505-5CAC-47E8-AB97-13AA1CC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46DB0-4D66-45DA-A290-3D3014A1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44458-EA16-4BF1-BB38-0DD3CB55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2C8A09-45B7-4AD5-A229-1CF103E2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EB3AA0-EECA-4E84-A820-5CB859E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6/7</a:t>
            </a:r>
          </a:p>
        </p:txBody>
      </p:sp>
    </p:spTree>
    <p:extLst>
      <p:ext uri="{BB962C8B-B14F-4D97-AF65-F5344CB8AC3E}">
        <p14:creationId xmlns:p14="http://schemas.microsoft.com/office/powerpoint/2010/main" val="1125156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2A476-69BB-41A8-8F18-799E7AD3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2E26A-F995-42A5-B75D-A3621E83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B8A20-CF6B-4AB0-8C3F-39284817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0E85F-F9F5-4225-A774-875523C0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8B1A5-B476-4CC1-8BEE-90580A6B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6500F-44F1-4327-9B5F-1C05007B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9EF1A-8336-4C0C-B31E-FEB14D83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Interdisciplinary Project Work | 1BPRJ258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3A8C9-9A39-4A01-910A-38778C5F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7/7</a:t>
            </a:r>
          </a:p>
        </p:txBody>
      </p:sp>
    </p:spTree>
    <p:extLst>
      <p:ext uri="{BB962C8B-B14F-4D97-AF65-F5344CB8AC3E}">
        <p14:creationId xmlns:p14="http://schemas.microsoft.com/office/powerpoint/2010/main" val="322043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2026-08-24T06:38:56.0130000Z</dcterms:created>
  <dcterms:modified xsi:type="dcterms:W3CDTF">2026-08-24T06:38:56.0130000Z</dcterms:modified>
</coreProperties>
</file>