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e636a400f24893" /><Relationship Type="http://schemas.openxmlformats.org/officeDocument/2006/relationships/extended-properties" Target="/docProps/app.xml" Id="R1d26454854b848c7" /><Relationship Type="http://schemas.openxmlformats.org/officeDocument/2006/relationships/officeDocument" Target="/ppt/presentation.xml" Id="Rd9ecc2ebfadd4b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ffe4baca64693"/>
  </p:sldMasterIdLst>
  <p:notesMasterIdLst>
    <p:notesMasterId xmlns:r="http://schemas.openxmlformats.org/officeDocument/2006/relationships" r:id="R6037c44f0064404c"/>
  </p:notesMasterIdLst>
  <p:sldIdLst>
    <p:sldId xmlns:r="http://schemas.openxmlformats.org/officeDocument/2006/relationships" id="256" r:id="Rea67b39cdff14b6f"/>
    <p:sldId xmlns:r="http://schemas.openxmlformats.org/officeDocument/2006/relationships" id="257" r:id="R1fb96b71fe02444e"/>
    <p:sldId xmlns:r="http://schemas.openxmlformats.org/officeDocument/2006/relationships" id="258" r:id="R29a988e29aaf4c83"/>
    <p:sldId xmlns:r="http://schemas.openxmlformats.org/officeDocument/2006/relationships" id="259" r:id="Rfd6d11b3eeea4a84"/>
    <p:sldId xmlns:r="http://schemas.openxmlformats.org/officeDocument/2006/relationships" id="260" r:id="R548c93b4b6184c9c"/>
    <p:sldId xmlns:r="http://schemas.openxmlformats.org/officeDocument/2006/relationships" id="261" r:id="Rba963a68ef174648"/>
    <p:sldId xmlns:r="http://schemas.openxmlformats.org/officeDocument/2006/relationships" id="262" r:id="R611423a4671343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a9485447454b7c" /><Relationship Type="http://schemas.openxmlformats.org/officeDocument/2006/relationships/slideMaster" Target="/ppt/slideMasters/slideMaster1.xml" Id="Ra3bffe4baca64693" /><Relationship Type="http://schemas.openxmlformats.org/officeDocument/2006/relationships/notesMaster" Target="/ppt/notesMasters/notesMaster1.xml" Id="R6037c44f0064404c" /><Relationship Type="http://schemas.openxmlformats.org/officeDocument/2006/relationships/presProps" Target="/ppt/presProps.xml" Id="R24ccd27c8f084c44" /><Relationship Type="http://schemas.openxmlformats.org/officeDocument/2006/relationships/tableStyles" Target="/ppt/tableStyles.xml" Id="Rb3c28cc53bef48a0" /><Relationship Type="http://schemas.openxmlformats.org/officeDocument/2006/relationships/slide" Target="/ppt/slides/slide1.xml" Id="Rea67b39cdff14b6f" /><Relationship Type="http://schemas.openxmlformats.org/officeDocument/2006/relationships/slide" Target="/ppt/slides/slide2.xml" Id="R1fb96b71fe02444e" /><Relationship Type="http://schemas.openxmlformats.org/officeDocument/2006/relationships/slide" Target="/ppt/slides/slide3.xml" Id="R29a988e29aaf4c83" /><Relationship Type="http://schemas.openxmlformats.org/officeDocument/2006/relationships/slide" Target="/ppt/slides/slide4.xml" Id="Rfd6d11b3eeea4a84" /><Relationship Type="http://schemas.openxmlformats.org/officeDocument/2006/relationships/slide" Target="/ppt/slides/slide5.xml" Id="R548c93b4b6184c9c" /><Relationship Type="http://schemas.openxmlformats.org/officeDocument/2006/relationships/slide" Target="/ppt/slides/slide6.xml" Id="Rba963a68ef174648" /><Relationship Type="http://schemas.openxmlformats.org/officeDocument/2006/relationships/slide" Target="/ppt/slides/slide7.xml" Id="R611423a46713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c254d0c9b646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ed725630854ec3" /><Relationship Type="http://schemas.openxmlformats.org/officeDocument/2006/relationships/notesMaster" Target="/ppt/notesMasters/notesMaster1.xml" Id="R0cc0fe566c7b4c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5517fdc99b48ac" /><Relationship Type="http://schemas.openxmlformats.org/officeDocument/2006/relationships/notesMaster" Target="/ppt/notesMasters/notesMaster1.xml" Id="Rd97ff2e0b76a49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26c826d3de46c0" /><Relationship Type="http://schemas.openxmlformats.org/officeDocument/2006/relationships/notesMaster" Target="/ppt/notesMasters/notesMaster1.xml" Id="R1e5f8055411a42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8d7c57ed347ba" /><Relationship Type="http://schemas.openxmlformats.org/officeDocument/2006/relationships/notesMaster" Target="/ppt/notesMasters/notesMaster1.xml" Id="Rd334bcb71b97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3999c662214d28" /><Relationship Type="http://schemas.openxmlformats.org/officeDocument/2006/relationships/notesMaster" Target="/ppt/notesMasters/notesMaster1.xml" Id="Rdc85f803955c4c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d73e97c7014201" /><Relationship Type="http://schemas.openxmlformats.org/officeDocument/2006/relationships/notesMaster" Target="/ppt/notesMasters/notesMaster1.xml" Id="R7e8d376b6c5748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71552df04445bb" /><Relationship Type="http://schemas.openxmlformats.org/officeDocument/2006/relationships/notesMaster" Target="/ppt/notesMasters/notesMaster1.xml" Id="R90dd563d61da46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8afeae7f0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4f206dc7040e2" /><Relationship Type="http://schemas.openxmlformats.org/officeDocument/2006/relationships/slideLayout" Target="/ppt/slideLayouts/slideLayout1.xml" Id="Re75915dff85e4d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915dff85e4d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1c750dffb4549" /><Relationship Type="http://schemas.openxmlformats.org/officeDocument/2006/relationships/notesSlide" Target="/ppt/notesSlides/notesSlide1.xml" Id="Rcf7855f3fa02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4f9d65f0c4b78" /><Relationship Type="http://schemas.openxmlformats.org/officeDocument/2006/relationships/notesSlide" Target="/ppt/notesSlides/notesSlide2.xml" Id="R2d8bc66983e140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9d8d18d514253" /><Relationship Type="http://schemas.openxmlformats.org/officeDocument/2006/relationships/notesSlide" Target="/ppt/notesSlides/notesSlide3.xml" Id="R6754203d246145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e48dedcf945bd" /><Relationship Type="http://schemas.openxmlformats.org/officeDocument/2006/relationships/notesSlide" Target="/ppt/notesSlides/notesSlide4.xml" Id="Rb01f157685034e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d5e1a119041f4" /><Relationship Type="http://schemas.openxmlformats.org/officeDocument/2006/relationships/notesSlide" Target="/ppt/notesSlides/notesSlide5.xml" Id="R4c56706639464d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7ccff9e94428f" /><Relationship Type="http://schemas.openxmlformats.org/officeDocument/2006/relationships/notesSlide" Target="/ppt/notesSlides/notesSlide6.xml" Id="Re9ceab7f86f346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a79ce55e84ee8" /><Relationship Type="http://schemas.openxmlformats.org/officeDocument/2006/relationships/notesSlide" Target="/ppt/notesSlides/notesSlide7.xml" Id="R758ecd8429914f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CF295-8384-4A67-8C07-8177F03C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AE76B-CD85-453D-8E9A-536F13ED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Apply basic concepts of science, engineering, and technology to design simple solutions.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6133A-242F-48AC-AFD6-1C9366A1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A5403-E6E3-45A3-8991-E72E3FF5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6FB94-99A4-427D-8CB0-3DBC57F5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D627A-5437-4906-AAD7-A86984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33E94-98DF-4B77-88F9-F533AD8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29591-E265-430C-B4C4-C4F9D73B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422A6-C80F-4491-A35E-63C47301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F1E8D-9200-457F-89AD-5316178E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0AC5D-8A4B-4676-9E47-C4EDBDA6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9DF07-2D10-4096-BE64-77BE1CB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889D7-C873-4D64-AFDF-A2AA1E59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F3263-58E6-4588-A1A7-CE05D7B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1E041-7331-4040-AADC-C10C015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1/7</a:t>
            </a:r>
          </a:p>
        </p:txBody>
      </p:sp>
    </p:spTree>
    <p:extLst>
      <p:ext uri="{BB962C8B-B14F-4D97-AF65-F5344CB8AC3E}">
        <p14:creationId xmlns:p14="http://schemas.microsoft.com/office/powerpoint/2010/main" val="1384693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37587-CDDB-4027-A55A-E564DF75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11AC7-A566-45E2-B76F-3AB4F2B1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F77EC-6593-4744-B018-118E249F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9E866-3730-4332-83E3-910CE7C2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Apply basic concepts of science, engineering, and technology to design simple solutions.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2381E-412C-49A3-9404-9042D5A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D9B84-DF40-4393-9E54-65524ED5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1B12B-33FB-4100-BB37-4AF84AFB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DE8D7-AE3A-4CC6-931D-5470A034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8C76A-000D-46E9-A3C3-C4EC1F0E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60FCD-6D9C-4391-B807-E3C40C2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4D67D-4542-46D8-87F1-0D7558DC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3D29C-F42F-412B-98A8-C8BDF58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8BEB2-3C5E-4846-A2C2-9D7AD41C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5DABB-4A66-41F6-ACBA-81BE6E25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DA00F-9063-4A3F-BEA8-EDA095A3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4461F-8A21-4B6A-9152-5318F41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2/7</a:t>
            </a:r>
          </a:p>
        </p:txBody>
      </p:sp>
    </p:spTree>
    <p:extLst>
      <p:ext uri="{BB962C8B-B14F-4D97-AF65-F5344CB8AC3E}">
        <p14:creationId xmlns:p14="http://schemas.microsoft.com/office/powerpoint/2010/main" val="1295726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4E38B-825F-4BDB-9F6A-7213BD8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0E6E0-C54E-4239-A2F8-B93CA18B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B25CC-A754-449D-A2F9-2DA96C17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3C215-BD47-4FED-891F-6F559F0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Apply basic concepts of science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and technology to design simple solutions.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892CF-55BE-4EF6-9870-26EDCDB8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11E90-C3F6-486A-A285-B07DAED4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011FA-1D20-4446-9895-6CF25033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1B277-E495-481C-B349-E6D4ECA3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C953F-1018-4625-85F6-DABDBA22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F70DB-8E24-4AD6-9772-C9660B8F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B3268-6702-444C-91FE-4D0E1C93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BFF36-77CD-40C7-B6C2-E219FF86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3D0FD-7989-4816-B9FB-F4AC471D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F92DA-BF39-45B3-A40F-FA0DDCEF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186B8-4693-47D3-A7E2-F567996C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3/7</a:t>
            </a:r>
          </a:p>
        </p:txBody>
      </p:sp>
    </p:spTree>
    <p:extLst>
      <p:ext uri="{BB962C8B-B14F-4D97-AF65-F5344CB8AC3E}">
        <p14:creationId xmlns:p14="http://schemas.microsoft.com/office/powerpoint/2010/main" val="355364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15B98-1B92-45D4-BE3B-88C04B6B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6692E-89B5-4AA9-8110-DB74750D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F0BF0-7BD1-46C3-AF33-96BC445E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20A2E-F7D2-413D-8E7E-04DD5579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A02EA-4DB5-4D03-BE6B-E376424E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E7531-F0A8-4EFF-ABE0-4E9FA0F1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30D45-56ED-4D98-9555-02A2FD49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C626E-68AC-4274-B6B9-B53A0151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4/7</a:t>
            </a:r>
          </a:p>
        </p:txBody>
      </p:sp>
    </p:spTree>
    <p:extLst>
      <p:ext uri="{BB962C8B-B14F-4D97-AF65-F5344CB8AC3E}">
        <p14:creationId xmlns:p14="http://schemas.microsoft.com/office/powerpoint/2010/main" val="1631937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4D9B1-4866-4D29-A6F5-0AB87C95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6B756-FAA8-4E88-BD51-71013BC9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F7A4D-5968-412E-8D39-7D6DF189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B824F-1D8F-42A4-A707-F15E64C0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12989-675A-4EA8-8B80-F2566A35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DE0B4-17FC-4AC0-979B-8D0B6F9D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FE918-1B5E-400B-9402-50349B27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14127-D6DF-4CBD-A136-FA9C27A5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2FF7E-4A74-4E0C-91BD-C78CCB65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15176-3EE0-43E5-B1AF-7E10D5EA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2A726-13C1-4AE3-8C4F-4E06CDED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9BFA0-D250-405A-A127-A73D5969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6D0C7-9894-4178-A090-CE261770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C7C5E-A47A-47E2-AEA3-BE5392F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72BE9-7FAE-45D0-9AE1-A485F013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5/7</a:t>
            </a:r>
          </a:p>
        </p:txBody>
      </p:sp>
    </p:spTree>
    <p:extLst>
      <p:ext uri="{BB962C8B-B14F-4D97-AF65-F5344CB8AC3E}">
        <p14:creationId xmlns:p14="http://schemas.microsoft.com/office/powerpoint/2010/main" val="1642387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60147-D291-43DC-BD91-D91806E5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55B07-8D99-45E9-832F-9D16E1F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90F1F-4E06-47AB-BFA3-8B8F0F89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9CC30-14A5-4547-9A0B-522A0F5C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78AD0-D79C-491F-85C3-3159352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B466D-3B7D-4E22-A853-44E7267B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E4E1A-CCB4-445D-99F3-BB899050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63E80-982A-4C8B-A00A-CC910DDC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8A60B-9ADF-4B9D-9A6C-6A871E5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B01CC-97BC-4D30-9F40-AEE90131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DA79D-3832-4665-AD05-2B136DA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85AF4-3738-4730-B8C8-D25C78B1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3D23C-0346-4ED7-B51B-A47D5632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7E043-3BF2-4DDA-A949-A6D98D6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642C0-3DC0-48E4-A013-B2A6D437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D4280-6BBE-4DB6-BB3C-2BB9B871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DF93A-C2A2-4B4F-B383-113E300E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64339-DDB6-4951-BCFC-0B1B6BEF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127EE-4657-43D8-B7D4-34F8A0CB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10FB5-365A-4EC6-91E7-4F1C034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B0A66-185C-42D4-A18D-9BF4C932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225DA-0CE5-4B35-A9D6-2CF88B6E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A41C0-2047-40E7-A092-D9B7DCC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36F11-2521-4172-9E2D-6F28A820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1D0A39-B1AF-4799-9ECE-449EE75D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3862B9-6D0A-45CC-8820-DA06EBFA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6/7</a:t>
            </a:r>
          </a:p>
        </p:txBody>
      </p:sp>
    </p:spTree>
    <p:extLst>
      <p:ext uri="{BB962C8B-B14F-4D97-AF65-F5344CB8AC3E}">
        <p14:creationId xmlns:p14="http://schemas.microsoft.com/office/powerpoint/2010/main" val="390788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FECBA-3E06-4688-BC06-9ED1D1B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0DC5E-8661-46B3-B8BB-358184C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2A235-C091-49FE-AC88-9A628213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07793-ACE0-401E-85E9-4D4ACAE9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A9CE6-3F89-4FD3-AC85-624FF026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E3D06-DA89-4493-8D29-03B350A9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9F810-C24F-4611-AAB8-6885E91F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EC175-7703-45ED-9786-74B25B9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2 | 7/7</a:t>
            </a:r>
          </a:p>
        </p:txBody>
      </p:sp>
    </p:spTree>
    <p:extLst>
      <p:ext uri="{BB962C8B-B14F-4D97-AF65-F5344CB8AC3E}">
        <p14:creationId xmlns:p14="http://schemas.microsoft.com/office/powerpoint/2010/main" val="1918898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2026-08-24T06:38:55.7410000Z</dcterms:created>
  <dcterms:modified xsi:type="dcterms:W3CDTF">2026-08-24T06:38:55.7410000Z</dcterms:modified>
</coreProperties>
</file>