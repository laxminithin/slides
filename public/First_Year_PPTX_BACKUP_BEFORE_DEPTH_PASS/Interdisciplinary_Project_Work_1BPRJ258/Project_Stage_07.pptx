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be9f6edbf34366" /><Relationship Type="http://schemas.openxmlformats.org/officeDocument/2006/relationships/extended-properties" Target="/docProps/app.xml" Id="R49b681d3afa14a4d" /><Relationship Type="http://schemas.openxmlformats.org/officeDocument/2006/relationships/officeDocument" Target="/ppt/presentation.xml" Id="R9c2f953bca4d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ed1a2cbe24f28"/>
  </p:sldMasterIdLst>
  <p:notesMasterIdLst>
    <p:notesMasterId xmlns:r="http://schemas.openxmlformats.org/officeDocument/2006/relationships" r:id="R9d26abc410d44f2c"/>
  </p:notesMasterIdLst>
  <p:sldIdLst>
    <p:sldId xmlns:r="http://schemas.openxmlformats.org/officeDocument/2006/relationships" id="256" r:id="R5d2b0afa553d4d44"/>
    <p:sldId xmlns:r="http://schemas.openxmlformats.org/officeDocument/2006/relationships" id="257" r:id="R518a293b3cc54a53"/>
    <p:sldId xmlns:r="http://schemas.openxmlformats.org/officeDocument/2006/relationships" id="258" r:id="Ra0a2b7e82a2d4dc6"/>
    <p:sldId xmlns:r="http://schemas.openxmlformats.org/officeDocument/2006/relationships" id="259" r:id="R104d25eca2e64165"/>
    <p:sldId xmlns:r="http://schemas.openxmlformats.org/officeDocument/2006/relationships" id="260" r:id="Ra5a8d326504b4e0e"/>
    <p:sldId xmlns:r="http://schemas.openxmlformats.org/officeDocument/2006/relationships" id="261" r:id="Rbd57162467324928"/>
    <p:sldId xmlns:r="http://schemas.openxmlformats.org/officeDocument/2006/relationships" id="262" r:id="R72f2b603e9de44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019b3170104e4f" /><Relationship Type="http://schemas.openxmlformats.org/officeDocument/2006/relationships/slideMaster" Target="/ppt/slideMasters/slideMaster1.xml" Id="R859ed1a2cbe24f28" /><Relationship Type="http://schemas.openxmlformats.org/officeDocument/2006/relationships/notesMaster" Target="/ppt/notesMasters/notesMaster1.xml" Id="R9d26abc410d44f2c" /><Relationship Type="http://schemas.openxmlformats.org/officeDocument/2006/relationships/presProps" Target="/ppt/presProps.xml" Id="R84a8d7ba1a914c26" /><Relationship Type="http://schemas.openxmlformats.org/officeDocument/2006/relationships/tableStyles" Target="/ppt/tableStyles.xml" Id="Rddfb1b6cb4224734" /><Relationship Type="http://schemas.openxmlformats.org/officeDocument/2006/relationships/slide" Target="/ppt/slides/slide1.xml" Id="R5d2b0afa553d4d44" /><Relationship Type="http://schemas.openxmlformats.org/officeDocument/2006/relationships/slide" Target="/ppt/slides/slide2.xml" Id="R518a293b3cc54a53" /><Relationship Type="http://schemas.openxmlformats.org/officeDocument/2006/relationships/slide" Target="/ppt/slides/slide3.xml" Id="Ra0a2b7e82a2d4dc6" /><Relationship Type="http://schemas.openxmlformats.org/officeDocument/2006/relationships/slide" Target="/ppt/slides/slide4.xml" Id="R104d25eca2e64165" /><Relationship Type="http://schemas.openxmlformats.org/officeDocument/2006/relationships/slide" Target="/ppt/slides/slide5.xml" Id="Ra5a8d326504b4e0e" /><Relationship Type="http://schemas.openxmlformats.org/officeDocument/2006/relationships/slide" Target="/ppt/slides/slide6.xml" Id="Rbd57162467324928" /><Relationship Type="http://schemas.openxmlformats.org/officeDocument/2006/relationships/slide" Target="/ppt/slides/slide7.xml" Id="R72f2b603e9de44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14690a585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c4485625644cf1" /><Relationship Type="http://schemas.openxmlformats.org/officeDocument/2006/relationships/notesMaster" Target="/ppt/notesMasters/notesMaster1.xml" Id="R18578a769bb34b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133398b09a41e1" /><Relationship Type="http://schemas.openxmlformats.org/officeDocument/2006/relationships/notesMaster" Target="/ppt/notesMasters/notesMaster1.xml" Id="R36332572f61741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5f644d9a7f4aae" /><Relationship Type="http://schemas.openxmlformats.org/officeDocument/2006/relationships/notesMaster" Target="/ppt/notesMasters/notesMaster1.xml" Id="R6f7e54c6792b43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a849452b9345a7" /><Relationship Type="http://schemas.openxmlformats.org/officeDocument/2006/relationships/notesMaster" Target="/ppt/notesMasters/notesMaster1.xml" Id="R6ba01c9737c344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be4443a2cb47d1" /><Relationship Type="http://schemas.openxmlformats.org/officeDocument/2006/relationships/notesMaster" Target="/ppt/notesMasters/notesMaster1.xml" Id="Rc10131b129a24f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3772aa87ca4bef" /><Relationship Type="http://schemas.openxmlformats.org/officeDocument/2006/relationships/notesMaster" Target="/ppt/notesMasters/notesMaster1.xml" Id="Rb8dd5dddebfd43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b8f747a8e04792" /><Relationship Type="http://schemas.openxmlformats.org/officeDocument/2006/relationships/notesMaster" Target="/ppt/notesMasters/notesMaster1.xml" Id="R13cb73c9d63740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c9b767cb44f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c1fd2280444fd1" /><Relationship Type="http://schemas.openxmlformats.org/officeDocument/2006/relationships/slideLayout" Target="/ppt/slideLayouts/slideLayout1.xml" Id="R71001a611aa247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001a611aa247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c5c6162bf4fa5" /><Relationship Type="http://schemas.openxmlformats.org/officeDocument/2006/relationships/notesSlide" Target="/ppt/notesSlides/notesSlide1.xml" Id="Rabe3ad95cc1b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01eae61084e99" /><Relationship Type="http://schemas.openxmlformats.org/officeDocument/2006/relationships/notesSlide" Target="/ppt/notesSlides/notesSlide2.xml" Id="R77a2f077a1dc4a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bc3d786514065" /><Relationship Type="http://schemas.openxmlformats.org/officeDocument/2006/relationships/notesSlide" Target="/ppt/notesSlides/notesSlide3.xml" Id="R52a8585d56e148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82d9f625c41ff" /><Relationship Type="http://schemas.openxmlformats.org/officeDocument/2006/relationships/notesSlide" Target="/ppt/notesSlides/notesSlide4.xml" Id="Rb6450be9f7554d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57f79f8f04dd6" /><Relationship Type="http://schemas.openxmlformats.org/officeDocument/2006/relationships/notesSlide" Target="/ppt/notesSlides/notesSlide5.xml" Id="Recbc5ff1741042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39c9bcc8144ad" /><Relationship Type="http://schemas.openxmlformats.org/officeDocument/2006/relationships/notesSlide" Target="/ppt/notesSlides/notesSlide6.xml" Id="Rf9fb6fc388f747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ddca3b0754d6f" /><Relationship Type="http://schemas.openxmlformats.org/officeDocument/2006/relationships/notesSlide" Target="/ppt/notesSlides/notesSlide7.xml" Id="R346b0cfbf77445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8A010-6296-4BFA-AF81-6741B03B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1836D-DBC2-4F12-8054-AADBD6D5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Each group shall contain Min. 4 and Max. 6 students.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999BE-B9AA-4044-B55C-A1291E77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E5697-8A65-4374-94F8-0DBBBE2A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54C6D-B9C4-417D-9A79-9F6D14E3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2E660-49DB-4DE5-81CD-CE68A79B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1DC1F-6707-4507-82DF-F336CAF7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6B77C-D51A-4A12-A484-CF54AAED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C924D-2E55-4A34-B919-E9D70605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1846B-CD04-414C-B088-197F03B1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1EA9F-39AE-47DF-AFC2-F2D8B049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01A79-315E-407B-B14D-82933729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ED539-061B-4473-9652-D60FB2FA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3C2A5-6853-4813-A8EB-10E9145A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90E14-1480-4564-8E30-688A8F17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1/7</a:t>
            </a:r>
          </a:p>
        </p:txBody>
      </p:sp>
    </p:spTree>
    <p:extLst>
      <p:ext uri="{BB962C8B-B14F-4D97-AF65-F5344CB8AC3E}">
        <p14:creationId xmlns:p14="http://schemas.microsoft.com/office/powerpoint/2010/main" val="771426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A67EF-ACD3-46F3-B693-BD807816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BAEE4-02F4-44BD-8FE0-4C365286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CEE41-BD23-4FE2-B519-74E088E3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6B116-484A-4FB0-B884-4AA3B9E7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Each group shall contain Min. 4 and Max. 6 students.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FFA98-2D19-4876-A9BC-93F8B05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1E80A-0826-45A6-8544-24D3CBA2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D662A-61E9-4961-8C65-84078061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2DD55-F0F6-48EE-89AE-041D9F37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1B6EC-986B-420B-AA29-124E168A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12A73-FCBF-4CED-9C68-A8F04620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06A1C-02AF-43B8-AB87-9C66AF69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16168-5881-4017-9421-F0580C11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2A59C-75B3-4DF7-9ACC-63086775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9601F-8ADA-4CF9-BBF1-0CEFF307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539DF-C2C5-449F-AA50-95B82F07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AB2B1-D7DD-451C-9CED-CB4ACA69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2/7</a:t>
            </a:r>
          </a:p>
        </p:txBody>
      </p:sp>
    </p:spTree>
    <p:extLst>
      <p:ext uri="{BB962C8B-B14F-4D97-AF65-F5344CB8AC3E}">
        <p14:creationId xmlns:p14="http://schemas.microsoft.com/office/powerpoint/2010/main" val="765738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7D244-1228-4BEB-9AAD-B482350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F422A-9A6F-4ACA-952E-24C047FC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4C31B-7D72-41AB-993F-6D861FBE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E90F0-90C4-4A6B-B56D-52BEDFAF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Each group shall contain Min. 4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Max. 6 students.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F75AA-A223-470E-B901-16FF6EB0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8CBA3-086D-413D-B1EC-0D2FD12E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2BA82-20E5-4266-853C-AC78D1BC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55792-5129-40D7-9C68-5D409D09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81A0B-1911-4A1E-8838-61296CE6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CE5C2-D204-4AC8-A157-BB0A3621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9DB36-CD78-4C17-984E-9546B1D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7DBFD-534D-43A1-B765-6F67AD33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4A5BC-CCCB-4060-8217-9E0ADDE6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students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CFCA0-1FC2-4092-AF70-364FAED9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0322F-6719-43AB-9877-63A6D91D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3/7</a:t>
            </a:r>
          </a:p>
        </p:txBody>
      </p:sp>
    </p:spTree>
    <p:extLst>
      <p:ext uri="{BB962C8B-B14F-4D97-AF65-F5344CB8AC3E}">
        <p14:creationId xmlns:p14="http://schemas.microsoft.com/office/powerpoint/2010/main" val="1950655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3C8BD-278C-491A-B298-42432C27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A34B2-EE54-4DCE-A05A-A52EE85C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73CA0-2552-4E4A-B8BF-5B6A768B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0AA29-9531-4E22-8854-D5F32F4A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CF819-8855-471D-AD16-4B88B6B0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4FA44-F171-421B-98F6-6AA2D927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34464-4FF5-4DDB-9AC7-F34DB099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883D5-9813-4826-A76C-0F9ADA62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4/7</a:t>
            </a:r>
          </a:p>
        </p:txBody>
      </p:sp>
    </p:spTree>
    <p:extLst>
      <p:ext uri="{BB962C8B-B14F-4D97-AF65-F5344CB8AC3E}">
        <p14:creationId xmlns:p14="http://schemas.microsoft.com/office/powerpoint/2010/main" val="1603986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A6D63-05AE-4884-A283-B9B62388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AB96A-314C-44ED-8D19-4B3E8469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9A3FA-4E0A-4151-A086-52353F3F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BE7B2-2163-4A42-B756-44E31482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05E7B-6425-4395-B4B5-569306ED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A3B39-2B52-4F51-9B4F-BA853BE1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5F1C8-62FB-48FE-8878-2A4A72EF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B002B-D4DD-43F2-8E49-91ADB45A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7ABE1-4B2D-4C0E-A759-D7501E9D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DE0A7-40D8-47BF-AE62-CD61EE04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4DF00-BFAA-4E3B-96E2-0B88C7E1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AF47E-C7E2-447B-8D2B-E5770742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7F314-A6C9-4574-86E5-9F1C5E4E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F3577-3443-4C09-94E2-4518683D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72AB2-F6FF-4677-BC30-4397E384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5/7</a:t>
            </a:r>
          </a:p>
        </p:txBody>
      </p:sp>
    </p:spTree>
    <p:extLst>
      <p:ext uri="{BB962C8B-B14F-4D97-AF65-F5344CB8AC3E}">
        <p14:creationId xmlns:p14="http://schemas.microsoft.com/office/powerpoint/2010/main" val="2119526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633BE0-EB0D-435E-BC99-C67F986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8595A-EDD5-4B0A-8412-EA1E754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1BA0C-CED0-4BD0-AB61-003E32CE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90C58-D312-4FFF-B827-71994B11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B51E2-579E-4C48-922A-D1C2B806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45F32-2991-4CFD-807A-ADFA64DB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1EBD6-84D9-4AF3-81E1-B082B81A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DFC65-CEBE-4B4A-88C7-272112C6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2157E-2809-4D1B-94AF-D1B8689B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C750F-4B17-4695-8841-A1DB7BF6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CA56E-8CB5-4623-90EE-18EE2787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A6DE2-BC1C-49C2-9312-FA67A52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0ED0C-AF29-471E-BE8E-8896E7BE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5315A-191C-4729-AEB2-9FFB48C8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FD1CC-0A54-46A7-ADC3-8FED7749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64B85-1045-4C23-8A32-51A2060C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73A1A-CBCB-4860-949E-23FE2027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BF90A-69F0-4F0C-8687-3CD66C32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9E149-0B3A-4A99-BA8B-8C314896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A7A2A-5078-4674-B4D4-388BD679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45BB95-DA34-457A-911A-F59A5A9E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F58DD-E234-45B0-A5ED-109E4292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74170-B70C-4C52-B137-A5BE53AA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3A1BF-3B9C-4C35-BD6D-D03BF488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992AB-7D37-43C8-9135-7ABF2AAD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A574F0-7613-4626-AEEF-7F656752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6/7</a:t>
            </a:r>
          </a:p>
        </p:txBody>
      </p:sp>
    </p:spTree>
    <p:extLst>
      <p:ext uri="{BB962C8B-B14F-4D97-AF65-F5344CB8AC3E}">
        <p14:creationId xmlns:p14="http://schemas.microsoft.com/office/powerpoint/2010/main" val="403720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5F233-FD51-4B44-A6DC-AF18F987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31790-D443-41ED-BF77-F925053B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FB8C6-6E55-4837-9EAC-6DACF664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DC3DB-E4D8-4F3A-A815-6B83E3EE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E0EA1-F784-49F0-9AF3-CB64E3B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A4208-097F-41B7-9A06-D5299D08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12C7E-9F36-487A-A054-A6644DBB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C94C0-58FC-423E-BC77-78710D65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7/7</a:t>
            </a:r>
          </a:p>
        </p:txBody>
      </p:sp>
    </p:spTree>
    <p:extLst>
      <p:ext uri="{BB962C8B-B14F-4D97-AF65-F5344CB8AC3E}">
        <p14:creationId xmlns:p14="http://schemas.microsoft.com/office/powerpoint/2010/main" val="1984227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2026-08-24T06:38:55.9690000Z</dcterms:created>
  <dcterms:modified xsi:type="dcterms:W3CDTF">2026-08-24T06:38:55.9690000Z</dcterms:modified>
</coreProperties>
</file>