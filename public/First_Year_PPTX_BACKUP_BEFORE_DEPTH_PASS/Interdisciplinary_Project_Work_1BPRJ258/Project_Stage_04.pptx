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1f203d4cb34294" /><Relationship Type="http://schemas.openxmlformats.org/officeDocument/2006/relationships/extended-properties" Target="/docProps/app.xml" Id="Reff12c73b7664322" /><Relationship Type="http://schemas.openxmlformats.org/officeDocument/2006/relationships/officeDocument" Target="/ppt/presentation.xml" Id="Rf287a941f1214f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2b59a353f4eb2"/>
  </p:sldMasterIdLst>
  <p:notesMasterIdLst>
    <p:notesMasterId xmlns:r="http://schemas.openxmlformats.org/officeDocument/2006/relationships" r:id="R71a03bf0e0144222"/>
  </p:notesMasterIdLst>
  <p:sldIdLst>
    <p:sldId xmlns:r="http://schemas.openxmlformats.org/officeDocument/2006/relationships" id="256" r:id="R19df1c7e37da44d3"/>
    <p:sldId xmlns:r="http://schemas.openxmlformats.org/officeDocument/2006/relationships" id="257" r:id="Ra4c891c9fd344c9c"/>
    <p:sldId xmlns:r="http://schemas.openxmlformats.org/officeDocument/2006/relationships" id="258" r:id="Rf6e3d05ae51d436c"/>
    <p:sldId xmlns:r="http://schemas.openxmlformats.org/officeDocument/2006/relationships" id="259" r:id="Ra0507c53d5674536"/>
    <p:sldId xmlns:r="http://schemas.openxmlformats.org/officeDocument/2006/relationships" id="260" r:id="R34e20393c88b4004"/>
    <p:sldId xmlns:r="http://schemas.openxmlformats.org/officeDocument/2006/relationships" id="261" r:id="R7522ef38255547e6"/>
    <p:sldId xmlns:r="http://schemas.openxmlformats.org/officeDocument/2006/relationships" id="262" r:id="Rc1c6fb4de0054c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31598456224df7" /><Relationship Type="http://schemas.openxmlformats.org/officeDocument/2006/relationships/slideMaster" Target="/ppt/slideMasters/slideMaster1.xml" Id="Re712b59a353f4eb2" /><Relationship Type="http://schemas.openxmlformats.org/officeDocument/2006/relationships/notesMaster" Target="/ppt/notesMasters/notesMaster1.xml" Id="R71a03bf0e0144222" /><Relationship Type="http://schemas.openxmlformats.org/officeDocument/2006/relationships/presProps" Target="/ppt/presProps.xml" Id="Rd4fb5c2358c5424d" /><Relationship Type="http://schemas.openxmlformats.org/officeDocument/2006/relationships/tableStyles" Target="/ppt/tableStyles.xml" Id="R998bd452653d4f15" /><Relationship Type="http://schemas.openxmlformats.org/officeDocument/2006/relationships/slide" Target="/ppt/slides/slide1.xml" Id="R19df1c7e37da44d3" /><Relationship Type="http://schemas.openxmlformats.org/officeDocument/2006/relationships/slide" Target="/ppt/slides/slide2.xml" Id="Ra4c891c9fd344c9c" /><Relationship Type="http://schemas.openxmlformats.org/officeDocument/2006/relationships/slide" Target="/ppt/slides/slide3.xml" Id="Rf6e3d05ae51d436c" /><Relationship Type="http://schemas.openxmlformats.org/officeDocument/2006/relationships/slide" Target="/ppt/slides/slide4.xml" Id="Ra0507c53d5674536" /><Relationship Type="http://schemas.openxmlformats.org/officeDocument/2006/relationships/slide" Target="/ppt/slides/slide5.xml" Id="R34e20393c88b4004" /><Relationship Type="http://schemas.openxmlformats.org/officeDocument/2006/relationships/slide" Target="/ppt/slides/slide6.xml" Id="R7522ef38255547e6" /><Relationship Type="http://schemas.openxmlformats.org/officeDocument/2006/relationships/slide" Target="/ppt/slides/slide7.xml" Id="Rc1c6fb4de0054c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8c7fffda4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863476463143f7" /><Relationship Type="http://schemas.openxmlformats.org/officeDocument/2006/relationships/notesMaster" Target="/ppt/notesMasters/notesMaster1.xml" Id="R1d59236778374a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55b82f6734b77" /><Relationship Type="http://schemas.openxmlformats.org/officeDocument/2006/relationships/notesMaster" Target="/ppt/notesMasters/notesMaster1.xml" Id="R5170c6178a38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81225c53f442ca" /><Relationship Type="http://schemas.openxmlformats.org/officeDocument/2006/relationships/notesMaster" Target="/ppt/notesMasters/notesMaster1.xml" Id="Rab6f99dae2304f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23afa484994b37" /><Relationship Type="http://schemas.openxmlformats.org/officeDocument/2006/relationships/notesMaster" Target="/ppt/notesMasters/notesMaster1.xml" Id="R618ef966dd5d47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1411e8c8484773" /><Relationship Type="http://schemas.openxmlformats.org/officeDocument/2006/relationships/notesMaster" Target="/ppt/notesMasters/notesMaster1.xml" Id="Re5abd8e9870e4f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48468b6254b3f" /><Relationship Type="http://schemas.openxmlformats.org/officeDocument/2006/relationships/notesMaster" Target="/ppt/notesMasters/notesMaster1.xml" Id="R80db82431df7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fc7332b7834766" /><Relationship Type="http://schemas.openxmlformats.org/officeDocument/2006/relationships/notesMaster" Target="/ppt/notesMasters/notesMaster1.xml" Id="Rc4c11a78bfdf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6dbec558445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8405cf9284194" /><Relationship Type="http://schemas.openxmlformats.org/officeDocument/2006/relationships/slideLayout" Target="/ppt/slideLayouts/slideLayout1.xml" Id="Ra2c02c8f8ed0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02c8f8ed0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5eaa7b9134ad1" /><Relationship Type="http://schemas.openxmlformats.org/officeDocument/2006/relationships/notesSlide" Target="/ppt/notesSlides/notesSlide1.xml" Id="Rc1ee9c8159544a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092de42014b86" /><Relationship Type="http://schemas.openxmlformats.org/officeDocument/2006/relationships/notesSlide" Target="/ppt/notesSlides/notesSlide2.xml" Id="R3ba27fb57e514a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919fa90534d1e" /><Relationship Type="http://schemas.openxmlformats.org/officeDocument/2006/relationships/notesSlide" Target="/ppt/notesSlides/notesSlide3.xml" Id="Rdfaff0d93789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4679ab7304e42" /><Relationship Type="http://schemas.openxmlformats.org/officeDocument/2006/relationships/notesSlide" Target="/ppt/notesSlides/notesSlide4.xml" Id="R452ac9db9f2a4d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8f42aed4a44ab" /><Relationship Type="http://schemas.openxmlformats.org/officeDocument/2006/relationships/notesSlide" Target="/ppt/notesSlides/notesSlide5.xml" Id="R0161f88ee54d4d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8b47155384bd8" /><Relationship Type="http://schemas.openxmlformats.org/officeDocument/2006/relationships/notesSlide" Target="/ppt/notesSlides/notesSlide6.xml" Id="Reb2765c9b34442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bdac373764c87" /><Relationship Type="http://schemas.openxmlformats.org/officeDocument/2006/relationships/notesSlide" Target="/ppt/notesSlides/notesSlide7.xml" Id="Rd8456213ea0046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CE579-3024-4AF4-B92E-D55165B4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8BF5B-DB06-46E3-9513-D7EA28DA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Use project management, documentation, and presentation skills.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05EF1-1289-4F39-A0F4-FC606BD9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FA6E7-9E94-4AA7-B468-8B30EA9A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84AAC-EB15-4397-8273-25762C8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79422-5339-4464-9FC6-4FE0F124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B9BF4-7C4A-4E82-9DD4-B15E0B92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C7CD4-1DB1-4440-82E6-4976FC36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4057A-3959-4C01-83D2-016EB1B1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56687-7572-427B-B90B-2D90C3F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DED0B-1865-495B-B0B2-E40D1855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9A08D-BDF6-4B9A-AF58-311BEC59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96EB7-7C71-4ECA-8745-34C77C0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8E8FF-D880-4A2D-AF51-68321D24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739CC-D5F9-43F3-99CA-4553AAD6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1/7</a:t>
            </a:r>
          </a:p>
        </p:txBody>
      </p:sp>
    </p:spTree>
    <p:extLst>
      <p:ext uri="{BB962C8B-B14F-4D97-AF65-F5344CB8AC3E}">
        <p14:creationId xmlns:p14="http://schemas.microsoft.com/office/powerpoint/2010/main" val="671083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E316F-435B-49C3-A228-5FFD5745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A1F38-E495-4C39-9104-808C043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2FA1-48B6-4925-971C-1117430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F42D8-0BF6-4FE8-967A-1A4839A7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Use project management, documentation, and presentation skills.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93EC1-E717-45B6-B416-11DE5481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3BA4E-48AF-4144-B297-3E3BA0E0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F0B01-0678-4A90-A188-7012CA3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D524F-86AA-4C30-8A98-21285AA8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E9BE5-D5E1-4750-9116-6F59E213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A6452-9568-44CA-A7F0-8D070EE0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A0289-99F7-45C7-B7DB-148EC950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F7F56-8D27-4464-82E4-F375A23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50E4E-6D15-447D-9C43-08C2FA5F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79C90-55CF-4D48-AC5E-C503697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C93CE-84EF-4623-8771-50344468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DBD31-2CD5-461C-8719-A72D375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2/7</a:t>
            </a:r>
          </a:p>
        </p:txBody>
      </p:sp>
    </p:spTree>
    <p:extLst>
      <p:ext uri="{BB962C8B-B14F-4D97-AF65-F5344CB8AC3E}">
        <p14:creationId xmlns:p14="http://schemas.microsoft.com/office/powerpoint/2010/main" val="791041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57CB5-1782-45FF-AE55-10F12088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9900C-DB00-40B0-A720-BE641C0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7310C-36CD-4EF0-96FA-FEC8638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EB9B4-0A75-40C1-83AA-55E80F21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Use project management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documentation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and presentation skills.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D9FCE-6DEA-4E0C-9A51-C420B10F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14B25-9E3E-4680-B89A-4E14D80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A12BB-65EE-4A1E-8A5A-986751D3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E9BA8-F3E5-438E-8B03-7C87C117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D709E-845D-4E7D-8BCC-480E85E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documentation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636FB-AEFB-477E-8159-451313B8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FA44A-76DE-4E25-9E5A-E17CC3D7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AE0F1-391A-42A2-8ED0-E7586AA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1DEAB-5BE9-4F71-9DB3-7084A21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146B4-CEAE-4A3D-91E0-1548FFC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769D9-04BF-40FC-9624-E4D641C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3/7</a:t>
            </a:r>
          </a:p>
        </p:txBody>
      </p:sp>
    </p:spTree>
    <p:extLst>
      <p:ext uri="{BB962C8B-B14F-4D97-AF65-F5344CB8AC3E}">
        <p14:creationId xmlns:p14="http://schemas.microsoft.com/office/powerpoint/2010/main" val="152409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D6F30-E02B-4C89-A273-AD23FB73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F069A-94F4-454A-95DD-BD66040E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8521F-092C-4163-94A9-8DF83184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17EA6-BCFD-4890-A3E1-A70C100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B8DF7-4182-4D7B-A787-00612AF5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51158-F0CC-46DA-B640-A48E0C8B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052FC-7EEE-4E4F-8E37-481454F8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D62DC-8C78-40F6-B996-394FAA77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4/7</a:t>
            </a:r>
          </a:p>
        </p:txBody>
      </p:sp>
    </p:spTree>
    <p:extLst>
      <p:ext uri="{BB962C8B-B14F-4D97-AF65-F5344CB8AC3E}">
        <p14:creationId xmlns:p14="http://schemas.microsoft.com/office/powerpoint/2010/main" val="1004936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B885F-4B1F-4EBD-A142-F3F42FFE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DC0AE-C976-4805-9B7C-7FD5174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6E76-9F5F-4191-9694-C76797A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2F653-C468-4AFD-A08B-1A6E5CE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D05D4-30B7-4D75-8A56-3BEC5C6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F0BB7-8D93-4A00-9FFB-CF63112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2A9DA-6958-4A75-8329-8F9ACD4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96A67-03EE-4214-907E-0951C76C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A7B29-2C8B-4ACC-BA8E-3106AA38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F5C7B-6FC8-45B6-A3DD-B21D9113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860AD-90F0-487B-B46F-B4B9CE08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A235C-045C-4540-A7B0-0E24DA5C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708C7-AAF2-48B5-8D10-F537F23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C38BC-3777-4341-8E66-3CFC8D0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1CF30-B500-4D10-956D-E960CF41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5/7</a:t>
            </a:r>
          </a:p>
        </p:txBody>
      </p:sp>
    </p:spTree>
    <p:extLst>
      <p:ext uri="{BB962C8B-B14F-4D97-AF65-F5344CB8AC3E}">
        <p14:creationId xmlns:p14="http://schemas.microsoft.com/office/powerpoint/2010/main" val="1710122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47346-D9AC-4A47-8AED-FE8AD255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E6C44-72D5-4047-B07E-330E7DF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413D9-763E-4D12-AE81-4C8DEF4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1E257-77EB-4F90-B223-247B33A0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D9486-216B-4F18-BE4F-62571A14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17037-DB8D-460A-B4DD-DA49790A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9EFCB-9077-412E-93A6-F1939D05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21469-E49B-4302-8B33-73F5058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C3C35-169C-4827-8924-76263300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02B0F-2634-4751-9BC1-030048D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2BA78-54EE-4EC8-9C74-DEE32D38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E8B30-9E0E-4B52-903D-7D424AF9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10315-E4B7-4F38-9962-E3FBEA58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122AC-0BD2-40F0-B372-6777D8FC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6D3CF-2748-43A7-A6C6-FE132E41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3A733-C56F-4794-A625-377A9E6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5CD73-0B10-4A97-B09A-851D519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A4FCE-B1AE-4AB8-B4D4-C42A881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16AF0-472E-41F9-B1DF-B49E978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3ACBA-A6FD-4325-AA92-607933F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7E772-AA5A-4D71-AB52-92864B6C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A3F2C-2DE1-4C1A-8BC2-5188A0DB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4C5D0-FF9C-4191-8C5C-88F8F9D3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25308-FF3D-4649-B64C-71079D34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0AA99-5450-423D-90FF-E382C500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848E1-ADFC-48F8-9805-C726D1E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6/7</a:t>
            </a:r>
          </a:p>
        </p:txBody>
      </p:sp>
    </p:spTree>
    <p:extLst>
      <p:ext uri="{BB962C8B-B14F-4D97-AF65-F5344CB8AC3E}">
        <p14:creationId xmlns:p14="http://schemas.microsoft.com/office/powerpoint/2010/main" val="1219256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1A93B-13D7-4D90-AC72-8E993B9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80FEE-52C6-482B-90D3-6796830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6BAD3-0587-49E9-937C-B9444B07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CA3EE-E790-475C-B6B1-6AEAD05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DB3B0-9067-4CC2-927A-F7E3225A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62997-1826-4AE1-92DC-46ABB598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52D08-869C-41AC-9942-6F7E2B2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4A31E-67E0-4552-9670-7112803A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7/7</a:t>
            </a:r>
          </a:p>
        </p:txBody>
      </p:sp>
    </p:spTree>
    <p:extLst>
      <p:ext uri="{BB962C8B-B14F-4D97-AF65-F5344CB8AC3E}">
        <p14:creationId xmlns:p14="http://schemas.microsoft.com/office/powerpoint/2010/main" val="1069970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2026-08-24T06:38:55.8310000Z</dcterms:created>
  <dcterms:modified xsi:type="dcterms:W3CDTF">2026-08-24T06:38:55.8310000Z</dcterms:modified>
</coreProperties>
</file>