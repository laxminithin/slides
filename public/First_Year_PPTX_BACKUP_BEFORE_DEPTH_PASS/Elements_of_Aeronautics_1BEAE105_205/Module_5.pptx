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296d5ac824291" /><Relationship Type="http://schemas.openxmlformats.org/officeDocument/2006/relationships/extended-properties" Target="/docProps/app.xml" Id="Rb571be036cc64591" /><Relationship Type="http://schemas.openxmlformats.org/officeDocument/2006/relationships/officeDocument" Target="/ppt/presentation.xml" Id="Rfc0d8d337d89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897d2d25b644f1"/>
  </p:sldMasterIdLst>
  <p:notesMasterIdLst>
    <p:notesMasterId xmlns:r="http://schemas.openxmlformats.org/officeDocument/2006/relationships" r:id="Rf68368fd05c343ec"/>
  </p:notesMasterIdLst>
  <p:sldIdLst>
    <p:sldId xmlns:r="http://schemas.openxmlformats.org/officeDocument/2006/relationships" id="256" r:id="R61ab162090484993"/>
    <p:sldId xmlns:r="http://schemas.openxmlformats.org/officeDocument/2006/relationships" id="257" r:id="R3c8434ff88ca4dca"/>
    <p:sldId xmlns:r="http://schemas.openxmlformats.org/officeDocument/2006/relationships" id="258" r:id="R40b8994f96354c49"/>
    <p:sldId xmlns:r="http://schemas.openxmlformats.org/officeDocument/2006/relationships" id="259" r:id="R82ab2000e5424c5a"/>
    <p:sldId xmlns:r="http://schemas.openxmlformats.org/officeDocument/2006/relationships" id="260" r:id="R2f33c2e3fe534868"/>
    <p:sldId xmlns:r="http://schemas.openxmlformats.org/officeDocument/2006/relationships" id="261" r:id="Rfcfacb0b10dd41db"/>
    <p:sldId xmlns:r="http://schemas.openxmlformats.org/officeDocument/2006/relationships" id="262" r:id="R56d9b66090664879"/>
    <p:sldId xmlns:r="http://schemas.openxmlformats.org/officeDocument/2006/relationships" id="263" r:id="R1180c785396f4d1c"/>
    <p:sldId xmlns:r="http://schemas.openxmlformats.org/officeDocument/2006/relationships" id="264" r:id="Ra9942bf5cf1e44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7c58ccff6d47f6" /><Relationship Type="http://schemas.openxmlformats.org/officeDocument/2006/relationships/slideMaster" Target="/ppt/slideMasters/slideMaster1.xml" Id="Rcc897d2d25b644f1" /><Relationship Type="http://schemas.openxmlformats.org/officeDocument/2006/relationships/notesMaster" Target="/ppt/notesMasters/notesMaster1.xml" Id="Rf68368fd05c343ec" /><Relationship Type="http://schemas.openxmlformats.org/officeDocument/2006/relationships/presProps" Target="/ppt/presProps.xml" Id="R089f76c302794c86" /><Relationship Type="http://schemas.openxmlformats.org/officeDocument/2006/relationships/tableStyles" Target="/ppt/tableStyles.xml" Id="R58055be0e34f4a95" /><Relationship Type="http://schemas.openxmlformats.org/officeDocument/2006/relationships/slide" Target="/ppt/slides/slide1.xml" Id="R61ab162090484993" /><Relationship Type="http://schemas.openxmlformats.org/officeDocument/2006/relationships/slide" Target="/ppt/slides/slide2.xml" Id="R3c8434ff88ca4dca" /><Relationship Type="http://schemas.openxmlformats.org/officeDocument/2006/relationships/slide" Target="/ppt/slides/slide3.xml" Id="R40b8994f96354c49" /><Relationship Type="http://schemas.openxmlformats.org/officeDocument/2006/relationships/slide" Target="/ppt/slides/slide4.xml" Id="R82ab2000e5424c5a" /><Relationship Type="http://schemas.openxmlformats.org/officeDocument/2006/relationships/slide" Target="/ppt/slides/slide5.xml" Id="R2f33c2e3fe534868" /><Relationship Type="http://schemas.openxmlformats.org/officeDocument/2006/relationships/slide" Target="/ppt/slides/slide6.xml" Id="Rfcfacb0b10dd41db" /><Relationship Type="http://schemas.openxmlformats.org/officeDocument/2006/relationships/slide" Target="/ppt/slides/slide7.xml" Id="R56d9b66090664879" /><Relationship Type="http://schemas.openxmlformats.org/officeDocument/2006/relationships/slide" Target="/ppt/slides/slide8.xml" Id="R1180c785396f4d1c" /><Relationship Type="http://schemas.openxmlformats.org/officeDocument/2006/relationships/slide" Target="/ppt/slides/slide9.xml" Id="Ra9942bf5cf1e44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f4da2136454e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d63568f0bd47f1" /><Relationship Type="http://schemas.openxmlformats.org/officeDocument/2006/relationships/notesMaster" Target="/ppt/notesMasters/notesMaster1.xml" Id="R4e2ae101fb594f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2585fe19ce4d99" /><Relationship Type="http://schemas.openxmlformats.org/officeDocument/2006/relationships/notesMaster" Target="/ppt/notesMasters/notesMaster1.xml" Id="R1a89c5f535dd45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a574b4da5f4c30" /><Relationship Type="http://schemas.openxmlformats.org/officeDocument/2006/relationships/notesMaster" Target="/ppt/notesMasters/notesMaster1.xml" Id="Rf2a95909577c4c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1bc0dccd8042d2" /><Relationship Type="http://schemas.openxmlformats.org/officeDocument/2006/relationships/notesMaster" Target="/ppt/notesMasters/notesMaster1.xml" Id="Rfaf390eec40243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d493fce7f64ce2" /><Relationship Type="http://schemas.openxmlformats.org/officeDocument/2006/relationships/notesMaster" Target="/ppt/notesMasters/notesMaster1.xml" Id="R1b94185c0fe548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2081e87aac4760" /><Relationship Type="http://schemas.openxmlformats.org/officeDocument/2006/relationships/notesMaster" Target="/ppt/notesMasters/notesMaster1.xml" Id="Rad9d6b0b38e54f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865bb8d32644e1" /><Relationship Type="http://schemas.openxmlformats.org/officeDocument/2006/relationships/notesMaster" Target="/ppt/notesMasters/notesMaster1.xml" Id="R75270030c5e04c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87d120bfb24f0c" /><Relationship Type="http://schemas.openxmlformats.org/officeDocument/2006/relationships/notesMaster" Target="/ppt/notesMasters/notesMaster1.xml" Id="Ra972fa0d229045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fda472501b4e70" /><Relationship Type="http://schemas.openxmlformats.org/officeDocument/2006/relationships/notesMaster" Target="/ppt/notesMasters/notesMaster1.xml" Id="Rd48df990269842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f6a4a22414c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34d1cc2f6c481d" /><Relationship Type="http://schemas.openxmlformats.org/officeDocument/2006/relationships/slideLayout" Target="/ppt/slideLayouts/slideLayout1.xml" Id="R245e2e726c004e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e2e726c004e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64ed30a284756" /><Relationship Type="http://schemas.openxmlformats.org/officeDocument/2006/relationships/notesSlide" Target="/ppt/notesSlides/notesSlide1.xml" Id="Rf5408360a2ab4e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e05236eeb45fb" /><Relationship Type="http://schemas.openxmlformats.org/officeDocument/2006/relationships/notesSlide" Target="/ppt/notesSlides/notesSlide2.xml" Id="R52214beaabba49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090a90a8d4e5b" /><Relationship Type="http://schemas.openxmlformats.org/officeDocument/2006/relationships/notesSlide" Target="/ppt/notesSlides/notesSlide3.xml" Id="R0fabb3c997e742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647f0f8c04822" /><Relationship Type="http://schemas.openxmlformats.org/officeDocument/2006/relationships/notesSlide" Target="/ppt/notesSlides/notesSlide4.xml" Id="R44817494742d42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a953ed8504fd1" /><Relationship Type="http://schemas.openxmlformats.org/officeDocument/2006/relationships/notesSlide" Target="/ppt/notesSlides/notesSlide5.xml" Id="R44735f304dc64a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8c02532be4518" /><Relationship Type="http://schemas.openxmlformats.org/officeDocument/2006/relationships/notesSlide" Target="/ppt/notesSlides/notesSlide6.xml" Id="R07858a2af36048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e1cfba896409e" /><Relationship Type="http://schemas.openxmlformats.org/officeDocument/2006/relationships/notesSlide" Target="/ppt/notesSlides/notesSlide7.xml" Id="R358ae119fa7442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4a07feb614fcf" /><Relationship Type="http://schemas.openxmlformats.org/officeDocument/2006/relationships/notesSlide" Target="/ppt/notesSlides/notesSlide8.xml" Id="R4c3adbe5171145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1b1e05b494706" /><Relationship Type="http://schemas.openxmlformats.org/officeDocument/2006/relationships/notesSlide" Target="/ppt/notesSlides/notesSlide9.xml" Id="R129a7f22c6af4d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156B9-21F8-40A0-AC35-C682E3D2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A5641-01BF-467F-B049-4642D592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Aircraft Systems : Aircraft systems (Mechanical) - hydraulic and pneumatic systems and their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4E2B0-F5B4-4814-A63C-F239863F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6EAAB-7651-4166-8BE9-D2A345BD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Aircraft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30DA7-CF73-4F06-BBBE-CEB03119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6995C-EC2C-4DE5-A92D-F7CDE82A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14AB7-AD2E-4207-9F0F-1E409D05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BC83D-6E8E-45C5-9246-AF526E02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Mechanical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D1A35-3D14-4860-8BA1-7171A152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41FA3-0F68-4466-BACE-E4CAEA76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hydraulic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0DDA7-E917-439D-BCA8-A062976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E7FCD-FC07-4A07-8C01-A0ECD306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pneumatic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E1EC8-927B-4863-9563-D138F9A0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319E5-2723-4ABB-B8D6-DCB37F96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0E85A-8EA5-4E6D-93EF-5B0133F2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126696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0BE1A-A978-47DE-8E7E-F724643D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C32FF-B33F-47FE-A826-1F8FA7F2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F12C3-9242-4361-927E-B7AC9626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DAF74-23BE-4614-8ABE-28957E39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2A9B1-E4FC-4FEE-A2BF-4E5941CA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3017D-A891-4406-991F-34B915EE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B79C4-BED2-49CF-B23E-7489E920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F3948-0AFF-4CED-99D9-08273E89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C7450-0FBC-4E2C-8FDC-5FAF5BFB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F1CC7-CBBA-44B2-9591-EE18E901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57772-D239-4659-911C-B744CBA9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D2404-2536-4005-8616-39663EE2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22B6E-66EA-44E4-AC76-5E5A93D8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Aircraft Systems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Aircraft systems (Mechanical) - hydraulic and pneumatic systems and their applications;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environment control system;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fuel system, oxygen system.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Aircraft S ystems (Electrical) - flight control system, cockpit instrumentation and displays;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AC5DE-12DC-4600-B8B8-EF13C10A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BE6FA-A3FC-4AD5-A8D2-A019C09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911835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7EF88-3484-4914-92FD-8640E26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88723-C242-46A7-A27C-CF34C53C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D72C0-F856-4E70-8D02-6DE33F96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A910A-2646-40AE-A4CD-2CE2D69F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Aircraft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26717-8390-4843-A5C7-A9180A8F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94190-DB53-4E55-BBC1-1B379A2C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F5A8F-7FA9-4D3D-9571-5818CD2F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hydraulic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1D15D-CD7B-435C-8D14-B6F92D63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pneumatic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6C4F6-02EF-4B49-BEC1-E7B0D0D9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1734D-09CF-4769-884A-5935B091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communication systems;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navigation systems;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 generation systems - engine driven alternators, auxiliary power ram air turbine;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 conversion, distribution and management.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E7379-BBE3-4C95-95EB-4A488FAB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94D3B-CB89-43AA-8754-CDEB71BD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54176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0C21B-C7D2-4BFA-895C-E32848D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79F39-38DF-458E-83F3-492D7083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C2226-E1B4-4957-AFEC-A97B4B79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8653C-0F89-47D4-9D21-07B65FE9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Aircraft Systems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Aircraft systems (Mechanical) - hydraulic and pneumatic systems and their applications;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environment control system;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fuel system, oxygen system.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Aircraft S ystems (Electrical) - flight control system, cockpit instrumentation and displays;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communication systems;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53D55-750D-4B1F-B165-F98CE2D2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CFC6B-4CC5-451D-8711-8EAD1E93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27BCD-4716-4905-AFA4-BAA84BD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Aircraft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CA42B-276D-45AA-9308-56F5DD08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9144A-BC64-441B-A788-4AB3F7A0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A3A58-60A1-4FFA-AEE6-06242EBC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26DD1-0B79-448F-BC4E-DA87AFA9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Mechanical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E318E-1CA4-43C2-A3CE-2D16CE51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6F6F2-8B07-40FB-8DC9-30D44F55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hydraulic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DCA85-8915-44CB-B1BD-705F77D6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C98D0-2A1D-4DA7-9635-E05354B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pneumatic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5B9CB-582C-4834-A5AC-0209C9D4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9A781-BAB9-454B-A137-4DF69EA8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188D8-2376-4036-A9A2-C28917D9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530473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3210D-EC5E-4BA5-9A34-94F06D7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340DC-C533-4310-8180-5514E1BA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9433-3D4D-463E-A155-E3C33E7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0B1EB-9E5C-4D90-A19A-DE8D652C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91780-EB6E-4D61-99CA-E35A36CE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BA2E9-98D9-4C02-B17B-2C19D2A2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E96D9-5B68-417C-8A03-65332C13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DE8CC-CC7C-4C3D-BEC3-95860AA8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60CD9-E60D-45F1-A0EE-EDE515AC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32E47-2655-4296-A9DC-4979C2E1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DC7FF-31F7-4F05-BC04-38327303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F0044-D377-4AD1-9305-0BB136D0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2B68A-98DD-471C-8873-93EB3C91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6320A-E0FC-4B64-8F45-27EFF660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3836A-4D2D-4133-A8EE-3F74B73E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802360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B0BB6-351C-4A62-8B16-C0E03ADF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4F03F-A161-4536-B602-74962D68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BF34C-174F-4517-9874-225B269B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0B5EB-15D7-41A9-91D2-60F52DC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57F92-D9AC-4BA1-8CC4-612709A0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Aircraft Systems 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73EC9-9840-4F3D-981B-E5FF9FB5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Aircraft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81DD8-5735-4166-8DD0-5B1D212C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AF597-5986-4A8C-80D4-035DBB3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AF6EB-F98C-453E-B4D9-2971FA83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296752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E5F45-E2F5-422C-9548-C5F55B95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7806A-D296-4869-B4CB-DCDCA5E3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2461A-22BB-4A94-ABAE-9ADBAF6C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BA89D-085F-40AD-89AE-ED70F590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85DEE-9C51-4BAE-A825-72229119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navigation systems;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 generation systems - engine driven alternators, auxiliary power ram air turbine;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 conversion, distribution and management.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61B93-69C2-49F3-8CDA-9DFDC2F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6F1E3-AB63-45CE-90A2-B0561BB7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9841D-4472-4223-B3F2-A6D416A5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41CA1-7564-48B9-9976-302DD69A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550054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3796EB-B98C-4AB0-9B08-E3A92707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43853-5A2D-44A8-AAFF-D7F2F0F4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34928-75FB-4509-8011-8B574D1E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BA828-8BE8-4509-9D1B-2CF540E8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0F68F-361D-4E20-A7D7-F25D23F0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49660-E3DB-4F51-A1B0-63CC7202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FB468-14CB-4F10-AFB0-A05DC5A6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Aircraft Systems 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BF2FD-0473-4815-87A9-6A62FA57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D7C78-E47C-4549-9D5D-1B24C609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A12E1-3478-4BE9-8E92-A646E3C2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Aircraft systems (Mechanical) - hydraulic and pneumatic systems and their applications;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08E34-2959-4B5C-9FC0-9AB6E185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FCD98-A08D-4142-B30E-ECC6091F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6C8F7-7ECE-405B-8E2F-D65B5538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environment control system;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C9F0A-5AD6-4516-AC32-3CD8805F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A33CF-3C7E-4733-897C-A609BCC6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EF5F8-F041-4C71-8F3A-808FA260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fuel system, oxygen 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4D4A6-EFB7-489A-8959-A1A56F80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276E4-61AC-4D98-8B6A-CBCB31B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35F76-626F-4A89-A56E-95F842DE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Aircraft S ystems (Electrical) - flight control system, cockpit instrumentation and displays;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5E150-BE1A-483F-8087-6F057B6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9F1AD-0726-4FCC-84DD-C45D999B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95B8A-CEB9-4540-994D-86C69687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communication systems;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529D4-BC3A-4005-BA1B-EEC8EE64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5DAF1-D934-414D-A95E-EB2ED021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650681-ED89-4991-8663-1BDF48CF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navigation systems;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5C01E9-8EEE-486D-93A8-84250DAF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45758C-EF9B-4E6C-94A0-6DA9D844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E3B1A-7D30-441D-98D7-72BC6305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C257E-B5A0-44F7-9005-A81EC0B6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2008277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E969C-B310-45B6-B767-E61CC8D4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96F30-9091-43BB-AACF-85098580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3F36D-E37B-4974-AB05-0575DB82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A8129-95C8-4AD4-ADEC-3196A768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Aircraft, Systems, Mechanical, hydraulic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7383D-2658-4855-9C7E-3C154221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0B17D-583F-40AC-B0A3-ED2CEA12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8ED13-87EA-4ED1-825B-1647C67C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0C20F-3238-4F99-8DFC-2975F06D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364095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2026-08-24T06:38:44.5240000Z</dcterms:created>
  <dcterms:modified xsi:type="dcterms:W3CDTF">2026-08-24T06:38:44.5240000Z</dcterms:modified>
</coreProperties>
</file>