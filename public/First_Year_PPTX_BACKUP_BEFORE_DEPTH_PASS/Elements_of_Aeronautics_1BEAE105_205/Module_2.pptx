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1ae2082c0a4ba8" /><Relationship Type="http://schemas.openxmlformats.org/officeDocument/2006/relationships/extended-properties" Target="/docProps/app.xml" Id="R5115cc29ed3c4af3" /><Relationship Type="http://schemas.openxmlformats.org/officeDocument/2006/relationships/officeDocument" Target="/ppt/presentation.xml" Id="R731a257baa3d4d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10265a7c654983"/>
  </p:sldMasterIdLst>
  <p:notesMasterIdLst>
    <p:notesMasterId xmlns:r="http://schemas.openxmlformats.org/officeDocument/2006/relationships" r:id="R517857f4b2104cfe"/>
  </p:notesMasterIdLst>
  <p:sldIdLst>
    <p:sldId xmlns:r="http://schemas.openxmlformats.org/officeDocument/2006/relationships" id="256" r:id="R9cb8e553c5df4d80"/>
    <p:sldId xmlns:r="http://schemas.openxmlformats.org/officeDocument/2006/relationships" id="257" r:id="Ra331bf6ae16d4c40"/>
    <p:sldId xmlns:r="http://schemas.openxmlformats.org/officeDocument/2006/relationships" id="258" r:id="R570df6e7d1ec4d37"/>
    <p:sldId xmlns:r="http://schemas.openxmlformats.org/officeDocument/2006/relationships" id="259" r:id="R3fd18bea1ec348b0"/>
    <p:sldId xmlns:r="http://schemas.openxmlformats.org/officeDocument/2006/relationships" id="260" r:id="R960a392b40374f51"/>
    <p:sldId xmlns:r="http://schemas.openxmlformats.org/officeDocument/2006/relationships" id="261" r:id="R3a6999f607124289"/>
    <p:sldId xmlns:r="http://schemas.openxmlformats.org/officeDocument/2006/relationships" id="262" r:id="R87ac67353b1f4e3a"/>
    <p:sldId xmlns:r="http://schemas.openxmlformats.org/officeDocument/2006/relationships" id="263" r:id="R6841f72403e44e7b"/>
    <p:sldId xmlns:r="http://schemas.openxmlformats.org/officeDocument/2006/relationships" id="264" r:id="Rf6983c78cafb44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3a2dbfd3204c3c" /><Relationship Type="http://schemas.openxmlformats.org/officeDocument/2006/relationships/slideMaster" Target="/ppt/slideMasters/slideMaster1.xml" Id="R5210265a7c654983" /><Relationship Type="http://schemas.openxmlformats.org/officeDocument/2006/relationships/notesMaster" Target="/ppt/notesMasters/notesMaster1.xml" Id="R517857f4b2104cfe" /><Relationship Type="http://schemas.openxmlformats.org/officeDocument/2006/relationships/presProps" Target="/ppt/presProps.xml" Id="Rdcaf556e45ce46f4" /><Relationship Type="http://schemas.openxmlformats.org/officeDocument/2006/relationships/tableStyles" Target="/ppt/tableStyles.xml" Id="R90b8a9156f0a4ba6" /><Relationship Type="http://schemas.openxmlformats.org/officeDocument/2006/relationships/slide" Target="/ppt/slides/slide1.xml" Id="R9cb8e553c5df4d80" /><Relationship Type="http://schemas.openxmlformats.org/officeDocument/2006/relationships/slide" Target="/ppt/slides/slide2.xml" Id="Ra331bf6ae16d4c40" /><Relationship Type="http://schemas.openxmlformats.org/officeDocument/2006/relationships/slide" Target="/ppt/slides/slide3.xml" Id="R570df6e7d1ec4d37" /><Relationship Type="http://schemas.openxmlformats.org/officeDocument/2006/relationships/slide" Target="/ppt/slides/slide4.xml" Id="R3fd18bea1ec348b0" /><Relationship Type="http://schemas.openxmlformats.org/officeDocument/2006/relationships/slide" Target="/ppt/slides/slide5.xml" Id="R960a392b40374f51" /><Relationship Type="http://schemas.openxmlformats.org/officeDocument/2006/relationships/slide" Target="/ppt/slides/slide6.xml" Id="R3a6999f607124289" /><Relationship Type="http://schemas.openxmlformats.org/officeDocument/2006/relationships/slide" Target="/ppt/slides/slide7.xml" Id="R87ac67353b1f4e3a" /><Relationship Type="http://schemas.openxmlformats.org/officeDocument/2006/relationships/slide" Target="/ppt/slides/slide8.xml" Id="R6841f72403e44e7b" /><Relationship Type="http://schemas.openxmlformats.org/officeDocument/2006/relationships/slide" Target="/ppt/slides/slide9.xml" Id="Rf6983c78cafb44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55c9bd392f44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484a44de7f43e4" /><Relationship Type="http://schemas.openxmlformats.org/officeDocument/2006/relationships/notesMaster" Target="/ppt/notesMasters/notesMaster1.xml" Id="Rc7293e8812aa4c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dbc43efcfe4dea" /><Relationship Type="http://schemas.openxmlformats.org/officeDocument/2006/relationships/notesMaster" Target="/ppt/notesMasters/notesMaster1.xml" Id="R44432053152a4a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11be3113694d11" /><Relationship Type="http://schemas.openxmlformats.org/officeDocument/2006/relationships/notesMaster" Target="/ppt/notesMasters/notesMaster1.xml" Id="Re15e23c6cf4b4a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addfe60a1d4b28" /><Relationship Type="http://schemas.openxmlformats.org/officeDocument/2006/relationships/notesMaster" Target="/ppt/notesMasters/notesMaster1.xml" Id="R96ba92b958354e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780354e7c34a39" /><Relationship Type="http://schemas.openxmlformats.org/officeDocument/2006/relationships/notesMaster" Target="/ppt/notesMasters/notesMaster1.xml" Id="R696f1494591947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b3f08ed15b4c1b" /><Relationship Type="http://schemas.openxmlformats.org/officeDocument/2006/relationships/notesMaster" Target="/ppt/notesMasters/notesMaster1.xml" Id="Rf2b1ff5b1ab144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e077e4f3934fb2" /><Relationship Type="http://schemas.openxmlformats.org/officeDocument/2006/relationships/notesMaster" Target="/ppt/notesMasters/notesMaster1.xml" Id="Rc38262b7793742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7c898886684eea" /><Relationship Type="http://schemas.openxmlformats.org/officeDocument/2006/relationships/notesMaster" Target="/ppt/notesMasters/notesMaster1.xml" Id="R4372080610494c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0d73cafa314a40" /><Relationship Type="http://schemas.openxmlformats.org/officeDocument/2006/relationships/notesMaster" Target="/ppt/notesMasters/notesMaster1.xml" Id="Rec26e051a864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c141d249249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eb8c400f004da5" /><Relationship Type="http://schemas.openxmlformats.org/officeDocument/2006/relationships/slideLayout" Target="/ppt/slideLayouts/slideLayout1.xml" Id="R3a8e3789ccb044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8e3789ccb044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81b2a1b184aec" /><Relationship Type="http://schemas.openxmlformats.org/officeDocument/2006/relationships/notesSlide" Target="/ppt/notesSlides/notesSlide1.xml" Id="R459e9144972b49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05d4c092a467d" /><Relationship Type="http://schemas.openxmlformats.org/officeDocument/2006/relationships/notesSlide" Target="/ppt/notesSlides/notesSlide2.xml" Id="Rff3373ed8ee04f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0460e4fe74b31" /><Relationship Type="http://schemas.openxmlformats.org/officeDocument/2006/relationships/notesSlide" Target="/ppt/notesSlides/notesSlide3.xml" Id="Rdc49e8542f3341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55417bacb46c7" /><Relationship Type="http://schemas.openxmlformats.org/officeDocument/2006/relationships/notesSlide" Target="/ppt/notesSlides/notesSlide4.xml" Id="Rfc73be0b763c4a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897ad2f424fe5" /><Relationship Type="http://schemas.openxmlformats.org/officeDocument/2006/relationships/notesSlide" Target="/ppt/notesSlides/notesSlide5.xml" Id="Re8d23e785b814a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bcc525cea4537" /><Relationship Type="http://schemas.openxmlformats.org/officeDocument/2006/relationships/notesSlide" Target="/ppt/notesSlides/notesSlide6.xml" Id="Re840dec1f44c43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8e0a1e4be4919" /><Relationship Type="http://schemas.openxmlformats.org/officeDocument/2006/relationships/notesSlide" Target="/ppt/notesSlides/notesSlide7.xml" Id="R627c7df3993a41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5279a03024349" /><Relationship Type="http://schemas.openxmlformats.org/officeDocument/2006/relationships/notesSlide" Target="/ppt/notesSlides/notesSlide8.xml" Id="Rb1650ae064a34c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d5280c44a43c2" /><Relationship Type="http://schemas.openxmlformats.org/officeDocument/2006/relationships/notesSlide" Target="/ppt/notesSlides/notesSlide9.xml" Id="R3a6791bef40845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3CEBA-9363-498C-BB87-1E4F6A6B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B8798-0E8C-45C1-9816-ED146060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Concepts of Aerodynamics: Significance of speed of sound; airspeed and groundspeed; standard atmosphere; Bernoulli's the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F5D14-CBA8-4283-BF88-D06434A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Aeronautics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1BEAE105/205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E933A-0686-4CD6-B2C6-EFDA0B73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339E9-7799-4900-B021-6C04DA1D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5BC84-6284-4EDB-8979-3A421E61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Aerodynamics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78046-93DB-4C76-9248-693EF20B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B0158-C32C-48AE-9161-1B314C95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83246-EE1A-407D-84AD-2AFD4CB7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72ED3-9D4E-43C7-B470-7402BA35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speed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3C9B0-7C6D-4C7A-BA39-A0AB8B52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93F93-1F3B-43E6-A1FE-9C2D9A01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6DD97-CB69-479B-ADD9-AE758C1C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2BA05-98FC-4FB0-8E06-CC7B4D2F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D80F2-E5A6-4CF6-A939-08AF652C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829093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1C20F-2396-42DC-8135-190A78A9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1AB24-5416-4130-BFB2-D58E98DE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278CD-CCBD-4C82-AD3A-DB43DB46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5022F-374C-4D3D-9FC5-34CB191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99CF6-5780-4B72-9EC3-424E4C23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17B02-7941-4C31-9D55-629F23FF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53398-D9ED-4E18-8CC6-011C7EF4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4732C-7FD3-4E2B-99FB-B45E24B9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759E4-A8E3-4380-A278-6D1C6FEC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1634A-C2E6-476F-BD72-51733099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1F85E-8D64-47C1-B5F6-D7E9661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09979-735A-49D6-8607-5683ED95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AAB16-9CA3-4C3E-BF54-389A295E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Concepts of Aerodynamics: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Significance of speed of sound;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airspeed and groundspeed;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standard atmosphere;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Bernoulli's theorem and its application for generation of lift and measurement of airspeed;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E1397-2D09-40F2-9288-2DF08889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2E220-954A-47A9-BB4C-5C1E516A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2922842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BBF20-B597-4495-9AAD-B4438733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2BFB3-30C2-4C6C-87C2-4D9657C7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83D6B-9703-4C5F-9E7D-081E8BE3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0D024-6151-4AC5-9935-5ACCDA41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E31D9-A673-4E25-A793-5CC1C83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Aerodynamics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ED98A-453D-48BA-887C-662D7EB5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CD217-8DB1-41CF-B540-67B9C98A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speed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21946-8A7A-435E-989E-123DAAD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35694-89BE-417F-B55C-3F02C9B8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airspeed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053EF-16E1-434B-A07E-35EEE26E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forces over wing section, airfoil nomenclature, pressure distribution over a wing section.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Lift and drag components - generation of lift and drag;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lift curve, drag curve, types of drag, factors affecting lift and drag;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center of pressure and its significance;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F2A68-81E8-49BD-8036-49CE1626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0F375-DFD5-4F4E-8A9A-5E5C9526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479258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CC8DB-4F37-4E66-9E1C-C4EAE31B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E4C6F-8D74-4678-9D70-AAF702DD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F2725-2C97-4451-AD2C-3D65B306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C862B-E9DB-430D-A9A9-1F01C2D2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Concepts of Aerodynamics: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Significance of speed of sound;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airspeed and groundspeed;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standard atmosphere;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Bernoulli's theorem and its application for generation of lift and measurement of airspeed;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forces over wing section, airfoil nomenclature, pressure distribution over a wing section.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F7905-91F1-4E6A-AE7B-86A31D73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EA5D3-53EB-4162-A9F2-29303405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08167-B01F-4F69-B5B2-D9D5E5EF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76FD9-C4D9-465E-9DFD-850966AC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79825-87A4-4B41-90D8-A0C45960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Aerodynamics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45044-4990-40C0-858E-3AC81296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58A95-0C85-46CF-ADF6-5851CDDB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23335-EE98-4CA4-B931-3906686E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DB27A-321C-49A0-BC18-FFD814E5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speed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383A6-0459-41A2-BF42-4AE7C0D4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6B092-47C4-45BC-824B-605D3521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AB6CC-913F-4BAA-B007-773F8AC6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4938D-477A-424F-9E0E-C2413B2F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DC140-1031-45F5-A88E-80D62F4D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7667846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9F9CF-BCBA-4FE8-948D-5300C0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6B7F8-8AFA-423B-A7F7-7A74F1A0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53EB1-A953-4BBE-9C3D-2A2EE0B3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EB59C-B02E-4EA4-8883-9263F54C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2D707-D2D4-41C9-9AB7-2B1F5703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004A0-1604-44F2-9B72-0E4192E3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EE449-4E1D-4B13-9134-8AAFC9ED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45F3E-3E1A-4EE6-AEAE-1E814322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E27FD-F061-42E7-9084-FB22369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C63E8-24F9-417C-B4EB-3224321C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10F12-27D3-4CEB-82F3-497AA0C5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AF246-8E2C-45CC-963F-2851CB58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25273-4742-4626-8244-EFA1DDBF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F8D44-817B-44A4-AF95-B2CCA8D4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85A79-48FB-482D-8740-5ACC9C77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534383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4341C-9929-4CCB-A247-B557321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20A71-3101-4451-A80B-D1B35D8C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06459-0E29-4CA7-B0B6-D1145720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5D826-3DA5-459C-B8C8-AC8B858A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53521-0D57-426A-94C9-A64C9886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Concepts of Aerodynamics: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CB1C7-A29A-4459-88A1-B4D82425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Concepts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01896-21A4-4528-A721-BE467D0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188B8-EE35-4AEF-8C0B-C5AAB48A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6D560-3726-410A-B0B8-8F108572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281907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FFB85-DB01-43F1-BCDE-8EE7C708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77273-B488-4201-8A76-68A94649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76EB4-66CA-425B-A55E-3D7108AB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5C346-6783-44E1-877C-BC875E43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67114-1AAB-4E47-A8EF-FD176150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Lift and drag components - generation of lift and drag;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lift curve, drag curve, types of drag, factors affecting lift and drag;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center of pressure and its significance;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aerodynamic center, aspect ratio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6A31E-5F26-4DB6-B89B-F7C2DA5D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08C56-9E61-420C-81B4-12EE6B2C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43C14-A117-48D4-B0B6-9567D738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8508E-1F14-4C55-9661-F57AA90B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5771901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06240-5F73-487F-8FD1-46C93C95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8C15D-6C54-418A-9B0B-BFAD548D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D0685-8FC3-457D-B479-A2DB7F3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52113-0064-40D7-A426-2781D35C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9BA57-8880-4923-A838-1A81B042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1F030-AC50-4176-ADF3-E75F398A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D9309-C4C0-4B0A-9209-7D3D1779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Concepts of Aerodynamics: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DD934-D08B-41B4-9B7F-B3A0134B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03B90-E86B-4873-9F1D-B7D9A7A8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5DCF1-C704-4907-BCF3-1B905B2E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Significance of speed of sound;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54D27-C621-439D-8AC4-E51434AB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2E55A-466B-45C9-80E3-0C16129E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67174-E4D4-49CC-AAB3-1280F39B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airspeed and groundspeed;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93A0F-2F01-4B3A-A898-252DA555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BD820-D6FA-449B-86B3-D3813D83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AC346-51A3-4225-9883-670DF3AE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standard atmosphere;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27BC2-F106-4BA6-B8FF-94D55EE7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44759-21C0-4BA4-85AD-CBED6B67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8CC6A-D3C0-4EEA-A554-C6EB7428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Bernoulli's theorem and its application for generation of lift and measurement of airspeed;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6263A-CD5F-418A-98D8-CACB9E1E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BA10F-DB43-485C-84F6-830F3F21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17288-C7D8-4438-B614-61135553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forces over wing section, airfoil nomenclature, pressure distribution over a wing section.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577B2-058B-4954-B2E9-93674C17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439B69-6A91-4960-B233-83DD05D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DD9A0-FB2E-46DC-80B6-6F5CB713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Lift and drag components - generation of lift and drag;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30FEE-5136-43D9-AC08-8CD16606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1EF50F-A159-44AC-A53C-EBC3B229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EA688A-A7E9-419B-80C9-A4573E15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65CFA2-A7C5-4D7B-A333-FAB7EF59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648571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26E28-3479-4CFE-A190-A6DC7484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3C53C-4F25-4B8E-856C-C5E6AF4D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3AAC5-FF8B-496F-9579-B9ABD3E6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C70D3-8B35-4871-8C60-52D8ADA4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Concepts, Aerodynamics, Significance, speed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F46F6-F220-419F-BAAB-BCD0EA47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B3AA8-3601-42CB-B5DB-FBAB3967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74B65-2FFC-4729-9314-074B769F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Aeronautics | 1BEAE105/205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CF7B2-84AF-4917-8E73-C20C4648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180664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2026-08-24T06:38:44.3440000Z</dcterms:created>
  <dcterms:modified xsi:type="dcterms:W3CDTF">2026-08-24T06:38:44.3440000Z</dcterms:modified>
</coreProperties>
</file>