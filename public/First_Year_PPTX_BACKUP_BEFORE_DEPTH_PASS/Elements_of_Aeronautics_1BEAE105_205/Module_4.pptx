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c4623b8d5f4ab6" /><Relationship Type="http://schemas.openxmlformats.org/officeDocument/2006/relationships/extended-properties" Target="/docProps/app.xml" Id="R13e79dc7573d46d4" /><Relationship Type="http://schemas.openxmlformats.org/officeDocument/2006/relationships/officeDocument" Target="/ppt/presentation.xml" Id="Rab5fdeeb536f45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c06a2944cf4197"/>
  </p:sldMasterIdLst>
  <p:notesMasterIdLst>
    <p:notesMasterId xmlns:r="http://schemas.openxmlformats.org/officeDocument/2006/relationships" r:id="R93f1361666fc4c9f"/>
  </p:notesMasterIdLst>
  <p:sldIdLst>
    <p:sldId xmlns:r="http://schemas.openxmlformats.org/officeDocument/2006/relationships" id="256" r:id="R163ce6231c8c4dfa"/>
    <p:sldId xmlns:r="http://schemas.openxmlformats.org/officeDocument/2006/relationships" id="257" r:id="R4167b4f40d784791"/>
    <p:sldId xmlns:r="http://schemas.openxmlformats.org/officeDocument/2006/relationships" id="258" r:id="R27573a8159be4a64"/>
    <p:sldId xmlns:r="http://schemas.openxmlformats.org/officeDocument/2006/relationships" id="259" r:id="Rd082ee71b6c04fc1"/>
    <p:sldId xmlns:r="http://schemas.openxmlformats.org/officeDocument/2006/relationships" id="260" r:id="Rdfbefc4ae0594b27"/>
    <p:sldId xmlns:r="http://schemas.openxmlformats.org/officeDocument/2006/relationships" id="261" r:id="Rf7aff2acbeb34cd4"/>
    <p:sldId xmlns:r="http://schemas.openxmlformats.org/officeDocument/2006/relationships" id="262" r:id="R40ea71ccdadf4303"/>
    <p:sldId xmlns:r="http://schemas.openxmlformats.org/officeDocument/2006/relationships" id="263" r:id="R590e0414cd3d4d2d"/>
    <p:sldId xmlns:r="http://schemas.openxmlformats.org/officeDocument/2006/relationships" id="264" r:id="R9123d98427c34f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5e9c14433f4ed0" /><Relationship Type="http://schemas.openxmlformats.org/officeDocument/2006/relationships/slideMaster" Target="/ppt/slideMasters/slideMaster1.xml" Id="R6ec06a2944cf4197" /><Relationship Type="http://schemas.openxmlformats.org/officeDocument/2006/relationships/notesMaster" Target="/ppt/notesMasters/notesMaster1.xml" Id="R93f1361666fc4c9f" /><Relationship Type="http://schemas.openxmlformats.org/officeDocument/2006/relationships/presProps" Target="/ppt/presProps.xml" Id="R62926f9230874ad7" /><Relationship Type="http://schemas.openxmlformats.org/officeDocument/2006/relationships/tableStyles" Target="/ppt/tableStyles.xml" Id="R7fd76b45c644409b" /><Relationship Type="http://schemas.openxmlformats.org/officeDocument/2006/relationships/slide" Target="/ppt/slides/slide1.xml" Id="R163ce6231c8c4dfa" /><Relationship Type="http://schemas.openxmlformats.org/officeDocument/2006/relationships/slide" Target="/ppt/slides/slide2.xml" Id="R4167b4f40d784791" /><Relationship Type="http://schemas.openxmlformats.org/officeDocument/2006/relationships/slide" Target="/ppt/slides/slide3.xml" Id="R27573a8159be4a64" /><Relationship Type="http://schemas.openxmlformats.org/officeDocument/2006/relationships/slide" Target="/ppt/slides/slide4.xml" Id="Rd082ee71b6c04fc1" /><Relationship Type="http://schemas.openxmlformats.org/officeDocument/2006/relationships/slide" Target="/ppt/slides/slide5.xml" Id="Rdfbefc4ae0594b27" /><Relationship Type="http://schemas.openxmlformats.org/officeDocument/2006/relationships/slide" Target="/ppt/slides/slide6.xml" Id="Rf7aff2acbeb34cd4" /><Relationship Type="http://schemas.openxmlformats.org/officeDocument/2006/relationships/slide" Target="/ppt/slides/slide7.xml" Id="R40ea71ccdadf4303" /><Relationship Type="http://schemas.openxmlformats.org/officeDocument/2006/relationships/slide" Target="/ppt/slides/slide8.xml" Id="R590e0414cd3d4d2d" /><Relationship Type="http://schemas.openxmlformats.org/officeDocument/2006/relationships/slide" Target="/ppt/slides/slide9.xml" Id="R9123d98427c34f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681b5404ca45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d3c8ee70b24e3f" /><Relationship Type="http://schemas.openxmlformats.org/officeDocument/2006/relationships/notesMaster" Target="/ppt/notesMasters/notesMaster1.xml" Id="R84c91ac9a7d746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0c2513173d4690" /><Relationship Type="http://schemas.openxmlformats.org/officeDocument/2006/relationships/notesMaster" Target="/ppt/notesMasters/notesMaster1.xml" Id="Rdad1134231df4e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64330143ef425f" /><Relationship Type="http://schemas.openxmlformats.org/officeDocument/2006/relationships/notesMaster" Target="/ppt/notesMasters/notesMaster1.xml" Id="Rc4db9a0a5e0e49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bc225238184b66" /><Relationship Type="http://schemas.openxmlformats.org/officeDocument/2006/relationships/notesMaster" Target="/ppt/notesMasters/notesMaster1.xml" Id="Rf4086d86866e4b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50b22b5e524886" /><Relationship Type="http://schemas.openxmlformats.org/officeDocument/2006/relationships/notesMaster" Target="/ppt/notesMasters/notesMaster1.xml" Id="R368925c9b13240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877440423c4825" /><Relationship Type="http://schemas.openxmlformats.org/officeDocument/2006/relationships/notesMaster" Target="/ppt/notesMasters/notesMaster1.xml" Id="Rdbdcbd4d12ca48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32c20b4652485d" /><Relationship Type="http://schemas.openxmlformats.org/officeDocument/2006/relationships/notesMaster" Target="/ppt/notesMasters/notesMaster1.xml" Id="R6330449c640246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a6a1594faf4b3a" /><Relationship Type="http://schemas.openxmlformats.org/officeDocument/2006/relationships/notesMaster" Target="/ppt/notesMasters/notesMaster1.xml" Id="Raa0217da5eca4a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2ebca1ac294b14" /><Relationship Type="http://schemas.openxmlformats.org/officeDocument/2006/relationships/notesMaster" Target="/ppt/notesMasters/notesMaster1.xml" Id="R582116e5f38246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febf02d8fb46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406af9ba334030" /><Relationship Type="http://schemas.openxmlformats.org/officeDocument/2006/relationships/slideLayout" Target="/ppt/slideLayouts/slideLayout1.xml" Id="R8e9ed6b4c40446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9ed6b4c40446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aca18221f446e" /><Relationship Type="http://schemas.openxmlformats.org/officeDocument/2006/relationships/notesSlide" Target="/ppt/notesSlides/notesSlide1.xml" Id="R51deeb4e32d94b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32c982400410c" /><Relationship Type="http://schemas.openxmlformats.org/officeDocument/2006/relationships/notesSlide" Target="/ppt/notesSlides/notesSlide2.xml" Id="R1ab41b9c2ce341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d3e095feb407e" /><Relationship Type="http://schemas.openxmlformats.org/officeDocument/2006/relationships/notesSlide" Target="/ppt/notesSlides/notesSlide3.xml" Id="R8c1cdc5b1cf846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832c2c395497e" /><Relationship Type="http://schemas.openxmlformats.org/officeDocument/2006/relationships/notesSlide" Target="/ppt/notesSlides/notesSlide4.xml" Id="Rd00bbfdeb99248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1bea467db40d5" /><Relationship Type="http://schemas.openxmlformats.org/officeDocument/2006/relationships/notesSlide" Target="/ppt/notesSlides/notesSlide5.xml" Id="R17e5717969104b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a5326d9774d5c" /><Relationship Type="http://schemas.openxmlformats.org/officeDocument/2006/relationships/notesSlide" Target="/ppt/notesSlides/notesSlide6.xml" Id="R6541fcf0116142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8cd792c064e93" /><Relationship Type="http://schemas.openxmlformats.org/officeDocument/2006/relationships/notesSlide" Target="/ppt/notesSlides/notesSlide7.xml" Id="R1da7b170617c4c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c5d7413614edf" /><Relationship Type="http://schemas.openxmlformats.org/officeDocument/2006/relationships/notesSlide" Target="/ppt/notesSlides/notesSlide8.xml" Id="R2f93185477824a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7d450e8b94950" /><Relationship Type="http://schemas.openxmlformats.org/officeDocument/2006/relationships/notesSlide" Target="/ppt/notesSlides/notesSlide9.xml" Id="R6c4434fe9bd144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8DBA6-44C6-4C41-A419-9AD27CF5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10816-F94E-4387-8446-196B6E99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Flight Mechanics: Elements of Airplane performance: Equations of motion, aircraft maneuvers; rate of climb, stalling, gl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71C6E-47BE-4620-90E0-28B379A9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Elements of Aeronautics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1BEAE105/205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512B7-0A44-45B1-A1EB-6168BA0F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Flight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30A5C-FD09-4E3D-8EA6-D5229CC9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F962E-5881-4B58-AE7C-D8B26AFC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Mechanics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FCA044-DFC2-430A-AF08-D63C7F58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4FF71-19EB-48EE-9161-05F2F52C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Elements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52511-7A64-4C8B-A2EC-3AB5D5A3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F7D77-2418-4382-8B2A-4CB0C500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Airplane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2F1CB0-EDE8-4B56-9A44-1DBF2F79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954960-DDDE-420D-AAE5-47E530FF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8CD13C-198F-4A42-9A60-73989D9B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6555F4-859E-461D-BA28-D225A067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E70CD8-FC76-4316-B929-CA418AAB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20736744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A04362-978E-4B83-A097-6260E5D1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784B6-DF7A-4D9B-BC62-1D73E687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C9779-6DC5-4126-A38C-F16CED3C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93E32-B7A8-49AD-9D99-32E9E507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2612B-0EFE-4425-A21A-472983C1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C5CE8-6938-4F6D-B3FB-31BC2FD1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1BEE2-312F-4E1C-A371-3D8B3D0B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58AEF-2CA2-4E5D-861E-6566B8F1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027FB-4FF7-4D38-9191-BCC753EF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0A4A2-F757-4DD7-A030-04D470D7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9E50D-DCD6-4392-933C-69D012A8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9D386-433F-4CC4-8E5D-22A78014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C94C72-B8B7-4CFC-B089-83741704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Flight Mechanics: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Elements of Airplane performance: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Equations of motion, aircraft maneuvers;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rate of climb, stalling, gliding, and turning.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Power curves, correct and incorrect angles of bank;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AAC2BA-D4E6-47AA-9AB0-593D0790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53BF2C-5DC8-4A55-8EFB-FAA78F08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13527359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1CFC24-EB9F-48B0-BD94-1B7BBB56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D8CA0-9F3B-4523-B4A0-55099CDC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445B7-22A6-4493-988C-8F7689D5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A74A9-BF2B-450C-B73F-83A21994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Flight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99F02-DFDB-42F3-9F68-00E48753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Mechanics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42CD3-D727-4AED-B932-E78DA4EF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Elements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A67D2-780E-406C-8311-4D47CB03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Airplane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CA132-E7C5-42DC-8B84-FAA1986C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performance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3A25EA-5C2A-4DA2-A8B1-1DB01DA1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Equations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9F12E-02A7-4756-A07C-0D739477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aerobatics, inverted maneuvers, ground effects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Simple numericals.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Static and Dynamic stability: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longitudinal, lateral and directional stability;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8BA1B-DBCA-457A-949A-032044D1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8E02A2-B0B6-48F8-B3C0-73C7C72D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3079908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3D923B-A9EA-44F5-9A6A-3C851545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96205-7534-4D37-80AA-468506BE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1ED4E-31DF-40CD-B2B9-04F7FC63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B0DBB-87B1-4C80-82A9-CA6E9C74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Flight Mechanics: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Elements of Airplane performance: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Equations of motion, aircraft maneuvers;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rate of climb, stalling, gliding, and turning.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Power curves, correct and incorrect angles of bank;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aerobatics, inverted maneuvers, ground effects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7CD42-B67E-43E5-9722-4A3D9D3D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96068-8830-4D65-A09E-925B295B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A1112-4A0D-4A68-9116-C296A0E4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Flight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646B0-B7E9-4D27-9942-0E1ABB9E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32052-BE5C-44DD-A33E-B0963118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Mechanics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20205-75A4-499B-91B5-A11C4415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4FA5B7-128F-4E97-AF2B-0C09F6F3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Elements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F2A6AB-E8A2-401B-A956-822C4E5F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AC8A5-265D-4A45-AEF8-7C635108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Airplane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4B209-CF99-45F7-972E-CB10970B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60330F-719A-4988-9CED-8B0EEA82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C8B897-5943-4B04-A484-EC693C39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D5E2D8-E291-4177-97E2-3A7BB970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900FF0-A2B5-4348-BDE5-1F7EC9F6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9711907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B4B430-D986-4F37-97EA-A8133E2F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E3A9E-2AC2-414D-9E31-7FB961F1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AE59A-6F70-43E3-9330-2F261554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B7A90-1825-4089-B03D-B93FD12A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12CEE-9EA1-4BD1-9A89-963C588F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990C0-DC3E-42BD-BA3C-D35B8F74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E12C1-243B-47C4-BE30-08A541E9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4D5719-6AFC-4329-95AC-3AF9332B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79194-69A9-4D8B-BE3C-C407C479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4A5C0-035D-45F6-BBEC-3174DFAB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5FAF6-1B7A-4570-B107-29BD5ECD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58D30-6338-489A-A3A2-64763263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39F73F-6784-494B-884E-9C88317B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3743F5-B7E8-4660-8B35-05E86EDC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A314EF-DB6F-491E-846E-EE84A218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7176931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A9E06C-CE63-4ED3-AC63-2225A4EF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7A000-DA74-4DB4-980A-B7A32475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18043-7B7B-410C-818A-620E0A47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499B2-97DA-41AF-BF9C-9C34801F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D7736-4EDD-47B9-95B1-CB72A106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Flight Mechanics: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F389B-98E4-4D99-A06F-44B098CD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Flight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3189F4-EC62-45D7-A91C-074A798C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709C8-037F-461F-953E-F470779E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06304-4E7A-4B88-8B52-A71542F5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222779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0B7E9B-D926-4273-A3BA-1BCC8EB9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29BF6-FF12-4BAD-894F-E829CFD6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82777-9003-478D-9BBA-407AD119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00BDA-5F75-4BDE-A6C1-3C8DAEAB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C5BFB-C052-4256-8585-883B7586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Simple numericals.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Static and Dynamic stability: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longitudinal, lateral and directional stability;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criteria for longitudinal static stability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AC7D9-DB5D-4933-9802-226CDA40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050F1A-C54F-4179-AA74-CB606419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15684-C2C0-45CF-B453-4D092FBC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5DE30-B454-4FA7-A8B0-6F1C7BCF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6153090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6F53EE-B59B-4ADF-9C4B-117C7CB5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35C77-0E58-49FE-8DA9-392BC169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D5898-5A47-4779-AA55-43594A3C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EA760-D715-47F5-94F1-73C07BA7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F7775-1CD3-482B-A3C5-1D510334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A2803-2568-4059-9E85-BBEE2E8E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CF45B-76C6-44A1-8058-F1FC8080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Flight Mechanics: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600EF-4582-4561-9D62-DEF61498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91318E-9C91-48A6-BCFB-823B81C8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356E6-615B-4653-8E1B-ABA4A6CF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Elements of Airplane performance: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9E13FF-9BD3-4D91-82C3-E2D8D0A7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0A5BB-AB26-4AAB-BE33-5A40804B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780CC-2DF8-4930-B87B-E35F331C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Equations of motion, aircraft maneuvers;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C58429-4509-4F09-AF95-D01BD47B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6F4C12-E5D6-456F-90A7-802943F1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90B67-A4AB-4DC3-877A-93CD0EF8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rate of climb, stalling, gliding, and turning.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969939-8158-49DF-95FC-681BEAC8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A02323-B04E-4793-A060-7C584C90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601F4F-FBE7-4988-8458-25F97FEE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Power curves, correct and incorrect angles of bank;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00B703-E35F-4D7A-8415-3415E12F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C03D28-C3C8-4F17-B410-77AD7BB0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287584-3D71-4EFF-8BEE-E00331A7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aerobatics, inverted maneuvers, ground effects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FBE82C-2328-4C56-94E4-D1B4C696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A940ED-3598-4867-BA3D-F3633D78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0E8571-42BD-4278-82B0-BD35F364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Simple numericals.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348519-E17B-4318-81C3-0E9257FE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A2CF9A-89D8-4A88-AE7A-8A3D1D4E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2210EF-4ADF-42C7-A635-8CD6CF20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3ABBE9-72B3-4960-B14D-FCAE2FFB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18098320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00834D-2000-4048-82F1-BE7C051F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BE500-15F4-44C4-A7B0-E5F6DEA4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52C69-C06A-45CD-8269-0859D8E2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2D738-4E42-478D-96AF-E464AC73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Flight, Mechanics, Elements, Airplane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85EB4A-AFFA-4C7E-BACC-D5B1789F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3B746A-8EE1-4F93-A2C4-A7E65E01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C414F-97E0-43E9-8D55-504C618D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E2589F-E594-4A0C-945B-1758D5A4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7676594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2026-08-24T06:38:44.4650000Z</dcterms:created>
  <dcterms:modified xsi:type="dcterms:W3CDTF">2026-08-24T06:38:44.4650000Z</dcterms:modified>
</coreProperties>
</file>