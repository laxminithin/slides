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999973bc764147" /><Relationship Type="http://schemas.openxmlformats.org/officeDocument/2006/relationships/extended-properties" Target="/docProps/app.xml" Id="R3cf82e1d937f41d3" /><Relationship Type="http://schemas.openxmlformats.org/officeDocument/2006/relationships/officeDocument" Target="/ppt/presentation.xml" Id="R6d995e790b9342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321eb2049240c9"/>
  </p:sldMasterIdLst>
  <p:notesMasterIdLst>
    <p:notesMasterId xmlns:r="http://schemas.openxmlformats.org/officeDocument/2006/relationships" r:id="R6843ab275e854b78"/>
  </p:notesMasterIdLst>
  <p:sldIdLst>
    <p:sldId xmlns:r="http://schemas.openxmlformats.org/officeDocument/2006/relationships" id="256" r:id="R37b70ba20b11443a"/>
    <p:sldId xmlns:r="http://schemas.openxmlformats.org/officeDocument/2006/relationships" id="257" r:id="Ree049c9822394056"/>
    <p:sldId xmlns:r="http://schemas.openxmlformats.org/officeDocument/2006/relationships" id="258" r:id="R826144120ef34115"/>
    <p:sldId xmlns:r="http://schemas.openxmlformats.org/officeDocument/2006/relationships" id="259" r:id="R47d9dc7696c54f71"/>
    <p:sldId xmlns:r="http://schemas.openxmlformats.org/officeDocument/2006/relationships" id="260" r:id="Rc37d027e1fc640e0"/>
    <p:sldId xmlns:r="http://schemas.openxmlformats.org/officeDocument/2006/relationships" id="261" r:id="R6bf084734e4c4c25"/>
    <p:sldId xmlns:r="http://schemas.openxmlformats.org/officeDocument/2006/relationships" id="262" r:id="R6826278c3d034370"/>
    <p:sldId xmlns:r="http://schemas.openxmlformats.org/officeDocument/2006/relationships" id="263" r:id="Ra46ef68dc9984b0c"/>
    <p:sldId xmlns:r="http://schemas.openxmlformats.org/officeDocument/2006/relationships" id="264" r:id="R028cebc887924f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0c715d30184551" /><Relationship Type="http://schemas.openxmlformats.org/officeDocument/2006/relationships/slideMaster" Target="/ppt/slideMasters/slideMaster1.xml" Id="R90321eb2049240c9" /><Relationship Type="http://schemas.openxmlformats.org/officeDocument/2006/relationships/notesMaster" Target="/ppt/notesMasters/notesMaster1.xml" Id="R6843ab275e854b78" /><Relationship Type="http://schemas.openxmlformats.org/officeDocument/2006/relationships/presProps" Target="/ppt/presProps.xml" Id="R8972570907fb424f" /><Relationship Type="http://schemas.openxmlformats.org/officeDocument/2006/relationships/tableStyles" Target="/ppt/tableStyles.xml" Id="Rca5bd3812fa14237" /><Relationship Type="http://schemas.openxmlformats.org/officeDocument/2006/relationships/slide" Target="/ppt/slides/slide1.xml" Id="R37b70ba20b11443a" /><Relationship Type="http://schemas.openxmlformats.org/officeDocument/2006/relationships/slide" Target="/ppt/slides/slide2.xml" Id="Ree049c9822394056" /><Relationship Type="http://schemas.openxmlformats.org/officeDocument/2006/relationships/slide" Target="/ppt/slides/slide3.xml" Id="R826144120ef34115" /><Relationship Type="http://schemas.openxmlformats.org/officeDocument/2006/relationships/slide" Target="/ppt/slides/slide4.xml" Id="R47d9dc7696c54f71" /><Relationship Type="http://schemas.openxmlformats.org/officeDocument/2006/relationships/slide" Target="/ppt/slides/slide5.xml" Id="Rc37d027e1fc640e0" /><Relationship Type="http://schemas.openxmlformats.org/officeDocument/2006/relationships/slide" Target="/ppt/slides/slide6.xml" Id="R6bf084734e4c4c25" /><Relationship Type="http://schemas.openxmlformats.org/officeDocument/2006/relationships/slide" Target="/ppt/slides/slide7.xml" Id="R6826278c3d034370" /><Relationship Type="http://schemas.openxmlformats.org/officeDocument/2006/relationships/slide" Target="/ppt/slides/slide8.xml" Id="Ra46ef68dc9984b0c" /><Relationship Type="http://schemas.openxmlformats.org/officeDocument/2006/relationships/slide" Target="/ppt/slides/slide9.xml" Id="R028cebc887924f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d35069e0a24d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3f55703980469d" /><Relationship Type="http://schemas.openxmlformats.org/officeDocument/2006/relationships/notesMaster" Target="/ppt/notesMasters/notesMaster1.xml" Id="Rd0a26fc7afb247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1ff9c269734f78" /><Relationship Type="http://schemas.openxmlformats.org/officeDocument/2006/relationships/notesMaster" Target="/ppt/notesMasters/notesMaster1.xml" Id="R8e661d4a94404a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63498b09544a8c" /><Relationship Type="http://schemas.openxmlformats.org/officeDocument/2006/relationships/notesMaster" Target="/ppt/notesMasters/notesMaster1.xml" Id="Rdc91064129f14b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c308002c16469f" /><Relationship Type="http://schemas.openxmlformats.org/officeDocument/2006/relationships/notesMaster" Target="/ppt/notesMasters/notesMaster1.xml" Id="R5e8d7f12391646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c8f20b09bf40f1" /><Relationship Type="http://schemas.openxmlformats.org/officeDocument/2006/relationships/notesMaster" Target="/ppt/notesMasters/notesMaster1.xml" Id="R2664916ae9e44b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6164c131d843db" /><Relationship Type="http://schemas.openxmlformats.org/officeDocument/2006/relationships/notesMaster" Target="/ppt/notesMasters/notesMaster1.xml" Id="R198415242f7448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df77d75e934a32" /><Relationship Type="http://schemas.openxmlformats.org/officeDocument/2006/relationships/notesMaster" Target="/ppt/notesMasters/notesMaster1.xml" Id="R795a7128199d49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5bc52bd6984d6f" /><Relationship Type="http://schemas.openxmlformats.org/officeDocument/2006/relationships/notesMaster" Target="/ppt/notesMasters/notesMaster1.xml" Id="R13df080402fb49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6b0fd6b9e24758" /><Relationship Type="http://schemas.openxmlformats.org/officeDocument/2006/relationships/notesMaster" Target="/ppt/notesMasters/notesMaster1.xml" Id="R7c876b15cdb647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93c72f801142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a49d478d094718" /><Relationship Type="http://schemas.openxmlformats.org/officeDocument/2006/relationships/slideLayout" Target="/ppt/slideLayouts/slideLayout1.xml" Id="Rd2e456e457f441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e456e457f441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c939abf6e46f8" /><Relationship Type="http://schemas.openxmlformats.org/officeDocument/2006/relationships/notesSlide" Target="/ppt/notesSlides/notesSlide1.xml" Id="Ra70d0fe15c6941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27f1d481745a2" /><Relationship Type="http://schemas.openxmlformats.org/officeDocument/2006/relationships/notesSlide" Target="/ppt/notesSlides/notesSlide2.xml" Id="Redc450a9c41d45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c9ac516114bc1" /><Relationship Type="http://schemas.openxmlformats.org/officeDocument/2006/relationships/notesSlide" Target="/ppt/notesSlides/notesSlide3.xml" Id="R1cdd881efda942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ec9120bf74568" /><Relationship Type="http://schemas.openxmlformats.org/officeDocument/2006/relationships/notesSlide" Target="/ppt/notesSlides/notesSlide4.xml" Id="R0da0c0f13d4942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fac5a255d439f" /><Relationship Type="http://schemas.openxmlformats.org/officeDocument/2006/relationships/notesSlide" Target="/ppt/notesSlides/notesSlide5.xml" Id="Rc28a9f2682ba43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18574b7544f2e" /><Relationship Type="http://schemas.openxmlformats.org/officeDocument/2006/relationships/notesSlide" Target="/ppt/notesSlides/notesSlide6.xml" Id="Rde3f340426974e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bebbe642f4a40" /><Relationship Type="http://schemas.openxmlformats.org/officeDocument/2006/relationships/notesSlide" Target="/ppt/notesSlides/notesSlide7.xml" Id="Re78bdb9544bc46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5b22ae6e840c2" /><Relationship Type="http://schemas.openxmlformats.org/officeDocument/2006/relationships/notesSlide" Target="/ppt/notesSlides/notesSlide8.xml" Id="Ra6d481ec3ac743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bdb4bb63d4fcc" /><Relationship Type="http://schemas.openxmlformats.org/officeDocument/2006/relationships/notesSlide" Target="/ppt/notesSlides/notesSlide9.xml" Id="R715f9edb1fd345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7A860-D688-4FB6-8ACE-37268C4E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8A815-320E-4758-861B-2A951223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Introduction to Aircrafts: History of aviation; Atmosphere and its properties; Classification of aircrafts; Basic compon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28814-0B25-4CC6-A25C-03AFA02E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Aeronautics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1BEAE105/205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50208-1DA6-4A7C-804D-52713962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Aircrafts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3A1F2-FA8D-442B-8500-99FAF7B9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A1540-E935-4ED3-99A4-33F6669B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1D620-EA95-42C3-9741-5D3AE0F1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ABC24-5954-4130-BA0B-3DF433FE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aviation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5AF46-AFCC-43E6-B34A-39923A6A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A2638-9EBD-47D2-93C8-767E7E2A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Atmosphere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DD507-DE6C-4DAE-B16F-6F711A16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8D36E-E193-4230-9127-B8E4E63A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812DB-D3B0-447F-AD52-266A0642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F72F5-41F0-44B9-BB77-CE47C71B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11A999-083E-409C-9E06-77EE18EC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14199160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29C12C-BC72-4E0A-842D-7B246EFC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B6183-289F-4516-9551-85901E8D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E454A-D147-4A93-A421-E55F40DA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6E4A9-C186-40B5-93E8-A66EBC6D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8B30F-73AB-4FCE-9E5E-5BA96A59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D837A-65D1-4D15-9351-F8544FE7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30862-AE71-4807-B701-50D0091B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EAA28-A6EF-4422-9269-C32B64F0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B1447-07DE-416E-ACCA-53F36021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A74D9-6F4C-47D8-A610-D8DE16F5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DBC7A-50C5-47B5-8B89-A81CFE76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A9884-5DF9-466A-A547-55754BAA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4D4C5-240A-4E16-8829-604E26BA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Aircrafts: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History of aviation;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Atmosphere and its properties;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Classification of aircrafts;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Basic components of an aircraft;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AB8A50-9D5B-45C2-9A51-9F115CDC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9D7F1-AB32-4C56-96AF-D742BC16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14953319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4A196-75AF-4DD5-80FA-8B748EA6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3BAED-7D2A-496E-BB86-DD188B47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A0D1B-006F-4AE6-B022-8B070042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B58F4-B402-4E62-BFD5-37C55236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Aircrafts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81CE5-DB45-44DA-9912-850F58DA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History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425D5-C3AE-4075-AF93-4AD2A79A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aviation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2D69A-B0BB-4327-8BA9-ABE67256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Atmosphere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5FEB7-A1DA-48D0-82FC-9CA58290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properties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065F5-812B-41D8-9D71-1940EA18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Classification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5DD61-E35B-4364-8D70-29FD6036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aircraft axis system;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aircraft motions;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control surfaces and high lift devices;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conventional design configurations;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C3C01-5F63-445C-AA28-035FA26E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C7FD6-246F-4005-8158-A8B8AD96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11990926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C9480-76A2-4FA2-A9B6-1FB9A503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33DE8-990C-459C-808F-BE2C1E71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0041A-B30A-4244-8B85-B036FCBB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468D6-BD38-44BE-A7F1-FBBF770C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Aircrafts: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History of aviation;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Atmosphere and its properties;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Classification of aircrafts;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Basic components of an aircraft;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aircraft axis system;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D3D0C-B4E9-440A-A2D8-6AF240E0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EF222-EA27-4470-886B-AC462866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42E78-CF65-4AF5-BA4A-6F8D73F6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Aircrafts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08646-F25E-451E-846E-1B17FBC4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32660-8DD7-446C-82AA-D4029D17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63E53-79E8-437B-9AEC-841914FC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D44C4-198B-46F2-9614-0D13158E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aviation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0A849-3AE7-499E-8775-83D84C35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B8808-6711-49E7-B5D9-2FD4FF1B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Atmosphere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1973E-EF6E-4013-ACF1-FCAB93AA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8680B-3105-4419-ABE8-407F2861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20B23-CF60-4CDB-8593-1A0829F8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456202-8376-477A-A79B-BBC1C600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7E66A0-5A57-4BA0-ACA8-1C0FD7E7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20544703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EA1FA-34DA-4089-BA7D-146FB5FE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37B4E-507E-4791-AB4D-5CBDC7E4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7C7C9-2CFE-4F2A-9614-57890916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46C00-306C-4FF2-B2E4-4BC210E9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AA364-11B2-4969-B9C3-2E530B20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4CD88-D43F-42CC-9638-031C9634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DEB6F-8279-43A7-9CB4-81493513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8A80C-34F2-4782-B56E-E7BB1CD6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D2C5A-2D80-4214-BF0E-48961AA2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2EABA-EA3D-4437-8CB8-1BD370C9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B954A-7F3E-43B1-AABC-E34996E3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D7924F-325D-45DB-BB43-C835E08E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E1A98-5A04-4591-86B6-E248B531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80C6F-8AC7-4966-B5E2-92780B5A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3A7DCB-0CAB-4F27-81E8-D4D64A23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15830348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7AE9AE-BB23-485B-97DA-0AC773AB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4B300-B4B4-4A66-805D-5B4E830B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FB99D-9FF3-461C-9CBC-6385A45A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B1A07-D508-44C4-9E77-0609C7FE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EB668-6829-40C8-BD71-014C5822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Introduction to Aircrafts: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E59E6-B94C-4CFA-B7C9-4B3B7859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Aircrafts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7FEF5-1B1B-4C24-971F-43DA67D2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9A4E2-2F6E-4480-947B-63C861CC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FE338-FEBC-43E5-A294-59677171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17353217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84F2A-B6F8-439E-81AA-CC995A97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9A3C5-4049-4658-9024-47F41CDC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EF32A-F8B3-4588-9A97-BC0DBAC4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44295-1F0F-4353-936A-4D6FC4EB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7D2E9-BDC0-4E01-A23A-131D8DD1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aircraft motions;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control surfaces and high lift devices;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conventional design configurations;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principle of operation of each major part;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752FB-7BD4-4EE8-93E7-C41AF1A9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9E8C7-3EC2-4155-ADD9-9685930E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0ADAF-DF27-48AE-BC9B-22477A53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36135-0A4D-4134-BF62-E742E1A8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20083424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9E6AD9-4D07-47AD-A04E-A14533EB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859E0-BA99-49B6-A496-E135FDB8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FD6C1-EDEB-4732-8F3D-7D48C067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3D76C-ECF2-4407-AE93-18F01B0B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25EE6-2682-4A40-BC5C-3B6A5228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FA413-7C10-4B1F-A653-E0A4DFD6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52899-51D7-4686-8823-CD9FDDBB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Aircrafts: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D7CFD-5ECE-4CF5-980A-3DF74A7E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2E830-D348-469A-A5A9-C3BF6A3D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B0603-F186-45B0-928D-DC1F1F36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History of aviation;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311E3-0463-48D9-9479-0AA61BE5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77982-8E2B-4566-88E1-974794E3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08011-8DB7-4D60-8A3A-0F1E8B27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Atmosphere and its properties;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A5E1D0-47B9-4B8A-84EF-6B74A350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9FEE85-49E6-4838-BD2A-051D466A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F494A-90C0-4986-8E9A-F03FBC3A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Classification of aircrafts;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49EBB1-D69B-4CF9-B55D-BE1262D6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9441F0-6714-4A64-8A22-B9F60A67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CEA8F4-F17C-4730-98A1-207AE5F6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Basic components of an aircraft;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A15F0C-6D33-421F-B61E-291D6864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69343A-5B64-4FF8-957A-1881AB7D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6F2E22-7FB3-4B25-8F56-20F51321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aircraft axis system;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085E3E-576E-4451-8E5A-17881DE1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308146-F7B6-4E54-9178-FD3DD8C7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079161-3802-4383-A19D-59F82375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aircraft motions;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F3620D-2568-4506-B621-9B9F7151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F442A8-1A8A-41CD-A566-DEA11527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361F00-E635-4D64-819C-0680F5D2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0B84F9-480C-4906-8F0E-A4C97265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15082428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2A614-EFEF-486A-AD5A-29D99C72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4CEE8-7709-4D45-9CEA-E88AFB3D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8ED3D-A9DD-4B2B-9880-77125E21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DF089-C010-4FF4-BE90-D3D7C22E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Aircrafts, History, aviation, Atmosphere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30D63-9540-42B3-BD21-10E40C66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08E66-F255-4EE4-A5D1-419383A4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A5898-E515-46BD-B3BE-C2B9493C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77A45-6AB8-4C3F-A16C-10B0FE33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2599483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2026-08-24T06:38:44.2850000Z</dcterms:created>
  <dcterms:modified xsi:type="dcterms:W3CDTF">2026-08-24T06:38:44.2850000Z</dcterms:modified>
</coreProperties>
</file>