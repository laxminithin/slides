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86a564637a464b" /><Relationship Type="http://schemas.openxmlformats.org/officeDocument/2006/relationships/extended-properties" Target="/docProps/app.xml" Id="R2f7f27cbc2cd410a" /><Relationship Type="http://schemas.openxmlformats.org/officeDocument/2006/relationships/officeDocument" Target="/ppt/presentation.xml" Id="R78d607e9bc7640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fde3567803468d"/>
  </p:sldMasterIdLst>
  <p:notesMasterIdLst>
    <p:notesMasterId xmlns:r="http://schemas.openxmlformats.org/officeDocument/2006/relationships" r:id="R4b28ffb411594575"/>
  </p:notesMasterIdLst>
  <p:sldIdLst>
    <p:sldId xmlns:r="http://schemas.openxmlformats.org/officeDocument/2006/relationships" id="256" r:id="Rcf9b446b8f994131"/>
    <p:sldId xmlns:r="http://schemas.openxmlformats.org/officeDocument/2006/relationships" id="257" r:id="Rbf9539d6ee074f65"/>
    <p:sldId xmlns:r="http://schemas.openxmlformats.org/officeDocument/2006/relationships" id="258" r:id="Ra02117575c024b9e"/>
    <p:sldId xmlns:r="http://schemas.openxmlformats.org/officeDocument/2006/relationships" id="259" r:id="Re598c4be881e41e2"/>
    <p:sldId xmlns:r="http://schemas.openxmlformats.org/officeDocument/2006/relationships" id="260" r:id="Ra30a1f3ceae3491e"/>
    <p:sldId xmlns:r="http://schemas.openxmlformats.org/officeDocument/2006/relationships" id="261" r:id="R2bbfcf10d14f4971"/>
    <p:sldId xmlns:r="http://schemas.openxmlformats.org/officeDocument/2006/relationships" id="262" r:id="R55544c08d6a94830"/>
    <p:sldId xmlns:r="http://schemas.openxmlformats.org/officeDocument/2006/relationships" id="263" r:id="R7d04b2ad70f54a37"/>
    <p:sldId xmlns:r="http://schemas.openxmlformats.org/officeDocument/2006/relationships" id="264" r:id="R9b5eda5692ea4e8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5c7fb7b0804142" /><Relationship Type="http://schemas.openxmlformats.org/officeDocument/2006/relationships/slideMaster" Target="/ppt/slideMasters/slideMaster1.xml" Id="Ra9fde3567803468d" /><Relationship Type="http://schemas.openxmlformats.org/officeDocument/2006/relationships/notesMaster" Target="/ppt/notesMasters/notesMaster1.xml" Id="R4b28ffb411594575" /><Relationship Type="http://schemas.openxmlformats.org/officeDocument/2006/relationships/presProps" Target="/ppt/presProps.xml" Id="Raf2327cd5d5b40e0" /><Relationship Type="http://schemas.openxmlformats.org/officeDocument/2006/relationships/tableStyles" Target="/ppt/tableStyles.xml" Id="R6646ce61a4814e4a" /><Relationship Type="http://schemas.openxmlformats.org/officeDocument/2006/relationships/slide" Target="/ppt/slides/slide1.xml" Id="Rcf9b446b8f994131" /><Relationship Type="http://schemas.openxmlformats.org/officeDocument/2006/relationships/slide" Target="/ppt/slides/slide2.xml" Id="Rbf9539d6ee074f65" /><Relationship Type="http://schemas.openxmlformats.org/officeDocument/2006/relationships/slide" Target="/ppt/slides/slide3.xml" Id="Ra02117575c024b9e" /><Relationship Type="http://schemas.openxmlformats.org/officeDocument/2006/relationships/slide" Target="/ppt/slides/slide4.xml" Id="Re598c4be881e41e2" /><Relationship Type="http://schemas.openxmlformats.org/officeDocument/2006/relationships/slide" Target="/ppt/slides/slide5.xml" Id="Ra30a1f3ceae3491e" /><Relationship Type="http://schemas.openxmlformats.org/officeDocument/2006/relationships/slide" Target="/ppt/slides/slide6.xml" Id="R2bbfcf10d14f4971" /><Relationship Type="http://schemas.openxmlformats.org/officeDocument/2006/relationships/slide" Target="/ppt/slides/slide7.xml" Id="R55544c08d6a94830" /><Relationship Type="http://schemas.openxmlformats.org/officeDocument/2006/relationships/slide" Target="/ppt/slides/slide8.xml" Id="R7d04b2ad70f54a37" /><Relationship Type="http://schemas.openxmlformats.org/officeDocument/2006/relationships/slide" Target="/ppt/slides/slide9.xml" Id="R9b5eda5692ea4e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e71d74496447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4a1c059886426c" /><Relationship Type="http://schemas.openxmlformats.org/officeDocument/2006/relationships/notesMaster" Target="/ppt/notesMasters/notesMaster1.xml" Id="R97a2b8da8d9942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49dc83c0ec4e82" /><Relationship Type="http://schemas.openxmlformats.org/officeDocument/2006/relationships/notesMaster" Target="/ppt/notesMasters/notesMaster1.xml" Id="Ref702cbb5d454a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6798570a2746a8" /><Relationship Type="http://schemas.openxmlformats.org/officeDocument/2006/relationships/notesMaster" Target="/ppt/notesMasters/notesMaster1.xml" Id="R333f607f2f3343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8bb511dd774921" /><Relationship Type="http://schemas.openxmlformats.org/officeDocument/2006/relationships/notesMaster" Target="/ppt/notesMasters/notesMaster1.xml" Id="Rd5fc393b6af649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5db564d9a5f449c" /><Relationship Type="http://schemas.openxmlformats.org/officeDocument/2006/relationships/notesMaster" Target="/ppt/notesMasters/notesMaster1.xml" Id="R17eea168572243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76166d3f2a4b02" /><Relationship Type="http://schemas.openxmlformats.org/officeDocument/2006/relationships/notesMaster" Target="/ppt/notesMasters/notesMaster1.xml" Id="R3d926888bf0e48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51fafe09f9a43e0" /><Relationship Type="http://schemas.openxmlformats.org/officeDocument/2006/relationships/notesMaster" Target="/ppt/notesMasters/notesMaster1.xml" Id="R56704f6177c8410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25d56bae56446ec" /><Relationship Type="http://schemas.openxmlformats.org/officeDocument/2006/relationships/notesMaster" Target="/ppt/notesMasters/notesMaster1.xml" Id="Rb57f23534c27482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c1d7bc68d9d438f" /><Relationship Type="http://schemas.openxmlformats.org/officeDocument/2006/relationships/notesMaster" Target="/ppt/notesMasters/notesMaster1.xml" Id="R7cef5e8f54cc4b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bf1dcb9d1349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f8fb83da874e66" /><Relationship Type="http://schemas.openxmlformats.org/officeDocument/2006/relationships/slideLayout" Target="/ppt/slideLayouts/slideLayout1.xml" Id="R238bdf3ff04340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8bdf3ff04340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d951be4d7c48c7" /><Relationship Type="http://schemas.openxmlformats.org/officeDocument/2006/relationships/notesSlide" Target="/ppt/notesSlides/notesSlide1.xml" Id="R169082b7d70442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52bc5f081b4172" /><Relationship Type="http://schemas.openxmlformats.org/officeDocument/2006/relationships/notesSlide" Target="/ppt/notesSlides/notesSlide2.xml" Id="R37ff2484bdeb41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e871bf821d41e2" /><Relationship Type="http://schemas.openxmlformats.org/officeDocument/2006/relationships/notesSlide" Target="/ppt/notesSlides/notesSlide3.xml" Id="R78629b767e574a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120bb610604b3d" /><Relationship Type="http://schemas.openxmlformats.org/officeDocument/2006/relationships/notesSlide" Target="/ppt/notesSlides/notesSlide4.xml" Id="R143f212b4b6a4c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7ccbf06eea4476" /><Relationship Type="http://schemas.openxmlformats.org/officeDocument/2006/relationships/notesSlide" Target="/ppt/notesSlides/notesSlide5.xml" Id="Rbf7875a8c55149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05b2a59a784a04" /><Relationship Type="http://schemas.openxmlformats.org/officeDocument/2006/relationships/notesSlide" Target="/ppt/notesSlides/notesSlide6.xml" Id="Rf48a1d3240844e4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8afdbc7cd3494f" /><Relationship Type="http://schemas.openxmlformats.org/officeDocument/2006/relationships/notesSlide" Target="/ppt/notesSlides/notesSlide7.xml" Id="R632c6e22a1ac4c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cdb6b7f3f9426f" /><Relationship Type="http://schemas.openxmlformats.org/officeDocument/2006/relationships/notesSlide" Target="/ppt/notesSlides/notesSlide8.xml" Id="Rd66be41604b0488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9d48beb5d84800" /><Relationship Type="http://schemas.openxmlformats.org/officeDocument/2006/relationships/notesSlide" Target="/ppt/notesSlides/notesSlide9.xml" Id="R211815e3cd3f471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9E1B90-708D-49D6-9693-CF5FF366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F7CCE8-37CE-49C3-8DA6-94536D79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Aircraft Propulsion: Aircraft power plants, classification based on power plant and location and principle of operation.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8C1E4E-B7AE-4A81-A298-34D4B541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Elements of Aeronautics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1BEAE105/205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6ECAF9-9A93-4FAD-BCF9-7FEEAE77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Aircraft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5E5B04-13B3-4470-86B2-242D4540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261604-26C8-4FCF-B29E-46897266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Propulsion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612790-C6CE-4142-AD57-DBE6F9C2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3E2731-9734-460C-9CFE-52FBAAD7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power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7700CB-66D7-400A-BE13-B83B85D5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0F6CE3-2415-47E4-B918-FBE06371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plants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EAED01-1CB9-4522-A8B2-6084FA23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8DF11C-49DA-451C-ACA6-54EA15EE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classification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950DFC-D08C-49D4-832D-8C26F153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23D41E-B1E2-4D24-9D6D-687EE5E7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Aeronautics | 1BEAE105/205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2C6349-DA41-4C77-9B12-9E17C722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1/9</a:t>
            </a:r>
          </a:p>
        </p:txBody>
      </p:sp>
    </p:spTree>
    <p:extLst>
      <p:ext uri="{BB962C8B-B14F-4D97-AF65-F5344CB8AC3E}">
        <p14:creationId xmlns:p14="http://schemas.microsoft.com/office/powerpoint/2010/main" val="15006009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5F612D-FE49-4527-BF79-BDE97573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F718A3-9977-414D-AC23-421F901F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53A83E-AFA0-4493-A291-48FBBD1DA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F9461E-65FC-47D2-A7A4-2A0E6DE2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E51AD2-418C-49F9-97B7-03EE33A9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0D7625-9C45-49E4-A10B-FF60E4E5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AA0D58-72D9-41EC-B310-DAAF97D9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59AA1B-5F19-4656-90D7-2ED71D35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8D56E7-C03E-483D-8880-1F318390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D012F8-C3E1-46FD-8BF2-57E95B2B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11C2B0-94FB-4C86-A7E8-C2173752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83E503-AB08-48AA-BD8C-337F7F45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C5AC30-6609-4A0E-B345-F7FB8CC3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Aircraft Propulsion: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Aircraft power plants, classification based on power plant and location and principle of operation.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Turboprop, turbojet and turbofan engines;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ramjets and scramjets;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performance characteristics.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A55AEA-2272-4C77-8721-2E3AFF33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Aeronautics | 1BEAE105/205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3086AF-740A-4890-852B-C04A40EA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2/9</a:t>
            </a:r>
          </a:p>
        </p:txBody>
      </p:sp>
    </p:spTree>
    <p:extLst>
      <p:ext uri="{BB962C8B-B14F-4D97-AF65-F5344CB8AC3E}">
        <p14:creationId xmlns:p14="http://schemas.microsoft.com/office/powerpoint/2010/main" val="7207053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6318B9-BF4E-4B30-B53B-E43C5D89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9FDD0B-43E9-4794-9FB8-B0F876C9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967F12-E886-4D81-8B04-C32567E5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549B9E-A49D-44C2-AD71-300F64D8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Aircraft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98A9EC-2EE9-4258-8E42-2BDC0BF6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Propulsion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7E3E50-ED22-4172-B618-13863F3D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power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786B4A-D6D4-4977-B5F0-80864360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plants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231160-532E-4FC4-87B4-A8B8A8E2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classification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5DAB5A-0971-499E-873D-26221BE7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plant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3B1C7D-F7C9-4127-92E0-B072F4E70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Aircraft power plants - basic principles of piston, turboprop and jet engines;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Brayton cycle and its application to gas turbine engines;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use of propellers and jets for production of thrust;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comparative merits and limitations of different types of propulsion engines;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2345A7-C7BF-4F89-BA77-94C5F3C5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Aeronautics | 1BEAE105/205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405B17-FD30-43D1-8C28-AA4258D2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3/9</a:t>
            </a:r>
          </a:p>
        </p:txBody>
      </p:sp>
    </p:spTree>
    <p:extLst>
      <p:ext uri="{BB962C8B-B14F-4D97-AF65-F5344CB8AC3E}">
        <p14:creationId xmlns:p14="http://schemas.microsoft.com/office/powerpoint/2010/main" val="16492797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3BBBC5-0312-4ABD-AC9B-EC486173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049CBA-2C97-4F0F-8792-4816DCFE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B51C41-94B1-448A-BB05-07A42679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BF552F-165D-43E3-AABE-65CD0DA4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Aircraft Propulsion: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Aircraft power plants, classification based on power plant and location and principle of operation.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Turboprop, turbojet and turbofan engines;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ramjets and scramjets;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performance characteristics.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Aircraft power plants - basic principles of piston, turboprop and jet engines;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D6A68B-57AB-42DD-B2B4-07C74A0E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0A1796-DA50-4DA9-A384-A818E0A6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61C42D-BA21-4305-840B-7BC7BE6C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Aircraft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A586D5-877E-4361-8153-A66A00E6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3FA145-5334-4601-9162-EE3F10AC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Propulsion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4ED6CD-82F0-4E8C-BE87-AEEB939E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144BF6-151E-44C2-A452-C2A2B0CF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power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5B7840-2D22-434B-9EFC-62DED141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A651D3-705A-473A-B277-583F13FA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plants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48BA49-4023-4CC3-8472-0F7735A9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FE1090-6447-4E34-B32A-918BACDC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classification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72C61B-09C0-4A8B-A214-BB7B5BAC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FA7121-DEA3-4871-8684-F44A2374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Aeronautics | 1BEAE105/205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7394C0-1D57-483A-B82A-61A4EAB0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4/9</a:t>
            </a:r>
          </a:p>
        </p:txBody>
      </p:sp>
    </p:spTree>
    <p:extLst>
      <p:ext uri="{BB962C8B-B14F-4D97-AF65-F5344CB8AC3E}">
        <p14:creationId xmlns:p14="http://schemas.microsoft.com/office/powerpoint/2010/main" val="7807884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44A889-6C57-4406-B478-D4954AC04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501300-06DA-4DD2-84E3-5D26D1F4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145A70-A5BF-407D-82E6-0F50C4DA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3A2C9B-82AA-457D-83E6-9D7DA5F8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13B99E-EC50-4EAD-85AD-17EEBDBC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DF25E2-31BA-499B-AA3C-CB87A039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B39807-B9A2-4E2A-BFFC-BA644790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B0F507-18AA-4A95-9A72-58FADAE9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8B4119-BD68-44FF-AF0A-A310883B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308366-226D-45F0-9CB0-D58FA1A9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17CAE7-EA4E-4D6C-9572-C388411A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51AC24-14AE-4909-A1A0-AF54FEBB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73ACBC-BA05-4EB7-97A9-CAA5E8A2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712405-CE5F-4CFE-A717-80C853CA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Aeronautics | 1BEAE105/205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26DF17-3D8D-4107-8A24-C5847D87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5/9</a:t>
            </a:r>
          </a:p>
        </p:txBody>
      </p:sp>
    </p:spTree>
    <p:extLst>
      <p:ext uri="{BB962C8B-B14F-4D97-AF65-F5344CB8AC3E}">
        <p14:creationId xmlns:p14="http://schemas.microsoft.com/office/powerpoint/2010/main" val="12869875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EF0073-C34D-4A89-A99F-81463FA4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901359-B59A-4A94-A710-C45CAACD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78D2B7-770B-4CC6-BE9D-E6FAF091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1B790D-72EF-4D45-875A-7B0E57E7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3C51E6-8C4A-4425-932F-8CB71392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Aircraft Propulsion: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9FCC55-2640-4F67-AD4D-42DD6D47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Aircraft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1D848B-B079-41E8-9BFA-267C529B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470350-84E3-40A9-A2B1-A99DE78F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Aeronautics | 1BEAE105/205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439E2E-4924-4155-9305-D07E9822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6/9</a:t>
            </a:r>
          </a:p>
        </p:txBody>
      </p:sp>
    </p:spTree>
    <p:extLst>
      <p:ext uri="{BB962C8B-B14F-4D97-AF65-F5344CB8AC3E}">
        <p14:creationId xmlns:p14="http://schemas.microsoft.com/office/powerpoint/2010/main" val="16900211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A8887F-2EA0-4233-B7F2-F037BD938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716486-906D-40DC-80E4-D20798EB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3C70C4-FB3E-419A-B3E5-69EFC626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31D692-FA90-4387-A872-557B3E1C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AEBB84-19C2-4D45-AA21-94A4E546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Brayton cycle and its application to gas turbine engines;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use of propellers and jets for production of thrust;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comparative merits and limitations of different types of propulsion engines;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principle of thrust augmentation.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408E20-E6BD-4726-8DD1-E9FDC16C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667429-D63C-4783-8EF7-A0BCC7A9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9E8978-E4D8-421A-AB07-568D5ADA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Aeronautics | 1BEAE105/205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48490C-FE77-4327-8F07-130FCD45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7/9</a:t>
            </a:r>
          </a:p>
        </p:txBody>
      </p:sp>
    </p:spTree>
    <p:extLst>
      <p:ext uri="{BB962C8B-B14F-4D97-AF65-F5344CB8AC3E}">
        <p14:creationId xmlns:p14="http://schemas.microsoft.com/office/powerpoint/2010/main" val="7056460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9AB8A9-89C6-4100-B817-D5E1C23F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B9CBAC-AC68-4701-9E71-7945EEFE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95EE29-80AB-4345-AB5A-A0E86A86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49789F-32A7-42E9-9EC7-803D9F22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362D70-C8C4-4B40-928A-A17F35EE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AA60A5-E545-4953-BC38-60B6E02C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C98013-667C-4343-86DC-F8B331E4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Aircraft Propulsion: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FCA044-0974-4160-88F9-E877EA41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E50683-4BBA-4B25-9BB2-9027E38D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6834CB-9086-4C68-84D0-40B449C6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Aircraft power plants, classification based on power plant and location and principle of operat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6F5194-D6F5-4947-85F8-DF61C6AD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E0CB6B-D302-4A53-8D90-6AC9F896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640A73-009F-4F1F-A627-BE8E1666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Turboprop, turbojet and turbofan engines;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952ABA-2B65-4163-AD2F-FA15C0E9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022E75-F1A5-4A1A-958C-8E6CA1FE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44539C-F74B-4953-A9D7-13368717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ramjets and scramjets;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60B85F-FC6F-43F6-AD01-A0E3A5AC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6208BA-64C6-479F-9630-8A4EB274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3C7996-FFD3-4663-9EE4-73F7D7B2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performance characteristics.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0F711A-4299-4030-A68E-F99905EB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74DE60-7DE0-4644-A315-19B2BA34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783EB7-FC9F-48D7-9D2E-F41042CC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Aircraft power plants - basic principles of piston, turboprop and jet engines;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DB5F2E-8418-40C8-B2AB-03DC70EA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78AA0B-C630-4DD6-AAC5-92578B2B1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9CB70F-7E1C-4F9A-9FEF-10180F4F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Brayton cycle and its application to gas turbine engines;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4995A9-D43A-4DE8-B41D-F07018C8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98560E-73D7-49EF-9C86-ED2F6633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4265D8-9F14-4C5D-9CDD-0AD4DB30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Aeronautics | 1BEAE105/205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C7F2CA-79C7-4E33-A967-FC1AEA87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8/9</a:t>
            </a:r>
          </a:p>
        </p:txBody>
      </p:sp>
    </p:spTree>
    <p:extLst>
      <p:ext uri="{BB962C8B-B14F-4D97-AF65-F5344CB8AC3E}">
        <p14:creationId xmlns:p14="http://schemas.microsoft.com/office/powerpoint/2010/main" val="13793736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AB33CE-B00A-4700-87C0-D32D8732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0CB0B8-3983-4F27-B250-833860F5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088CE1-70D8-40BF-B98B-035DE4B5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1A1924-5048-400E-9F0F-A66D6478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Aircraft, Propulsion, power, plants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644031-9368-46DC-A5CA-B22914BA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C06655-8F1E-4471-8590-F833929F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1C42C8-BA44-4560-AC23-C6E2654D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Aeronautics | 1BEAE105/205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F55A3E-91B2-4ABD-B5C1-B07DB877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9/9</a:t>
            </a:r>
          </a:p>
        </p:txBody>
      </p:sp>
    </p:spTree>
    <p:extLst>
      <p:ext uri="{BB962C8B-B14F-4D97-AF65-F5344CB8AC3E}">
        <p14:creationId xmlns:p14="http://schemas.microsoft.com/office/powerpoint/2010/main" val="11740778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2026-08-24T06:38:44.4050000Z</dcterms:created>
  <dcterms:modified xsi:type="dcterms:W3CDTF">2026-08-24T06:38:44.4050000Z</dcterms:modified>
</coreProperties>
</file>