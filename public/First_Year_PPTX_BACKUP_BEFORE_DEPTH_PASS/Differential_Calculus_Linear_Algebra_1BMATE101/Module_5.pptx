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fc150a06004473" /><Relationship Type="http://schemas.openxmlformats.org/officeDocument/2006/relationships/extended-properties" Target="/docProps/app.xml" Id="R5df5c2c82c1548d1" /><Relationship Type="http://schemas.openxmlformats.org/officeDocument/2006/relationships/officeDocument" Target="/ppt/presentation.xml" Id="R1256a043931f40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f89cf120904534"/>
  </p:sldMasterIdLst>
  <p:notesMasterIdLst>
    <p:notesMasterId xmlns:r="http://schemas.openxmlformats.org/officeDocument/2006/relationships" r:id="R8d17238ea27c473e"/>
  </p:notesMasterIdLst>
  <p:sldIdLst>
    <p:sldId xmlns:r="http://schemas.openxmlformats.org/officeDocument/2006/relationships" id="256" r:id="Rc1f79a8bcef34488"/>
    <p:sldId xmlns:r="http://schemas.openxmlformats.org/officeDocument/2006/relationships" id="257" r:id="Red24dfbc00af4692"/>
    <p:sldId xmlns:r="http://schemas.openxmlformats.org/officeDocument/2006/relationships" id="258" r:id="R8b30bbece9a44241"/>
    <p:sldId xmlns:r="http://schemas.openxmlformats.org/officeDocument/2006/relationships" id="259" r:id="R7abb5197353646d7"/>
    <p:sldId xmlns:r="http://schemas.openxmlformats.org/officeDocument/2006/relationships" id="260" r:id="Rabe6fa7be8464214"/>
    <p:sldId xmlns:r="http://schemas.openxmlformats.org/officeDocument/2006/relationships" id="261" r:id="Rea9c9be2ed114a4e"/>
    <p:sldId xmlns:r="http://schemas.openxmlformats.org/officeDocument/2006/relationships" id="262" r:id="Rb4edd6c665c94033"/>
    <p:sldId xmlns:r="http://schemas.openxmlformats.org/officeDocument/2006/relationships" id="263" r:id="Rda5fb6b88072478c"/>
    <p:sldId xmlns:r="http://schemas.openxmlformats.org/officeDocument/2006/relationships" id="264" r:id="Rc61037873a8a42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4937ecdb234c43" /><Relationship Type="http://schemas.openxmlformats.org/officeDocument/2006/relationships/slideMaster" Target="/ppt/slideMasters/slideMaster1.xml" Id="Rbbf89cf120904534" /><Relationship Type="http://schemas.openxmlformats.org/officeDocument/2006/relationships/notesMaster" Target="/ppt/notesMasters/notesMaster1.xml" Id="R8d17238ea27c473e" /><Relationship Type="http://schemas.openxmlformats.org/officeDocument/2006/relationships/presProps" Target="/ppt/presProps.xml" Id="R492680141d554376" /><Relationship Type="http://schemas.openxmlformats.org/officeDocument/2006/relationships/tableStyles" Target="/ppt/tableStyles.xml" Id="Rc503fb1f12254d20" /><Relationship Type="http://schemas.openxmlformats.org/officeDocument/2006/relationships/slide" Target="/ppt/slides/slide1.xml" Id="Rc1f79a8bcef34488" /><Relationship Type="http://schemas.openxmlformats.org/officeDocument/2006/relationships/slide" Target="/ppt/slides/slide2.xml" Id="Red24dfbc00af4692" /><Relationship Type="http://schemas.openxmlformats.org/officeDocument/2006/relationships/slide" Target="/ppt/slides/slide3.xml" Id="R8b30bbece9a44241" /><Relationship Type="http://schemas.openxmlformats.org/officeDocument/2006/relationships/slide" Target="/ppt/slides/slide4.xml" Id="R7abb5197353646d7" /><Relationship Type="http://schemas.openxmlformats.org/officeDocument/2006/relationships/slide" Target="/ppt/slides/slide5.xml" Id="Rabe6fa7be8464214" /><Relationship Type="http://schemas.openxmlformats.org/officeDocument/2006/relationships/slide" Target="/ppt/slides/slide6.xml" Id="Rea9c9be2ed114a4e" /><Relationship Type="http://schemas.openxmlformats.org/officeDocument/2006/relationships/slide" Target="/ppt/slides/slide7.xml" Id="Rb4edd6c665c94033" /><Relationship Type="http://schemas.openxmlformats.org/officeDocument/2006/relationships/slide" Target="/ppt/slides/slide8.xml" Id="Rda5fb6b88072478c" /><Relationship Type="http://schemas.openxmlformats.org/officeDocument/2006/relationships/slide" Target="/ppt/slides/slide9.xml" Id="Rc61037873a8a42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4a33e8b0c74a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32bd8154dd4316" /><Relationship Type="http://schemas.openxmlformats.org/officeDocument/2006/relationships/notesMaster" Target="/ppt/notesMasters/notesMaster1.xml" Id="R446412b540294c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54d149a65749cb" /><Relationship Type="http://schemas.openxmlformats.org/officeDocument/2006/relationships/notesMaster" Target="/ppt/notesMasters/notesMaster1.xml" Id="Ra78ea9467c8440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89f2bedf29460a" /><Relationship Type="http://schemas.openxmlformats.org/officeDocument/2006/relationships/notesMaster" Target="/ppt/notesMasters/notesMaster1.xml" Id="R98c410f08f6a46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06667bf1b64728" /><Relationship Type="http://schemas.openxmlformats.org/officeDocument/2006/relationships/notesMaster" Target="/ppt/notesMasters/notesMaster1.xml" Id="Rcdb158a4321d47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76827d00484abe" /><Relationship Type="http://schemas.openxmlformats.org/officeDocument/2006/relationships/notesMaster" Target="/ppt/notesMasters/notesMaster1.xml" Id="R5a969d7a5f604c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e3b796e5974fb2" /><Relationship Type="http://schemas.openxmlformats.org/officeDocument/2006/relationships/notesMaster" Target="/ppt/notesMasters/notesMaster1.xml" Id="R2a41611003bb41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9873e864634b9b" /><Relationship Type="http://schemas.openxmlformats.org/officeDocument/2006/relationships/notesMaster" Target="/ppt/notesMasters/notesMaster1.xml" Id="Rfd322a1ad6624c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58c6651bd9470b" /><Relationship Type="http://schemas.openxmlformats.org/officeDocument/2006/relationships/notesMaster" Target="/ppt/notesMasters/notesMaster1.xml" Id="Rd9d74d54a77549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cb901db3ae4e53" /><Relationship Type="http://schemas.openxmlformats.org/officeDocument/2006/relationships/notesMaster" Target="/ppt/notesMasters/notesMaster1.xml" Id="Rad03acbb2c4441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1460a42754d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45ce99d7a44683" /><Relationship Type="http://schemas.openxmlformats.org/officeDocument/2006/relationships/slideLayout" Target="/ppt/slideLayouts/slideLayout1.xml" Id="R7912c889601d41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12c889601d41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0e60cf1a343a3" /><Relationship Type="http://schemas.openxmlformats.org/officeDocument/2006/relationships/notesSlide" Target="/ppt/notesSlides/notesSlide1.xml" Id="R27203d39a50648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70c9746784184" /><Relationship Type="http://schemas.openxmlformats.org/officeDocument/2006/relationships/notesSlide" Target="/ppt/notesSlides/notesSlide2.xml" Id="Rd139576ef37e4f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1092db2464ec7" /><Relationship Type="http://schemas.openxmlformats.org/officeDocument/2006/relationships/notesSlide" Target="/ppt/notesSlides/notesSlide3.xml" Id="Ra1a39ffd45c74c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3181c2a324442" /><Relationship Type="http://schemas.openxmlformats.org/officeDocument/2006/relationships/notesSlide" Target="/ppt/notesSlides/notesSlide4.xml" Id="Rb83739edef114a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02135c1584aa9" /><Relationship Type="http://schemas.openxmlformats.org/officeDocument/2006/relationships/notesSlide" Target="/ppt/notesSlides/notesSlide5.xml" Id="R5031b9d0479247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0973f48274b2a" /><Relationship Type="http://schemas.openxmlformats.org/officeDocument/2006/relationships/notesSlide" Target="/ppt/notesSlides/notesSlide6.xml" Id="Rc618878c505742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b5926a0524515" /><Relationship Type="http://schemas.openxmlformats.org/officeDocument/2006/relationships/notesSlide" Target="/ppt/notesSlides/notesSlide7.xml" Id="R7c7519e037424d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90a8d903b4925" /><Relationship Type="http://schemas.openxmlformats.org/officeDocument/2006/relationships/notesSlide" Target="/ppt/notesSlides/notesSlide8.xml" Id="R0c24f9b7ac6f40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5a42271024951" /><Relationship Type="http://schemas.openxmlformats.org/officeDocument/2006/relationships/notesSlide" Target="/ppt/notesSlides/notesSlide9.xml" Id="Raab79c1ab2134a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8F2FE-E540-4372-97D2-B8AC6ABF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22C87-525D-4278-9663-E2ED4AE1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Linear Algebra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76756-EC82-4A03-BE2F-4681D773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Differential Calculus &amp; Linear Algebra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1BMATE101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047DA-CA85-491F-8F5D-136EDB8C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A94D7-5FCE-4BD0-B754-281174E0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AB0FF-ADFF-4F73-8586-18A5A3C1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900ED-4DFD-4AC6-BB79-EEF5BB3A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AFD07-142C-4AC8-B4A6-3273A313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17E1F-0480-46BF-866C-51195668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2538A-047E-4C94-8F0D-C1C65F08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47C25-484D-4F90-8F14-79E8D2E2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E22EC-2563-4728-96AC-24DE7429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364852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0C48B-D982-4DF4-BD12-2C9DF022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63F3C-048B-4560-947F-78D70E0A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C415E-4602-4BA7-83FC-AA64142E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6404B-60F9-4151-A697-6F839C90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69EF4-AA39-4952-9B0E-3EA70575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B9D0D-3C0C-4C0D-8F9F-5AD74C1E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D535E-DAE4-4755-A6B7-E76F709B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598AF-2A3B-4D9F-9A27-3C25CD7D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D02A1-DD29-4558-9090-0E861F8C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C566D-A4B3-49D8-B1B2-121C3E65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A9683-BB3E-4D99-817C-B437C039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89419-C749-40BE-A943-8EFAF2B6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89FA6-E045-4E1D-AAD9-21C56A87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Linear Algebra (8 Hours Theory + 4 Hours Tutorial) Elementary transformations of a matrix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Echelon form, rank of a matrix, consistency of system of linear equations.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Gauss elimination and Gauss -Seidel method to solve system of linear equations.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Eigen values and eigen vectors of a matrix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Rayleigh's power method to determine the dominant eigen value and corresponding eigen vector of a matrix.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F24ED-FC61-401A-A6FF-29165D92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7C16C-6913-4D19-8EDA-C5BB119A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9322669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9733E-2E77-41A7-8888-67F8220F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790CC-883E-481F-B61C-683E899E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CDA3D-BCF4-4FB7-AE0E-BCEDB30B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C3C5E-10C6-4190-94B2-DC21FC7A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Linear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23321-FADB-4FA8-9C89-419DEF04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Algebra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52C77-B7D3-482A-93A2-48C36833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84AF6-E6BE-44E1-B3C3-F7BF31A4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Elementary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831DA-6064-4928-B58F-3228EA20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transformations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57883-4E00-4CEB-A61A-7B355747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matrix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4CB1D-9F2D-404E-BC69-788AE020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Applications: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Traffic flow.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Chapter-2.7-2.13, 28.5,28.6(1),28.7(2),28.9.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FC78F-52DC-4D0E-B761-4A7E9F42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E2275-5417-4BA6-87C5-4BDBB555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945669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E344D-852A-4BD6-AFCA-71E262AE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42927-1F27-4D08-8EF5-61665645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67799-3E68-4718-8648-27DA78FB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F744D-565E-4A96-A974-472AD1B8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Linear Algebra (8 Hours Theory + 4 Hours Tutorial) Elementary transformations of a matrix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Echelon form, rank of a matrix, consistency of system of linear equations.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Gauss elimination and Gauss -Seidel method to solve system of linear equations.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Eigen values and eigen vectors of a matrix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Rayleigh's power method to determine the dominant eigen value and corresponding eigen vector of a matrix.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25DAB-86F2-48B4-BBEE-37230527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43439-5C8E-455A-B1C3-1228228E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B40F5-572B-42F5-98F2-25FC6D5A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179D7-AAFA-434C-9229-C995ACFE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9BC48-8C82-4BBB-A6D7-F506A066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7FEE3-BE82-4819-9DEF-89F16525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896FE-F490-4EA3-B63B-130E237D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E9A38-80DB-4A52-AAA4-01B454F5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EEBA0-285E-42CD-9952-ACC5484E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952D69-70DE-4B44-932D-452A9CE3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A4066-1FA2-4116-83C6-B4829C3D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3193526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D9967-9E62-4158-A956-BC43A8F0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B8B0F-CFB9-443E-B857-BC133C73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BDC31-2D43-4D57-89CC-3A2E76FD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7AAF0-8A7E-46E5-A215-3276F1FB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1F6D5-4757-4927-8978-8E6D6640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F43E4-2131-4066-8590-C3967E15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200A3-6888-47EC-BBBD-C9262978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DAB07-9BDC-4830-BD2A-4225BCB7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031CA-6A7F-43DA-9260-6DCBFB0D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12642-9B39-4F0B-B327-A63E6626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B7292-B705-43E3-B65C-8B0242E7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C8D76-DE3A-44C8-B619-7BE7F2D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B9AE5-64F2-4C59-AD12-946469B5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4B4E8-32FE-4F48-A70A-3EA463A5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4CA9B-9AAA-4389-A073-CCF24032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6751036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E0862-597D-4E3F-A092-E89E0CE6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290CC-C730-4956-9A1D-11EFBBB7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BBAC9-07CA-4AF2-85D6-C543C600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6AE12-4C86-489B-8EED-17B68630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BD9BA-BDC5-4F98-8385-09D20DD9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Linear Algebra (8 Hours Theory + 4 Hours Tutorial) Elementary transformations of a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7F154-2050-4968-889A-78484010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Linear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03676-A176-48B2-896F-6D76B47F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D7E46-8392-4CC2-B2AA-B4E96971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26081-2A08-4D94-A005-968236FC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340879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3D75F-862B-448D-B61F-1CD76895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5759D-A1CB-438C-98CC-1D3CC341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5DAFD-703F-48DB-8CC4-0E3C4585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C976E-03D7-479C-8D4E-916EBF96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6167D-B241-4EDC-AFD1-F7A0129C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Traffic flow.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Chapter-2.7-2.13, 28.5,28.6(1),28.7(2),28.9.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Textbook-2: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6831A-4246-4108-BC01-F56D8818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8E1E3-5C16-4201-A2C5-060B51EB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4E27C-3458-414A-AAA5-013DD9B7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E5832-2FD8-4FEF-9D64-3FA0D8AF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4009606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3731CD-5FC9-4602-AC88-6CD9F2C0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D544E-7CE2-4B66-9FD1-C7C3D22A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534D6-EF99-4921-86B7-1F7B3A41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918FC-19ED-4418-AEEF-F46DBBF7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E570C-1E85-4154-AE01-B2EEF135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12CCF-3DBD-483C-AA57-58641627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44BB2-8ED8-4A07-BD7B-BF215BC2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Linear Algebra (8 Hours Theory + 4 Hours Tutorial) Elementary transformations of a matrix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E7B93-C54B-44EF-B2DF-6D5C79BB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8D847-74A6-4197-B365-8DF23FE9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97A84-C323-4760-99F8-7E3314A9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Echelon form, rank of a matrix, consistency of system of linear equations.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D3393-9B3E-4244-9819-3F695BC8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B0BD55-CFF7-49BD-B661-C206F553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F358A-AF58-4921-9FC5-7D297EF8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Gauss elimination and Gauss -Seidel method to solve system of linear equations.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29C58-FE17-4F36-A9A8-C232F15A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BB0CA-9775-4FC9-BB2B-EFEF0979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3502DC-BB4E-484F-9886-F93749EC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Eigen values and eigen vectors of a matrix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84B3B-51CB-413E-9B3B-341B4CDE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49341B-257B-49DC-A4A5-5D82AB91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5618B5-7A6F-4355-A4B7-4F93D73A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Rayleigh's power method to determine the dominant eigen value and corresponding eigen vector 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454CEB-B11C-4E67-89D4-A5CC2B68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CD289-86E9-4C9E-A457-6AF2E89D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63C89D-686A-4CEB-8B81-8DD1CE69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Applications: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A6BEC6-DFF6-4A92-8799-CB87351C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8E989-B1A7-422A-9122-1F980F41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34A351-2607-4D82-B9C4-9D607DF9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Traffic flow.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68E9FD-C3F7-459B-9683-17E3EAC4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99D50D-EB6D-4BB9-B583-8E83542A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2D11FC-F2E3-4C6E-91D4-6AA584F7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CAA046-39DE-46A5-92CD-88C1BB39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6684907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D2885-89AC-43E4-86A5-E17F5136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91912-6FCA-47FD-AE18-7D692250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45E68-8BDC-4BD5-8455-C0E6A7F1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49AF2-755C-481B-BDD6-7BECD4E1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Linear, Algebra, Tutorial, Elementary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5AF2B-E2D6-4712-96F5-E9C1ED67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D434F-C643-4852-9A2B-1C564BE0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E6C40-D3B5-4A9F-A5A1-A1D61125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F0815-2760-4D04-8B79-0C26561B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727478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2026-08-24T06:38:51.0970000Z</dcterms:created>
  <dcterms:modified xsi:type="dcterms:W3CDTF">2026-08-24T06:38:51.0970000Z</dcterms:modified>
</coreProperties>
</file>