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b1f73f02e4b0e" /><Relationship Type="http://schemas.openxmlformats.org/officeDocument/2006/relationships/extended-properties" Target="/docProps/app.xml" Id="Rfab77733f1f3404d" /><Relationship Type="http://schemas.openxmlformats.org/officeDocument/2006/relationships/officeDocument" Target="/ppt/presentation.xml" Id="R63a4017272904c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f01ef91564f02"/>
  </p:sldMasterIdLst>
  <p:notesMasterIdLst>
    <p:notesMasterId xmlns:r="http://schemas.openxmlformats.org/officeDocument/2006/relationships" r:id="R4e35babb719a48dd"/>
  </p:notesMasterIdLst>
  <p:sldIdLst>
    <p:sldId xmlns:r="http://schemas.openxmlformats.org/officeDocument/2006/relationships" id="256" r:id="R5cccfc7566f3404f"/>
    <p:sldId xmlns:r="http://schemas.openxmlformats.org/officeDocument/2006/relationships" id="257" r:id="R8a0b862a34b74767"/>
    <p:sldId xmlns:r="http://schemas.openxmlformats.org/officeDocument/2006/relationships" id="258" r:id="Rc32fe4970aee4a50"/>
    <p:sldId xmlns:r="http://schemas.openxmlformats.org/officeDocument/2006/relationships" id="259" r:id="Rc5c712a456bb435b"/>
    <p:sldId xmlns:r="http://schemas.openxmlformats.org/officeDocument/2006/relationships" id="260" r:id="R472ade927a0a4c06"/>
    <p:sldId xmlns:r="http://schemas.openxmlformats.org/officeDocument/2006/relationships" id="261" r:id="R5e53b703f4414889"/>
    <p:sldId xmlns:r="http://schemas.openxmlformats.org/officeDocument/2006/relationships" id="262" r:id="R64aa0019f2a14e5d"/>
    <p:sldId xmlns:r="http://schemas.openxmlformats.org/officeDocument/2006/relationships" id="263" r:id="Refa74b3a8d7143e1"/>
    <p:sldId xmlns:r="http://schemas.openxmlformats.org/officeDocument/2006/relationships" id="264" r:id="R7a6c4e4189bc45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4d22d92654ca3" /><Relationship Type="http://schemas.openxmlformats.org/officeDocument/2006/relationships/slideMaster" Target="/ppt/slideMasters/slideMaster1.xml" Id="R7a0f01ef91564f02" /><Relationship Type="http://schemas.openxmlformats.org/officeDocument/2006/relationships/notesMaster" Target="/ppt/notesMasters/notesMaster1.xml" Id="R4e35babb719a48dd" /><Relationship Type="http://schemas.openxmlformats.org/officeDocument/2006/relationships/presProps" Target="/ppt/presProps.xml" Id="R2894f39cf64345b3" /><Relationship Type="http://schemas.openxmlformats.org/officeDocument/2006/relationships/tableStyles" Target="/ppt/tableStyles.xml" Id="R023c653193fd41f9" /><Relationship Type="http://schemas.openxmlformats.org/officeDocument/2006/relationships/slide" Target="/ppt/slides/slide1.xml" Id="R5cccfc7566f3404f" /><Relationship Type="http://schemas.openxmlformats.org/officeDocument/2006/relationships/slide" Target="/ppt/slides/slide2.xml" Id="R8a0b862a34b74767" /><Relationship Type="http://schemas.openxmlformats.org/officeDocument/2006/relationships/slide" Target="/ppt/slides/slide3.xml" Id="Rc32fe4970aee4a50" /><Relationship Type="http://schemas.openxmlformats.org/officeDocument/2006/relationships/slide" Target="/ppt/slides/slide4.xml" Id="Rc5c712a456bb435b" /><Relationship Type="http://schemas.openxmlformats.org/officeDocument/2006/relationships/slide" Target="/ppt/slides/slide5.xml" Id="R472ade927a0a4c06" /><Relationship Type="http://schemas.openxmlformats.org/officeDocument/2006/relationships/slide" Target="/ppt/slides/slide6.xml" Id="R5e53b703f4414889" /><Relationship Type="http://schemas.openxmlformats.org/officeDocument/2006/relationships/slide" Target="/ppt/slides/slide7.xml" Id="R64aa0019f2a14e5d" /><Relationship Type="http://schemas.openxmlformats.org/officeDocument/2006/relationships/slide" Target="/ppt/slides/slide8.xml" Id="Refa74b3a8d7143e1" /><Relationship Type="http://schemas.openxmlformats.org/officeDocument/2006/relationships/slide" Target="/ppt/slides/slide9.xml" Id="R7a6c4e4189bc45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f8aefd4a0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865169311e499f" /><Relationship Type="http://schemas.openxmlformats.org/officeDocument/2006/relationships/notesMaster" Target="/ppt/notesMasters/notesMaster1.xml" Id="R235aa7d94412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1572efb1a4381" /><Relationship Type="http://schemas.openxmlformats.org/officeDocument/2006/relationships/notesMaster" Target="/ppt/notesMasters/notesMaster1.xml" Id="R62195a5eedca40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b7bb4f86f649d0" /><Relationship Type="http://schemas.openxmlformats.org/officeDocument/2006/relationships/notesMaster" Target="/ppt/notesMasters/notesMaster1.xml" Id="Rc4ede94d94f5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02709536074b16" /><Relationship Type="http://schemas.openxmlformats.org/officeDocument/2006/relationships/notesMaster" Target="/ppt/notesMasters/notesMaster1.xml" Id="Rebbdfd18a388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f3049baea4106" /><Relationship Type="http://schemas.openxmlformats.org/officeDocument/2006/relationships/notesMaster" Target="/ppt/notesMasters/notesMaster1.xml" Id="Rd5f57689b3a149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6aff6fdc24428" /><Relationship Type="http://schemas.openxmlformats.org/officeDocument/2006/relationships/notesMaster" Target="/ppt/notesMasters/notesMaster1.xml" Id="R56d6a8f0c11b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74e2133ae44d4" /><Relationship Type="http://schemas.openxmlformats.org/officeDocument/2006/relationships/notesMaster" Target="/ppt/notesMasters/notesMaster1.xml" Id="R3234db891c2d4f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6d3f6805ec496b" /><Relationship Type="http://schemas.openxmlformats.org/officeDocument/2006/relationships/notesMaster" Target="/ppt/notesMasters/notesMaster1.xml" Id="R5fa8f48fd8b2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9f01b58ca4d52" /><Relationship Type="http://schemas.openxmlformats.org/officeDocument/2006/relationships/notesMaster" Target="/ppt/notesMasters/notesMaster1.xml" Id="R991e3237972546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7ca544433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75d5320f92436b" /><Relationship Type="http://schemas.openxmlformats.org/officeDocument/2006/relationships/slideLayout" Target="/ppt/slideLayouts/slideLayout1.xml" Id="Rd9b02cc5c4194f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02cc5c4194f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aea5725584b4d" /><Relationship Type="http://schemas.openxmlformats.org/officeDocument/2006/relationships/notesSlide" Target="/ppt/notesSlides/notesSlide1.xml" Id="Ra661ee825004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61091b2484e21" /><Relationship Type="http://schemas.openxmlformats.org/officeDocument/2006/relationships/notesSlide" Target="/ppt/notesSlides/notesSlide2.xml" Id="Raea89f3b5cdf4f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7d7cad184e66" /><Relationship Type="http://schemas.openxmlformats.org/officeDocument/2006/relationships/notesSlide" Target="/ppt/notesSlides/notesSlide3.xml" Id="Rc368c5acdd6c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13db6aacf4d46" /><Relationship Type="http://schemas.openxmlformats.org/officeDocument/2006/relationships/notesSlide" Target="/ppt/notesSlides/notesSlide4.xml" Id="Rdf15b324b73c45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7c9f5e0f4309" /><Relationship Type="http://schemas.openxmlformats.org/officeDocument/2006/relationships/notesSlide" Target="/ppt/notesSlides/notesSlide5.xml" Id="R86108fcfdf9d4a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90b338e1e4b65" /><Relationship Type="http://schemas.openxmlformats.org/officeDocument/2006/relationships/notesSlide" Target="/ppt/notesSlides/notesSlide6.xml" Id="R429173fab8c6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e5367cfaa4bf3" /><Relationship Type="http://schemas.openxmlformats.org/officeDocument/2006/relationships/notesSlide" Target="/ppt/notesSlides/notesSlide7.xml" Id="R5946adc7e3b14f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38c4f92a34df9" /><Relationship Type="http://schemas.openxmlformats.org/officeDocument/2006/relationships/notesSlide" Target="/ppt/notesSlides/notesSlide8.xml" Id="Re466edecab8d42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6dd04a1f04aec" /><Relationship Type="http://schemas.openxmlformats.org/officeDocument/2006/relationships/notesSlide" Target="/ppt/notesSlides/notesSlide9.xml" Id="Re95e690afb294f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F51A1-47AF-4283-A2C1-28392F0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91F2E-CCE9-468E-B801-132D095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Differential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428DB-5FC0-484E-A2C3-FB91C89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A82CE-97A1-45FE-8FDA-6317E65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EE6B0-68A3-4D99-977A-D401BBD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3B98D-A782-4486-8B3B-00760943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01F3-C704-4FCC-990E-CBA8D51F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7974B-746F-4829-B344-F9B8B81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0ACF7-EA8D-451D-A081-2D9484E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506AE-79BC-4B28-B87F-F9AEB97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6240B-BDF5-4DDD-9328-2927F71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626FE-481D-496B-A172-F1A6A3C4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668695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04419-8002-42F6-A3CE-62430B3C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3D077-F662-4849-A3C7-A6FEF26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3FE08-0413-4F83-9B7C-7AE095C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74BA8-87D8-4563-BC4C-97FF8213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D42BB-0424-43EB-8967-60F73B1F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D52F-9690-4712-B818-9CB403C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8466-D8CD-4D72-B81C-85940B3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591CD-5997-4736-A582-8443EC6F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F41E2-70F6-46FC-AEEF-E57D17E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B57F2-79D5-4395-8A9A-3E602F67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D018-AFF6-43BE-836F-D3B72058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FEA37-27F1-4B80-B34D-E238D5E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5823B-E600-426C-87DD-2756C9F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Differential Calculus (8 Hours Theory + 4 Hours Tutorial) Polar curves, angle between the radius vector and the tangent, angle between the polar curves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Curvature and radius of curvature in cartesian, polar, parametric and Pedal forms.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Chapter- 4.7- 4.11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DBD0F-6C2F-4667-B444-B8679D09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79B7F-2ADD-4141-9011-0BD9C6B3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409319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260BC-39B4-4881-99F5-4B593641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2E4BE-5282-4ABA-BDC9-075FF6B5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A51E5-C2E6-4925-999F-57FFD7B7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0B2DD-D915-49F8-AC43-E9B962BB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11BFC-88E0-45B9-90ED-1ACBB92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409CE-3D7F-4D62-93A9-4A0AAFE0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00604-C099-423F-A27D-97191E5C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C6BE6-B190-4964-B649-B43ACEF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804B8-FFED-4E12-A473-1D98920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1F292-9425-4A3B-8F75-81DC244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2C632-B9C6-4FE7-A55F-5AF5ACA0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C20D8-99CC-4B9A-8F09-E6C72A7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311918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3299-B5BB-481F-A990-2E2C705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A1B1F-734B-44FC-9509-A5536A9A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3EAE9-3DE7-486E-91F9-F5A179E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A4AB3-8067-4BA7-83DC-DE0BDFE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Differential Calculus (8 Hours Theory + 4 Hours Tutorial) Polar curves, angle between the radius vector and...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Curvature and radius of curvature in cartesian, polar, parametric and Pedal forms.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Chapter- 4.7- 4.11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04F2C-9967-4E21-A747-2733042D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9C3C9-8847-4499-B46A-A63A9BFB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AE6CB-840C-4E85-924C-3A97F7F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651B5-8CE6-4AA7-A3EA-3927C24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3DF81-D7DA-4F0A-8AB4-D77150D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C5B8C-DAC0-4091-BC9E-5189E961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FF29-D112-4B2C-BD0A-C54AC68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668A2-AE1E-4047-BF13-5CFC192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23447-E1C3-4701-8F7C-CA45D683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3D7CF-9837-4203-BA66-096BD76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4FC14-29BF-4175-B034-F94A54C1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525265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7F48B-D7C5-4796-9561-189A5BA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E6100-035C-49C5-A1E3-6B742A3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365A1-AE18-4501-BA78-2714012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C14FA-C2B0-4299-A2D9-C076BA6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BA6B6-CE59-4AD8-ABA2-CB49C8A3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4361C-DD4D-494B-9DC5-FDA9D5B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2A57F-4F0F-499F-8E23-590DE27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CEE4E-F4EE-4C81-96B1-1EDC04F2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DE8F-5586-45EE-90BE-EFE0BF8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644AF-0490-4D03-B85C-D1F74DB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2461F-F300-483A-8C0C-853E8161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817B1-4160-4967-A4D8-C658E0F2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339A9-DE02-4E8D-8D27-943F04D4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1D8F1-0E03-47DA-B9AC-CA1A346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667A7-4E36-4579-9595-327B8908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718216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8B062-E5A6-48F9-925D-318A80F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CDD2C-2C9A-49DE-AEAD-16C501A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4A796-9635-4E9E-BCCD-90B0693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1B04A-7F81-4DE7-86A3-C1F6E6E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9E6BD-77A6-4B80-B566-63BA0B5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Differential Calculus (8 Hours Theory + 4 Hours Tutorial) Polar curves, angle between the radius vector and the tangent, angle between the 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E44B-3B6E-43BB-B1E7-125DC95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Differential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E5244-087B-4899-8E5E-004E4CF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6834B-5508-49BD-95AB-3B52C627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B9B9-9BF0-426E-A678-DC377627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960394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16426-3F5A-4D23-BA83-03021761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06FF4-E244-4BC9-8486-43F3FF84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11252-CD3B-4A48-9C06-37573A2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AA024-6599-42D9-999F-F6C05EBB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68D1A-18EB-4492-81BA-4DB5B82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52F61-3DA4-4AFB-90D8-4FABB8FE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80A84-A408-44AD-9D4F-F4E1044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A5C44-7B6B-45BD-8CED-86C6FF05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50076-3DFA-4458-8CF9-D2C0856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366530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EC84E-7968-4881-BABC-40C3029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C2CF5-9086-4E9F-9637-DC70C6E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C6C59-7ECC-4FC0-932C-C183187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BF7D-1B2E-4358-8E06-3BC3BDE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1B587-C8C4-4AC3-9D6D-926A91C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C5A88-889A-4BE8-B570-D1BDA7C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F386C-A9AB-4B19-AA50-9C124C27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Differential Calculus (8 Hours Theory + 4 Hours Tutorial) Polar curves, angle between the radiu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E3F96-A104-4ACF-A07E-F92BC283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2B2C-E0E7-4BA6-8840-47C46CD6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4F141-13E2-4446-8AEB-1D82CDB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Pedal equations.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2CF96-6A02-48AD-A443-96B466D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03CD4-C598-464D-8B52-4464818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6449A-5085-4D58-A19F-A5FFFAA5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Curvature and radius of curvature in cartesian, polar, parametric and Pedal forms.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7A600-B331-4E53-879E-F3DB42B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CCEF4-087D-4F73-83CC-EAEE6EB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402FB-AE94-4F48-85DD-C51EF4E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EBD88-F5B1-420F-AA14-4334600D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5FB85-EBA4-48C9-A294-7D1C3592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DC434-01D9-4DBF-B32D-779D386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Chapter- 4.7- 4.11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10CD8-63ED-4FA8-9A23-FB8CB112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5A2C3-349C-4155-80A5-74ED6C1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143C8-0FF4-45A7-A378-520B210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06836-1D7F-492D-871A-D961BBF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449243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0DC21-4826-4F7B-8946-CD8AF29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E32F4-E85A-491F-9323-1B6FC07A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9245-29BF-44F2-B3BE-CFADB7AA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799E2-B061-4BBF-A050-87DBC467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Differential, Calculus, Tutorial, Polar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24B6-972B-41B4-9248-7498ED43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8C0CE-74B5-453C-92BC-6B76F041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B4981-9F2D-40B2-BC8C-2560606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4F16-CE61-4572-BDC1-1D983D6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008127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2026-08-24T06:38:50.8670000Z</dcterms:created>
  <dcterms:modified xsi:type="dcterms:W3CDTF">2026-08-24T06:38:50.8670000Z</dcterms:modified>
</coreProperties>
</file>