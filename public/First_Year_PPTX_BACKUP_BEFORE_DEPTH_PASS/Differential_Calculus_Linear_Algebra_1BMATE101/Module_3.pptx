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96c2b1db8fd4c35" /><Relationship Type="http://schemas.openxmlformats.org/officeDocument/2006/relationships/extended-properties" Target="/docProps/app.xml" Id="R8fd8a86978f24833" /><Relationship Type="http://schemas.openxmlformats.org/officeDocument/2006/relationships/officeDocument" Target="/ppt/presentation.xml" Id="R8773f85337b1456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f4ef156dc49482d"/>
  </p:sldMasterIdLst>
  <p:notesMasterIdLst>
    <p:notesMasterId xmlns:r="http://schemas.openxmlformats.org/officeDocument/2006/relationships" r:id="Raf468414304f46ac"/>
  </p:notesMasterIdLst>
  <p:sldIdLst>
    <p:sldId xmlns:r="http://schemas.openxmlformats.org/officeDocument/2006/relationships" id="256" r:id="R4e21623b535142b8"/>
    <p:sldId xmlns:r="http://schemas.openxmlformats.org/officeDocument/2006/relationships" id="257" r:id="R3bbbd443a81e48f3"/>
    <p:sldId xmlns:r="http://schemas.openxmlformats.org/officeDocument/2006/relationships" id="258" r:id="Rfe7f93ca316f4ca4"/>
    <p:sldId xmlns:r="http://schemas.openxmlformats.org/officeDocument/2006/relationships" id="259" r:id="R54007df195b94383"/>
    <p:sldId xmlns:r="http://schemas.openxmlformats.org/officeDocument/2006/relationships" id="260" r:id="Rfd07230261a345f4"/>
    <p:sldId xmlns:r="http://schemas.openxmlformats.org/officeDocument/2006/relationships" id="261" r:id="R13a55c1e5cc34482"/>
    <p:sldId xmlns:r="http://schemas.openxmlformats.org/officeDocument/2006/relationships" id="262" r:id="R6014b63419554edc"/>
    <p:sldId xmlns:r="http://schemas.openxmlformats.org/officeDocument/2006/relationships" id="263" r:id="R39ec6a4aa1744118"/>
    <p:sldId xmlns:r="http://schemas.openxmlformats.org/officeDocument/2006/relationships" id="264" r:id="R23e872444d0945a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125ba62c60b4291" /><Relationship Type="http://schemas.openxmlformats.org/officeDocument/2006/relationships/slideMaster" Target="/ppt/slideMasters/slideMaster1.xml" Id="R1f4ef156dc49482d" /><Relationship Type="http://schemas.openxmlformats.org/officeDocument/2006/relationships/notesMaster" Target="/ppt/notesMasters/notesMaster1.xml" Id="Raf468414304f46ac" /><Relationship Type="http://schemas.openxmlformats.org/officeDocument/2006/relationships/presProps" Target="/ppt/presProps.xml" Id="R2a799efada80498e" /><Relationship Type="http://schemas.openxmlformats.org/officeDocument/2006/relationships/tableStyles" Target="/ppt/tableStyles.xml" Id="R2ae371fa435947d0" /><Relationship Type="http://schemas.openxmlformats.org/officeDocument/2006/relationships/slide" Target="/ppt/slides/slide1.xml" Id="R4e21623b535142b8" /><Relationship Type="http://schemas.openxmlformats.org/officeDocument/2006/relationships/slide" Target="/ppt/slides/slide2.xml" Id="R3bbbd443a81e48f3" /><Relationship Type="http://schemas.openxmlformats.org/officeDocument/2006/relationships/slide" Target="/ppt/slides/slide3.xml" Id="Rfe7f93ca316f4ca4" /><Relationship Type="http://schemas.openxmlformats.org/officeDocument/2006/relationships/slide" Target="/ppt/slides/slide4.xml" Id="R54007df195b94383" /><Relationship Type="http://schemas.openxmlformats.org/officeDocument/2006/relationships/slide" Target="/ppt/slides/slide5.xml" Id="Rfd07230261a345f4" /><Relationship Type="http://schemas.openxmlformats.org/officeDocument/2006/relationships/slide" Target="/ppt/slides/slide6.xml" Id="R13a55c1e5cc34482" /><Relationship Type="http://schemas.openxmlformats.org/officeDocument/2006/relationships/slide" Target="/ppt/slides/slide7.xml" Id="R6014b63419554edc" /><Relationship Type="http://schemas.openxmlformats.org/officeDocument/2006/relationships/slide" Target="/ppt/slides/slide8.xml" Id="R39ec6a4aa1744118" /><Relationship Type="http://schemas.openxmlformats.org/officeDocument/2006/relationships/slide" Target="/ppt/slides/slide9.xml" Id="R23e872444d0945a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bb5622c13ca46e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e062e138b53453b" /><Relationship Type="http://schemas.openxmlformats.org/officeDocument/2006/relationships/notesMaster" Target="/ppt/notesMasters/notesMaster1.xml" Id="R427c36a141234dc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acf26de44a64064" /><Relationship Type="http://schemas.openxmlformats.org/officeDocument/2006/relationships/notesMaster" Target="/ppt/notesMasters/notesMaster1.xml" Id="R5be1d3ac64ba48f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6cc916905cd4893" /><Relationship Type="http://schemas.openxmlformats.org/officeDocument/2006/relationships/notesMaster" Target="/ppt/notesMasters/notesMaster1.xml" Id="R2aa2662222f0404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93cea82f452436c" /><Relationship Type="http://schemas.openxmlformats.org/officeDocument/2006/relationships/notesMaster" Target="/ppt/notesMasters/notesMaster1.xml" Id="R77e16ed6c5794c6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c908ce4019e4ecc" /><Relationship Type="http://schemas.openxmlformats.org/officeDocument/2006/relationships/notesMaster" Target="/ppt/notesMasters/notesMaster1.xml" Id="R5b2dab0908454e7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7ee67384fbe4cda" /><Relationship Type="http://schemas.openxmlformats.org/officeDocument/2006/relationships/notesMaster" Target="/ppt/notesMasters/notesMaster1.xml" Id="R2d646c6509454a4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eeb2fc3850643d1" /><Relationship Type="http://schemas.openxmlformats.org/officeDocument/2006/relationships/notesMaster" Target="/ppt/notesMasters/notesMaster1.xml" Id="R8cf68ca025ec45e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278171fd03f4322" /><Relationship Type="http://schemas.openxmlformats.org/officeDocument/2006/relationships/notesMaster" Target="/ppt/notesMasters/notesMaster1.xml" Id="Rd9e09a2047c14a0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172bc4bef95482f" /><Relationship Type="http://schemas.openxmlformats.org/officeDocument/2006/relationships/notesMaster" Target="/ppt/notesMasters/notesMaster1.xml" Id="Rf6b8b34cefac420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88b6aa5e95c4e1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e903ebac7944ddc" /><Relationship Type="http://schemas.openxmlformats.org/officeDocument/2006/relationships/slideLayout" Target="/ppt/slideLayouts/slideLayout1.xml" Id="R5b95667a21bd46d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b95667a21bd46d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f55a6576db4b3a" /><Relationship Type="http://schemas.openxmlformats.org/officeDocument/2006/relationships/notesSlide" Target="/ppt/notesSlides/notesSlide1.xml" Id="Ref8286ed76b74f0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52b740c8e34980" /><Relationship Type="http://schemas.openxmlformats.org/officeDocument/2006/relationships/notesSlide" Target="/ppt/notesSlides/notesSlide2.xml" Id="R55ee6a9b33194bd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3c2f536094498a" /><Relationship Type="http://schemas.openxmlformats.org/officeDocument/2006/relationships/notesSlide" Target="/ppt/notesSlides/notesSlide3.xml" Id="R67a95b60069c429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3d16aa3a8644d6" /><Relationship Type="http://schemas.openxmlformats.org/officeDocument/2006/relationships/notesSlide" Target="/ppt/notesSlides/notesSlide4.xml" Id="R85206461d59c4c1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fad11e8ea04afa" /><Relationship Type="http://schemas.openxmlformats.org/officeDocument/2006/relationships/notesSlide" Target="/ppt/notesSlides/notesSlide5.xml" Id="Rdb5e14a952d5485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ef7e8f74fd4c00" /><Relationship Type="http://schemas.openxmlformats.org/officeDocument/2006/relationships/notesSlide" Target="/ppt/notesSlides/notesSlide6.xml" Id="R3a763bda0d4d436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e8bfee9b6346a0" /><Relationship Type="http://schemas.openxmlformats.org/officeDocument/2006/relationships/notesSlide" Target="/ppt/notesSlides/notesSlide7.xml" Id="R7c48c6c30034448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5ed2b6dc914fb4" /><Relationship Type="http://schemas.openxmlformats.org/officeDocument/2006/relationships/notesSlide" Target="/ppt/notesSlides/notesSlide8.xml" Id="R0d4a626a1cd0418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baec6498d94059" /><Relationship Type="http://schemas.openxmlformats.org/officeDocument/2006/relationships/notesSlide" Target="/ppt/notesSlides/notesSlide9.xml" Id="R01f4ebec53734ad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410E58-7465-477C-B046-1DA8BD112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18ECE1-F774-42A7-9230-9CF776A0A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Ordinary Differential Equations (ODE) of first order and first degree and nonlinear ODE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89762D-30D8-4FA5-85D1-801580CAA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4953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Subject: Differential Calculus &amp; Linear Algebra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Code: 1BMATE101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Semester: 1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Teaching focus: math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CBB9B2-0390-4CFD-BBC3-9696FC671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790700"/>
            <a:ext cx="1143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Given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8FF1FA-B37F-467B-98B0-06FE0D59D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9070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Formula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93414B-3584-4B84-B225-25F926662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1790700"/>
            <a:ext cx="1143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Solve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CAB53A-2E50-4B98-A106-2582C24A3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876550"/>
            <a:ext cx="390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72033"/>
                </a:solidFill>
              </a:defRPr>
            </a:pPr>
            <a:r>
              <a:rPr sz="1950" b="1">
                <a:solidFill>
                  <a:srgbClr val="172033"/>
                </a:solidFill>
              </a:rPr>
              <a:t>f(x) → f'(x) → interpretation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F60EAD-D0A5-47E2-BF27-CD8DE04E3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143375"/>
            <a:ext cx="342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92CE41-F3EC-4931-B91D-D51A6C226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42291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A"/>
                </a:solidFill>
              </a:defRPr>
            </a:pPr>
            <a:r>
              <a:rPr sz="1200" b="0">
                <a:solidFill>
                  <a:srgbClr val="5F6B7A"/>
                </a:solidFill>
              </a:rPr>
              <a:t>x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4BA5F8-E7BF-49AA-952A-EE3D920C1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63855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A"/>
                </a:solidFill>
              </a:defRPr>
            </a:pPr>
            <a:r>
              <a:rPr sz="1200" b="0">
                <a:solidFill>
                  <a:srgbClr val="5F6B7A"/>
                </a:solidFill>
              </a:rPr>
              <a:t>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81831A-DA8F-4F55-AEB1-A9B2F33DB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Differential Calculus &amp; Linear Algebra | 1BMATE101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F3D89F-6332-4021-B182-22DC14E60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1/9</a:t>
            </a:r>
          </a:p>
        </p:txBody>
      </p:sp>
    </p:spTree>
    <p:extLst>
      <p:ext uri="{BB962C8B-B14F-4D97-AF65-F5344CB8AC3E}">
        <p14:creationId xmlns:p14="http://schemas.microsoft.com/office/powerpoint/2010/main" val="168965361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FFB6E0-6D7B-43B6-8D93-42AA7A8DD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1BMATE101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2998FC-3E08-4C76-A947-99AA3E9EE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Learning route for this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A8C4D6-8FAD-48F0-AF8A-48E76BEBF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944064-45A7-49A8-A846-0D535E602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Motivation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6A0AF3-EABE-49EB-AEF5-7E873B476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64BE63-EA50-4716-807C-46AC0355C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Core formula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CC484E-80BC-4981-A439-F6A88488F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E41DCE-58FF-440D-935D-396012978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Derivation steps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AED0F9-A8F2-495D-B1F1-B52B05AC5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72A39F-9859-4F85-825A-8E7D3881C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Worked problem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A07606-C5B4-41B3-8FCE-D99C96F26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6E33CF-451F-4653-BADA-386439002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Exam checklist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C66C70-F75F-4A95-9B7B-3EB68F44F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71950"/>
            <a:ext cx="9620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Ordinary Differential Equations (ODE) of first order and first degree and nonlinear ODE (8 Hours Theory + 4 Hours Tutorial) Exact and reducible to exact differential equations- Integrating factors on 1 𝑁 ( 𝜕𝑀 𝜕𝑦 − 𝜕𝑁 𝜕𝑥)and 1 𝑀 ( 𝜕𝑀 𝜕𝑦 − 𝜕𝑁 𝜕𝑥) only.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Linear and Bernoulli's differential equations.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Orthogonal trajectories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L-R and C-R circuits.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Non-linear differential equations: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3A125A-F562-474D-9FAB-248EBA2B6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Differential Calculus &amp; Linear Algebra | 1BMATE101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CEC2B6-32F0-4643-9C0F-6F2A36C93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2/9</a:t>
            </a:r>
          </a:p>
        </p:txBody>
      </p:sp>
    </p:spTree>
    <p:extLst>
      <p:ext uri="{BB962C8B-B14F-4D97-AF65-F5344CB8AC3E}">
        <p14:creationId xmlns:p14="http://schemas.microsoft.com/office/powerpoint/2010/main" val="209503374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7E5A7E-9D3B-43E7-B583-BB7168586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1BMATE101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408F0F-2E36-429B-9157-7E69BABDE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Core concepts from the official syllabus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589638-A83B-4501-A007-AD13F1E44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9641BD-730C-4D83-98A7-75AEC7B32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Ordinary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DACA6D-A2B4-4F04-8CF8-D0674D39C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Differential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17C8C2-913B-47FD-A180-B077ECA12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Equations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37B2B2-7208-4947-A740-E3C5FCC6F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first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61E5FA-D3BE-4AD1-A0B4-56BD6AFAB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order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7D92F6-DC94-4B61-877E-9781B598A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degree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C4E1CE-6F52-4B5D-8FAA-CCE1A85A3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86300"/>
            <a:ext cx="9334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Introduction to general and singular solutions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Solvable for p only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Clairaut's equations, reducible to Clairaut's equations.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2 Textbook-1: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2E654C-08FC-4BFA-8548-42CE65D3C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Differential Calculus &amp; Linear Algebra | 1BMATE101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799B7B-7E55-4922-A80F-57A56EE71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3/9</a:t>
            </a:r>
          </a:p>
        </p:txBody>
      </p:sp>
    </p:spTree>
    <p:extLst>
      <p:ext uri="{BB962C8B-B14F-4D97-AF65-F5344CB8AC3E}">
        <p14:creationId xmlns:p14="http://schemas.microsoft.com/office/powerpoint/2010/main" val="135697652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E26B6C-FCBE-43D4-BCB8-2BD1BEB04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1BMATE101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8391B6-57E7-4E06-A630-2EF54E2E3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Concept explanation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52CF6F-ECF6-42B0-9CDE-D196656D8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E482AE-7967-4824-90D8-8571C4F23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495300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Ordinary Differential Equations (ODE) of first order and first degree and nonlinear ODE (8 Hours Theory + 4...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Linear and Bernoulli's differential equations.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Orthogonal trajectories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L-R and C-R circuits.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Non-linear differential equations: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Introduction to general and singular solutions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CE070A-6215-4CD8-83C8-55F750E4D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91150"/>
            <a:ext cx="1524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Instructor move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C3E442-431D-49F3-9093-197767C8F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381625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Pause after each idea and ask students to connect it to the next step.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B752D8-0078-4FC3-93D9-69EFD3DC9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790700"/>
            <a:ext cx="1143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Given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E93DE9-E1C1-4D71-BCA4-9C1A10635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9070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Formula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5A0281-8284-4BAE-B146-CA758DD92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1790700"/>
            <a:ext cx="1143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Solve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997029-3B43-41EB-ABC6-1F5074E01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876550"/>
            <a:ext cx="390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72033"/>
                </a:solidFill>
              </a:defRPr>
            </a:pPr>
            <a:r>
              <a:rPr sz="1950" b="1">
                <a:solidFill>
                  <a:srgbClr val="172033"/>
                </a:solidFill>
              </a:rPr>
              <a:t>f(x) → f'(x) →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CAA707-D0A7-4941-ADE6-A17F6FAF4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143375"/>
            <a:ext cx="342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49F4DE-25DF-4801-BB6B-46BED5E92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42291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A"/>
                </a:solidFill>
              </a:defRPr>
            </a:pPr>
            <a:r>
              <a:rPr sz="1200" b="0">
                <a:solidFill>
                  <a:srgbClr val="5F6B7A"/>
                </a:solidFill>
              </a:rPr>
              <a:t>x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DEB173-FC99-4FF4-A200-F2E583975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63855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A"/>
                </a:solidFill>
              </a:defRPr>
            </a:pPr>
            <a:r>
              <a:rPr sz="1200" b="0">
                <a:solidFill>
                  <a:srgbClr val="5F6B7A"/>
                </a:solidFill>
              </a:rPr>
              <a:t>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030CD3-4F25-4145-8F83-DE188B5A2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Differential Calculus &amp; Linear Algebra | 1BMATE101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D48BAC-A4B7-43E9-8EA7-0B2098C2D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4/9</a:t>
            </a:r>
          </a:p>
        </p:txBody>
      </p:sp>
    </p:spTree>
    <p:extLst>
      <p:ext uri="{BB962C8B-B14F-4D97-AF65-F5344CB8AC3E}">
        <p14:creationId xmlns:p14="http://schemas.microsoft.com/office/powerpoint/2010/main" val="84336006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EDF3A3-A9A8-44A4-8816-E544A513E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1BMATE101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896330-C7C8-4851-8D8B-ABC0490CE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Worked-solution pattern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8B5CB2-1209-48BA-AB3E-AA85F0B75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BF524D-54DF-419F-B8DD-AE2E4A4BC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Given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CA6152-506A-4BDB-99BC-70CD1FDC1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C771D1-2694-4B46-8705-A8AC071B8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Find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F89F32-1CAF-497B-AA79-C262F4935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A6E40C-3D0B-498D-983B-F9E3A546F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Formula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7A8658-73EC-443A-9750-AEAC1B2DC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5A5AEA-7675-424F-B508-3ED31F3EE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Substitution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F181D1-4C32-4347-8D68-29C3FDEBE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76D8A4-DFB5-403B-850B-4A54EAC08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Calculation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19323F-7EB9-43ED-9751-4C4DF269A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933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Use the syllabus terms while solving; do not answer only with the final result.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Show intermediate reasoning so students can locate the step where mistakes enter.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Close the example by explaining what the result means in engineering or professional practice.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6023F6-C41F-4553-BB00-E8F905FAF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Differential Calculus &amp; Linear Algebra | 1BMATE101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99EB9C-F984-46B0-8B19-D787EE264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5/9</a:t>
            </a:r>
          </a:p>
        </p:txBody>
      </p:sp>
    </p:spTree>
    <p:extLst>
      <p:ext uri="{BB962C8B-B14F-4D97-AF65-F5344CB8AC3E}">
        <p14:creationId xmlns:p14="http://schemas.microsoft.com/office/powerpoint/2010/main" val="62188020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DC3D31-40B7-4F74-AF6B-1E1500F53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1BMATE101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7A4E79-9229-4B9E-A1D6-C4A423D60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8CC0E1-ED92-40B8-8381-471E1D24D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EACEE0-4683-49B8-A6C6-0D49AE5A0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00200"/>
            <a:ext cx="2286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Example prompt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6A6E09-204A-4EEA-A604-DAB0C4BF8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56210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Ordinary Differential Equations (ODE) of first order and first degree and nonlinear ODE (8 Hours Theory + 4 Hours Tutorial) Exact and reducible to exact differential equations- Integrating factors on 1 𝑁 ( 𝜕𝑀 𝜕𝑦 − 𝜕𝑁 𝜕𝑥)and 1 𝑀 ( 𝜕𝑀 𝜕𝑦 − 𝜕𝑁 𝜕𝑥) only.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721F47-CE22-4273-A4B4-00C28D12B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09850"/>
            <a:ext cx="8953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Identify the relevant concept: Ordinary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State the rule or principle using syllabus language.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Work through one small case visibly on the board.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Ask students which assumption would change the answer.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9D5447-4B7F-4315-8C14-E2A464BA7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143500"/>
            <a:ext cx="876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Exam angle: a complete answer names the concept, shows the working, and states the interpretation.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68BE5B-5FC4-459C-B378-A82D377A3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Differential Calculus &amp; Linear Algebra | 1BMATE101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9F47D2-336C-4FED-8FF2-B931A8B37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6/9</a:t>
            </a:r>
          </a:p>
        </p:txBody>
      </p:sp>
    </p:spTree>
    <p:extLst>
      <p:ext uri="{BB962C8B-B14F-4D97-AF65-F5344CB8AC3E}">
        <p14:creationId xmlns:p14="http://schemas.microsoft.com/office/powerpoint/2010/main" val="24079723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90B7A8-A789-4A1F-BAE2-9A14B57BB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1BMATE101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FBDF09-101A-4DE6-AC9B-ADC6B4E20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Applications and common mistakes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EC64E4-7AED-4B5D-8147-B6AE73F16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19FF9B-621A-4294-8330-8F7C068B5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0200"/>
            <a:ext cx="2095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Applications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CA5759-E4A6-452E-ADD6-6F08D0764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66950"/>
            <a:ext cx="4476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Solvable for p only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Clairaut's equations, reducible to Clairaut's equations.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2 Textbook-1: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Chapter-11.9-11.14- 12.3,12.5.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3C9E1A-0B1A-4B01-9076-C8733F478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Common mistakes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B05A9B-3CDB-4E17-BB95-32D1C59C2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66950"/>
            <a:ext cx="4286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Writing only definitions without explanation.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Skipping intermediate working or assumptions.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Mixing similar terms without a comparison.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Not linking the result back to the application.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EF0E36-727F-49A8-B461-EA217FB78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Differential Calculus &amp; Linear Algebra | 1BMATE101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07F958-9975-4D34-BD5E-6E0A976C5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7/9</a:t>
            </a:r>
          </a:p>
        </p:txBody>
      </p:sp>
    </p:spTree>
    <p:extLst>
      <p:ext uri="{BB962C8B-B14F-4D97-AF65-F5344CB8AC3E}">
        <p14:creationId xmlns:p14="http://schemas.microsoft.com/office/powerpoint/2010/main" val="2736622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FAA06A2-10C7-4F51-992B-69EF717B9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1BMATE101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5627EE-13D5-4F37-9B08-25D509E01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Syllabus coverage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521E9E-395F-4F9C-BEA1-137F082F5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3DF972-AF1D-4600-8DFA-2AB91688B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Syllabus topic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AE6732-55B9-43BE-A285-1C59E5779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5049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Teaching treatment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402204-015C-4069-B741-BB6D52AB7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5049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Status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BD8E81-AA2C-4DE6-962F-C4CCF1744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Ordinary Differential Equations (ODE) of first order and first degree and nonlinear ODE (8 Hour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62760F-0E01-4EEF-973F-2C2A64517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859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6B6430-A192-4E91-83C5-8369EDFC0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8859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284488-B69F-490D-AEB6-8D38E959D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384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Linear and Bernoulli's differential equations.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3FF21D-07FE-4FF1-9220-2F2C24D76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384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8753F3-E98F-4E7E-A6B3-9134FD0BA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4384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80FA7C-D7EF-433A-9EE6-AD1E7D969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Orthogonal trajectories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A218D0-75D1-4791-A07B-59B29DDE8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908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3C77E7-C22F-4C43-A186-7B6FB4F82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9908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89B447-84F3-4EBB-9464-7422C0229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L-R and C-R circuits.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E16C01-2179-4E10-9D93-1224F5BF3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433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C041EF-4983-467D-8B8F-68FEDAF87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5433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A5A73C-54EC-43D7-AF83-79FFB5820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Non-linear differential equations: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9AAA90-EB95-4FD6-89F5-C4485D76D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957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3BC33D8-ECCF-4F41-B237-0501DBEF6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0957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6C69791-CAB9-4B07-A201-246DB1CD3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482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Introduction to general and singular solutions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81E4B0C-1E20-46AB-9406-8EEB04E7B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6482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D62E00D-80FB-4E57-A9D0-2D7CB1952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6482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4668679-C3F7-4757-8819-DE1662AB3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006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Solvable for p only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70C6F26-316A-4FB7-A598-668B2BEB3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2006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76ABAAC-E690-4E2C-8F98-131689EC7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2006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B7E5DAB-D69F-4797-9CCD-1C8EAF430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Differential Calculus &amp; Linear Algebra | 1BMATE101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F43DBD1-14CE-4DB3-B204-C8A9C490B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8/9</a:t>
            </a:r>
          </a:p>
        </p:txBody>
      </p:sp>
    </p:spTree>
    <p:extLst>
      <p:ext uri="{BB962C8B-B14F-4D97-AF65-F5344CB8AC3E}">
        <p14:creationId xmlns:p14="http://schemas.microsoft.com/office/powerpoint/2010/main" val="14536193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A602DB-17AF-4CA8-A33A-4BAB89EE4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1BMATE101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3F8860-D43F-4F75-9E5C-481429C21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Module recap and exam preparation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81559A-6A56-4E26-8013-0F8655F4F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C6288D-2650-4530-98B2-A3E105BCF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19250"/>
            <a:ext cx="952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Key definitions: Ordinary, Differential, Equations, first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formulae: write the starting expression, assumptions, and final form.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working: show cause, mechanism, result, and interpretation.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Common mistakes: avoid skipped steps, unsupported claims, and unlabeled diagrams.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Practice: prepare short-answer, application, and worked-example questions from the listed topics.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993DC3-C758-41F1-A216-0FC1DFF6A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015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Previous VTU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A7A7C0-45C6-4912-80C3-90B8A1652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010150"/>
            <a:ext cx="670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No repository-verified previous VTU questions were found for this module, so none are fabricated here.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CC94C6-17BB-486F-B743-92D209417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Differential Calculus &amp; Linear Algebra | 1BMATE101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CA30C3-ACE2-44D5-95DA-B64B61B81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9/9</a:t>
            </a:r>
          </a:p>
        </p:txBody>
      </p:sp>
    </p:spTree>
    <p:extLst>
      <p:ext uri="{BB962C8B-B14F-4D97-AF65-F5344CB8AC3E}">
        <p14:creationId xmlns:p14="http://schemas.microsoft.com/office/powerpoint/2010/main" val="148855619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2026-08-24T06:38:50.9790000Z</dcterms:created>
  <dcterms:modified xsi:type="dcterms:W3CDTF">2026-08-24T06:38:50.9790000Z</dcterms:modified>
</coreProperties>
</file>