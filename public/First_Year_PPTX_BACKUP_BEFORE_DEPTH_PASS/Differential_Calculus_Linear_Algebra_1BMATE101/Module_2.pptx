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e872e39014e11" /><Relationship Type="http://schemas.openxmlformats.org/officeDocument/2006/relationships/extended-properties" Target="/docProps/app.xml" Id="R34f41bb8127e4555" /><Relationship Type="http://schemas.openxmlformats.org/officeDocument/2006/relationships/officeDocument" Target="/ppt/presentation.xml" Id="Rd86fc00c7398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c973eb90964d04"/>
  </p:sldMasterIdLst>
  <p:notesMasterIdLst>
    <p:notesMasterId xmlns:r="http://schemas.openxmlformats.org/officeDocument/2006/relationships" r:id="Ra9690290e6384812"/>
  </p:notesMasterIdLst>
  <p:sldIdLst>
    <p:sldId xmlns:r="http://schemas.openxmlformats.org/officeDocument/2006/relationships" id="256" r:id="Ra990cdd8b0064e5a"/>
    <p:sldId xmlns:r="http://schemas.openxmlformats.org/officeDocument/2006/relationships" id="257" r:id="Rb8e4f0f68602490e"/>
    <p:sldId xmlns:r="http://schemas.openxmlformats.org/officeDocument/2006/relationships" id="258" r:id="Re2064dcf288b4a32"/>
    <p:sldId xmlns:r="http://schemas.openxmlformats.org/officeDocument/2006/relationships" id="259" r:id="R9c7e84c512934aca"/>
    <p:sldId xmlns:r="http://schemas.openxmlformats.org/officeDocument/2006/relationships" id="260" r:id="R4a4c6079ef044caf"/>
    <p:sldId xmlns:r="http://schemas.openxmlformats.org/officeDocument/2006/relationships" id="261" r:id="R1eabc76584474656"/>
    <p:sldId xmlns:r="http://schemas.openxmlformats.org/officeDocument/2006/relationships" id="262" r:id="R2e546eb9e5034a3b"/>
    <p:sldId xmlns:r="http://schemas.openxmlformats.org/officeDocument/2006/relationships" id="263" r:id="R95e3b07c8f6d481b"/>
    <p:sldId xmlns:r="http://schemas.openxmlformats.org/officeDocument/2006/relationships" id="264" r:id="R0422713511004b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8f8d3a25fa4f46" /><Relationship Type="http://schemas.openxmlformats.org/officeDocument/2006/relationships/slideMaster" Target="/ppt/slideMasters/slideMaster1.xml" Id="R94c973eb90964d04" /><Relationship Type="http://schemas.openxmlformats.org/officeDocument/2006/relationships/notesMaster" Target="/ppt/notesMasters/notesMaster1.xml" Id="Ra9690290e6384812" /><Relationship Type="http://schemas.openxmlformats.org/officeDocument/2006/relationships/presProps" Target="/ppt/presProps.xml" Id="Ra7b4ded602484efe" /><Relationship Type="http://schemas.openxmlformats.org/officeDocument/2006/relationships/tableStyles" Target="/ppt/tableStyles.xml" Id="R19a1b26b802b4e3c" /><Relationship Type="http://schemas.openxmlformats.org/officeDocument/2006/relationships/slide" Target="/ppt/slides/slide1.xml" Id="Ra990cdd8b0064e5a" /><Relationship Type="http://schemas.openxmlformats.org/officeDocument/2006/relationships/slide" Target="/ppt/slides/slide2.xml" Id="Rb8e4f0f68602490e" /><Relationship Type="http://schemas.openxmlformats.org/officeDocument/2006/relationships/slide" Target="/ppt/slides/slide3.xml" Id="Re2064dcf288b4a32" /><Relationship Type="http://schemas.openxmlformats.org/officeDocument/2006/relationships/slide" Target="/ppt/slides/slide4.xml" Id="R9c7e84c512934aca" /><Relationship Type="http://schemas.openxmlformats.org/officeDocument/2006/relationships/slide" Target="/ppt/slides/slide5.xml" Id="R4a4c6079ef044caf" /><Relationship Type="http://schemas.openxmlformats.org/officeDocument/2006/relationships/slide" Target="/ppt/slides/slide6.xml" Id="R1eabc76584474656" /><Relationship Type="http://schemas.openxmlformats.org/officeDocument/2006/relationships/slide" Target="/ppt/slides/slide7.xml" Id="R2e546eb9e5034a3b" /><Relationship Type="http://schemas.openxmlformats.org/officeDocument/2006/relationships/slide" Target="/ppt/slides/slide8.xml" Id="R95e3b07c8f6d481b" /><Relationship Type="http://schemas.openxmlformats.org/officeDocument/2006/relationships/slide" Target="/ppt/slides/slide9.xml" Id="R0422713511004b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8f61a6a1f842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330fc00364910" /><Relationship Type="http://schemas.openxmlformats.org/officeDocument/2006/relationships/notesMaster" Target="/ppt/notesMasters/notesMaster1.xml" Id="R69fa75382da54e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fb1c25c964da0" /><Relationship Type="http://schemas.openxmlformats.org/officeDocument/2006/relationships/notesMaster" Target="/ppt/notesMasters/notesMaster1.xml" Id="R0edf3f62d80d45e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a6129aa24f408d" /><Relationship Type="http://schemas.openxmlformats.org/officeDocument/2006/relationships/notesMaster" Target="/ppt/notesMasters/notesMaster1.xml" Id="R2dbcb016227047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5c0b2c002043ba" /><Relationship Type="http://schemas.openxmlformats.org/officeDocument/2006/relationships/notesMaster" Target="/ppt/notesMasters/notesMaster1.xml" Id="Rd88501e27e024a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e17acf85fc4152" /><Relationship Type="http://schemas.openxmlformats.org/officeDocument/2006/relationships/notesMaster" Target="/ppt/notesMasters/notesMaster1.xml" Id="R9f3087ff785047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4a02b5aadd4fe0" /><Relationship Type="http://schemas.openxmlformats.org/officeDocument/2006/relationships/notesMaster" Target="/ppt/notesMasters/notesMaster1.xml" Id="Rb7356cfb3b6841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eba7a8a0b741f1" /><Relationship Type="http://schemas.openxmlformats.org/officeDocument/2006/relationships/notesMaster" Target="/ppt/notesMasters/notesMaster1.xml" Id="R1d428d9006554e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dbf2d1a6f441d5" /><Relationship Type="http://schemas.openxmlformats.org/officeDocument/2006/relationships/notesMaster" Target="/ppt/notesMasters/notesMaster1.xml" Id="R6669d24f780143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9e427571e8461b" /><Relationship Type="http://schemas.openxmlformats.org/officeDocument/2006/relationships/notesMaster" Target="/ppt/notesMasters/notesMaster1.xml" Id="R38d05bbf369744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e0eb1633a4c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c59145392b4915" /><Relationship Type="http://schemas.openxmlformats.org/officeDocument/2006/relationships/slideLayout" Target="/ppt/slideLayouts/slideLayout1.xml" Id="Rb3bf3c36156c41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f3c36156c41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54e3cd8e849af" /><Relationship Type="http://schemas.openxmlformats.org/officeDocument/2006/relationships/notesSlide" Target="/ppt/notesSlides/notesSlide1.xml" Id="R583ef96a9f734f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a81981df534238" /><Relationship Type="http://schemas.openxmlformats.org/officeDocument/2006/relationships/notesSlide" Target="/ppt/notesSlides/notesSlide2.xml" Id="R07a12ffd419344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1accaea4b40a1" /><Relationship Type="http://schemas.openxmlformats.org/officeDocument/2006/relationships/notesSlide" Target="/ppt/notesSlides/notesSlide3.xml" Id="Rc91efd4ac2754b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a583b1b0714074" /><Relationship Type="http://schemas.openxmlformats.org/officeDocument/2006/relationships/notesSlide" Target="/ppt/notesSlides/notesSlide4.xml" Id="R7d4b67deed624f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4b1c51288431e" /><Relationship Type="http://schemas.openxmlformats.org/officeDocument/2006/relationships/notesSlide" Target="/ppt/notesSlides/notesSlide5.xml" Id="Rec67b2beed71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b9df18f234250" /><Relationship Type="http://schemas.openxmlformats.org/officeDocument/2006/relationships/notesSlide" Target="/ppt/notesSlides/notesSlide6.xml" Id="R782398edf61c49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e0e2586c3467f" /><Relationship Type="http://schemas.openxmlformats.org/officeDocument/2006/relationships/notesSlide" Target="/ppt/notesSlides/notesSlide7.xml" Id="R342d908ee40f44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a3382d37145c2" /><Relationship Type="http://schemas.openxmlformats.org/officeDocument/2006/relationships/notesSlide" Target="/ppt/notesSlides/notesSlide8.xml" Id="R59c952501d99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e8ac104cc4b0c" /><Relationship Type="http://schemas.openxmlformats.org/officeDocument/2006/relationships/notesSlide" Target="/ppt/notesSlides/notesSlide9.xml" Id="Rb56815c8e7ca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C6BCC-FCBF-4C1A-9652-9337A7D7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8D092-3D68-4E86-90E9-6667F9E33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Power series Expansions, indeterminate forms and multivariable 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1547C-E8F8-4C84-B5D8-4F7E7CD3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&amp;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1BMATE101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EC06-23F6-4377-ABD2-99A85673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98CF6-80A3-48ED-B978-189A7976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ECF25-3824-488E-8582-E301CB8F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94EBD-3A86-491B-BCDD-BAD274AF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D6D28-98FD-475E-ABE1-0801B003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14BDC-47D2-4FB2-BF28-C421E4CE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612B6-8BF4-4450-AE0C-8FDA4BE7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8594A-BC8A-4C8A-8ABC-A3C7B182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87D456-6807-48B8-8582-52CF0472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1259956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D8017-4EC4-4A2A-86F0-841B3511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0366-083A-4DB7-8C43-3380D6F4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F3B80-FBAC-401C-AC26-A7D25559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6F779-6B8C-4E8E-ACA9-25B98954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17FECB-AE91-47AF-9AC8-2789D685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F7F2A-18E2-4A16-92C2-89F1AA9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D6969-EBCD-4CF3-926C-E0EF93D7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E43A4-D4AE-4977-9AC7-A7E0AD62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27EA7-F68E-4B17-8953-51D5501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80A03-6AE9-4B4F-9611-66538143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A52E5-65B1-4AD4-AD2A-5C8AB466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B7FA0-908D-4805-8BA3-4950866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91E16-E2CF-4227-9910-86A52EFE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Power series Expansions, indeterminate forms and multivariable calculus (8 Hours Theory + 4 Hours Tutorial) Statement and problems on Taylor's and Maclaurin's series expansion for one variable.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Partial Differentiation: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Partial derivatives, total derivative, differentiation of composite functions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Maxima and minima for functions of two variables.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4BC684-0EFB-499A-94EA-1CB7ED10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B9695-CDA9-42DF-B96C-1F112593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78475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1EA9D-EC43-49A8-8229-D2C8571E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91B43-0032-4F24-A4EC-3AB64B72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5A580-7A28-489E-A6BF-FDBA3938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AC3B4-7D3F-48B9-9304-91964F8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7C692-B65B-4CC2-B3BB-83421703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79D79-38C9-490B-9C15-4E6DB975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Expansions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709A41-F8FB-429D-8033-381152F7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indeterminate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F41733-056B-4136-A938-0DC879FB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E27DC-F99E-45EB-B68C-99D4048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multivariable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A7A263-E2B0-4860-B67A-4DD365C3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Textbook-1: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Chapter- 4.4(1,2,3),4.5(1,2,3), 5.1- 5.11.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E605FF-EB72-40E6-B8FB-AE80FD3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FA91D-79AE-44FF-85EC-E2E44309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359802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4F394-E9E5-4656-A9C7-D1100184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5A121-3EE7-4025-8607-BEAF18C2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BEE04-EA3F-45C6-9A66-0BB36668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59B3A9-1F9D-4599-87DA-9A11BAB1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Power series Expansions, indeterminate forms and multivariable calculus (8 Hours Theory + 4 Hours Tutorial)...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Indeterminate forms - L'Hospital's rule.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Partial Differentiation: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Partial derivatives, total derivative, differentiation of composite functions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Maxima and minima for functions of two variables.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Textbook-1: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A3CF7-69E8-4D25-9A1F-78DDDF4D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EEDC-EF8E-4AA6-ABCB-2AAC3100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8F8CED-5977-4D50-978C-1363405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8D8A1-705E-49AE-AC07-616CB015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202E40-3FD6-41C9-B27C-0AAC4066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20FE8-D6A9-4623-9EC2-913F92FC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67D37-237B-4C9D-BE23-F06BC125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444600-FFB0-48AD-A607-4B48DAAA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43008-E2C6-4897-9BBD-41160D9B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24B0C-BC93-48F7-A93C-E4BE935D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76598-6E84-4BC0-A005-B61DEBB2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1358566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CC5BAF-AC80-4CDC-A9D9-2796CC81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7F793-6E93-424F-B5DD-4BA29C58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3022E-0AAA-40ED-822E-0E1877AE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03519-DBDB-4C14-91EE-E0728772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FDB1-14F1-4BF7-8E61-09A29CB3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3FF53-B566-44DE-9686-FF365AD4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F9DB3-0141-4DCE-AC76-CABD9042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42A63-6420-4693-ABBF-9A51B57B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BF45C-61DA-46B1-A074-112C613B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508D5-0848-4A5C-9733-5356880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015DAD-3A3A-4983-BD2C-9859428B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C374F9-5C78-4825-9C94-6051924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60703-737B-4D44-8EB1-0988559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423FC-6409-4C30-B06B-6D71B1C6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1DE20-4F16-4CE7-8D32-FF6BA95F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18965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A30FA-7476-496B-8EAF-339CB131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F35D1-4E97-4F48-8D87-7E1543D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C7CCF-1F36-4F02-94E0-7397A9EC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6A690-BF1C-413C-B810-5D2E31E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0E250-86D8-4C9F-8C0C-A8EDA390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Power series Expansions, indeterminate forms and multivariable calculus (8 Hours Theory + 4 Hours Tutorial) Statement and problems on Taylor's and Maclaurin's series expansion for one variable.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53880-DCA4-4B25-9469-91FFC209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Power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99BF0-9FA7-4D0B-B22D-011DDF13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477B71-BD21-48C8-912A-7364EF35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09005-9EE3-4B97-8411-EB2AB906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732437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73D5A-F814-419F-8B74-F782D8D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4AF06-A5AC-4222-BD5D-7124A7F1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8A282-34F4-4971-836B-9795EE87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A25FF-587C-4891-985E-C1824AA5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9296-B7FC-4D2A-AB2A-0C170D60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Chapter- 4.4(1,2,3),4.5(1,2,3), 5.1- 5.11.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5B75-8D95-42EB-A57E-6FA0046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E2CBC-2D67-494D-B5BF-07CC2682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F17C4-D156-4DE4-8539-609270BF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82776-91C7-4B95-A6B0-64554D1F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9631395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CF3A4E-62FD-4F51-9645-1DE3C40B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D5A56-8BD5-403A-9409-065DDBD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2D18-05E3-4058-987C-165ABB1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025E6-5139-48BE-8C2F-BF2D199D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8174D-A691-4410-A0D6-C0AC002E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BC79D-E78A-4AD8-A48A-5681DF7A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9E88B-B7F5-43B6-87F2-B74E1B0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Power series Expansions, indeterminate forms and multivariable calculus (8 Hours Theory + 4 Hou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04961-857C-480E-8FB7-160CAFFB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FC07F-6BE7-4D2C-8516-7EF0AAD6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5EE9E-D941-42E6-9409-59536667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Indeterminate forms - L'Hospital's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2DF15-E263-4937-B329-C575684A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5FCFC5-C6C3-4703-892C-690BC9B2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5E2768-5D3F-4966-A884-FBD02BCF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Partial Differentiation: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4BA10-C844-475D-80B5-DF788A81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64539-A7AC-4545-A403-CDD4E3F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5DC06-C3F3-4023-9E72-C005FAC8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Partial derivatives, total derivative, differentiation of composite functions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F38A3-D1C9-4D36-87F4-E311D39E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D4E5C-1770-42EF-8645-64AE3DCE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F08E2-B6BB-4C5C-B42B-62D81490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Maxima and minima for functions of two variables.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8B3E5-E5E2-4FDE-9F0B-AB302FEF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E1BB45-C511-4B89-8B22-AFDA190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02F22-ED40-4A8B-852B-1F4E141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Textbook-1: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68E4FA-50C2-4A91-8FD4-A4531795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E211AF-9225-42A4-8170-02085D80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C7FF0-961E-47D4-B94E-67CE1EF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Chapter- 4.4(1,2,3),4.5(1,2,3), 5.1- 5.11.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428D6-6422-4867-9BA6-FB0C427C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501ED-C83E-44C5-9525-2513CC25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92E177-5007-40EF-97E8-3E9A7E33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E83D98-CD4B-4EB7-9B79-D26EBEE9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45760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8BA2E-F92A-4037-B68A-54630F0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1BMATE101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68941-061F-4125-9FBB-7492ECAD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0B141-3DE1-42B1-80A6-B770B964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C1501-2D9A-4155-BB23-BD1A5453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Power, series, Expansions, indeterminate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13F14-3E97-4B0A-BC25-7B1B3B2E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7C714-CA30-4035-8340-5E951884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2796A8-2EB0-4D47-8016-05506578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&amp; Linear Algebra | 1BMATE101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6E7DC-78C5-4DBC-A182-B3FD19EE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60054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2026-08-24T06:38:50.9230000Z</dcterms:created>
  <dcterms:modified xsi:type="dcterms:W3CDTF">2026-08-24T06:38:50.9230000Z</dcterms:modified>
</coreProperties>
</file>