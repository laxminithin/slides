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7f4e97bb994c4e" /><Relationship Type="http://schemas.openxmlformats.org/officeDocument/2006/relationships/extended-properties" Target="/docProps/app.xml" Id="R6ee40eb346c246ba" /><Relationship Type="http://schemas.openxmlformats.org/officeDocument/2006/relationships/officeDocument" Target="/ppt/presentation.xml" Id="R145679748a69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1410a497a14a49"/>
  </p:sldMasterIdLst>
  <p:notesMasterIdLst>
    <p:notesMasterId xmlns:r="http://schemas.openxmlformats.org/officeDocument/2006/relationships" r:id="Redbe8edb2a844860"/>
  </p:notesMasterIdLst>
  <p:sldIdLst>
    <p:sldId xmlns:r="http://schemas.openxmlformats.org/officeDocument/2006/relationships" id="256" r:id="Rbf76c2332309484c"/>
    <p:sldId xmlns:r="http://schemas.openxmlformats.org/officeDocument/2006/relationships" id="257" r:id="Rcbee0fe87e2e45a6"/>
    <p:sldId xmlns:r="http://schemas.openxmlformats.org/officeDocument/2006/relationships" id="258" r:id="R65cf1192bdd3467e"/>
    <p:sldId xmlns:r="http://schemas.openxmlformats.org/officeDocument/2006/relationships" id="259" r:id="Ree7bac9464964e20"/>
    <p:sldId xmlns:r="http://schemas.openxmlformats.org/officeDocument/2006/relationships" id="260" r:id="R294fb14a96bb470e"/>
    <p:sldId xmlns:r="http://schemas.openxmlformats.org/officeDocument/2006/relationships" id="261" r:id="Rd93d9bcf904e481b"/>
    <p:sldId xmlns:r="http://schemas.openxmlformats.org/officeDocument/2006/relationships" id="262" r:id="R0d62722c12954ec7"/>
    <p:sldId xmlns:r="http://schemas.openxmlformats.org/officeDocument/2006/relationships" id="263" r:id="Ra958f2e7a23e4d91"/>
    <p:sldId xmlns:r="http://schemas.openxmlformats.org/officeDocument/2006/relationships" id="264" r:id="R580cf9d7e0674c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946569b4ed402c" /><Relationship Type="http://schemas.openxmlformats.org/officeDocument/2006/relationships/slideMaster" Target="/ppt/slideMasters/slideMaster1.xml" Id="R8b1410a497a14a49" /><Relationship Type="http://schemas.openxmlformats.org/officeDocument/2006/relationships/notesMaster" Target="/ppt/notesMasters/notesMaster1.xml" Id="Redbe8edb2a844860" /><Relationship Type="http://schemas.openxmlformats.org/officeDocument/2006/relationships/presProps" Target="/ppt/presProps.xml" Id="Rfc494db226ca4039" /><Relationship Type="http://schemas.openxmlformats.org/officeDocument/2006/relationships/tableStyles" Target="/ppt/tableStyles.xml" Id="R0d417af612914630" /><Relationship Type="http://schemas.openxmlformats.org/officeDocument/2006/relationships/slide" Target="/ppt/slides/slide1.xml" Id="Rbf76c2332309484c" /><Relationship Type="http://schemas.openxmlformats.org/officeDocument/2006/relationships/slide" Target="/ppt/slides/slide2.xml" Id="Rcbee0fe87e2e45a6" /><Relationship Type="http://schemas.openxmlformats.org/officeDocument/2006/relationships/slide" Target="/ppt/slides/slide3.xml" Id="R65cf1192bdd3467e" /><Relationship Type="http://schemas.openxmlformats.org/officeDocument/2006/relationships/slide" Target="/ppt/slides/slide4.xml" Id="Ree7bac9464964e20" /><Relationship Type="http://schemas.openxmlformats.org/officeDocument/2006/relationships/slide" Target="/ppt/slides/slide5.xml" Id="R294fb14a96bb470e" /><Relationship Type="http://schemas.openxmlformats.org/officeDocument/2006/relationships/slide" Target="/ppt/slides/slide6.xml" Id="Rd93d9bcf904e481b" /><Relationship Type="http://schemas.openxmlformats.org/officeDocument/2006/relationships/slide" Target="/ppt/slides/slide7.xml" Id="R0d62722c12954ec7" /><Relationship Type="http://schemas.openxmlformats.org/officeDocument/2006/relationships/slide" Target="/ppt/slides/slide8.xml" Id="Ra958f2e7a23e4d91" /><Relationship Type="http://schemas.openxmlformats.org/officeDocument/2006/relationships/slide" Target="/ppt/slides/slide9.xml" Id="R580cf9d7e0674c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308293e1df42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58164d84244410" /><Relationship Type="http://schemas.openxmlformats.org/officeDocument/2006/relationships/notesMaster" Target="/ppt/notesMasters/notesMaster1.xml" Id="Rc79711ac42c04c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8c01044254024" /><Relationship Type="http://schemas.openxmlformats.org/officeDocument/2006/relationships/notesMaster" Target="/ppt/notesMasters/notesMaster1.xml" Id="R8d31b566b1cc4b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baecd5fb624e91" /><Relationship Type="http://schemas.openxmlformats.org/officeDocument/2006/relationships/notesMaster" Target="/ppt/notesMasters/notesMaster1.xml" Id="R0afa1756aeb940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3e49bdeca642c0" /><Relationship Type="http://schemas.openxmlformats.org/officeDocument/2006/relationships/notesMaster" Target="/ppt/notesMasters/notesMaster1.xml" Id="R68340c8b881948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73007bce0148ac" /><Relationship Type="http://schemas.openxmlformats.org/officeDocument/2006/relationships/notesMaster" Target="/ppt/notesMasters/notesMaster1.xml" Id="Rbf8c637f86a54e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0bdf4c9b904605" /><Relationship Type="http://schemas.openxmlformats.org/officeDocument/2006/relationships/notesMaster" Target="/ppt/notesMasters/notesMaster1.xml" Id="R36131a526de044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b7922bff184f67" /><Relationship Type="http://schemas.openxmlformats.org/officeDocument/2006/relationships/notesMaster" Target="/ppt/notesMasters/notesMaster1.xml" Id="R7c913f869b9446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102367a7e64e45" /><Relationship Type="http://schemas.openxmlformats.org/officeDocument/2006/relationships/notesMaster" Target="/ppt/notesMasters/notesMaster1.xml" Id="Rb21ca9cca43f40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4b25a509504d19" /><Relationship Type="http://schemas.openxmlformats.org/officeDocument/2006/relationships/notesMaster" Target="/ppt/notesMasters/notesMaster1.xml" Id="Ra6283b37ad37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ef327aa044e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dcb93206484844" /><Relationship Type="http://schemas.openxmlformats.org/officeDocument/2006/relationships/slideLayout" Target="/ppt/slideLayouts/slideLayout1.xml" Id="R04fca55c777e4c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ca55c777e4c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3055018f44fd9" /><Relationship Type="http://schemas.openxmlformats.org/officeDocument/2006/relationships/notesSlide" Target="/ppt/notesSlides/notesSlide1.xml" Id="R75e1846b72224b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3abeb7fe5408a" /><Relationship Type="http://schemas.openxmlformats.org/officeDocument/2006/relationships/notesSlide" Target="/ppt/notesSlides/notesSlide2.xml" Id="Ra5d71aab557a49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a4958bcf04710" /><Relationship Type="http://schemas.openxmlformats.org/officeDocument/2006/relationships/notesSlide" Target="/ppt/notesSlides/notesSlide3.xml" Id="R7ed5b6127c3e4f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dfb85e4404ac8" /><Relationship Type="http://schemas.openxmlformats.org/officeDocument/2006/relationships/notesSlide" Target="/ppt/notesSlides/notesSlide4.xml" Id="R34ac318f4cbb49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3473a241c46b4" /><Relationship Type="http://schemas.openxmlformats.org/officeDocument/2006/relationships/notesSlide" Target="/ppt/notesSlides/notesSlide5.xml" Id="R54db346f19ef4a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5c8df6ee443a3" /><Relationship Type="http://schemas.openxmlformats.org/officeDocument/2006/relationships/notesSlide" Target="/ppt/notesSlides/notesSlide6.xml" Id="Rf795f26cd0864b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3ec253ce14d34" /><Relationship Type="http://schemas.openxmlformats.org/officeDocument/2006/relationships/notesSlide" Target="/ppt/notesSlides/notesSlide7.xml" Id="Rde95dbd6fe4b4c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38126d32f4843" /><Relationship Type="http://schemas.openxmlformats.org/officeDocument/2006/relationships/notesSlide" Target="/ppt/notesSlides/notesSlide8.xml" Id="R8dd19e7ad8824b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ac05974f24178" /><Relationship Type="http://schemas.openxmlformats.org/officeDocument/2006/relationships/notesSlide" Target="/ppt/notesSlides/notesSlide9.xml" Id="Ra62fbdc57bc04b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9FBE5-F254-447E-AF9B-80B5A539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C7E61-219B-40AE-B2F2-FDB277C9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Ordinary differential equations of higher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1DE97-5C7B-4418-A611-7C9BD101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E760-7D4C-4306-83CA-C036F8A2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C0C4D-DC00-4211-BD37-08B2A195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15689-B0DA-44AD-9E80-C0208A55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E6462-4535-40D9-95AF-6A857B0D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1F7A5-A17E-4DF2-A773-DD500883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BAE64-1D06-44DE-A3B1-CF0DDCC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E5437-D239-4323-A183-AD23D226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A9821-F1A7-4A0A-883A-8F5BD182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23506-6465-457C-9768-A5956EF9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817897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0E23B-B04A-4772-91E5-1FDFA735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56C59-8154-4D86-8746-406572D2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AE34F-E8B5-4419-BBC7-1401135B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FB96A-DAD4-4BA1-A360-F999FFF6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8C868-F5A9-4EC8-85C1-E2FBAD35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6CC01-7EF4-4AFB-BC6D-60CBEBEA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03430-75B5-43A5-A39C-99CEE15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0ABCD-6753-4166-9039-10BB55EA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35090-5403-47BC-A5CE-64065536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A271D-A375-4644-8EF7-8F1F7D1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1E46C-A0B9-4AE2-95F6-3B7A670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CAEF8-945B-4E85-847B-F3C080AB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3E46A-4CD0-4660-94A4-A19AD2F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Ordinary differential equations of higher Order (8 Hours Theory + 4 Hours Tutorial) Higher-order linear ordinary differential equations with constant coefficients, homogeneous and non-homogeneous equations -𝑒𝑎𝑥, sin(𝑎𝑥 + 𝑏), cos(𝑎𝑥 + 𝑏), 𝑥𝑛only.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Method of variation of parameters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Cauchy's and Legendre's homogeneous differential equations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L-C-R circuits.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C1A04-7DDC-4817-93E1-00B7F70C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A18DC-C1BB-4EF4-8133-AA720284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123992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F4B0A-3B77-4EE8-AEAB-74B6683D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A5953-1432-492C-9350-B4931EA8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00980-8202-4706-A1DC-C03FFC29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0E37C-8E9D-4FB0-B62D-63D8120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A42D1-2E11-4200-BD72-3430A804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07030-CA86-494B-A465-3E1CCBD5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A84C5-4F01-4B2C-BEE4-E0895B8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higher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192CA-7838-4695-A357-D3A5869B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9A5AF-7F48-4AFE-86D3-422C7A8F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56578-51ED-4D4F-A9B6-5263D467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Chapter-13.1-13.9, 14.5.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AD951-967B-460C-820C-3173748D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1A8A5-F0A7-4FAE-97FA-85766EEF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06139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10FCA-6085-4295-9330-467596E8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3753F-CF01-424A-8FBA-8069B69B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49C64-3684-4016-BF2B-4C4FE193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0BE63-7EEC-4BB6-975E-81F00F69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Ordinary differential equations of higher Order (8 Hours Theory + 4 Hours Tutorial) Higher-order linear ord...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Method of variation of parameters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Cauchy's and Legendre's homogeneous differential equations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L-C-R circuits.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Chapter-13.1-13.9, 14.5.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1878E-98EC-4AD7-9C46-86D91FC5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5DA95-04F2-4774-BB17-52EECF25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EC114-95F9-4B7C-923D-95235B05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8E10A-635B-4E12-869A-F40D1247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AFB5D-F276-4A1F-A8EC-B306349E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8A046-3727-4F7D-8F94-E9C33139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C603A-4784-4D30-B7F9-ED62300E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71345-B1A0-48C0-96C8-85C0C186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98FD2-D9F0-40C9-B32D-9C19544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5B6EC-43EB-4225-A226-D0BDB4E6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FF16D-7AC5-4F00-8A1D-111F9BE4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323758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6C245-C29B-48F9-8CD7-1E0AC12B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DE77C-7DBE-4813-80DE-4F643401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F192E-F11E-403D-AE2D-C5CD0B41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8C76B-0177-439F-850C-626E82D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996FC-3AA1-4E17-A437-620150F5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33ACC-BFFD-4B10-9DF9-AC350F20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1DB61-CCAC-4B52-BBDD-6954C083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5C979-B45D-482C-A529-D5676905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40C9A-BC31-418E-BE36-96E67670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963BD-22E3-401E-A8C6-B5D217E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1F784-D73C-4B09-8505-AA8C552D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5D0AF-0C13-40FF-8058-8E758342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35C44-C0C3-41E7-939F-87C025E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B362B-111D-4535-AC6C-D77C4C25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2EC97-6238-45B3-9BFD-5D1DAD6B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45694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F6550-68B9-4AD5-9D2B-A38E0789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966E4-0676-41F7-8B1B-CDD65029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C1D1A-B5C8-458D-A607-E484B8CD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849EE-E915-44EC-BA31-B48755F9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FFDF3-605F-474D-92B9-130D9497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Ordinary differential equations of higher Order (8 Hours Theory + 4 Hours Tutorial) Higher-order linear ordinary differential equations with constant coefficients, homogeneous and non-homogeneous equations -𝑒𝑎𝑥, sin(𝑎𝑥 + 𝑏), cos(𝑎𝑥 + 𝑏), 𝑥𝑛only.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3162C-BE9B-489D-8160-9D46D016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Ordinary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7DF5C-9365-4874-8940-78D42C72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14EB9-60EB-4A6D-8BD8-F7162F5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D5089-DBC5-4E03-82F0-F574B720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471026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F0ECF-6AB0-4CFE-B598-BC0EDC61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1F59C-E810-4149-9E33-160EF741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97517-4E53-4A88-B2C9-0F1DAE15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E5DB4-87D0-461E-8BF5-6A1C5C4B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4D183-6FD5-4D4D-B6F5-7DD1B872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2256B-1F90-4A99-A381-3FA6134D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01D43-FEEF-425E-B639-721D6B92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67A37-A240-4963-808F-8DB11AC4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09DAB-3151-42EF-8216-7AA656E1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5157550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C0310-2853-45CA-B217-546948A6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A3A89-4545-4191-9E18-4C1D5BE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61908-D85A-40CC-AF2B-50A61B2C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D8E0F-0B06-42C5-9B8A-EBE4D585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09DEF-C2C4-4681-B776-89FC710D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F5FB3-2201-4F85-93FB-BDDDDA6D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BEB0E-E292-4E4E-A3B7-D0640663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Ordinary differential equations of higher Order (8 Hours Theory + 4 Hours Tutorial) Higher-orde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6F8EE-0477-466E-A72D-3821286B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41242-3E44-48EE-BDB1-A50398AE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1E250-646B-4051-90BC-760FDA51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Method of variation of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88F16-8BB3-4795-BBBA-E3CFDD55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4EAF2-9F50-4C02-866B-8C9B170E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660FA-845C-495E-87EE-3C904952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Cauchy's and Legendre's homogeneous differential equations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E76FA-F57E-4E22-9362-4B4EEFB2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1B804-F130-40D2-A3C0-C4FC8A02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97A61-A5B4-403E-8151-DE7FA51A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L-C-R circuits.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EF4F4-07C3-45D8-AD4F-05C85371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97750-4A6E-425B-853B-D6B438F6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6EFD6-8D27-4152-8BC0-28B019F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D6E35-41D4-4E00-A192-EEDBC0FB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64A1D-FF24-430A-BFBC-B6FBF8F6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4D259-EAB7-455D-927E-DC12A71D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Chapter-13.1-13.9, 14.5.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2D0B9-8F10-42F6-B670-980348E8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B6430-5104-494C-945D-8200A1EA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870E0-F692-42EB-8F7F-57647031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BDEC0-110E-4988-8451-D1146892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2057497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9B33C-76E0-4B16-AEBA-9A7D0342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66E28-C0D9-46D4-B901-DFA68A25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E43FE-58A7-490D-813F-B7E28CC7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DF803-44A6-4B0E-A1D4-3C15BA6E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Ordinary, differential, equations, higher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DB248-D6BC-4AC2-AF19-E9305351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B70E2-B305-44E9-A803-6BCFA032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B9F30-49E7-446C-973C-2A7C764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7EB33-0D06-44A9-979B-792E33DD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06163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2026-08-24T06:38:51.0420000Z</dcterms:created>
  <dcterms:modified xsi:type="dcterms:W3CDTF">2026-08-24T06:38:51.0420000Z</dcterms:modified>
</coreProperties>
</file>