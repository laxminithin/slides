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972d2b534473d" /><Relationship Type="http://schemas.openxmlformats.org/officeDocument/2006/relationships/extended-properties" Target="/docProps/app.xml" Id="Rc6bb66d701d34066" /><Relationship Type="http://schemas.openxmlformats.org/officeDocument/2006/relationships/officeDocument" Target="/ppt/presentation.xml" Id="R5e074629404442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89fcf4c0e4950"/>
  </p:sldMasterIdLst>
  <p:notesMasterIdLst>
    <p:notesMasterId xmlns:r="http://schemas.openxmlformats.org/officeDocument/2006/relationships" r:id="Rf71adc1ff1f24443"/>
  </p:notesMasterIdLst>
  <p:sldIdLst>
    <p:sldId xmlns:r="http://schemas.openxmlformats.org/officeDocument/2006/relationships" id="256" r:id="Re0344d3ab64b47c4"/>
    <p:sldId xmlns:r="http://schemas.openxmlformats.org/officeDocument/2006/relationships" id="257" r:id="Rf782bb20ab32422d"/>
    <p:sldId xmlns:r="http://schemas.openxmlformats.org/officeDocument/2006/relationships" id="258" r:id="R60fa4cdb8bc04101"/>
    <p:sldId xmlns:r="http://schemas.openxmlformats.org/officeDocument/2006/relationships" id="259" r:id="R133df175b4584da4"/>
    <p:sldId xmlns:r="http://schemas.openxmlformats.org/officeDocument/2006/relationships" id="260" r:id="R462b5711e17a4e18"/>
    <p:sldId xmlns:r="http://schemas.openxmlformats.org/officeDocument/2006/relationships" id="261" r:id="R8fa5683c2e1a4c56"/>
    <p:sldId xmlns:r="http://schemas.openxmlformats.org/officeDocument/2006/relationships" id="262" r:id="Rce859fa9bc8b4956"/>
    <p:sldId xmlns:r="http://schemas.openxmlformats.org/officeDocument/2006/relationships" id="263" r:id="Rd60503e1145b406f"/>
    <p:sldId xmlns:r="http://schemas.openxmlformats.org/officeDocument/2006/relationships" id="264" r:id="R546cb961ebff4c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afa49b9e2f4097" /><Relationship Type="http://schemas.openxmlformats.org/officeDocument/2006/relationships/slideMaster" Target="/ppt/slideMasters/slideMaster1.xml" Id="Rc5889fcf4c0e4950" /><Relationship Type="http://schemas.openxmlformats.org/officeDocument/2006/relationships/notesMaster" Target="/ppt/notesMasters/notesMaster1.xml" Id="Rf71adc1ff1f24443" /><Relationship Type="http://schemas.openxmlformats.org/officeDocument/2006/relationships/presProps" Target="/ppt/presProps.xml" Id="Rf809fd83432c45b2" /><Relationship Type="http://schemas.openxmlformats.org/officeDocument/2006/relationships/tableStyles" Target="/ppt/tableStyles.xml" Id="R7a6e5a89c6d8469c" /><Relationship Type="http://schemas.openxmlformats.org/officeDocument/2006/relationships/slide" Target="/ppt/slides/slide1.xml" Id="Re0344d3ab64b47c4" /><Relationship Type="http://schemas.openxmlformats.org/officeDocument/2006/relationships/slide" Target="/ppt/slides/slide2.xml" Id="Rf782bb20ab32422d" /><Relationship Type="http://schemas.openxmlformats.org/officeDocument/2006/relationships/slide" Target="/ppt/slides/slide3.xml" Id="R60fa4cdb8bc04101" /><Relationship Type="http://schemas.openxmlformats.org/officeDocument/2006/relationships/slide" Target="/ppt/slides/slide4.xml" Id="R133df175b4584da4" /><Relationship Type="http://schemas.openxmlformats.org/officeDocument/2006/relationships/slide" Target="/ppt/slides/slide5.xml" Id="R462b5711e17a4e18" /><Relationship Type="http://schemas.openxmlformats.org/officeDocument/2006/relationships/slide" Target="/ppt/slides/slide6.xml" Id="R8fa5683c2e1a4c56" /><Relationship Type="http://schemas.openxmlformats.org/officeDocument/2006/relationships/slide" Target="/ppt/slides/slide7.xml" Id="Rce859fa9bc8b4956" /><Relationship Type="http://schemas.openxmlformats.org/officeDocument/2006/relationships/slide" Target="/ppt/slides/slide8.xml" Id="Rd60503e1145b406f" /><Relationship Type="http://schemas.openxmlformats.org/officeDocument/2006/relationships/slide" Target="/ppt/slides/slide9.xml" Id="R546cb961ebff4c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8ae105e054f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2f36550ae487a" /><Relationship Type="http://schemas.openxmlformats.org/officeDocument/2006/relationships/notesMaster" Target="/ppt/notesMasters/notesMaster1.xml" Id="R08e0f0b9960d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36911647f40ec" /><Relationship Type="http://schemas.openxmlformats.org/officeDocument/2006/relationships/notesMaster" Target="/ppt/notesMasters/notesMaster1.xml" Id="R121122beacdc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7ab645b76f4ce7" /><Relationship Type="http://schemas.openxmlformats.org/officeDocument/2006/relationships/notesMaster" Target="/ppt/notesMasters/notesMaster1.xml" Id="Rfd8239e3e5ca48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4ef32230c34071" /><Relationship Type="http://schemas.openxmlformats.org/officeDocument/2006/relationships/notesMaster" Target="/ppt/notesMasters/notesMaster1.xml" Id="R80c2010aa624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bc71c36a5d41d6" /><Relationship Type="http://schemas.openxmlformats.org/officeDocument/2006/relationships/notesMaster" Target="/ppt/notesMasters/notesMaster1.xml" Id="R4b5e44218d4d40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d927c387e745d7" /><Relationship Type="http://schemas.openxmlformats.org/officeDocument/2006/relationships/notesMaster" Target="/ppt/notesMasters/notesMaster1.xml" Id="R46bd141ee816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f97db5a1124ede" /><Relationship Type="http://schemas.openxmlformats.org/officeDocument/2006/relationships/notesMaster" Target="/ppt/notesMasters/notesMaster1.xml" Id="Rda6c04c2f85f4b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fac36a000d4882" /><Relationship Type="http://schemas.openxmlformats.org/officeDocument/2006/relationships/notesMaster" Target="/ppt/notesMasters/notesMaster1.xml" Id="R436d72ee92fa45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ffc8a2a46c40fe" /><Relationship Type="http://schemas.openxmlformats.org/officeDocument/2006/relationships/notesMaster" Target="/ppt/notesMasters/notesMaster1.xml" Id="Ra2c92489391c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9f01d091d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90fb5a26f4a27" /><Relationship Type="http://schemas.openxmlformats.org/officeDocument/2006/relationships/slideLayout" Target="/ppt/slideLayouts/slideLayout1.xml" Id="Rea2e03740b4545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e03740b4545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3230de7824945" /><Relationship Type="http://schemas.openxmlformats.org/officeDocument/2006/relationships/notesSlide" Target="/ppt/notesSlides/notesSlide1.xml" Id="Rca80d9abf957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2d77b6e93477d" /><Relationship Type="http://schemas.openxmlformats.org/officeDocument/2006/relationships/notesSlide" Target="/ppt/notesSlides/notesSlide2.xml" Id="R4e03a25873d148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1ad688fa449af" /><Relationship Type="http://schemas.openxmlformats.org/officeDocument/2006/relationships/notesSlide" Target="/ppt/notesSlides/notesSlide3.xml" Id="R4410075a788247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703c2afa14e58" /><Relationship Type="http://schemas.openxmlformats.org/officeDocument/2006/relationships/notesSlide" Target="/ppt/notesSlides/notesSlide4.xml" Id="R6d2ffc4bf39d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60ba003bc4fd2" /><Relationship Type="http://schemas.openxmlformats.org/officeDocument/2006/relationships/notesSlide" Target="/ppt/notesSlides/notesSlide5.xml" Id="Ra6b4826a81b148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1410d3b5044c5" /><Relationship Type="http://schemas.openxmlformats.org/officeDocument/2006/relationships/notesSlide" Target="/ppt/notesSlides/notesSlide6.xml" Id="Rb5a5301a044444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68765e03140ec" /><Relationship Type="http://schemas.openxmlformats.org/officeDocument/2006/relationships/notesSlide" Target="/ppt/notesSlides/notesSlide7.xml" Id="Ra6892fbe3d1e48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d4930620847d3" /><Relationship Type="http://schemas.openxmlformats.org/officeDocument/2006/relationships/notesSlide" Target="/ppt/notesSlides/notesSlide8.xml" Id="R2a6bba8674a646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4720719c74b2e" /><Relationship Type="http://schemas.openxmlformats.org/officeDocument/2006/relationships/notesSlide" Target="/ppt/notesSlides/notesSlide9.xml" Id="R1aa3c7bc5f3f42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E8727-1EDC-4D45-A6F7-228E931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D21D8-8BD5-43AE-B52B-9D247A2E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Friction: Introduction, Types of friction, Concept of static friction, Kinetic (Dynamic) friction, Laws of friction, 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9C4C2-52A2-40F4-A831-808E0DA1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9B763-687C-4DC2-A9D6-03B074BC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A5A3B-3E6E-4F35-B822-50F78512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B8AA6-9F01-48F8-8705-9B4E9EE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A6BCA-9B5F-45DE-9311-F2ADB6E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60972-F35C-4239-9BCF-CE31E200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1B7DD-3404-4E0C-9633-2F6A285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53C58-074E-4F87-A933-CCE8D16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Kinetic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56A8E-53DB-4C64-9EFA-B4219DA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5571F-ADB0-4F08-9115-A73E071C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Dynamic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4F63E-A740-4DE9-ADC5-6C2EB81D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BEB93-841B-4F11-958D-24623B8D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51DF3-0D01-4C9A-93DC-FA81FBA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717690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5F730-32AB-4050-90C1-3FF5FDC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9B84C-E4E8-47B0-ABFD-775C043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B37FE-EBB6-4058-A5A0-EE586415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BAE2E-F4C1-400C-8E64-127ABDC7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E94B2-A747-4D17-99F4-E8038D61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D1C98-24DE-4447-878A-7108F24B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4F9D9-4952-4483-B5F1-ED2F694B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1C4B4-4794-42C1-BAAE-E021B744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22785-C5E7-4320-89B8-9C932993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3B317-7C0C-458E-8B94-D3151E59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A1D10-926F-46D0-A947-3FEE40C8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2879B-C3BD-4C7B-ABF2-9756C760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798A5-FE01-42E1-A721-14A717FB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friction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static friction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Kinetic (Dynamic) friction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Laws of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E07A4-6F19-4101-AEA6-F8A919F2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08EA0-8FEB-4B6D-8A19-B89B67E7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603103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C7AB0-2C92-4561-B7E6-33EFF485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F3CE-34DA-42CE-A0CA-4688519A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0FAEE-10AA-4AFD-B4D0-952D2056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03D23-A8FF-4467-8975-C1C4F863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A3F8C-BE2F-48A7-94DA-98E5ECCE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E9B2B-898C-4220-A96A-A7111A3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BCE8D-377E-401B-9C4E-953C645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Kinetic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63F37-0CAE-4F42-BD0A-C86EAD4F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Dynamic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3E28C-3254-4E06-82EA-48C5DEE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80F8E-2E52-44A6-AD82-D1850E3D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Angle of repose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Cone of friction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Equilibrium of blocks on horizontal and inclined plane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Ladder friction: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65F9A-B706-44BA-A814-255FEBA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E5BE3-07A6-4652-9413-29AC79B3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402773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49E91-3C4C-40A7-A968-8CEBC2B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5B625-609C-4401-9DCA-7B79836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B5903-E532-49E7-A9C8-273106C7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59065-1428-48C1-B047-44ECB8D3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friction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static friction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Kinetic (Dynamic) friction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Laws of friction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Angle of repose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112D6-E9E0-4D60-BB4E-1F3D632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2DEB-9B34-43B5-9340-40493825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49713-A2E3-4BD2-AB08-BE0B6E4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376BB-E1CC-4325-BF39-3C2FA52F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95463-E78C-47BF-A1C5-F2DBBF13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E0417-B101-43C9-873D-68D750EB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1D0B9-2120-442F-BE0C-F73D754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8B516-4885-4B85-85AE-2CE92E4D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978B5-6622-4BA4-A514-7EE06AA1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Kinetic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BE2DE-7037-47B4-93AB-F6D1261E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4FF67-DA6C-4E26-802C-C5402A66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Dynamic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B50E3-5414-49C5-8618-83BB52E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E20C8-3FA7-4C72-9230-7714EB6B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D1511-C29E-4C61-AEF9-1F1A74C4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52341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44155-774F-4215-9A1C-1ADA3786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86649-AA10-49BE-9118-13C46D7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74CA3-2AF1-414C-B787-623BC425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10E1B-8CAE-49F6-8700-637221E8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A7ADF-F47A-415F-AC27-7386827F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16790-E306-46FE-A031-A062A62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41D14-332F-4205-83D0-B01263F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6A3DA-B35A-4907-9B78-AE3B1FE7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C7D04-9669-443A-B289-0D4E332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D573D-7C52-446F-A624-22948E7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C2BA9-1160-4674-BFFA-8162E86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0EFDF-D4DD-49BB-8972-532189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32A57-2870-406D-8A2E-42852FB4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D7BD0-740A-40CB-9EAC-9B2665D8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FAA51-7812-4A9B-BE5B-621600E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318982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F7458-FA74-4799-B50E-1A9792C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955D6-11F0-4B10-95ED-F8FB5268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324DF-5B92-4A5C-ACA3-930F3BD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1BF6D-9DB4-4EBD-9E92-FCF5D438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8CEFD-DB26-48D3-A6C6-A4295B5A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8E5E9-E147-4E5A-92C8-DD3D86F0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Friction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31DB4-B3B8-493C-BE4E-367CF10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CF10E-9C5A-4A06-9B13-1E3800DD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92D12-CE6B-4A06-B1AF-C5F0E4E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88746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7F84D-06CC-478F-A49B-23B6A5C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80F63-35B9-4B38-A1C4-F5DD6C8F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7F99E-B302-41B3-B6E8-6BDF00F1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5CAF8-301E-460E-884C-C3C78E15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B409F-7B30-46AC-91F5-B2768AC7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Cone of friction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Equilibrium of blocks on horizontal and inclined plane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Ladder friction: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840A3-5BDD-412D-BF0D-FDA23750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F34EE-FA94-4B37-9825-601ADA5C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F8AD6-3EB4-4E58-9213-052B002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3F83F-457A-46D0-94C1-4641CF47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61025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B42DA-9CF1-4621-953E-86C02F0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3FBC1-171D-474E-AE38-858E321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1565A-6F0A-471F-9D7F-3E9B33AC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5850D-1E4D-4A71-99B4-D6234DD9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1B2E9-3B60-4244-8BA2-EDE4418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1D0FD-F5D3-48CA-B8C6-509A3BA5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C2AEB-9203-4F98-A649-0451265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A926D-2E9F-4919-85E1-D3247A0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43774-FA23-4422-A36E-0653CD2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EB464-F68D-4940-B0BD-198BB36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friction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24322-20A4-4552-8E18-B3AFF3E5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B6EA0-314C-447F-A763-F315AC9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2EAF5-DE4C-4179-982C-F29516A5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 of static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9B19E-81B4-476B-BE53-C680FFA4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87AF3-57BE-4A43-8F04-2CBDE16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E8FED-2DC0-488C-A3F5-DE2CAC1B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Kinetic (Dynamic)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F87C3-5360-45FA-AA37-CA24452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3B358-D216-48B0-991D-0E50FDDD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28E45-A2AA-49A5-A803-19D728F3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Laws of friction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E04F2-B961-438E-B9BA-D0A0FB3B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095D1-0C06-457A-BB5D-EFF57FC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BA892-8036-4903-9334-F0C1905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Angle of repose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0DB11-4D63-47D8-9638-CE018BAA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3A581-E302-4AE6-85A1-1F58495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16141-639F-428D-8233-5C472DC3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Cone of friction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EDFE96-18EF-4854-862B-85CE1D5C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700AA-81AD-4073-95E0-87E63620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037D4-E509-4EDE-84D3-D70EEA28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8DF46-BF9C-43A1-A89C-EDD1C355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5651479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01CDA-1D60-4C2C-9783-D10C7740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C3DBC-B4DE-4BD8-B493-6D1527B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7A23E-2A4A-4F79-8EDB-AFE5C46C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746BE-47FD-4086-8B55-933D38E0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Friction, Concept, static, Kinetic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DE13F-2BB5-4687-9FBB-DBF92F7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067EF-A225-4DA2-BB16-5B23DC0F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3A492-F278-44C0-A357-7BAA2455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B6D32-2A90-439A-9843-EA06DF89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758005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2026-08-24T06:38:44.1090000Z</dcterms:created>
  <dcterms:modified xsi:type="dcterms:W3CDTF">2026-08-24T06:38:44.1090000Z</dcterms:modified>
</coreProperties>
</file>