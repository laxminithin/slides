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7082ad6fdc49ac" /><Relationship Type="http://schemas.openxmlformats.org/officeDocument/2006/relationships/extended-properties" Target="/docProps/app.xml" Id="R1a9e7f8f117a485d" /><Relationship Type="http://schemas.openxmlformats.org/officeDocument/2006/relationships/officeDocument" Target="/ppt/presentation.xml" Id="Rc6582a86482142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502f006af6482c"/>
  </p:sldMasterIdLst>
  <p:notesMasterIdLst>
    <p:notesMasterId xmlns:r="http://schemas.openxmlformats.org/officeDocument/2006/relationships" r:id="R4011a051f6004a70"/>
  </p:notesMasterIdLst>
  <p:sldIdLst>
    <p:sldId xmlns:r="http://schemas.openxmlformats.org/officeDocument/2006/relationships" id="256" r:id="R80875d8566974927"/>
    <p:sldId xmlns:r="http://schemas.openxmlformats.org/officeDocument/2006/relationships" id="257" r:id="Rdf31f04b870f436c"/>
    <p:sldId xmlns:r="http://schemas.openxmlformats.org/officeDocument/2006/relationships" id="258" r:id="R95d7854405b24893"/>
    <p:sldId xmlns:r="http://schemas.openxmlformats.org/officeDocument/2006/relationships" id="259" r:id="R1ea3d0f01ccc4abe"/>
    <p:sldId xmlns:r="http://schemas.openxmlformats.org/officeDocument/2006/relationships" id="260" r:id="R3acc0e468b2a4024"/>
    <p:sldId xmlns:r="http://schemas.openxmlformats.org/officeDocument/2006/relationships" id="261" r:id="R0b85ccd01c8b4280"/>
    <p:sldId xmlns:r="http://schemas.openxmlformats.org/officeDocument/2006/relationships" id="262" r:id="R6e45e62eda6b4d04"/>
    <p:sldId xmlns:r="http://schemas.openxmlformats.org/officeDocument/2006/relationships" id="263" r:id="Rdf7013d293ce4a25"/>
    <p:sldId xmlns:r="http://schemas.openxmlformats.org/officeDocument/2006/relationships" id="264" r:id="Rfaf59400fece46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3731ef0c044f90" /><Relationship Type="http://schemas.openxmlformats.org/officeDocument/2006/relationships/slideMaster" Target="/ppt/slideMasters/slideMaster1.xml" Id="R4e502f006af6482c" /><Relationship Type="http://schemas.openxmlformats.org/officeDocument/2006/relationships/notesMaster" Target="/ppt/notesMasters/notesMaster1.xml" Id="R4011a051f6004a70" /><Relationship Type="http://schemas.openxmlformats.org/officeDocument/2006/relationships/presProps" Target="/ppt/presProps.xml" Id="R1c022068ef184294" /><Relationship Type="http://schemas.openxmlformats.org/officeDocument/2006/relationships/tableStyles" Target="/ppt/tableStyles.xml" Id="R5030a44b6e2b4b73" /><Relationship Type="http://schemas.openxmlformats.org/officeDocument/2006/relationships/slide" Target="/ppt/slides/slide1.xml" Id="R80875d8566974927" /><Relationship Type="http://schemas.openxmlformats.org/officeDocument/2006/relationships/slide" Target="/ppt/slides/slide2.xml" Id="Rdf31f04b870f436c" /><Relationship Type="http://schemas.openxmlformats.org/officeDocument/2006/relationships/slide" Target="/ppt/slides/slide3.xml" Id="R95d7854405b24893" /><Relationship Type="http://schemas.openxmlformats.org/officeDocument/2006/relationships/slide" Target="/ppt/slides/slide4.xml" Id="R1ea3d0f01ccc4abe" /><Relationship Type="http://schemas.openxmlformats.org/officeDocument/2006/relationships/slide" Target="/ppt/slides/slide5.xml" Id="R3acc0e468b2a4024" /><Relationship Type="http://schemas.openxmlformats.org/officeDocument/2006/relationships/slide" Target="/ppt/slides/slide6.xml" Id="R0b85ccd01c8b4280" /><Relationship Type="http://schemas.openxmlformats.org/officeDocument/2006/relationships/slide" Target="/ppt/slides/slide7.xml" Id="R6e45e62eda6b4d04" /><Relationship Type="http://schemas.openxmlformats.org/officeDocument/2006/relationships/slide" Target="/ppt/slides/slide8.xml" Id="Rdf7013d293ce4a25" /><Relationship Type="http://schemas.openxmlformats.org/officeDocument/2006/relationships/slide" Target="/ppt/slides/slide9.xml" Id="Rfaf59400fece46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74e857df27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361ae3f1764e14" /><Relationship Type="http://schemas.openxmlformats.org/officeDocument/2006/relationships/notesMaster" Target="/ppt/notesMasters/notesMaster1.xml" Id="Rede4ecd280e446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29cc69a085470d" /><Relationship Type="http://schemas.openxmlformats.org/officeDocument/2006/relationships/notesMaster" Target="/ppt/notesMasters/notesMaster1.xml" Id="Refa92f4e3ac741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f21a48164642e2" /><Relationship Type="http://schemas.openxmlformats.org/officeDocument/2006/relationships/notesMaster" Target="/ppt/notesMasters/notesMaster1.xml" Id="R236e8b7a1bf5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30ff4ae23c4584" /><Relationship Type="http://schemas.openxmlformats.org/officeDocument/2006/relationships/notesMaster" Target="/ppt/notesMasters/notesMaster1.xml" Id="R3b561d30f11749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63e935d0d04c8d" /><Relationship Type="http://schemas.openxmlformats.org/officeDocument/2006/relationships/notesMaster" Target="/ppt/notesMasters/notesMaster1.xml" Id="R0aa68d2ad1e248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85c458e5064e22" /><Relationship Type="http://schemas.openxmlformats.org/officeDocument/2006/relationships/notesMaster" Target="/ppt/notesMasters/notesMaster1.xml" Id="R04437b0e03b540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00dcf2b2b046ca" /><Relationship Type="http://schemas.openxmlformats.org/officeDocument/2006/relationships/notesMaster" Target="/ppt/notesMasters/notesMaster1.xml" Id="R29ff3268236243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c155a78b2e47ab" /><Relationship Type="http://schemas.openxmlformats.org/officeDocument/2006/relationships/notesMaster" Target="/ppt/notesMasters/notesMaster1.xml" Id="R20c3f59589344b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82a43996de4b78" /><Relationship Type="http://schemas.openxmlformats.org/officeDocument/2006/relationships/notesMaster" Target="/ppt/notesMasters/notesMaster1.xml" Id="R2d6146f4dca3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ee4848bc24e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aeb291ffe412a" /><Relationship Type="http://schemas.openxmlformats.org/officeDocument/2006/relationships/slideLayout" Target="/ppt/slideLayouts/slideLayout1.xml" Id="R770c2e8e5f30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c2e8e5f30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a2f39207648f1" /><Relationship Type="http://schemas.openxmlformats.org/officeDocument/2006/relationships/notesSlide" Target="/ppt/notesSlides/notesSlide1.xml" Id="R02c9fbe5bc1643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5d0f718994a35" /><Relationship Type="http://schemas.openxmlformats.org/officeDocument/2006/relationships/notesSlide" Target="/ppt/notesSlides/notesSlide2.xml" Id="Rfdb2a2c43215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d907905d84fe6" /><Relationship Type="http://schemas.openxmlformats.org/officeDocument/2006/relationships/notesSlide" Target="/ppt/notesSlides/notesSlide3.xml" Id="R44093affefa449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abbd4443b4635" /><Relationship Type="http://schemas.openxmlformats.org/officeDocument/2006/relationships/notesSlide" Target="/ppt/notesSlides/notesSlide4.xml" Id="R758cf75cd94348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8acadfef54adb" /><Relationship Type="http://schemas.openxmlformats.org/officeDocument/2006/relationships/notesSlide" Target="/ppt/notesSlides/notesSlide5.xml" Id="R836aafe4ff2847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01b2e0e464726" /><Relationship Type="http://schemas.openxmlformats.org/officeDocument/2006/relationships/notesSlide" Target="/ppt/notesSlides/notesSlide6.xml" Id="Red87ccfba1c84e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39ec64a164473" /><Relationship Type="http://schemas.openxmlformats.org/officeDocument/2006/relationships/notesSlide" Target="/ppt/notesSlides/notesSlide7.xml" Id="R9e80a7aa737448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2dfc365d46c2" /><Relationship Type="http://schemas.openxmlformats.org/officeDocument/2006/relationships/notesSlide" Target="/ppt/notesSlides/notesSlide8.xml" Id="R0c76c760aa3c40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dde3775eb433f" /><Relationship Type="http://schemas.openxmlformats.org/officeDocument/2006/relationships/notesSlide" Target="/ppt/notesSlides/notesSlide9.xml" Id="Rf59085d57ff349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845B2-022E-4F48-82E2-DCB66DC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5F664-8DE8-49D8-9C47-85F27267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Centroid: Introduction, definitions of centroid and centre of gravity. Axes of symmetry, Locating the centroid of square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3FAD3-E992-47A8-A617-419B4A9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8CC4E-E59A-4C7F-84F1-98C310A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Centroid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C4FE9-DBC9-489F-81DA-AE26049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748BD-B479-4748-BA99-B00FB48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49267-DFE8-4932-AFBD-118CFBA9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BA10F-7C1C-4C6B-A2BD-C7CC125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centre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EC74C-B161-41E7-857C-36CDDC1C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2F2D2-FAA9-452F-BC82-09030E5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339AA-6FEE-43B2-A9D5-AC93806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4FF66-564A-4A80-A0C5-29255D9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Axes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87F0E-9594-4879-8225-8B3E7EE8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8025C-B65F-44E0-944E-E7579C2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6F60B-F4BD-4F44-80F4-0295553B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142074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2D363-CF69-4159-A3A6-DACCDF07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9F91D-8ED6-49A7-BF5D-3085767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46943-8275-4B9B-AE3F-5AD68AE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7ECC1-766B-48E1-8EA0-C22AA675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73D0A-380E-4040-9326-D9B82A1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FFFDE-1559-4971-87B8-5DB5C6E2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22BCC-9C02-446E-A73F-14D4C9FE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FAB85-6804-40EE-8C25-82C217F5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D42B9-FC89-426E-9975-7D213270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04ADF-27E3-4A50-B789-7ACD87D4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8F764-390E-45FD-A1EB-BA3E7A4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961DA-7C9B-4E9A-8E42-A666805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5A6B0-8E91-4BAA-9EAA-761E024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definitions of centroid and centre of gravity.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Axes of symmetry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Locating the centroid of square, rectangle, triangle, circle, semicircle, quadrant and sector of a circle using method of integration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Centroid of composite areas and simple built- up sections: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64858-E96C-4BBE-AB56-EFCC5E49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4B373-3108-4BED-B363-35F8CFA5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782040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14A86-3F35-47AE-85C4-E140C8C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E155C-9E98-4B2C-8213-6DC92D51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F1566-AD47-4632-B443-106E958E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9955A-3DD8-4E71-8328-1B226048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Centroid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B3277-8E52-4A41-BCD1-8CD7B50A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0EC84-0C4D-42D9-83BB-BDA3DC0F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centre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AB473-5FE6-4609-84E3-DE4EC5BC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gravity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3D092-93A2-4819-8344-19801863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Axes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0FDA0-520C-4F19-A678-384D5E9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symmetry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22998-526B-4256-9B00-2591A4C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7A1D0-8ACE-4DE0-8636-89B803FB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83086-8606-4B6B-8E1B-0F8892B8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199840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53B01-BDA5-48D1-BD23-8302AB7A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24396-193C-4951-B89E-A1E93C3D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F8700-391E-45E0-9A1D-D4BF3DAF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4C030-DDE9-41BD-A681-49054F2E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definitions of centroid and centre of gravity.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Axes of symmetry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Locating the centroid of square, rectangle, triangle, circle, semicircle, quadrant and sector of a circle u...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Centroid of composite areas and simple built- up sections: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A9C33-A48D-49D7-BAA8-8CBA0E2E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B4306-1AB5-45DD-936C-C89AAEF6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AFBCC-5CDF-4AD0-BEAF-33DA669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Centroid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56103-613D-49FE-836C-D9FBF8FA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7FB2E-5C60-49F8-B853-FFE7FE7D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54E75-3D24-44CC-8B84-A9DE4288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8C133-47E0-4778-8CB2-2D7F33E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centre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C7A2A-6C80-4E52-97E7-7A4519C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F0BDF-AEC0-450F-8C97-95D0EAA7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038E5-36C5-4E08-A3EC-8231B429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59E2E-E8AC-4273-9D8E-6DE6B259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Axes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E9047-8C8A-4E6F-875D-E2B907CD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4249E-36F7-480A-84B8-E82C0A3F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D0640-C309-490F-A2D7-6102709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891875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3958C-0029-4FE1-8366-F52F276C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4CA84-8155-4598-B612-D468DD9F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CE312-8441-42F8-85B8-CD324E82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350BB-1C22-4F53-9BAE-8E14C1AE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72DF1-A87A-4BB2-91AD-2CCDD1A2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7202E-5705-4053-8B42-7542F6E5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48A09-163D-42D1-86FF-7E61D3D0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4DC9C-ACD8-4BAE-9660-8D4373A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25AEB-9743-45A1-B231-3C49AB9A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95119-9105-409A-A287-F4BB644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CA4DD-1292-4350-8FC7-4C2C3D8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81D1A-951E-4506-86D4-9447B0A9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F2571-1CF6-43A1-A2AC-A3FCDDB0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FF544-5756-4497-A240-5AD56451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B7A4B-630E-40FA-A677-B34B7173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057492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3267A-5F7C-4098-AE8A-A92AC14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10FEA-C047-4D19-A363-5FA4760E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FA5E3-1616-4554-915C-8DBD9A9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100C5-83DA-4FBB-802D-E9F21C7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05C68-C081-4C97-8549-68DA949C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Introduction, definitions of centroid and centre of gravity.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7A338-E821-46FD-82C8-EFBB5D4F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Centroid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8FC4A-D7C6-4304-953D-C6E6CD3A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2F9F2-FC95-4B53-843F-641FCF6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A966D-F4CE-4AF4-80E6-74622B53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29678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E3C25-6B16-45C6-9722-931784AE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18874-158F-4214-9357-12775808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82E55-2D88-473E-9955-EAC46DB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FE6C9-FA60-4EA8-955B-731ED3FC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78771-D2AE-427C-AAD3-7620EE39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B0185-6ACA-4C8D-92F7-2828A5C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2F0B8-1C33-4B75-BE01-2CD18503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2D36C-4D56-4B32-ACD3-D43D004B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1A29F-E688-4606-9913-8EF55433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813142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CBAA9-F4FA-4B0B-BF5F-EADB59E5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D062F-8276-4765-A13B-82F8C66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CC2E2-1DE4-452F-9444-9D8B12BF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0E8AB-4447-4B64-B373-3A7A1DA3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19B51-740E-4389-8E19-CD42FE7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77B38-E9CA-4968-B266-A1332BC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1E2B9-3215-4622-BDCD-C7D5443B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definitions of centroid and centre of gravity.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5E10F-86D3-46B7-BC76-C98A2616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8B0E8-C6F9-4B15-B27B-BF84B98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DB436-EED4-4931-9BC6-88B54A1E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Axes of symmetry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572FA-839C-4CE9-A683-9E8357C6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70A24-8422-4378-9CA4-E536D2D7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F43AD-4DAD-404A-8F8E-8AF6AAEA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Locating the centroid of square, rectangle, triangle, circle, semicircle, quadrant and sector 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EE126-462B-4B57-8996-5863BE99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73470-0BDC-4D0C-AC6F-74C46D3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B4F1F-8F33-4CD4-9EBC-9F7B695C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Centroid of composite areas and simple built- up sections: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530F6-F25A-4799-A29A-ECF853D9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CD6E9-0E99-4A0E-B495-3CBB876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EDFC4-A5F7-4AD7-92DB-88D9F8C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examples.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54E32-60FC-4A3E-A648-180FDA42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F797D-024E-40D4-BF11-D524CDB1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8AAFC-7F31-428E-BAA3-4C209143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CEC5A-D830-4E83-93A8-746F61B7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AF6E5-ECD6-4D8C-8816-A5C5AC3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BB450-1089-43C6-8D2F-E28E6212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22F04-D168-4974-8A5F-304DB219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353753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E16C9-9F9E-4FC7-9B53-A8CD349E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4FC6F-5A14-48EF-BD06-06263D4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5D5AB-7F52-44F2-A44D-E5578D32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B033D-39B0-4CBF-A726-AE994BD7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Centroid, definitions, centre, gravity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34AC0-1B9D-4275-8C02-78DFDAAE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A7071-D57E-4B07-9435-1ECB08AF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A3BDE-7EA0-46E6-93B7-9DB38E33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2A856-CFE8-473B-885B-DC35613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45184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2026-08-24T06:38:44.1680000Z</dcterms:created>
  <dcterms:modified xsi:type="dcterms:W3CDTF">2026-08-24T06:38:44.1680000Z</dcterms:modified>
</coreProperties>
</file>