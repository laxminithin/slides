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6d8468bc945c3" /><Relationship Type="http://schemas.openxmlformats.org/officeDocument/2006/relationships/extended-properties" Target="/docProps/app.xml" Id="R5f104f5e1be1452a" /><Relationship Type="http://schemas.openxmlformats.org/officeDocument/2006/relationships/officeDocument" Target="/ppt/presentation.xml" Id="Ra28b2455355a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0de5283bb40c9"/>
  </p:sldMasterIdLst>
  <p:notesMasterIdLst>
    <p:notesMasterId xmlns:r="http://schemas.openxmlformats.org/officeDocument/2006/relationships" r:id="R5084d6fbc439424b"/>
  </p:notesMasterIdLst>
  <p:sldIdLst>
    <p:sldId xmlns:r="http://schemas.openxmlformats.org/officeDocument/2006/relationships" id="256" r:id="Ra84f0ce9ac3c4928"/>
    <p:sldId xmlns:r="http://schemas.openxmlformats.org/officeDocument/2006/relationships" id="257" r:id="R97914ffefbdb407a"/>
    <p:sldId xmlns:r="http://schemas.openxmlformats.org/officeDocument/2006/relationships" id="258" r:id="R4b9833f112ac40ec"/>
    <p:sldId xmlns:r="http://schemas.openxmlformats.org/officeDocument/2006/relationships" id="259" r:id="R956c0613d79c4df1"/>
    <p:sldId xmlns:r="http://schemas.openxmlformats.org/officeDocument/2006/relationships" id="260" r:id="Rb4d6f2a108d048de"/>
    <p:sldId xmlns:r="http://schemas.openxmlformats.org/officeDocument/2006/relationships" id="261" r:id="Rc7751f9cb22b4f6c"/>
    <p:sldId xmlns:r="http://schemas.openxmlformats.org/officeDocument/2006/relationships" id="262" r:id="Rb829573f81cc4b3d"/>
    <p:sldId xmlns:r="http://schemas.openxmlformats.org/officeDocument/2006/relationships" id="263" r:id="R3fd93339319c458a"/>
    <p:sldId xmlns:r="http://schemas.openxmlformats.org/officeDocument/2006/relationships" id="264" r:id="R49af9a82b6104a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152b40cb4a4c66" /><Relationship Type="http://schemas.openxmlformats.org/officeDocument/2006/relationships/slideMaster" Target="/ppt/slideMasters/slideMaster1.xml" Id="Rc6d0de5283bb40c9" /><Relationship Type="http://schemas.openxmlformats.org/officeDocument/2006/relationships/notesMaster" Target="/ppt/notesMasters/notesMaster1.xml" Id="R5084d6fbc439424b" /><Relationship Type="http://schemas.openxmlformats.org/officeDocument/2006/relationships/presProps" Target="/ppt/presProps.xml" Id="Rd125603309af4ca7" /><Relationship Type="http://schemas.openxmlformats.org/officeDocument/2006/relationships/tableStyles" Target="/ppt/tableStyles.xml" Id="R074c3352370d4993" /><Relationship Type="http://schemas.openxmlformats.org/officeDocument/2006/relationships/slide" Target="/ppt/slides/slide1.xml" Id="Ra84f0ce9ac3c4928" /><Relationship Type="http://schemas.openxmlformats.org/officeDocument/2006/relationships/slide" Target="/ppt/slides/slide2.xml" Id="R97914ffefbdb407a" /><Relationship Type="http://schemas.openxmlformats.org/officeDocument/2006/relationships/slide" Target="/ppt/slides/slide3.xml" Id="R4b9833f112ac40ec" /><Relationship Type="http://schemas.openxmlformats.org/officeDocument/2006/relationships/slide" Target="/ppt/slides/slide4.xml" Id="R956c0613d79c4df1" /><Relationship Type="http://schemas.openxmlformats.org/officeDocument/2006/relationships/slide" Target="/ppt/slides/slide5.xml" Id="Rb4d6f2a108d048de" /><Relationship Type="http://schemas.openxmlformats.org/officeDocument/2006/relationships/slide" Target="/ppt/slides/slide6.xml" Id="Rc7751f9cb22b4f6c" /><Relationship Type="http://schemas.openxmlformats.org/officeDocument/2006/relationships/slide" Target="/ppt/slides/slide7.xml" Id="Rb829573f81cc4b3d" /><Relationship Type="http://schemas.openxmlformats.org/officeDocument/2006/relationships/slide" Target="/ppt/slides/slide8.xml" Id="R3fd93339319c458a" /><Relationship Type="http://schemas.openxmlformats.org/officeDocument/2006/relationships/slide" Target="/ppt/slides/slide9.xml" Id="R49af9a82b610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b4f9736c243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234b6159c4189" /><Relationship Type="http://schemas.openxmlformats.org/officeDocument/2006/relationships/notesMaster" Target="/ppt/notesMasters/notesMaster1.xml" Id="Rabc279ddb1e9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f893cacc44bd9" /><Relationship Type="http://schemas.openxmlformats.org/officeDocument/2006/relationships/notesMaster" Target="/ppt/notesMasters/notesMaster1.xml" Id="Ree204faaf217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d69804c3240fd" /><Relationship Type="http://schemas.openxmlformats.org/officeDocument/2006/relationships/notesMaster" Target="/ppt/notesMasters/notesMaster1.xml" Id="R9a0e5cc378104b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8aeae95edf4de0" /><Relationship Type="http://schemas.openxmlformats.org/officeDocument/2006/relationships/notesMaster" Target="/ppt/notesMasters/notesMaster1.xml" Id="R93967c43d6124f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6b401580924be7" /><Relationship Type="http://schemas.openxmlformats.org/officeDocument/2006/relationships/notesMaster" Target="/ppt/notesMasters/notesMaster1.xml" Id="Rc7d4519d9bcd4d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d752332491418a" /><Relationship Type="http://schemas.openxmlformats.org/officeDocument/2006/relationships/notesMaster" Target="/ppt/notesMasters/notesMaster1.xml" Id="Raf8db4e2c46c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ec79d1e45f448b" /><Relationship Type="http://schemas.openxmlformats.org/officeDocument/2006/relationships/notesMaster" Target="/ppt/notesMasters/notesMaster1.xml" Id="R3d2749a60bdb4b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07af496314486" /><Relationship Type="http://schemas.openxmlformats.org/officeDocument/2006/relationships/notesMaster" Target="/ppt/notesMasters/notesMaster1.xml" Id="Rd49295f3f4604b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e3e358cd9a4dc1" /><Relationship Type="http://schemas.openxmlformats.org/officeDocument/2006/relationships/notesMaster" Target="/ppt/notesMasters/notesMaster1.xml" Id="R4740197df4df42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27821cc1f4b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3285fb2d74eb7" /><Relationship Type="http://schemas.openxmlformats.org/officeDocument/2006/relationships/slideLayout" Target="/ppt/slideLayouts/slideLayout1.xml" Id="R60a98649a471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98649a471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2ac5d5a554ed8" /><Relationship Type="http://schemas.openxmlformats.org/officeDocument/2006/relationships/notesSlide" Target="/ppt/notesSlides/notesSlide1.xml" Id="R362daed0e661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18da2fce640fd" /><Relationship Type="http://schemas.openxmlformats.org/officeDocument/2006/relationships/notesSlide" Target="/ppt/notesSlides/notesSlide2.xml" Id="R5be092e53edd47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e73958c184ac4" /><Relationship Type="http://schemas.openxmlformats.org/officeDocument/2006/relationships/notesSlide" Target="/ppt/notesSlides/notesSlide3.xml" Id="Rd37ecd0291dc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24da5d7ad4ba1" /><Relationship Type="http://schemas.openxmlformats.org/officeDocument/2006/relationships/notesSlide" Target="/ppt/notesSlides/notesSlide4.xml" Id="R4ecef3bffdc9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421db5e1944db" /><Relationship Type="http://schemas.openxmlformats.org/officeDocument/2006/relationships/notesSlide" Target="/ppt/notesSlides/notesSlide5.xml" Id="R2ef1c0d4864c40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8e35c1d2d44c9" /><Relationship Type="http://schemas.openxmlformats.org/officeDocument/2006/relationships/notesSlide" Target="/ppt/notesSlides/notesSlide6.xml" Id="Rb90179c38bae4a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b449453fc4bb3" /><Relationship Type="http://schemas.openxmlformats.org/officeDocument/2006/relationships/notesSlide" Target="/ppt/notesSlides/notesSlide7.xml" Id="Rf9fc83d42be445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1e5700a69474f" /><Relationship Type="http://schemas.openxmlformats.org/officeDocument/2006/relationships/notesSlide" Target="/ppt/notesSlides/notesSlide8.xml" Id="Rbbace055701144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8875229044034" /><Relationship Type="http://schemas.openxmlformats.org/officeDocument/2006/relationships/notesSlide" Target="/ppt/notesSlides/notesSlide9.xml" Id="Rbf61be3d67c9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DB792-59E9-4B80-B058-00BC1E0A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7CA1F-BE6C-4E7E-80E4-9EEDDEF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Equilibrium: Conditions of static equilibrium, Equilibrium of coplanar concurrent force systems, Lami's theorem, Equilib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81B37-FD42-40E8-9AF5-A76A38B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715C7-CE0A-4651-A876-95B1658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AA7D9-C06E-46DA-8C9D-0831506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66CD1-B759-482D-8D18-70DB9EC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57260-C96A-4981-A028-073B91CF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2916D-FFDB-472A-99D0-7A46452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C9DCA-CA3F-4480-AE31-8CF151E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1E712-2634-454F-8030-C382AA37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68CCE-3554-4681-8061-C086479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8FC26-1AEC-4E09-A7A7-5C0AD034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7D4AB-88A1-4AF5-9213-FEEDB37F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4800F-04D0-4850-8527-589C5EE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91464-7BB5-4486-83E2-047F3596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684993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76A9C-908C-4CFA-9722-F36D1C4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721E8-BA83-4113-B786-A7DEF44F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76827-5480-490F-9854-13825EF7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E0702-0ECF-4FAC-B79F-04C8E64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7A6E9-CCDC-421A-B98E-3873F12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E1316-AAC2-4C39-B14B-F77B9E0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83236-3DEA-42A6-9A2E-351DA87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684C7-A780-4DA0-A741-B9BA96D6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41D4D-DD05-4D89-9494-59CDE34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5929B-8494-4D9E-801E-1B05B7B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561D7-EA20-4B2B-B1E4-D908FC6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8D09A-D0BB-4C2A-8940-64156ECF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F41B6-DD21-44C7-800D-1E2F299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Conditions of static equilibrium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 of coplanar concurrent force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Lami's theorem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 of coplanar non-concurrent force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4A0E0-83CA-4A3B-91B6-B64AB011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DED08-BDF4-4FA6-B51C-AD4C0111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584569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BCE18-DDEE-462E-9015-695A0D78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A41B0-5488-4DD3-9B7B-3455273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B72E7-B140-489E-92AE-80E346D3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ECACA-EAE0-4057-BFDF-BF8DE40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A38CD-78C8-4B40-B954-3785543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62A35-ED46-4429-B355-E29722F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AFE97-CF8E-4FA1-AF96-B217FA6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584BF-2602-4488-9267-FE931AEA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C80B7-13E1-4F9E-B6ED-5547E19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53BF4-8BE9-4B73-AD9E-126E1CB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examples.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supports , loadings and beams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statically determinate and indeterminate beams.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Support reactions for statically determinate beams subjected to various loadings: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AA0F7-7213-4CA1-B379-B6355F2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825C2-1DB1-465A-9205-9BE204B8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490427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C181D-81E6-46A4-98F2-941A984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04FB6-0E58-457F-BEB3-DEA11B63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EFBEC-FECF-4A62-9B92-7528601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9EAB0-717E-486F-84A9-AC5FA3B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Conditions of static equilibrium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 of coplanar concurrent force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Lami's theorem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 of coplanar non-concurrent force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C7593-6D69-45B8-BCA8-CC8A154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A2D48-A51B-44B7-ACF1-D0E5F24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CD80-D342-4EE1-8C47-4C9D82BF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67321-2B81-404D-941C-FB1A6DC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B134B-9BF4-4D84-85AB-DD9027D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2868-2BA2-41C9-930A-6CFA8603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A1E9A-DCEC-4EE2-B1CB-6CF99B9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5A438-CE11-4AEA-B031-4A76FC1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65021-5085-4B0F-89C4-14638CC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37860-0D89-498C-B048-F4C09411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489D1-FC8E-4306-AF83-D26B6F43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F0F89-D049-449C-A55B-3F090F6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D90F4-604A-49AD-9E34-DA9ACD9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DDD6B-539B-4F7F-A30A-56D23001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852930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CF8FE-770D-4E9D-9E5D-4F2987DE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EF978-037B-4544-A7C5-0C554BA6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A54C7-F8DF-4F00-BC32-D727A946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6C8E3-9068-4B37-BFF1-322827F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0DF87-A6E6-401A-B218-5657F8DB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049E9-459D-4C68-A152-528CC002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A730F-7040-4CE8-94A6-CED6F80B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5E24B-2636-49F0-8514-B2FD8B5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C5C7F-5020-4712-9B73-D392780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38939-3D4C-4451-8B83-9C58FDA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1DE6-3735-4EA0-A795-D60C17C8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CEF5E-52AC-4B0C-ADA8-325BD32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14712-6198-41DF-9FAB-0150EC1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921BE-EE00-4F3F-B6EC-5648857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9BA95-802F-47AE-8CEE-4957D91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282955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A1DB5-A5A3-4C14-B4D7-B14EFE5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D4125-7F91-43FC-B106-20031FF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E3F42-532C-498E-983D-42D2A98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4CFE2-AAF9-4A0E-B259-11AA58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3D83C-D0D0-4FFE-8E17-2CAD5072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Equilibrium: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5840D-6260-4E69-8421-1D7B3AF2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Equilibrium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64473-5C32-40AC-A295-14D0F46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130A2-8941-4252-B16C-99FF86F8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C2DC1-E3F0-4E6C-AF11-BCA2A09F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519343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86416-6325-4057-818E-A73873AF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18B9-B4BA-4ACB-9898-9DDDD068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6298B-E4D8-45B7-B980-A188E70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58E2E-FB93-4491-A8A9-DBACCDB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74466-C956-41EC-8A04-FB11540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supports , loadings and beams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statically determinate and indeterminate beams.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Support reactions for statically determinate beams subjected to various loadings: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40C2C-3241-453D-982B-DDDFE90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111E5-32BB-4DD2-9118-C207E6E9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37309-2FC9-49D8-B464-59548A1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D04D6-D260-4441-8C50-8BABF3E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181496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73DE1-1F4D-4A4E-929F-4C103C8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D6AD-8C46-4BE0-BF26-A508109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BFA77-73E1-42A7-B471-31B14DA1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E0DE3-4FF0-4454-BAFB-4C8B50CA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375E6-B720-4DA6-8C03-00F7E46D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49250-3BFA-4F4B-A937-2A31651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86925-6F24-4D89-8E19-46700733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Equilibrium: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06013-E491-4EF8-9D45-6A6ED72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51E23-7E07-486E-B59A-FF5198C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72694-708D-4DFE-9891-34B8416B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Conditions of static equilibrium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4E4C6-93A9-48C0-A729-384E93E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1B6CF-5AD2-4513-9F2B-501D812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6BC7D-A9E5-4ABB-B0C1-2C2C7F8F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Equilibrium of coplanar concurrent force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8D364-B252-491C-9B96-588D8FB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F185B-8E27-42EC-B716-C0DA4F93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8E616-52A6-4E4F-B74C-4DA9C75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Lami's theorem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F60CC-1607-4DCC-8270-37E0A043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3F1DA-2F80-469A-934D-55FA967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4F301-DB75-424E-B0F3-DFF6831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Equilibrium of coplanar non-concurrent force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37895-8410-452F-B8DB-8772F18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9ACC9-244D-49F8-9086-2CBDAEE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A28C6-96C2-4C78-B60C-B94AE30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examples.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B2E95-5D04-4C43-A8C6-F9AC8223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B649C-A110-472F-862E-C5BBBCFF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5AAD2-61B5-4ABD-A277-A018193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supports , loadings and beams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05EF2-F287-42C8-9023-A112D4D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E61A0-A36F-4221-ACC9-4A929CC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94BBA-D978-4E00-93DD-C94879E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E6EEF-AC60-4A82-9503-E14DEA0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890744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5C0D4-A105-4E97-8F81-4A5CC9F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3E64-B987-4F46-9DF8-EE9C7DBC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23E98-7D96-4F70-8A75-89B148BF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6296A-0769-4989-AEA1-6C928427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Equilibrium, Conditions, static, coplanar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07772-CAE0-44D8-B2A8-E0418E55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60106-7CC3-498D-BF07-4FDFDB73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AF3CF-E5E1-4B5D-A3A2-248F5F2D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EC6C6-0488-4509-BD35-76F20C6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36523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2026-08-24T06:38:44.0450000Z</dcterms:created>
  <dcterms:modified xsi:type="dcterms:W3CDTF">2026-08-24T06:38:44.0450000Z</dcterms:modified>
</coreProperties>
</file>