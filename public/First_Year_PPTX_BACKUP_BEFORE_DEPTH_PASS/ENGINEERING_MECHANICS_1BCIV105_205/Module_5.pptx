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b10502030849ea" /><Relationship Type="http://schemas.openxmlformats.org/officeDocument/2006/relationships/extended-properties" Target="/docProps/app.xml" Id="R8bff8019e6504281" /><Relationship Type="http://schemas.openxmlformats.org/officeDocument/2006/relationships/officeDocument" Target="/ppt/presentation.xml" Id="R4093e3c7e3c94d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fbb8c050a74bb5"/>
  </p:sldMasterIdLst>
  <p:notesMasterIdLst>
    <p:notesMasterId xmlns:r="http://schemas.openxmlformats.org/officeDocument/2006/relationships" r:id="R88c533f54bad4bf2"/>
  </p:notesMasterIdLst>
  <p:sldIdLst>
    <p:sldId xmlns:r="http://schemas.openxmlformats.org/officeDocument/2006/relationships" id="256" r:id="R0f2c4f74b7f84231"/>
    <p:sldId xmlns:r="http://schemas.openxmlformats.org/officeDocument/2006/relationships" id="257" r:id="R82f51e0ce69d4174"/>
    <p:sldId xmlns:r="http://schemas.openxmlformats.org/officeDocument/2006/relationships" id="258" r:id="Rce29779f23ba402d"/>
    <p:sldId xmlns:r="http://schemas.openxmlformats.org/officeDocument/2006/relationships" id="259" r:id="R8c64e13741f94326"/>
    <p:sldId xmlns:r="http://schemas.openxmlformats.org/officeDocument/2006/relationships" id="260" r:id="R63f105b05ce540b7"/>
    <p:sldId xmlns:r="http://schemas.openxmlformats.org/officeDocument/2006/relationships" id="261" r:id="Rd547814b993b43db"/>
    <p:sldId xmlns:r="http://schemas.openxmlformats.org/officeDocument/2006/relationships" id="262" r:id="R57894988ec5447d8"/>
    <p:sldId xmlns:r="http://schemas.openxmlformats.org/officeDocument/2006/relationships" id="263" r:id="R039697c170144702"/>
    <p:sldId xmlns:r="http://schemas.openxmlformats.org/officeDocument/2006/relationships" id="264" r:id="Re6457e1a7fb64a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8c599be52d4950" /><Relationship Type="http://schemas.openxmlformats.org/officeDocument/2006/relationships/slideMaster" Target="/ppt/slideMasters/slideMaster1.xml" Id="Rc9fbb8c050a74bb5" /><Relationship Type="http://schemas.openxmlformats.org/officeDocument/2006/relationships/notesMaster" Target="/ppt/notesMasters/notesMaster1.xml" Id="R88c533f54bad4bf2" /><Relationship Type="http://schemas.openxmlformats.org/officeDocument/2006/relationships/presProps" Target="/ppt/presProps.xml" Id="R654be90951974ee0" /><Relationship Type="http://schemas.openxmlformats.org/officeDocument/2006/relationships/tableStyles" Target="/ppt/tableStyles.xml" Id="Rf0e6cf0416b74bdc" /><Relationship Type="http://schemas.openxmlformats.org/officeDocument/2006/relationships/slide" Target="/ppt/slides/slide1.xml" Id="R0f2c4f74b7f84231" /><Relationship Type="http://schemas.openxmlformats.org/officeDocument/2006/relationships/slide" Target="/ppt/slides/slide2.xml" Id="R82f51e0ce69d4174" /><Relationship Type="http://schemas.openxmlformats.org/officeDocument/2006/relationships/slide" Target="/ppt/slides/slide3.xml" Id="Rce29779f23ba402d" /><Relationship Type="http://schemas.openxmlformats.org/officeDocument/2006/relationships/slide" Target="/ppt/slides/slide4.xml" Id="R8c64e13741f94326" /><Relationship Type="http://schemas.openxmlformats.org/officeDocument/2006/relationships/slide" Target="/ppt/slides/slide5.xml" Id="R63f105b05ce540b7" /><Relationship Type="http://schemas.openxmlformats.org/officeDocument/2006/relationships/slide" Target="/ppt/slides/slide6.xml" Id="Rd547814b993b43db" /><Relationship Type="http://schemas.openxmlformats.org/officeDocument/2006/relationships/slide" Target="/ppt/slides/slide7.xml" Id="R57894988ec5447d8" /><Relationship Type="http://schemas.openxmlformats.org/officeDocument/2006/relationships/slide" Target="/ppt/slides/slide8.xml" Id="R039697c170144702" /><Relationship Type="http://schemas.openxmlformats.org/officeDocument/2006/relationships/slide" Target="/ppt/slides/slide9.xml" Id="Re6457e1a7fb64a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d171595cf742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3de4ee9def4e09" /><Relationship Type="http://schemas.openxmlformats.org/officeDocument/2006/relationships/notesMaster" Target="/ppt/notesMasters/notesMaster1.xml" Id="Ra7d4a79d7c6046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486887fc3a4cef" /><Relationship Type="http://schemas.openxmlformats.org/officeDocument/2006/relationships/notesMaster" Target="/ppt/notesMasters/notesMaster1.xml" Id="Rfb7a3d8e0b0f40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8da38ee3de47f4" /><Relationship Type="http://schemas.openxmlformats.org/officeDocument/2006/relationships/notesMaster" Target="/ppt/notesMasters/notesMaster1.xml" Id="R19ade95f70e748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eace7e0fea44f5" /><Relationship Type="http://schemas.openxmlformats.org/officeDocument/2006/relationships/notesMaster" Target="/ppt/notesMasters/notesMaster1.xml" Id="R222ad38f582545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039a9db4f24bb7" /><Relationship Type="http://schemas.openxmlformats.org/officeDocument/2006/relationships/notesMaster" Target="/ppt/notesMasters/notesMaster1.xml" Id="Re6eed284a73f46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ecdb01151a4cbc" /><Relationship Type="http://schemas.openxmlformats.org/officeDocument/2006/relationships/notesMaster" Target="/ppt/notesMasters/notesMaster1.xml" Id="R7ff0c5f208d94a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862056deab41d6" /><Relationship Type="http://schemas.openxmlformats.org/officeDocument/2006/relationships/notesMaster" Target="/ppt/notesMasters/notesMaster1.xml" Id="Rebe4d834356b47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76af36c3064c6d" /><Relationship Type="http://schemas.openxmlformats.org/officeDocument/2006/relationships/notesMaster" Target="/ppt/notesMasters/notesMaster1.xml" Id="Re402dd3c08084f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f7f2a0b74c4548" /><Relationship Type="http://schemas.openxmlformats.org/officeDocument/2006/relationships/notesMaster" Target="/ppt/notesMasters/notesMaster1.xml" Id="R6cc7ff4d3b624d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72dbf6ff0041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7664914f784eb7" /><Relationship Type="http://schemas.openxmlformats.org/officeDocument/2006/relationships/slideLayout" Target="/ppt/slideLayouts/slideLayout1.xml" Id="Rb672f3de06304f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72f3de06304f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43c5a915449af" /><Relationship Type="http://schemas.openxmlformats.org/officeDocument/2006/relationships/notesSlide" Target="/ppt/notesSlides/notesSlide1.xml" Id="R3952a252653b48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2bbbb4c24460f" /><Relationship Type="http://schemas.openxmlformats.org/officeDocument/2006/relationships/notesSlide" Target="/ppt/notesSlides/notesSlide2.xml" Id="R979886811f4d41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521c126894d68" /><Relationship Type="http://schemas.openxmlformats.org/officeDocument/2006/relationships/notesSlide" Target="/ppt/notesSlides/notesSlide3.xml" Id="Ra3ce9edb782045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e43ffbfd742fe" /><Relationship Type="http://schemas.openxmlformats.org/officeDocument/2006/relationships/notesSlide" Target="/ppt/notesSlides/notesSlide4.xml" Id="R3d326ba066b742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22f00f85149ba" /><Relationship Type="http://schemas.openxmlformats.org/officeDocument/2006/relationships/notesSlide" Target="/ppt/notesSlides/notesSlide5.xml" Id="R7ea8e7f3139f4d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8e4d7fadb4742" /><Relationship Type="http://schemas.openxmlformats.org/officeDocument/2006/relationships/notesSlide" Target="/ppt/notesSlides/notesSlide6.xml" Id="R9d438b318c4d4d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bb3c2e67545c9" /><Relationship Type="http://schemas.openxmlformats.org/officeDocument/2006/relationships/notesSlide" Target="/ppt/notesSlides/notesSlide7.xml" Id="Rda4986ef1f7742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66d882ea94b27" /><Relationship Type="http://schemas.openxmlformats.org/officeDocument/2006/relationships/notesSlide" Target="/ppt/notesSlides/notesSlide8.xml" Id="R011b3fa9eb9f46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3ea1a0c174af0" /><Relationship Type="http://schemas.openxmlformats.org/officeDocument/2006/relationships/notesSlide" Target="/ppt/notesSlides/notesSlide9.xml" Id="Rd4b6baf261fa49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DD042-98F9-4151-8D64-7568B590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94A20-8BB2-440E-BA55-B0EA938C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Moment of Inertia of plane Areas: Introduction, Moment of inertia about an axis , Parallel axes theorem, Perpendicular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209B0-C75D-4452-A946-AC16407D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ENGINEERING MECHANICS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1BCIV105/205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C2D3B-C241-4A35-9897-8DCA915E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343EE-76B0-4CAD-942F-F250C0C8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8AC8E-B5BE-46B0-AC26-80547EC1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Inertia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0F233-B99C-4F50-B0DA-08CC0DD8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444DF-B2B9-4A0C-AEC8-2C833683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52F17-D0A7-444E-BB78-31CB0140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66CC4-3CC0-4EE5-AE58-5D97DA06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Areas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1F1AD-8C3F-479F-AF84-26966EA7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4E61B-3023-4876-8850-E00329C7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axis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CF5D4-975D-4715-A1D7-856E6569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6EF8D-C450-4B22-A5A0-F120DB35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28B43-9B77-45F8-B2F6-C55704B5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6604024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FE8BF-1253-456C-B0EB-B70BA09A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03690-A004-4CA0-A1C3-21012F16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D973D-45F0-4AD4-8CB2-AB2DB237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8D366-23F9-4415-AE5B-9708F9AB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AE8D6-175A-4E79-83D7-EE421E58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96E28-F21A-4E36-8A03-589C9891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42A92-2CE8-4B28-BDFA-47AE7DF3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694D9-0AF2-4073-B42D-09AD52D8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70BC7-A1F7-494E-8851-11548734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3236C-2291-4D6B-A2D0-29DC0B08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0D8E5-AA20-4481-B2C3-99EA84EF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57B71-4AE1-4F72-8D88-3DBCF1E7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C0EBB-8B16-4CA8-AC85-132E6525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Moment of Inertia of plane Areas: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Moment of inertia about an axis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Parallel axes theorem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Perpendicular axes theorem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50AE0-E268-447D-A252-B5972C81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D9ADA-8850-41D1-B6A6-370B7BA4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7339717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D0CA9-55A2-4F73-89F0-C7E6F1DB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86678-9CC4-4977-9A7F-DD1BBB8A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23A36-61BB-437A-8948-E963D701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B0469-F35A-4324-8AC2-F4266327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13F7A-851C-4A1F-BA93-4C83D111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Inertia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87689-F0BD-4053-B979-C38E561E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plane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E6279-3ADE-4FFF-AA73-F112D38D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Areas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98343-34E1-4209-901F-46D0AB6E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axis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CC037-C3F2-403E-90DB-EEC181D5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Parallel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7171F-E2C4-40A6-9874-9D571E6D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Polar moment of inertia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Radius of gyration.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2 Moment of inertia of square, rectangular, triangular and circular areas from the method of Integration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Moment of inertia of composite areas and simple built-up sections: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396E7-8100-49E5-A443-6808C2A9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84AEE0-2386-4FA2-A7EE-D6167195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5951977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B38EBB-9A2A-4181-8AAF-699B4107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E33EE-D8A5-4409-A6EA-259F5740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820F5-2A02-46A5-ABB8-54B5555E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5DC19-CE5A-48CB-BE7F-774387F9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Moment of Inertia of plane Areas: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Moment of inertia about an axis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Parallel axes theorem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Perpendicular axes theorem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Polar moment of inertia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F8FBB-D68F-4951-B58C-017AFF11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AC267-548C-4AEE-8832-C8765878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E7D50-7F0E-487B-9F2D-744B7AC1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C7273-D1BF-4D5B-9CE5-5DA170E5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5451B-A58B-470D-8753-F63B7C35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Inertia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C7AED-E495-496B-8DC8-BD46E131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5EE04-7AEF-474C-BBA0-1058749F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7CFF6-7497-4875-A7A8-728D4ED9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07568-90F0-4969-8FFB-4C541D66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Areas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492E7-AFD0-4D51-BE5B-0015D6D4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1A5519-6A09-4EEB-962E-218CFBB2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axis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F4599-48F5-44A7-8FEB-5C396E88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A468D-567E-4653-AF4C-01657170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2C541-FA6E-47D3-85D3-A9C658C6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7583610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3C4BA-2758-4FE0-B8F8-E0DEB6E1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81627-4C24-4D5D-8680-6F2F46EB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7723A-7643-4D87-9B51-4258490B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9BAF0-1B44-47B5-AB82-B280CC04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D01AA-47D2-4188-9858-5ABD78F0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0EE56-86F2-4EB2-A52F-3DE071D7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DDCE6-35C1-4B3E-B45D-FFA99E04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6E586-0E9D-4678-AC9D-76354279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748F5-58AF-4CA7-8318-03572FD9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512FF-C6FB-4C4D-A1B7-A58CE893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6EF73-1899-40D3-ABC1-934CFD3C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60298-58E3-4B74-ADD4-34D0BE66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2F55D-7A6F-4554-8C43-F4D914B7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71CCD-2FC2-409E-BFF8-196019FE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4EC12-94C9-4AC2-9B77-2C844A53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21138681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1E571-349F-4628-81FF-65F95B08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FDFCD-2F3A-4464-B739-FA3A5409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AD932-9571-4B87-942B-72A28BB9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3E5DE-4324-4854-B8CD-391F90FF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7248F-EAB3-4EC6-AB33-5185ACD4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Moment of Inertia of plane Areas: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7AB3A-EBD0-43D0-BF40-E171CB3E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Moment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C7B67-45BC-4B74-AAB9-02992149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080B4-EB81-492C-A739-74A2FB51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0CBE1-0EF7-4BB7-AA2E-00F41A8F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3095887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A3750-DF65-4A76-B101-1EEAC4CC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B2056-0959-461B-960C-19E4E85B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01CE6-FFE0-4CAA-930D-6805E6A8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36722-E52F-41C6-ADCA-308CBD34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4DE03-BE92-4DC5-A69F-4B55AA12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Radius of gyration.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2 Moment of inertia of square, rectangular, triangular and circular areas from the method of Integration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Moment of inertia of composite areas and simple built-up sections: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Examples.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18891-A49C-4E65-B49E-A233A4F8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1ADEB-7E8B-448F-80A0-ABE12E4D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EA8CD-1D39-48AF-B4AC-6031F05D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11C0B-C9E7-417C-92FF-5AAC46FB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4125165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73AB67-FB6E-4CD2-A335-9016E8CF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CF77F-14C4-4827-99CE-2C8EAB03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9B72A-6B48-4FA7-8F03-5BEC00F4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AD33B-B068-414E-9CA9-E89A1BF4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5A295-88AB-495A-B5B3-B7589641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5CBE2-A0B0-4C6C-9F67-6C312082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F5047-762D-4F78-B8F1-384B8FC5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Moment of Inertia of plane Areas: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05327-34B4-476D-8E4B-50335372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C0453-876A-4BE8-A8C8-C6F64959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6A34B-1951-465F-A0EC-96B16A34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FF94A-1CB6-4DBD-A21E-D1DCA940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90226-4C01-489A-A692-79C544A9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FFE34-7DB9-43B2-8707-E6B36749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Moment of inertia about an axis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AC497-FAAA-4435-A6B3-8E481DBA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125CA-13C6-4DFB-A18E-F3376D10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3422CF-BF2E-471C-9B6A-467E83E3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Parallel axes theorem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314E6-1891-4027-8C72-091729FD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92444-958F-447A-9C78-1FE7FA2C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1D2E6-C5CC-4CA0-B526-6D320C27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Perpendicular axes theorem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41A5B-6893-468C-89F2-F314E6AC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F7E240-D0BB-41BC-9F2C-99C35400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579454-AB47-488D-877E-5E75EADB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Polar moment of inertia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20F576-60EC-4E2F-8477-C86CCB75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9F3187-03DF-4D36-A506-AB72B728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D2B775-3D1C-43FE-892F-8551F1AA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Radius of gyration.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E67FA4-2E35-4B92-BBD4-5BCBEB6C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3C30A4-735D-46DD-9959-E0700818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F586C3-CDE8-48D1-B696-56B74DA5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B00A24-E253-467F-92F3-A1F36DE1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21215262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AF0EC-8A6D-4C5E-9689-22B3AFE3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C194F-563F-48EF-84F2-1BA17EA6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023D6-BB83-401F-A1EF-12127C4D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D65B6-4ED9-4119-A01F-AFC8BBF1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Moment, Inertia, plane, Areas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263CF-EF86-4E11-BA3A-C3EB1742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30FD7-F6A3-4D0A-8C58-87C259AD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75D2B-2115-40C9-83FC-76D60D77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6A072-337F-4A5B-8BBB-B7FEF5DE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832739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2026-08-24T06:38:44.2260000Z</dcterms:created>
  <dcterms:modified xsi:type="dcterms:W3CDTF">2026-08-24T06:38:44.2260000Z</dcterms:modified>
</coreProperties>
</file>