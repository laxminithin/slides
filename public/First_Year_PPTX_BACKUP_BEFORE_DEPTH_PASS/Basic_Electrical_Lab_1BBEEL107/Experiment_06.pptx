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19e4b9fef84e01" /><Relationship Type="http://schemas.openxmlformats.org/officeDocument/2006/relationships/extended-properties" Target="/docProps/app.xml" Id="R1296588e980e4c12" /><Relationship Type="http://schemas.openxmlformats.org/officeDocument/2006/relationships/officeDocument" Target="/ppt/presentation.xml" Id="Rd217df7b0a0d4f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264e99f7c346e5"/>
  </p:sldMasterIdLst>
  <p:notesMasterIdLst>
    <p:notesMasterId xmlns:r="http://schemas.openxmlformats.org/officeDocument/2006/relationships" r:id="R773687ff142446a8"/>
  </p:notesMasterIdLst>
  <p:sldIdLst>
    <p:sldId xmlns:r="http://schemas.openxmlformats.org/officeDocument/2006/relationships" id="256" r:id="Rc9828429799b483f"/>
    <p:sldId xmlns:r="http://schemas.openxmlformats.org/officeDocument/2006/relationships" id="257" r:id="R1179ebd656de4ede"/>
    <p:sldId xmlns:r="http://schemas.openxmlformats.org/officeDocument/2006/relationships" id="258" r:id="R6f339f16fe8a4c6b"/>
    <p:sldId xmlns:r="http://schemas.openxmlformats.org/officeDocument/2006/relationships" id="259" r:id="R42bf42a4c0b946e9"/>
    <p:sldId xmlns:r="http://schemas.openxmlformats.org/officeDocument/2006/relationships" id="260" r:id="R6238f5d74a5942f5"/>
    <p:sldId xmlns:r="http://schemas.openxmlformats.org/officeDocument/2006/relationships" id="261" r:id="Rbf62e280c4f14094"/>
    <p:sldId xmlns:r="http://schemas.openxmlformats.org/officeDocument/2006/relationships" id="262" r:id="R0c6617d2e6b448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6009b724194cd2" /><Relationship Type="http://schemas.openxmlformats.org/officeDocument/2006/relationships/slideMaster" Target="/ppt/slideMasters/slideMaster1.xml" Id="Raa264e99f7c346e5" /><Relationship Type="http://schemas.openxmlformats.org/officeDocument/2006/relationships/notesMaster" Target="/ppt/notesMasters/notesMaster1.xml" Id="R773687ff142446a8" /><Relationship Type="http://schemas.openxmlformats.org/officeDocument/2006/relationships/presProps" Target="/ppt/presProps.xml" Id="Rde8a985ec4b34445" /><Relationship Type="http://schemas.openxmlformats.org/officeDocument/2006/relationships/tableStyles" Target="/ppt/tableStyles.xml" Id="Rb9f6c9bf34aa4a47" /><Relationship Type="http://schemas.openxmlformats.org/officeDocument/2006/relationships/slide" Target="/ppt/slides/slide1.xml" Id="Rc9828429799b483f" /><Relationship Type="http://schemas.openxmlformats.org/officeDocument/2006/relationships/slide" Target="/ppt/slides/slide2.xml" Id="R1179ebd656de4ede" /><Relationship Type="http://schemas.openxmlformats.org/officeDocument/2006/relationships/slide" Target="/ppt/slides/slide3.xml" Id="R6f339f16fe8a4c6b" /><Relationship Type="http://schemas.openxmlformats.org/officeDocument/2006/relationships/slide" Target="/ppt/slides/slide4.xml" Id="R42bf42a4c0b946e9" /><Relationship Type="http://schemas.openxmlformats.org/officeDocument/2006/relationships/slide" Target="/ppt/slides/slide5.xml" Id="R6238f5d74a5942f5" /><Relationship Type="http://schemas.openxmlformats.org/officeDocument/2006/relationships/slide" Target="/ppt/slides/slide6.xml" Id="Rbf62e280c4f14094" /><Relationship Type="http://schemas.openxmlformats.org/officeDocument/2006/relationships/slide" Target="/ppt/slides/slide7.xml" Id="R0c6617d2e6b448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d87550076a48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5690b3099c40c3" /><Relationship Type="http://schemas.openxmlformats.org/officeDocument/2006/relationships/notesMaster" Target="/ppt/notesMasters/notesMaster1.xml" Id="Rb1529e77f9964c9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d3c5da86ed4443" /><Relationship Type="http://schemas.openxmlformats.org/officeDocument/2006/relationships/notesMaster" Target="/ppt/notesMasters/notesMaster1.xml" Id="R964347a50dbe40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4a542892cb43b0" /><Relationship Type="http://schemas.openxmlformats.org/officeDocument/2006/relationships/notesMaster" Target="/ppt/notesMasters/notesMaster1.xml" Id="R39c12657989349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11b18221c04d64" /><Relationship Type="http://schemas.openxmlformats.org/officeDocument/2006/relationships/notesMaster" Target="/ppt/notesMasters/notesMaster1.xml" Id="Rb1a15e312e4142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431cce7f8e4cba" /><Relationship Type="http://schemas.openxmlformats.org/officeDocument/2006/relationships/notesMaster" Target="/ppt/notesMasters/notesMaster1.xml" Id="Rd6a16c32c8c248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e9165d304441df" /><Relationship Type="http://schemas.openxmlformats.org/officeDocument/2006/relationships/notesMaster" Target="/ppt/notesMasters/notesMaster1.xml" Id="R5fe02de1917644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8ed3e9a40c49e4" /><Relationship Type="http://schemas.openxmlformats.org/officeDocument/2006/relationships/notesMaster" Target="/ppt/notesMasters/notesMaster1.xml" Id="R4f8b568dcfba48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827e70087b4f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6738ad8c114e69" /><Relationship Type="http://schemas.openxmlformats.org/officeDocument/2006/relationships/slideLayout" Target="/ppt/slideLayouts/slideLayout1.xml" Id="R2e0ee8ef548b46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0ee8ef548b46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a80d3bb3e473e" /><Relationship Type="http://schemas.openxmlformats.org/officeDocument/2006/relationships/notesSlide" Target="/ppt/notesSlides/notesSlide1.xml" Id="R28318ea0076347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a9838ec24409c" /><Relationship Type="http://schemas.openxmlformats.org/officeDocument/2006/relationships/notesSlide" Target="/ppt/notesSlides/notesSlide2.xml" Id="Rf5627b7b7ab541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94549ed044aea" /><Relationship Type="http://schemas.openxmlformats.org/officeDocument/2006/relationships/notesSlide" Target="/ppt/notesSlides/notesSlide3.xml" Id="Ra51fbf8d5d7747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a192f28904945" /><Relationship Type="http://schemas.openxmlformats.org/officeDocument/2006/relationships/notesSlide" Target="/ppt/notesSlides/notesSlide4.xml" Id="R94a8e8e6050545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29f5d79424b91" /><Relationship Type="http://schemas.openxmlformats.org/officeDocument/2006/relationships/notesSlide" Target="/ppt/notesSlides/notesSlide5.xml" Id="R445dbed17af94d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0481e160a49fa" /><Relationship Type="http://schemas.openxmlformats.org/officeDocument/2006/relationships/notesSlide" Target="/ppt/notesSlides/notesSlide6.xml" Id="Re3ae43c18ca348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aeacd1aa8460b" /><Relationship Type="http://schemas.openxmlformats.org/officeDocument/2006/relationships/notesSlide" Target="/ppt/notesSlides/notesSlide7.xml" Id="R85e87371667d4b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1650F-31A9-4BB2-B31B-B297E219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151A6-C09D-475C-A718-CA115D33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Wiring an appropriate electric circuit, understanding the basic principle used for 2 -way and 3-way control of load.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0A223-7797-4581-9FBB-6F2CAA28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4FA72-5266-4E73-92F9-4ECAC1A4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9DCA4-4530-4A4C-AF09-EFEEED2E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7F883-E25D-48C8-A1D1-BFE92890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2D46F-3DF6-44C7-A7B4-2F20233F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2BF0C-75D9-49D1-962E-EAA47524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A5684-7F14-4C16-8C90-3951CFF8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AD8DB-15C0-4796-8E14-D8F7646D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6BA91-050C-42B9-A601-42E32E0F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6E688B-6B21-49BF-BB47-FB5D251F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7E178-B8ED-4CE4-AB4F-05951184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FC6EFC-EBB0-4E3A-84CC-00DE3371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E1D061-E8A5-48DF-A879-82ED2443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1/7</a:t>
            </a:r>
          </a:p>
        </p:txBody>
      </p:sp>
    </p:spTree>
    <p:extLst>
      <p:ext uri="{BB962C8B-B14F-4D97-AF65-F5344CB8AC3E}">
        <p14:creationId xmlns:p14="http://schemas.microsoft.com/office/powerpoint/2010/main" val="3771547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3E45BD-25B4-408E-9529-35EB5B50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B22B8-89C9-4D2B-92DF-EF3ED2E1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1F635E-0C03-494F-B4A2-A20B0F2B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4CAAD-4ED4-43CA-8EF4-F51F2E3E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Wiring an appropriate electric circuit, understanding the basic principle used for 2 -way and 3-way control of load.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7269C-7F36-4AA3-A4C6-9AE578C6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A74DAA-58A8-4E07-A463-C342020F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762DB-0CC4-4BEB-9A51-C7300BF1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60917-38C6-469B-9DF1-51C2F308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FE4E6-0A9F-4718-9A0B-4B176F78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8B7B9-4909-4EC0-A083-58877D31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5FDC8-D98C-49E2-A729-750980A7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8B0FF-EA1C-4BFC-8B0C-9406BD69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17CAE-750E-4DDD-8BD1-D8C8B7FC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B74B4-5C63-4109-96BF-418031BB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748CF6-6ADB-4E27-8210-F744D359A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8AD33C-4B47-4582-B423-BD68B6B5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2/7</a:t>
            </a:r>
          </a:p>
        </p:txBody>
      </p:sp>
    </p:spTree>
    <p:extLst>
      <p:ext uri="{BB962C8B-B14F-4D97-AF65-F5344CB8AC3E}">
        <p14:creationId xmlns:p14="http://schemas.microsoft.com/office/powerpoint/2010/main" val="17686523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FD223-0207-4141-A0D6-E2CB440A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01FC23-89AF-4FF6-B6AC-5C6DD813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591AB-63C3-415D-A7EF-4CBFE58F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0BBDC-8D50-41A0-9C9B-F4DB74BA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Wiring an appropriate electric circuit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understanding the basic principle used for 2 -way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3-way control of load.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ECCC3-C4B4-4128-AB71-12640952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Wiring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796BF-F864-4A69-9E69-0FF4D737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7B0C6-A01E-4E83-B3B4-FC3E5522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appropriate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51320-8C31-4FE1-9EBE-7252D0A2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FB276-3D5B-4025-9DE7-791C0CDC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electric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87C26-3454-437E-947E-BC163E3C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F46F0-92ED-4159-AA95-719468F6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circuit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5A545-2831-4AE3-8551-0A3084D8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50665-02F7-46F1-90B8-49DF33B1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understanding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66031-40B6-4596-94C4-0AE8AC3D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6DE756-83A0-4405-9991-A4BF493A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3/7</a:t>
            </a:r>
          </a:p>
        </p:txBody>
      </p:sp>
    </p:spTree>
    <p:extLst>
      <p:ext uri="{BB962C8B-B14F-4D97-AF65-F5344CB8AC3E}">
        <p14:creationId xmlns:p14="http://schemas.microsoft.com/office/powerpoint/2010/main" val="7252427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EDE3D-E597-4CF2-90E8-7125DF9A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652F2-F48A-448C-AE51-53ED9B8F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6757A-A1AA-412E-84E8-08A5DDC3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EB2B8-02DD-4262-B70D-F2013537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B9DA6-CD33-4E26-BF8F-42E1A559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D7DD6-6855-477D-BDF5-271A4F44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F21E2-38DA-4C27-8AD2-65C9B6CF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51D51-4DEE-4734-A3B0-80B7CE1E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4/7</a:t>
            </a:r>
          </a:p>
        </p:txBody>
      </p:sp>
    </p:spTree>
    <p:extLst>
      <p:ext uri="{BB962C8B-B14F-4D97-AF65-F5344CB8AC3E}">
        <p14:creationId xmlns:p14="http://schemas.microsoft.com/office/powerpoint/2010/main" val="15415196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430B59-2A5D-49DE-AEAC-6EA308D9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B6227-E46B-44F3-9DB7-C06DCE30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FE889-515C-4200-B2E8-6B065D67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6FAC2-9001-4FA5-B78F-24AD1EFD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4B013-9948-48F5-B965-7201C5139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7A8C2-D9C2-4E01-9437-D601C27B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95C96-A05A-433C-94DD-A7B5EEB8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DF456-8286-44F7-992F-64C86B07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D7948-8792-4A67-BCF5-D1836001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C8F1B-DF25-42CF-8AD9-6854C517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9EA563-C7F9-4BC8-B96F-2DB4AF2A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EFCF0-C868-414E-BE97-BC556E51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CDD127-AFE2-4E7D-B440-3EC739AA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99CC44-471A-4D3F-9375-432AF70C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A1589-56C3-409D-A540-D4C47A4A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5/7</a:t>
            </a:r>
          </a:p>
        </p:txBody>
      </p:sp>
    </p:spTree>
    <p:extLst>
      <p:ext uri="{BB962C8B-B14F-4D97-AF65-F5344CB8AC3E}">
        <p14:creationId xmlns:p14="http://schemas.microsoft.com/office/powerpoint/2010/main" val="63792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A4BD04-4C6E-4F87-A401-D8B08E84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75F65-09BF-4282-ADA8-C1DDEC26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775D43-F7BF-4EF2-A543-AD076871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18F01-B96C-418A-B6E4-8B75E788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ADCFC7-3492-4206-80CE-BFE2E425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2CDD2-021D-4CB8-8617-96D3FB18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443E0-BD3C-4E14-8501-E825D47B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835AE-C79E-402C-A9EF-A5D65CBE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90BF8-3EAC-4026-875C-6FA71A66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7F830-AA7A-46DF-BE32-DDB0FFDD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5B0BC-9CD3-49D1-A01B-E7A716B2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9B65B-4D09-46EA-8EE3-8A6B01AD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F2F2BA-DB01-400F-B22A-8257AFC3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89C94-99D8-4D7E-8E71-8FE902E2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AE9406-945A-460D-8CA4-82C94526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D21E4-9F86-46C7-A778-0ED02DE5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808BC-FE13-482F-A91B-74EA0458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2D9E2-E11F-4A6B-BCE6-2275A124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F9CF02-1E2E-449E-A38E-36C08CF2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F7E2A-2DBD-4BA0-8966-7BC378E9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3CAF79-AF55-4171-9E32-6AC6B8CE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B69292-BCC9-4F37-94DF-DB33BA74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7E10B3-1F49-46CA-ABC1-4F3C42F9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D5CC51-E182-4F11-8634-1F1978E8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B5F17F-3454-4806-84DD-382EFDC4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1584D9-857C-456B-ABC2-71840BF8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6/7</a:t>
            </a:r>
          </a:p>
        </p:txBody>
      </p:sp>
    </p:spTree>
    <p:extLst>
      <p:ext uri="{BB962C8B-B14F-4D97-AF65-F5344CB8AC3E}">
        <p14:creationId xmlns:p14="http://schemas.microsoft.com/office/powerpoint/2010/main" val="6655830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421A7-4C3C-40C2-9AD6-F6FDA922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4A387-DDF7-4314-8688-0A73F713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F1190-F59A-409C-8E68-9EED91D4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4465C-85ED-46B8-BED1-B529119C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49733-27EF-4991-A64E-1AE8A904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DD8C9-595D-49EC-9184-B02AA1F5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8D3A8-3883-4523-BF01-2FF392BD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303C7-E0EA-4764-AED7-0DC8E965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6 | 7/7</a:t>
            </a:r>
          </a:p>
        </p:txBody>
      </p:sp>
    </p:spTree>
    <p:extLst>
      <p:ext uri="{BB962C8B-B14F-4D97-AF65-F5344CB8AC3E}">
        <p14:creationId xmlns:p14="http://schemas.microsoft.com/office/powerpoint/2010/main" val="1167032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2026-08-24T06:38:41.0230000Z</dcterms:created>
  <dcterms:modified xsi:type="dcterms:W3CDTF">2026-08-24T06:38:41.0230000Z</dcterms:modified>
</coreProperties>
</file>