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7b013c4644dbd" /><Relationship Type="http://schemas.openxmlformats.org/officeDocument/2006/relationships/extended-properties" Target="/docProps/app.xml" Id="Reec6cc2bf3344502" /><Relationship Type="http://schemas.openxmlformats.org/officeDocument/2006/relationships/officeDocument" Target="/ppt/presentation.xml" Id="R2516756392e647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b9b59241b84222"/>
  </p:sldMasterIdLst>
  <p:notesMasterIdLst>
    <p:notesMasterId xmlns:r="http://schemas.openxmlformats.org/officeDocument/2006/relationships" r:id="R8db1d0bf50f84609"/>
  </p:notesMasterIdLst>
  <p:sldIdLst>
    <p:sldId xmlns:r="http://schemas.openxmlformats.org/officeDocument/2006/relationships" id="256" r:id="Re799c44aac6e4791"/>
    <p:sldId xmlns:r="http://schemas.openxmlformats.org/officeDocument/2006/relationships" id="257" r:id="Rbb31e7be81514e82"/>
    <p:sldId xmlns:r="http://schemas.openxmlformats.org/officeDocument/2006/relationships" id="258" r:id="R4ad06dab30ce4375"/>
    <p:sldId xmlns:r="http://schemas.openxmlformats.org/officeDocument/2006/relationships" id="259" r:id="R5d8766d76eb845bf"/>
    <p:sldId xmlns:r="http://schemas.openxmlformats.org/officeDocument/2006/relationships" id="260" r:id="Rb41d2b9de3fc4af5"/>
    <p:sldId xmlns:r="http://schemas.openxmlformats.org/officeDocument/2006/relationships" id="261" r:id="R2d9b2e29af84493e"/>
    <p:sldId xmlns:r="http://schemas.openxmlformats.org/officeDocument/2006/relationships" id="262" r:id="Rcab6ed45ca85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6e6e421ca46ae" /><Relationship Type="http://schemas.openxmlformats.org/officeDocument/2006/relationships/slideMaster" Target="/ppt/slideMasters/slideMaster1.xml" Id="R3fb9b59241b84222" /><Relationship Type="http://schemas.openxmlformats.org/officeDocument/2006/relationships/notesMaster" Target="/ppt/notesMasters/notesMaster1.xml" Id="R8db1d0bf50f84609" /><Relationship Type="http://schemas.openxmlformats.org/officeDocument/2006/relationships/presProps" Target="/ppt/presProps.xml" Id="Rd7f662f6e8564dc9" /><Relationship Type="http://schemas.openxmlformats.org/officeDocument/2006/relationships/tableStyles" Target="/ppt/tableStyles.xml" Id="Rea91be17b1204e81" /><Relationship Type="http://schemas.openxmlformats.org/officeDocument/2006/relationships/slide" Target="/ppt/slides/slide1.xml" Id="Re799c44aac6e4791" /><Relationship Type="http://schemas.openxmlformats.org/officeDocument/2006/relationships/slide" Target="/ppt/slides/slide2.xml" Id="Rbb31e7be81514e82" /><Relationship Type="http://schemas.openxmlformats.org/officeDocument/2006/relationships/slide" Target="/ppt/slides/slide3.xml" Id="R4ad06dab30ce4375" /><Relationship Type="http://schemas.openxmlformats.org/officeDocument/2006/relationships/slide" Target="/ppt/slides/slide4.xml" Id="R5d8766d76eb845bf" /><Relationship Type="http://schemas.openxmlformats.org/officeDocument/2006/relationships/slide" Target="/ppt/slides/slide5.xml" Id="Rb41d2b9de3fc4af5" /><Relationship Type="http://schemas.openxmlformats.org/officeDocument/2006/relationships/slide" Target="/ppt/slides/slide6.xml" Id="R2d9b2e29af84493e" /><Relationship Type="http://schemas.openxmlformats.org/officeDocument/2006/relationships/slide" Target="/ppt/slides/slide7.xml" Id="Rcab6ed45ca85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6a8b0ffbc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dadf1fe234904" /><Relationship Type="http://schemas.openxmlformats.org/officeDocument/2006/relationships/notesMaster" Target="/ppt/notesMasters/notesMaster1.xml" Id="R03096d4347c4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488a6fae94209" /><Relationship Type="http://schemas.openxmlformats.org/officeDocument/2006/relationships/notesMaster" Target="/ppt/notesMasters/notesMaster1.xml" Id="R8e42cdf091b644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eec16dac04bad" /><Relationship Type="http://schemas.openxmlformats.org/officeDocument/2006/relationships/notesMaster" Target="/ppt/notesMasters/notesMaster1.xml" Id="R373d28a90d87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4516f71f0e42a8" /><Relationship Type="http://schemas.openxmlformats.org/officeDocument/2006/relationships/notesMaster" Target="/ppt/notesMasters/notesMaster1.xml" Id="R7701392902224e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1a9eec62c443e" /><Relationship Type="http://schemas.openxmlformats.org/officeDocument/2006/relationships/notesMaster" Target="/ppt/notesMasters/notesMaster1.xml" Id="R49687ebab190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2879ce966a4899" /><Relationship Type="http://schemas.openxmlformats.org/officeDocument/2006/relationships/notesMaster" Target="/ppt/notesMasters/notesMaster1.xml" Id="R3caf48aa05f6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5a5490c614164" /><Relationship Type="http://schemas.openxmlformats.org/officeDocument/2006/relationships/notesMaster" Target="/ppt/notesMasters/notesMaster1.xml" Id="R7a7cf0c5481f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a440b7830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33248b2924b2b" /><Relationship Type="http://schemas.openxmlformats.org/officeDocument/2006/relationships/slideLayout" Target="/ppt/slideLayouts/slideLayout1.xml" Id="R262f4f97d6b54b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f4f97d6b54b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6284668a9428b" /><Relationship Type="http://schemas.openxmlformats.org/officeDocument/2006/relationships/notesSlide" Target="/ppt/notesSlides/notesSlide1.xml" Id="R06244098529b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cc05970a64107" /><Relationship Type="http://schemas.openxmlformats.org/officeDocument/2006/relationships/notesSlide" Target="/ppt/notesSlides/notesSlide2.xml" Id="R6f594f6e933042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82f8c28b64794" /><Relationship Type="http://schemas.openxmlformats.org/officeDocument/2006/relationships/notesSlide" Target="/ppt/notesSlides/notesSlide3.xml" Id="Rf6dede01c0a6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3835487bb4863" /><Relationship Type="http://schemas.openxmlformats.org/officeDocument/2006/relationships/notesSlide" Target="/ppt/notesSlides/notesSlide4.xml" Id="Rb37a0f5246b6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e89a0a13640a2" /><Relationship Type="http://schemas.openxmlformats.org/officeDocument/2006/relationships/notesSlide" Target="/ppt/notesSlides/notesSlide5.xml" Id="R56ee3726e3ac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51312e1a143cf" /><Relationship Type="http://schemas.openxmlformats.org/officeDocument/2006/relationships/notesSlide" Target="/ppt/notesSlides/notesSlide6.xml" Id="R05de802b79bf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5cb37587b4d43" /><Relationship Type="http://schemas.openxmlformats.org/officeDocument/2006/relationships/notesSlide" Target="/ppt/notesSlides/notesSlide7.xml" Id="R0cce70b4dc864c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B15DC-9E10-4212-8DEC-8728D7B3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C05F7-8473-4FE8-ABFD-A8FAE3E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Measurement of low range resistance using voltmeter-ammeter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C0C15-BB89-424E-8E6E-786647E2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3166-EEEA-4C98-A38C-3F9DFC29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74151-28AA-47F1-A5D2-BF0B7BF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7FF23-287E-4585-8329-5A5B0F5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7C59A-6C3F-4963-BF8D-E0955ECA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DB8D1-83C9-4D5D-865C-8615BCC4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34F5E-D557-4C13-8F27-ABA0E984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B0B54-BE22-4A60-9031-84E1985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1D84C-1CD7-40F4-B729-A45EFA94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83236-5E01-4AF1-99FF-B500A847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C807B-DB42-49B4-B289-9F646B02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8E669-3A70-42BE-8315-32E1A7D1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D72F5-64DA-4B3D-BF90-787DC805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1/7</a:t>
            </a:r>
          </a:p>
        </p:txBody>
      </p:sp>
    </p:spTree>
    <p:extLst>
      <p:ext uri="{BB962C8B-B14F-4D97-AF65-F5344CB8AC3E}">
        <p14:creationId xmlns:p14="http://schemas.microsoft.com/office/powerpoint/2010/main" val="1327301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CE810-A53C-4BC1-9F65-B38E585F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72F6-1E25-4234-94DF-D14216ED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C7E6B-B01B-4C10-91C6-85C6C08B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2A51A-7CBC-48B3-B570-03B24E5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Measurement of low range resistance using voltmeter-ammeter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72250-67EF-4CD8-82B9-CA62F5B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ABF58-EE97-4264-972F-52222854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CC945-4380-4B50-9F18-D41DAFC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51DCC-8FD2-4B47-96E2-54659D7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F7E24-034A-4B00-97AC-2B6D5900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6347F-B034-4583-B96B-CAFC701A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CC995-C67D-4454-B74E-02A01FA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2E90E-B1C1-44DB-B2D0-4946825E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8008-4F00-4098-B60B-5B560ED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7C8E9-5F48-49DA-9EEA-ECE7705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69E73-84FC-41AB-B08D-AA059DEF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A0C0E-F04C-4600-80A1-D6C0818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2/7</a:t>
            </a:r>
          </a:p>
        </p:txBody>
      </p:sp>
    </p:spTree>
    <p:extLst>
      <p:ext uri="{BB962C8B-B14F-4D97-AF65-F5344CB8AC3E}">
        <p14:creationId xmlns:p14="http://schemas.microsoft.com/office/powerpoint/2010/main" val="48741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3547E-3CD1-4FF6-8AB3-ADC751C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C5CE8-A08F-45AE-AE4D-603F67C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AC740-FC77-4A91-8E68-4851992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63D68-4BC8-4375-97C7-CEC1705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Measurement of low range resistance using voltmeter-ammeter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A4632-5AC7-460F-B9E9-2D7F83DC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7658F-4E0D-42D4-A2C4-E265A2C8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42AB8-3A05-42F9-ADD8-933D9A4C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5C648-7F4A-4161-8085-3A739C0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E0390-3D9A-4351-A6DD-B27CB7F4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35D1D-86E9-4705-98F6-BC94CA9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50131-65DD-4B19-BC7B-0CCBFFB6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voltmeter-ammeter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118B9-B0BF-43AB-B7FA-E4251CC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CD5F4-7486-43B6-AADC-53E068E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C1833-B656-4FDF-9F1B-4505B046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E7B92-280A-4798-9B4B-5A36450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3/7</a:t>
            </a:r>
          </a:p>
        </p:txBody>
      </p:sp>
    </p:spTree>
    <p:extLst>
      <p:ext uri="{BB962C8B-B14F-4D97-AF65-F5344CB8AC3E}">
        <p14:creationId xmlns:p14="http://schemas.microsoft.com/office/powerpoint/2010/main" val="969500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EF6E5-1F89-4DEE-98EC-25FAF81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248D7-11AF-4A92-8517-F32B4CF8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88ABA-C812-4D0C-AB58-58BB957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A5783-E956-45ED-AF59-33718AB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5A3C-F93A-4D57-B6D7-779CA26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90FB2-CA82-4B5E-8111-A4389C7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9F5B-26A2-4113-B499-E65CB279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2847-8991-4407-A48E-C7172EB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4/7</a:t>
            </a:r>
          </a:p>
        </p:txBody>
      </p:sp>
    </p:spTree>
    <p:extLst>
      <p:ext uri="{BB962C8B-B14F-4D97-AF65-F5344CB8AC3E}">
        <p14:creationId xmlns:p14="http://schemas.microsoft.com/office/powerpoint/2010/main" val="203691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81D37-AFCE-4058-89A2-E848923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C9CB3-094B-4A0F-A33E-8F827647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F4AC5-B32F-4454-AD97-BFF97D6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D3FE2-43D1-44BB-B4D6-C77ABC2A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4D524-CF07-4D5B-A2B2-94D7055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DF417-9B70-4C16-BFF6-9C323D2D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BC468-5EED-4B47-BD8B-9D97E9C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775BA-FB76-4D39-BC29-16DA6C4D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CBB36-5AD2-45C2-9821-A647EB42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8C1A2-B911-433B-B037-BEAA29C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403E-AF7C-4478-A676-E4A53DB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5129A-ABF3-4081-82C5-A9944A9E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6EA18-4CB1-4740-979D-9293CC21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33AC1-B8E6-4751-A87A-BE602815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0A87B-90FC-462C-A1BF-AF35AA4B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5/7</a:t>
            </a:r>
          </a:p>
        </p:txBody>
      </p:sp>
    </p:spTree>
    <p:extLst>
      <p:ext uri="{BB962C8B-B14F-4D97-AF65-F5344CB8AC3E}">
        <p14:creationId xmlns:p14="http://schemas.microsoft.com/office/powerpoint/2010/main" val="815921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FA38F-8604-4149-BE08-181B0DA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03890-DB9B-44D7-9514-BBB47596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CED30-4393-425C-8833-0B468F2E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EA78F-3121-4884-BE1B-0A7BD6D7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787CE-A983-4898-A7E8-7EEF391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3B868-3B5D-45FD-8F60-7C2C979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15FC3-1A72-43D5-8BF8-86AEE53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B9F40-EB6E-4D1A-975E-5F26591F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A886-7F5C-4183-A5E0-B4789BD3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7801A-B80F-4908-A8ED-BE933F6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77004-4C17-4C96-B407-20204B1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88A7E-4B61-49D4-B554-622C7BC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5BA37-80AF-4D5A-ABC6-013AC1A0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ED24F-3809-422E-9A23-AABC20F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64484-1838-46C2-86E7-7352C29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3711E-56C5-4A37-B099-1834810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FBE84-4B37-4E47-933E-F2AB78D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1979A-1C21-4B11-B5CD-A1CDD981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A8FE1-D24C-4B53-B93C-6F8ECE8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D0123-DC90-4144-ADC7-E9E99814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B0B6A-A41A-43ED-B2EE-9955610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3A1E8-6E50-4717-8F21-4C1CE36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81A3F-7E7A-42E9-AB0B-9A2B7EA9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E8D38-020F-4B43-8B9D-81662B5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E586F-9C39-4858-93D6-F724FA3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8BB02-08A0-4DDA-B0EF-59CA84D5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6/7</a:t>
            </a:r>
          </a:p>
        </p:txBody>
      </p:sp>
    </p:spTree>
    <p:extLst>
      <p:ext uri="{BB962C8B-B14F-4D97-AF65-F5344CB8AC3E}">
        <p14:creationId xmlns:p14="http://schemas.microsoft.com/office/powerpoint/2010/main" val="900554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F067F-8309-49D8-B787-43362C1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93A30-11A7-47C2-A674-242C47F3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48E69-7D4B-45CB-BCFD-48156074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24957-EB5F-4209-97CA-352B9B46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56673-8F40-42BC-B7B3-95A462A5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42618-9784-43C1-BD3E-4D9B43E5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58EC4-2031-4DB2-8084-D0D1021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F3651-FC92-4D17-B926-4885D5C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7/7</a:t>
            </a:r>
          </a:p>
        </p:txBody>
      </p:sp>
    </p:spTree>
    <p:extLst>
      <p:ext uri="{BB962C8B-B14F-4D97-AF65-F5344CB8AC3E}">
        <p14:creationId xmlns:p14="http://schemas.microsoft.com/office/powerpoint/2010/main" val="155572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2026-08-24T06:38:40.8030000Z</dcterms:created>
  <dcterms:modified xsi:type="dcterms:W3CDTF">2026-08-24T06:38:40.8030000Z</dcterms:modified>
</coreProperties>
</file>