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1a6ced64554b16" /><Relationship Type="http://schemas.openxmlformats.org/officeDocument/2006/relationships/extended-properties" Target="/docProps/app.xml" Id="R3e974b4593574276" /><Relationship Type="http://schemas.openxmlformats.org/officeDocument/2006/relationships/officeDocument" Target="/ppt/presentation.xml" Id="R18a0f44d5ec248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bbfbfeb514492"/>
  </p:sldMasterIdLst>
  <p:notesMasterIdLst>
    <p:notesMasterId xmlns:r="http://schemas.openxmlformats.org/officeDocument/2006/relationships" r:id="R21a645fa540b4af8"/>
  </p:notesMasterIdLst>
  <p:sldIdLst>
    <p:sldId xmlns:r="http://schemas.openxmlformats.org/officeDocument/2006/relationships" id="256" r:id="R5fa9ae3849aa44c0"/>
    <p:sldId xmlns:r="http://schemas.openxmlformats.org/officeDocument/2006/relationships" id="257" r:id="R84c5d50106d14164"/>
    <p:sldId xmlns:r="http://schemas.openxmlformats.org/officeDocument/2006/relationships" id="258" r:id="Rd1e97b97cf084b52"/>
    <p:sldId xmlns:r="http://schemas.openxmlformats.org/officeDocument/2006/relationships" id="259" r:id="R2a3ba2af8f2f470f"/>
    <p:sldId xmlns:r="http://schemas.openxmlformats.org/officeDocument/2006/relationships" id="260" r:id="Rc603fc0c826041f1"/>
    <p:sldId xmlns:r="http://schemas.openxmlformats.org/officeDocument/2006/relationships" id="261" r:id="R70b15115d1964ad7"/>
    <p:sldId xmlns:r="http://schemas.openxmlformats.org/officeDocument/2006/relationships" id="262" r:id="Ra6f4884e6521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8614732604b81" /><Relationship Type="http://schemas.openxmlformats.org/officeDocument/2006/relationships/slideMaster" Target="/ppt/slideMasters/slideMaster1.xml" Id="R96bbbfbfeb514492" /><Relationship Type="http://schemas.openxmlformats.org/officeDocument/2006/relationships/notesMaster" Target="/ppt/notesMasters/notesMaster1.xml" Id="R21a645fa540b4af8" /><Relationship Type="http://schemas.openxmlformats.org/officeDocument/2006/relationships/presProps" Target="/ppt/presProps.xml" Id="R8a21ce0c0ddc459f" /><Relationship Type="http://schemas.openxmlformats.org/officeDocument/2006/relationships/tableStyles" Target="/ppt/tableStyles.xml" Id="R7a6ada56007e4b4f" /><Relationship Type="http://schemas.openxmlformats.org/officeDocument/2006/relationships/slide" Target="/ppt/slides/slide1.xml" Id="R5fa9ae3849aa44c0" /><Relationship Type="http://schemas.openxmlformats.org/officeDocument/2006/relationships/slide" Target="/ppt/slides/slide2.xml" Id="R84c5d50106d14164" /><Relationship Type="http://schemas.openxmlformats.org/officeDocument/2006/relationships/slide" Target="/ppt/slides/slide3.xml" Id="Rd1e97b97cf084b52" /><Relationship Type="http://schemas.openxmlformats.org/officeDocument/2006/relationships/slide" Target="/ppt/slides/slide4.xml" Id="R2a3ba2af8f2f470f" /><Relationship Type="http://schemas.openxmlformats.org/officeDocument/2006/relationships/slide" Target="/ppt/slides/slide5.xml" Id="Rc603fc0c826041f1" /><Relationship Type="http://schemas.openxmlformats.org/officeDocument/2006/relationships/slide" Target="/ppt/slides/slide6.xml" Id="R70b15115d1964ad7" /><Relationship Type="http://schemas.openxmlformats.org/officeDocument/2006/relationships/slide" Target="/ppt/slides/slide7.xml" Id="Ra6f4884e6521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f46152acd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b22c554b14af5" /><Relationship Type="http://schemas.openxmlformats.org/officeDocument/2006/relationships/notesMaster" Target="/ppt/notesMasters/notesMaster1.xml" Id="R31ee1897a8cc4c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b910fd77041ca" /><Relationship Type="http://schemas.openxmlformats.org/officeDocument/2006/relationships/notesMaster" Target="/ppt/notesMasters/notesMaster1.xml" Id="Ra98a8a65926e42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047ef3ab914a25" /><Relationship Type="http://schemas.openxmlformats.org/officeDocument/2006/relationships/notesMaster" Target="/ppt/notesMasters/notesMaster1.xml" Id="Re64768b7a8ae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634ad3529e427a" /><Relationship Type="http://schemas.openxmlformats.org/officeDocument/2006/relationships/notesMaster" Target="/ppt/notesMasters/notesMaster1.xml" Id="Raf7d55cffc90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bd05919a6a4605" /><Relationship Type="http://schemas.openxmlformats.org/officeDocument/2006/relationships/notesMaster" Target="/ppt/notesMasters/notesMaster1.xml" Id="R49e076bf0e1e46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1090f752246fb" /><Relationship Type="http://schemas.openxmlformats.org/officeDocument/2006/relationships/notesMaster" Target="/ppt/notesMasters/notesMaster1.xml" Id="R8b7c9ecbce7040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9d87a9c7447a9" /><Relationship Type="http://schemas.openxmlformats.org/officeDocument/2006/relationships/notesMaster" Target="/ppt/notesMasters/notesMaster1.xml" Id="R90f522bdcee546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65b11103a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92498a71ab46f4" /><Relationship Type="http://schemas.openxmlformats.org/officeDocument/2006/relationships/slideLayout" Target="/ppt/slideLayouts/slideLayout1.xml" Id="Re46f50c7577a4a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6f50c7577a4a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0fc31437342cb" /><Relationship Type="http://schemas.openxmlformats.org/officeDocument/2006/relationships/notesSlide" Target="/ppt/notesSlides/notesSlide1.xml" Id="Raf3e4edf867346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4daf300f042b1" /><Relationship Type="http://schemas.openxmlformats.org/officeDocument/2006/relationships/notesSlide" Target="/ppt/notesSlides/notesSlide2.xml" Id="R08c9d1e1478d41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970c0d5e44f36" /><Relationship Type="http://schemas.openxmlformats.org/officeDocument/2006/relationships/notesSlide" Target="/ppt/notesSlides/notesSlide3.xml" Id="R7f9a4668056a49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11038b08c4793" /><Relationship Type="http://schemas.openxmlformats.org/officeDocument/2006/relationships/notesSlide" Target="/ppt/notesSlides/notesSlide4.xml" Id="R1d5da889aca245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195348b204c6f" /><Relationship Type="http://schemas.openxmlformats.org/officeDocument/2006/relationships/notesSlide" Target="/ppt/notesSlides/notesSlide5.xml" Id="Rf288ab4e4478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66521317d4212" /><Relationship Type="http://schemas.openxmlformats.org/officeDocument/2006/relationships/notesSlide" Target="/ppt/notesSlides/notesSlide6.xml" Id="Rc5826629853d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17e2759424c7e" /><Relationship Type="http://schemas.openxmlformats.org/officeDocument/2006/relationships/notesSlide" Target="/ppt/notesSlides/notesSlide7.xml" Id="R21fb8ebdcf1240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C0943-A945-4AD0-AD39-18531B7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93899-EC5C-498D-BA42-D714A48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Measurement of resistance, inductance, impedance, power and power factor using voltmeter, ammeter and wattmeter in singl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6596E-6F43-4DF0-A737-792DF32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4097D-2347-4B3D-B350-31C6615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A2AE7-E0B2-4D35-AF96-FA0BBF87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E1AE6-B551-4913-AD34-F0EF2E8B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7D51A-BAD5-45F0-909C-11A48FB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BF427-DB5F-415F-8942-816A266F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C3A16-BDAE-47A5-8D74-4EC0D60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35827-376D-4B9E-9FAF-D3DA50AB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DF344-7057-48B0-A2C3-572C84F0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54C1A-E8F9-4BF1-9146-87FCE1F3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F1E1D-9272-4C0A-A409-6CC26403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8A238-9669-4E19-A07E-CC46BE38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C7761-20B2-4865-81B3-C44A9F8B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1/7</a:t>
            </a:r>
          </a:p>
        </p:txBody>
      </p:sp>
    </p:spTree>
    <p:extLst>
      <p:ext uri="{BB962C8B-B14F-4D97-AF65-F5344CB8AC3E}">
        <p14:creationId xmlns:p14="http://schemas.microsoft.com/office/powerpoint/2010/main" val="473497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95ED9-B341-4BF8-A9B6-A2A9E12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82850-25B0-4A11-B997-4E404F0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31314-678B-4452-AA66-AB6A9E6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DB2F5-3F13-4889-9A50-B2C48A9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Measurement of resistance, inductance, impedance, power and power factor using voltmeter, ammeter and wattmeter in singl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83B8D-493A-420E-89C4-DCD1719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84335-A201-4104-B0ED-E50B1B0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69154-10CE-47DA-AF32-3194AE99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45F60-C7C1-415D-92AE-D5186634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00D67-FF8E-45ED-84A6-B267EDF1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8FEE6-4777-43AE-AF23-3811337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48731-2629-4C6C-A497-59BCC9F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C4499-52DA-4F93-870F-B471DC22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08450-1223-4F5B-BE23-60121D66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F4D62-3EDB-4033-982B-CBC6C4A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80028-5B61-4C16-99DB-A7941F4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D5BFC-6F60-41E7-A8DF-6E10D2E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2/7</a:t>
            </a:r>
          </a:p>
        </p:txBody>
      </p:sp>
    </p:spTree>
    <p:extLst>
      <p:ext uri="{BB962C8B-B14F-4D97-AF65-F5344CB8AC3E}">
        <p14:creationId xmlns:p14="http://schemas.microsoft.com/office/powerpoint/2010/main" val="620308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5D655-C543-45E9-BE7E-123F84D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7EDEF-FED0-4C12-BFDC-62F9016E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999FE-3751-444A-A6F6-C6D56B54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7354A-532F-4A3D-B559-CC4919F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Measurement of resistance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inductance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impedance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power factor using voltmeter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ammeter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5ADF2-356A-45CD-B8C0-0CB75DB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C31D1-ADC0-4535-AB41-D1CE9118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DE78D-7649-4281-B387-D19C8C77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F58ED-617C-434B-9F22-69FDC65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6E12B-1EA1-429C-8E4B-482D71D7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inductance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85878-5F4A-4A7D-9882-48F2CC6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9CCC6-D4B9-47B5-999A-66961B78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impedance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4DBD9-4D40-402A-BD6F-029B8CD4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EACB7-02D6-4CA7-A5F2-361ABE7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93F0C-B118-4539-82A3-929A9C2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CB749-9B53-43E3-B177-0D61F01F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3/7</a:t>
            </a:r>
          </a:p>
        </p:txBody>
      </p:sp>
    </p:spTree>
    <p:extLst>
      <p:ext uri="{BB962C8B-B14F-4D97-AF65-F5344CB8AC3E}">
        <p14:creationId xmlns:p14="http://schemas.microsoft.com/office/powerpoint/2010/main" val="1965537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4EB98-0032-4287-A02D-829EBF35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1BE40-ABD3-4102-8B55-137062CE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2C30E-24EE-44D1-83FA-15D5D58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F6A89-DB0F-42DB-B33F-CBC7D06F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0675F-8F62-4FC5-B089-3ABCE748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FABC8-F2FF-4E80-A10D-329DC5D9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9F41A-EACE-4E14-B195-47D59F9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4B605-9FB5-49B5-93BB-9C7FAF46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4/7</a:t>
            </a:r>
          </a:p>
        </p:txBody>
      </p:sp>
    </p:spTree>
    <p:extLst>
      <p:ext uri="{BB962C8B-B14F-4D97-AF65-F5344CB8AC3E}">
        <p14:creationId xmlns:p14="http://schemas.microsoft.com/office/powerpoint/2010/main" val="792174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B8406-759F-4713-B2F9-DEC99FD8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29828-8482-4F92-88CA-226C0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424DE-9D87-459D-B31D-9F54953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ECB36-110D-44EE-AB2D-2E9CC08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58F93-AC5B-4FB9-AEDD-73B4B31E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FC4B0-D0C2-4FE8-B3EA-5726CD1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9C63D-7B55-4657-A2DD-E9172BF5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9B05D-A516-4229-8AA3-B8DCF616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A1B70-2E0E-4BE2-B141-886BE03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874F1-F433-4D0A-A0BD-99D57FB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3E1E4-0FFA-488B-A663-81099557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D3ACC-0CEC-432D-89EC-3470B120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116BB-2CB6-4BF8-A65A-8E285F73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78626-FF41-44AA-A662-8F7EB916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1F880-9F20-4761-9499-0E67125B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5/7</a:t>
            </a:r>
          </a:p>
        </p:txBody>
      </p:sp>
    </p:spTree>
    <p:extLst>
      <p:ext uri="{BB962C8B-B14F-4D97-AF65-F5344CB8AC3E}">
        <p14:creationId xmlns:p14="http://schemas.microsoft.com/office/powerpoint/2010/main" val="282473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93A38-0D3C-4F5E-AC16-C8D51D24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887ED-167F-4B51-8F39-14FBC39F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D00CF-785F-4408-8E48-C803AA77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4FBDC-4C98-4F8C-A379-DCAD4537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079D2-8644-4E5A-B3CC-21645797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A1768-A73F-4E00-BAC1-E2F1BBC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E8A4-A269-497F-B302-A3E58CA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A226A-9258-4121-A5A3-FC70A1C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FAD51-2012-4A68-95B1-A14517A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EBA78-32E9-431F-87E3-DA65C3A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9671B-BA1E-44BF-BE58-E3E6958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532C3-706D-4DD6-9C01-3F4C22A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7CABB-EFB2-4DE5-B1E0-7DFA9BFB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1C562-EC4D-4AD9-B10E-7F509277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6829D-5E0A-4202-86AD-5D8EBE9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43D3B-4B05-40D0-B5CD-DAA7C997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B9A70-534B-47BB-9383-489166F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7231F-021E-4BC8-B05B-6891828B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4ADA5-550C-4B89-A20E-50380B13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A8779-1BEC-4E2E-9B43-15F89748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427EF-D4EB-4F6B-A152-84732482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BE38B-16DE-4285-801C-9C1E3C2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F1890-F22E-49FC-AA28-5B6C63F5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AE8BF-3A6F-490C-8971-393D2FE7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1DE8F-88CE-4EA1-90ED-DDD6D28E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C757E-BB7A-439E-8566-171A818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6/7</a:t>
            </a:r>
          </a:p>
        </p:txBody>
      </p:sp>
    </p:spTree>
    <p:extLst>
      <p:ext uri="{BB962C8B-B14F-4D97-AF65-F5344CB8AC3E}">
        <p14:creationId xmlns:p14="http://schemas.microsoft.com/office/powerpoint/2010/main" val="441602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835D9-990F-4546-BB1D-8621941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926E-FB93-46ED-B159-9A0EF55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AD4A6-4428-4060-A360-2750A95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79F50-846B-4EA3-8300-F161218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97B0C-4424-44C3-A62C-4520004F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27496-6B73-4381-A158-61F46358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A1E42-9591-491F-8E7D-62F3C4A6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F9F57-2DCA-48E5-BBDC-F00840C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7/7</a:t>
            </a:r>
          </a:p>
        </p:txBody>
      </p:sp>
    </p:spTree>
    <p:extLst>
      <p:ext uri="{BB962C8B-B14F-4D97-AF65-F5344CB8AC3E}">
        <p14:creationId xmlns:p14="http://schemas.microsoft.com/office/powerpoint/2010/main" val="96458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2026-08-24T06:38:40.9110000Z</dcterms:created>
  <dcterms:modified xsi:type="dcterms:W3CDTF">2026-08-24T06:38:40.9110000Z</dcterms:modified>
</coreProperties>
</file>