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d5b674c0c94412" /><Relationship Type="http://schemas.openxmlformats.org/officeDocument/2006/relationships/extended-properties" Target="/docProps/app.xml" Id="R23b9a05eeaaa45b0" /><Relationship Type="http://schemas.openxmlformats.org/officeDocument/2006/relationships/officeDocument" Target="/ppt/presentation.xml" Id="R2f325f2333c741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241ea9722f49ee"/>
  </p:sldMasterIdLst>
  <p:notesMasterIdLst>
    <p:notesMasterId xmlns:r="http://schemas.openxmlformats.org/officeDocument/2006/relationships" r:id="R933927ada5fd4beb"/>
  </p:notesMasterIdLst>
  <p:sldIdLst>
    <p:sldId xmlns:r="http://schemas.openxmlformats.org/officeDocument/2006/relationships" id="256" r:id="R7f7679a183fa4765"/>
    <p:sldId xmlns:r="http://schemas.openxmlformats.org/officeDocument/2006/relationships" id="257" r:id="Ree03528226a8464e"/>
    <p:sldId xmlns:r="http://schemas.openxmlformats.org/officeDocument/2006/relationships" id="258" r:id="Rbeae4c606da5403d"/>
    <p:sldId xmlns:r="http://schemas.openxmlformats.org/officeDocument/2006/relationships" id="259" r:id="R9df979cd93c54678"/>
    <p:sldId xmlns:r="http://schemas.openxmlformats.org/officeDocument/2006/relationships" id="260" r:id="R3925833e124c4a72"/>
    <p:sldId xmlns:r="http://schemas.openxmlformats.org/officeDocument/2006/relationships" id="261" r:id="Ra8d4b4bda0e64895"/>
    <p:sldId xmlns:r="http://schemas.openxmlformats.org/officeDocument/2006/relationships" id="262" r:id="R406965ab91a54d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d8143dd6fe4aaa" /><Relationship Type="http://schemas.openxmlformats.org/officeDocument/2006/relationships/slideMaster" Target="/ppt/slideMasters/slideMaster1.xml" Id="R64241ea9722f49ee" /><Relationship Type="http://schemas.openxmlformats.org/officeDocument/2006/relationships/notesMaster" Target="/ppt/notesMasters/notesMaster1.xml" Id="R933927ada5fd4beb" /><Relationship Type="http://schemas.openxmlformats.org/officeDocument/2006/relationships/presProps" Target="/ppt/presProps.xml" Id="R70e1f917aedb4b73" /><Relationship Type="http://schemas.openxmlformats.org/officeDocument/2006/relationships/tableStyles" Target="/ppt/tableStyles.xml" Id="Re7bc02880ef94e0a" /><Relationship Type="http://schemas.openxmlformats.org/officeDocument/2006/relationships/slide" Target="/ppt/slides/slide1.xml" Id="R7f7679a183fa4765" /><Relationship Type="http://schemas.openxmlformats.org/officeDocument/2006/relationships/slide" Target="/ppt/slides/slide2.xml" Id="Ree03528226a8464e" /><Relationship Type="http://schemas.openxmlformats.org/officeDocument/2006/relationships/slide" Target="/ppt/slides/slide3.xml" Id="Rbeae4c606da5403d" /><Relationship Type="http://schemas.openxmlformats.org/officeDocument/2006/relationships/slide" Target="/ppt/slides/slide4.xml" Id="R9df979cd93c54678" /><Relationship Type="http://schemas.openxmlformats.org/officeDocument/2006/relationships/slide" Target="/ppt/slides/slide5.xml" Id="R3925833e124c4a72" /><Relationship Type="http://schemas.openxmlformats.org/officeDocument/2006/relationships/slide" Target="/ppt/slides/slide6.xml" Id="Ra8d4b4bda0e64895" /><Relationship Type="http://schemas.openxmlformats.org/officeDocument/2006/relationships/slide" Target="/ppt/slides/slide7.xml" Id="R406965ab91a54d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bb3d41ed1344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a6c8b2de7e465c" /><Relationship Type="http://schemas.openxmlformats.org/officeDocument/2006/relationships/notesMaster" Target="/ppt/notesMasters/notesMaster1.xml" Id="R7f1de0297c534d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c7cd2d868a4312" /><Relationship Type="http://schemas.openxmlformats.org/officeDocument/2006/relationships/notesMaster" Target="/ppt/notesMasters/notesMaster1.xml" Id="Rb9e6ab9ed7e1407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3583a9970a48c1" /><Relationship Type="http://schemas.openxmlformats.org/officeDocument/2006/relationships/notesMaster" Target="/ppt/notesMasters/notesMaster1.xml" Id="Rdce14b4b0e9545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5d0fc19933494a" /><Relationship Type="http://schemas.openxmlformats.org/officeDocument/2006/relationships/notesMaster" Target="/ppt/notesMasters/notesMaster1.xml" Id="Rc00f455d5cac46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7cf6476530485a" /><Relationship Type="http://schemas.openxmlformats.org/officeDocument/2006/relationships/notesMaster" Target="/ppt/notesMasters/notesMaster1.xml" Id="Rcd440acc9a8447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50675e38864d57" /><Relationship Type="http://schemas.openxmlformats.org/officeDocument/2006/relationships/notesMaster" Target="/ppt/notesMasters/notesMaster1.xml" Id="R33ea0aa87c0c42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3677228901b4f41" /><Relationship Type="http://schemas.openxmlformats.org/officeDocument/2006/relationships/notesMaster" Target="/ppt/notesMasters/notesMaster1.xml" Id="R3e3958a5a4a04c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1f1a188a27489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f6b74bce1894699" /><Relationship Type="http://schemas.openxmlformats.org/officeDocument/2006/relationships/slideLayout" Target="/ppt/slideLayouts/slideLayout1.xml" Id="R5e72ddf7945d4d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72ddf7945d4d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7805037764848" /><Relationship Type="http://schemas.openxmlformats.org/officeDocument/2006/relationships/notesSlide" Target="/ppt/notesSlides/notesSlide1.xml" Id="R5011497f1b5541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d08b6d30e42d8" /><Relationship Type="http://schemas.openxmlformats.org/officeDocument/2006/relationships/notesSlide" Target="/ppt/notesSlides/notesSlide2.xml" Id="Rb89a264a3e0d4a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179af226847c7" /><Relationship Type="http://schemas.openxmlformats.org/officeDocument/2006/relationships/notesSlide" Target="/ppt/notesSlides/notesSlide3.xml" Id="R121ce15cf59b4b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53921f05e4a05" /><Relationship Type="http://schemas.openxmlformats.org/officeDocument/2006/relationships/notesSlide" Target="/ppt/notesSlides/notesSlide4.xml" Id="R3ebafe8793964b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a907fde104087" /><Relationship Type="http://schemas.openxmlformats.org/officeDocument/2006/relationships/notesSlide" Target="/ppt/notesSlides/notesSlide5.xml" Id="R831b32cb337b43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eaaf5aeda42ca" /><Relationship Type="http://schemas.openxmlformats.org/officeDocument/2006/relationships/notesSlide" Target="/ppt/notesSlides/notesSlide6.xml" Id="Rc690819d92434a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555356d424f79" /><Relationship Type="http://schemas.openxmlformats.org/officeDocument/2006/relationships/notesSlide" Target="/ppt/notesSlides/notesSlide7.xml" Id="R725e25f3bdcb40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31D1E7-D050-4CEC-8280-9DF7D111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33B82-A613-48C6-99CF-69FDC1B1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Creation of short circuit to determine the time taken by a fuse of different length. Documenting the test data and the 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24D89-F8D8-475D-8D92-671E7B5F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Basic Electrical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1BBEEL107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5571F4-5387-4D59-9017-3D859FE9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2665F-5C2E-4903-B560-42F59DD8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213CA6-A4B1-4816-9E77-57D5B622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E37F8-A69C-4D54-8471-6BAB11FB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3BF0A2-2F12-45DB-87DA-A50BC5BE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28299C-DE17-485C-BB2B-98A720CC7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824BB-8147-4535-B47A-FB9BA211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68C729-D5C4-404A-AFC4-0578ECD7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319184-3FBA-4F39-8D29-1D3BA25D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9497A-83F8-45B3-A735-85DC608D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B666F9-8819-49ED-B7BC-A7CE0C945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E3AE7F-CB07-4D07-B74C-B2D9BF2C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1/7</a:t>
            </a:r>
          </a:p>
        </p:txBody>
      </p:sp>
    </p:spTree>
    <p:extLst>
      <p:ext uri="{BB962C8B-B14F-4D97-AF65-F5344CB8AC3E}">
        <p14:creationId xmlns:p14="http://schemas.microsoft.com/office/powerpoint/2010/main" val="21325711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75CBDE-2A35-4513-879B-651617BC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7EE2BE-FF76-4151-95B0-F55F030F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9533B-D567-441D-B3F1-DB3A92B9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0006D-0202-4D68-952F-C5FF97D3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Creation of short circuit to determine the time taken by a fuse of different length. Documenting the test data and the 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5091D-B544-4EBC-89D2-90A042EC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83564B-8FF7-4C1F-BBDC-C2AC9CAB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343C61-4981-4B6D-93B8-683F29F9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5F0FC0-373C-4452-BCD5-FD99F3CA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B41B6-9995-4A53-8588-F9D938F7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EB0ABA-74F0-4ABC-BF1E-D1AB7816B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BC0A0-0408-4C31-ABAD-276C8151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B9EA4-CB11-40DD-9D12-2476A3E4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8BF3BA-98C2-47A6-B794-0BCF3A8E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76CA1D-CC93-477F-8F56-05FA87DC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DE403C-ACE4-48F1-ADD2-9C5D12D3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3849E3-1438-402C-842F-49EFF7FB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2/7</a:t>
            </a:r>
          </a:p>
        </p:txBody>
      </p:sp>
    </p:spTree>
    <p:extLst>
      <p:ext uri="{BB962C8B-B14F-4D97-AF65-F5344CB8AC3E}">
        <p14:creationId xmlns:p14="http://schemas.microsoft.com/office/powerpoint/2010/main" val="7718943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E76B0-1DD5-4275-8B56-672C5896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95709-0291-4C33-A585-B0D60140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B92D7-C157-4266-90AF-8B3F58C2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CE4AE-D968-455F-B8A6-04EDC69E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Creation of short circuit to determine the time taken by a fuse of different length. Documenting the test data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the conclusions.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360879-3167-4EDE-868D-FA11BA1C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Creation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46107-AE09-4FD1-9D60-C7091D11A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05A80-AD35-4118-A383-3A8CFBF0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short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BFE9D-8011-4765-957C-A9A6CE55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4035C-54A4-4231-9DFF-E80B777E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circuit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CC312-55E7-4217-9F02-F8F19F07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CA359-10D6-49A0-B479-B4B472ED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determine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72D94-3C6B-491A-8239-FD50941E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1465F8-034A-4824-ABA0-D597AA07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F2158-9FCD-41D8-8E82-43DA13E4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AC1CCD-E7DB-4606-A698-BF5A0695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3/7</a:t>
            </a:r>
          </a:p>
        </p:txBody>
      </p:sp>
    </p:spTree>
    <p:extLst>
      <p:ext uri="{BB962C8B-B14F-4D97-AF65-F5344CB8AC3E}">
        <p14:creationId xmlns:p14="http://schemas.microsoft.com/office/powerpoint/2010/main" val="17301046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7D08BA-47DF-4F14-8A2D-494563AE1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929BF8-31B4-463C-93AC-182DEAAE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36089-4E36-4B26-B0B8-C91A86C6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3AB67-943E-4512-8D47-945959404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167131-CE53-4417-8CBC-A2116F4A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F9210D-E9DC-4DB7-A5AA-2C7F4CE70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C5ECB-D5D1-47CA-A77E-86494EEC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769BD4-1A3A-4B26-B25A-3DB99B73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4/7</a:t>
            </a:r>
          </a:p>
        </p:txBody>
      </p:sp>
    </p:spTree>
    <p:extLst>
      <p:ext uri="{BB962C8B-B14F-4D97-AF65-F5344CB8AC3E}">
        <p14:creationId xmlns:p14="http://schemas.microsoft.com/office/powerpoint/2010/main" val="571314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158DDD-9484-4F2E-A6BB-3709523B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64634-E6FB-4A8A-B772-E09D2118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695F73-EB21-421F-A0F3-D27B874E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25B83-F4D2-44E5-B7C0-A0BE284F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6F5E83-C4AE-43BC-8A89-0987EA7F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F7120-C619-4719-A287-B755BFF2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413ED-D62D-42A3-B606-C9E45C40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E7BC8-941A-45B8-A78B-0746F212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E9C47E-9483-4CBE-8B45-863D68ED3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696AE-8625-4CD6-9204-4FED87DC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280502-A8A1-438A-9AB5-DEEEADAC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C1346E-A379-40E8-8BAE-F2DAEA7F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81BAF-3713-4AD4-B593-42CD247C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2233F5-8C41-4038-9E08-91CD7B7F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5916D1-E0E3-4A1F-BEC5-022638DA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5/7</a:t>
            </a:r>
          </a:p>
        </p:txBody>
      </p:sp>
    </p:spTree>
    <p:extLst>
      <p:ext uri="{BB962C8B-B14F-4D97-AF65-F5344CB8AC3E}">
        <p14:creationId xmlns:p14="http://schemas.microsoft.com/office/powerpoint/2010/main" val="13358485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F81C3B-74B3-4AAE-A326-0DD94C2C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70E52-A10A-46FA-8811-9CCF6B51A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FA805-A009-4B17-81AD-B5E4033F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7D6E8-EBC0-4DA5-B5CE-E4A5D590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C55F50-5487-4104-AF74-12FE050F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1B904-74D7-4BF3-87F2-31845D2F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CDA1E-7655-4DEA-91B6-3D824A6C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05C133-75A1-4D88-BE72-A0683CFC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9E339-30F1-4D31-9DEE-BC9E6A29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5AD268-C317-4F4E-846F-11E4E93C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8102AE-78F2-47F9-85FE-B347C770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9403AE-221A-4452-86EA-56E09F03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DCEDD-D9CD-4601-952A-15B449F8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3249E-9884-4207-9AE9-A75385B5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F5E5FF-8055-4A16-BBEB-B5081B7B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090F5D-52A3-489B-99AA-F3DD564B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53A0BD-7514-44CE-BD86-CF52E758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5C7441-ECAF-4651-9846-423C2BB1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D2A1EB-F529-4BCF-B6CE-D3DDEE4D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CF47F9-D3A9-43DE-8370-33B5295D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CE8E7D-3460-46F7-853C-78B16DA1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BE0FF3-A9E9-4505-8D9A-579CA273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7A32A3-CF5C-48E6-9250-032CF448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A8EF01-B97A-466B-9597-5AB2AEDF7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E0C0DA-B9B6-4E8A-8333-BF48A477C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F45BBD-162B-4E03-9A42-06C9A88B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6/7</a:t>
            </a:r>
          </a:p>
        </p:txBody>
      </p:sp>
    </p:spTree>
    <p:extLst>
      <p:ext uri="{BB962C8B-B14F-4D97-AF65-F5344CB8AC3E}">
        <p14:creationId xmlns:p14="http://schemas.microsoft.com/office/powerpoint/2010/main" val="1087886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833CD-65B0-4F41-BB69-DDB0B9AF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1BBEEL107 | Experiment 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CD03C-C61F-44DE-8A5F-3387C44BE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670E4-F055-4DE4-91FA-5FF704DD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222CC3-D6C1-4714-9947-41C4875EB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B82DF-B14A-48FF-8488-443B39BD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8A25E-E6F8-407C-8A2A-26001ED4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FFC9A7-91AE-41D8-814F-002D8B388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Basic Electrical Lab | 1BBEEL107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FAE9F-507F-4052-BC92-4CD4D3B3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7 | 7/7</a:t>
            </a:r>
          </a:p>
        </p:txBody>
      </p:sp>
    </p:spTree>
    <p:extLst>
      <p:ext uri="{BB962C8B-B14F-4D97-AF65-F5344CB8AC3E}">
        <p14:creationId xmlns:p14="http://schemas.microsoft.com/office/powerpoint/2010/main" val="4828448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2026-08-24T06:38:41.0820000Z</dcterms:created>
  <dcterms:modified xsi:type="dcterms:W3CDTF">2026-08-24T06:38:41.0820000Z</dcterms:modified>
</coreProperties>
</file>