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9691184f742f4" /><Relationship Type="http://schemas.openxmlformats.org/officeDocument/2006/relationships/extended-properties" Target="/docProps/app.xml" Id="Rb8362663e3e94a74" /><Relationship Type="http://schemas.openxmlformats.org/officeDocument/2006/relationships/officeDocument" Target="/ppt/presentation.xml" Id="R1a334dfe0334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ff2434cd5d4668"/>
  </p:sldMasterIdLst>
  <p:notesMasterIdLst>
    <p:notesMasterId xmlns:r="http://schemas.openxmlformats.org/officeDocument/2006/relationships" r:id="R954cf46633774e47"/>
  </p:notesMasterIdLst>
  <p:sldIdLst>
    <p:sldId xmlns:r="http://schemas.openxmlformats.org/officeDocument/2006/relationships" id="256" r:id="R879c449c673b47b9"/>
    <p:sldId xmlns:r="http://schemas.openxmlformats.org/officeDocument/2006/relationships" id="257" r:id="R34c63d9770064c20"/>
    <p:sldId xmlns:r="http://schemas.openxmlformats.org/officeDocument/2006/relationships" id="258" r:id="R7d67f2eed1f249b8"/>
    <p:sldId xmlns:r="http://schemas.openxmlformats.org/officeDocument/2006/relationships" id="259" r:id="R6c62e25590024c33"/>
    <p:sldId xmlns:r="http://schemas.openxmlformats.org/officeDocument/2006/relationships" id="260" r:id="R4affdab4c0e140e8"/>
    <p:sldId xmlns:r="http://schemas.openxmlformats.org/officeDocument/2006/relationships" id="261" r:id="R8a1f256a41594557"/>
    <p:sldId xmlns:r="http://schemas.openxmlformats.org/officeDocument/2006/relationships" id="262" r:id="R3658a6c5cbec46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e002e06414f46" /><Relationship Type="http://schemas.openxmlformats.org/officeDocument/2006/relationships/slideMaster" Target="/ppt/slideMasters/slideMaster1.xml" Id="R89ff2434cd5d4668" /><Relationship Type="http://schemas.openxmlformats.org/officeDocument/2006/relationships/notesMaster" Target="/ppt/notesMasters/notesMaster1.xml" Id="R954cf46633774e47" /><Relationship Type="http://schemas.openxmlformats.org/officeDocument/2006/relationships/presProps" Target="/ppt/presProps.xml" Id="R33b697cc8b254338" /><Relationship Type="http://schemas.openxmlformats.org/officeDocument/2006/relationships/tableStyles" Target="/ppt/tableStyles.xml" Id="R54dd7a3b2bb043a2" /><Relationship Type="http://schemas.openxmlformats.org/officeDocument/2006/relationships/slide" Target="/ppt/slides/slide1.xml" Id="R879c449c673b47b9" /><Relationship Type="http://schemas.openxmlformats.org/officeDocument/2006/relationships/slide" Target="/ppt/slides/slide2.xml" Id="R34c63d9770064c20" /><Relationship Type="http://schemas.openxmlformats.org/officeDocument/2006/relationships/slide" Target="/ppt/slides/slide3.xml" Id="R7d67f2eed1f249b8" /><Relationship Type="http://schemas.openxmlformats.org/officeDocument/2006/relationships/slide" Target="/ppt/slides/slide4.xml" Id="R6c62e25590024c33" /><Relationship Type="http://schemas.openxmlformats.org/officeDocument/2006/relationships/slide" Target="/ppt/slides/slide5.xml" Id="R4affdab4c0e140e8" /><Relationship Type="http://schemas.openxmlformats.org/officeDocument/2006/relationships/slide" Target="/ppt/slides/slide6.xml" Id="R8a1f256a41594557" /><Relationship Type="http://schemas.openxmlformats.org/officeDocument/2006/relationships/slide" Target="/ppt/slides/slide7.xml" Id="R3658a6c5cbec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c16429de47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c93a0e5ef43a1" /><Relationship Type="http://schemas.openxmlformats.org/officeDocument/2006/relationships/notesMaster" Target="/ppt/notesMasters/notesMaster1.xml" Id="Rb8d4992b0ef343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b16055737421c" /><Relationship Type="http://schemas.openxmlformats.org/officeDocument/2006/relationships/notesMaster" Target="/ppt/notesMasters/notesMaster1.xml" Id="Rb27e7e5cd2a740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ac5a668a9c460a" /><Relationship Type="http://schemas.openxmlformats.org/officeDocument/2006/relationships/notesMaster" Target="/ppt/notesMasters/notesMaster1.xml" Id="Re82ed16e1ae64f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88558620449a8" /><Relationship Type="http://schemas.openxmlformats.org/officeDocument/2006/relationships/notesMaster" Target="/ppt/notesMasters/notesMaster1.xml" Id="Re12c92f3658249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d8de6270fb47f8" /><Relationship Type="http://schemas.openxmlformats.org/officeDocument/2006/relationships/notesMaster" Target="/ppt/notesMasters/notesMaster1.xml" Id="R5b3f2a3803024c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293c3a2d840ac" /><Relationship Type="http://schemas.openxmlformats.org/officeDocument/2006/relationships/notesMaster" Target="/ppt/notesMasters/notesMaster1.xml" Id="R2a4982bb4c464a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8fd33118e34a4d" /><Relationship Type="http://schemas.openxmlformats.org/officeDocument/2006/relationships/notesMaster" Target="/ppt/notesMasters/notesMaster1.xml" Id="R50e0d7ce15a5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e847847f24e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81c8f71e64b43" /><Relationship Type="http://schemas.openxmlformats.org/officeDocument/2006/relationships/slideLayout" Target="/ppt/slideLayouts/slideLayout1.xml" Id="R12f6444cd5a14d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f6444cd5a14d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ec9b3370b43f2" /><Relationship Type="http://schemas.openxmlformats.org/officeDocument/2006/relationships/notesSlide" Target="/ppt/notesSlides/notesSlide1.xml" Id="R61ba6087fea344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19c3859a5411e" /><Relationship Type="http://schemas.openxmlformats.org/officeDocument/2006/relationships/notesSlide" Target="/ppt/notesSlides/notesSlide2.xml" Id="Rdc868a5abac14a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a7098c4e9414a" /><Relationship Type="http://schemas.openxmlformats.org/officeDocument/2006/relationships/notesSlide" Target="/ppt/notesSlides/notesSlide3.xml" Id="Rf8a53f98a18047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178d924be43bf" /><Relationship Type="http://schemas.openxmlformats.org/officeDocument/2006/relationships/notesSlide" Target="/ppt/notesSlides/notesSlide4.xml" Id="R9893e1f64ad446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39b2219c4338" /><Relationship Type="http://schemas.openxmlformats.org/officeDocument/2006/relationships/notesSlide" Target="/ppt/notesSlides/notesSlide5.xml" Id="R35311cf43000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1c61cae742d0" /><Relationship Type="http://schemas.openxmlformats.org/officeDocument/2006/relationships/notesSlide" Target="/ppt/notesSlides/notesSlide6.xml" Id="R40cedea13f0e4b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957af03a466d" /><Relationship Type="http://schemas.openxmlformats.org/officeDocument/2006/relationships/notesSlide" Target="/ppt/notesSlides/notesSlide7.xml" Id="Rfc810760399b49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52F06-493C-4FFB-B407-31D9F200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86148-090F-4609-BDE6-4ED8960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Only three ammeters and standard resistance are available in the laboratory. Using the same measure the single phase pow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DFC12-37D3-45FC-AC97-6374F4AE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2BE08-CC26-4FA9-9763-FB34EE4D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49DDE-5645-4037-A866-A8DBA349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6A156-55F3-4D89-B006-C3A07EC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CCAB5-A2BC-4C3A-B467-2FDE3D1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FDD78-58A6-4044-A9B3-08FC0F3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6BB31-F7EB-4030-A408-3A20AC9C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578ED-4EDB-412D-B4E6-5DAA705C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F1E0F-31D5-4F6C-A775-66810FE3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71C81-EA88-4AA8-9EC5-C3A8F41A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B03A2-404E-4678-985A-C90FDBA3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AD480-9D37-4ABF-99CD-4499DB63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EB42C-BC2F-49FC-AE4B-27628078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1/7</a:t>
            </a:r>
          </a:p>
        </p:txBody>
      </p:sp>
    </p:spTree>
    <p:extLst>
      <p:ext uri="{BB962C8B-B14F-4D97-AF65-F5344CB8AC3E}">
        <p14:creationId xmlns:p14="http://schemas.microsoft.com/office/powerpoint/2010/main" val="1778172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165BE-B8FA-4074-B888-1F529A1C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3C541-2B2D-4518-9B00-36DB376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22AB1-708A-4052-BB68-6B617415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1416C-CB48-4C83-A79F-8F3052ED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Only three ammeters and standard resistance are available in the laboratory. Using the same measure the single phase pow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598A4-43F8-4003-96B7-73507BA4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72C5A-8222-4C38-979C-42B438A6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616DA-7E25-48CC-9FE3-E500F74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FC69C-AFD3-4395-9CFA-02F9B92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837DC-FD34-49D3-A8FD-2C9A4A8D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EDC9C-A79B-4B6F-9CCA-4E3F762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6C35F-4A9B-410A-967A-71C68FB8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36DB9-79D2-4C71-BE98-6AF7037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CFDE-1DB9-46C6-BA1A-3881044B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B5CBE-A103-4350-B4A2-4F8E9E6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86670-7AEE-4B98-8B12-661E2B26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79BDF-6995-4B1C-BDCF-BE1EC01B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2/7</a:t>
            </a:r>
          </a:p>
        </p:txBody>
      </p:sp>
    </p:spTree>
    <p:extLst>
      <p:ext uri="{BB962C8B-B14F-4D97-AF65-F5344CB8AC3E}">
        <p14:creationId xmlns:p14="http://schemas.microsoft.com/office/powerpoint/2010/main" val="1127855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99385-6C9A-4E47-A225-CCA0209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F2F43-1837-4FAC-8763-314499A9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AC902-E384-4668-8D75-83B0203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D6C03-11D1-46A2-8E01-F8B2BCB0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Only three ammeters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standard resistance are available in the laboratory. Using the same measure the single phase power consumed by an inductive 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D5D1C-5490-44D0-BF7B-73D4C107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07051-70B6-41C8-9AF8-B4328664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63441-5081-4D17-9A27-083D5E6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D570A-E684-4CD8-9253-FA6B58D9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D0C74-F417-429D-B29B-F012CE69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ammeters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2B5B-C7C2-4BA5-A5CE-2FA7462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D0E1F-0318-431C-8660-5B200A54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standard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141D0-0BB8-4C79-98FD-D8918010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19007-B638-414D-BDE1-64DB385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49951-F578-4246-AAFA-4F198F4B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EECC1-420A-431A-B753-3A953F39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3/7</a:t>
            </a:r>
          </a:p>
        </p:txBody>
      </p:sp>
    </p:spTree>
    <p:extLst>
      <p:ext uri="{BB962C8B-B14F-4D97-AF65-F5344CB8AC3E}">
        <p14:creationId xmlns:p14="http://schemas.microsoft.com/office/powerpoint/2010/main" val="982056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7F4EA-F961-4E9F-A42A-E3BEB0D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D26F2-3133-49B8-A4E7-CC4D684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12013-F345-42A5-9E57-48CEA2E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DCD61-0C29-4460-964E-8DED671D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E571E-0FF7-4183-B7F1-69135411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89BB2-D90C-422C-B9CA-DA425FC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C1269-CDD2-4508-A8CA-E689EF5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41DB-FA93-4298-8248-36995716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4/7</a:t>
            </a:r>
          </a:p>
        </p:txBody>
      </p:sp>
    </p:spTree>
    <p:extLst>
      <p:ext uri="{BB962C8B-B14F-4D97-AF65-F5344CB8AC3E}">
        <p14:creationId xmlns:p14="http://schemas.microsoft.com/office/powerpoint/2010/main" val="724658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D2CB2-2F87-43ED-8A8B-188FFA3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2DE29-0A70-43D9-AE06-BF5B3BA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7D7BC-0CB8-4B82-8858-6FBBBCAF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CA115-F6A0-4FE1-AD80-E696D88D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D25F1-08B0-46B5-BFB8-525E1B6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7305-8747-4E44-8F33-DAC734EF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B387D-FA5D-48AE-96BA-D16F76B3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D4349-839F-46FB-B99E-1C1ABA1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B9811-6DAE-4B83-A41D-758A84E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3AB2D-B04B-4228-BED1-6D6C11D5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A0B9A-26AF-4570-8A33-6C298C7A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F1C0C-A1E5-463B-BB9E-B3EF7F6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A415E-A7C8-449C-892E-757227D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22AB4-1840-498D-99B5-42AA2263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252E0-F5A3-4DBC-B09C-E0013541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5/7</a:t>
            </a:r>
          </a:p>
        </p:txBody>
      </p:sp>
    </p:spTree>
    <p:extLst>
      <p:ext uri="{BB962C8B-B14F-4D97-AF65-F5344CB8AC3E}">
        <p14:creationId xmlns:p14="http://schemas.microsoft.com/office/powerpoint/2010/main" val="1114007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60C67-6AD0-4EF6-B624-4E456569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15564-5F4D-4317-B56B-4FF28B6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334A3-935E-48B7-9E5A-7CD73EB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C068E-EC9A-4A52-B566-2B9E3F8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3604-6083-4A9E-9095-82F9D50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C597D-9CA3-4388-A4AF-BC04C21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87CDD-7796-43FB-BE03-73EAB277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6B26F-202A-404E-ABA1-666B65F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69607-2E1A-4E7D-9F7E-2604DDD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35316-1E6E-4E16-A84A-F9E62F6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ADDE-AFCC-4594-A3B6-C722C5A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538FF-5DF3-45F2-8B68-B9E4D47C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09847-3DBB-4CE0-A5C2-BA64C7EB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B7199-46B9-4752-8EB6-E7C46DA7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A6A5A-46DD-45EB-BBAD-BA52FF2E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682F6-9EA9-4404-B591-25D5B9C4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9E645-4349-40D7-82BF-9C8BC9ED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8CD3C-1ACD-4E2C-87AB-2645DA1C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6A13F-E80F-4082-85D7-A274B04E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7AA5F-3A01-4ECC-A342-0396F9A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3B19A-3107-4A6C-BAEE-77EB343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77929-45C6-4019-BDB0-4D9282E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94B22-837B-464E-A7C2-50C3F271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6E15E-5AC8-4A86-9655-6345B3EF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3732F-7E77-4E58-8A9F-CEBDCB12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54EE0-A770-4B98-BC8B-B95EEB97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6/7</a:t>
            </a:r>
          </a:p>
        </p:txBody>
      </p:sp>
    </p:spTree>
    <p:extLst>
      <p:ext uri="{BB962C8B-B14F-4D97-AF65-F5344CB8AC3E}">
        <p14:creationId xmlns:p14="http://schemas.microsoft.com/office/powerpoint/2010/main" val="547716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6C4D9-8BA2-482C-9782-9BB59D86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746B2-EABC-4E94-BD9F-35631F7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C1027-880B-4681-A548-52D32956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6DACF-D4BE-4E18-A75A-17A9E0C3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A5C71-3773-47EF-95DC-E245304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33D0-6BDC-4D95-A618-EB1EC83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F7D68-F1C4-41F1-A1B5-6D11D32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7867A-F01E-4FFE-9C78-C73AD05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7/7</a:t>
            </a:r>
          </a:p>
        </p:txBody>
      </p:sp>
    </p:spTree>
    <p:extLst>
      <p:ext uri="{BB962C8B-B14F-4D97-AF65-F5344CB8AC3E}">
        <p14:creationId xmlns:p14="http://schemas.microsoft.com/office/powerpoint/2010/main" val="1455631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2026-08-24T06:38:41.3040000Z</dcterms:created>
  <dcterms:modified xsi:type="dcterms:W3CDTF">2026-08-24T06:38:41.3040000Z</dcterms:modified>
</coreProperties>
</file>