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4a4c3d20a4582" /><Relationship Type="http://schemas.openxmlformats.org/officeDocument/2006/relationships/extended-properties" Target="/docProps/app.xml" Id="Rb3c050b5a13c4e92" /><Relationship Type="http://schemas.openxmlformats.org/officeDocument/2006/relationships/officeDocument" Target="/ppt/presentation.xml" Id="R234a025a8ac4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ee6a9fc865493c"/>
  </p:sldMasterIdLst>
  <p:notesMasterIdLst>
    <p:notesMasterId xmlns:r="http://schemas.openxmlformats.org/officeDocument/2006/relationships" r:id="R768caa2005484eca"/>
  </p:notesMasterIdLst>
  <p:sldIdLst>
    <p:sldId xmlns:r="http://schemas.openxmlformats.org/officeDocument/2006/relationships" id="256" r:id="R29f7675891f740c4"/>
    <p:sldId xmlns:r="http://schemas.openxmlformats.org/officeDocument/2006/relationships" id="257" r:id="R8ba017ba98414c72"/>
    <p:sldId xmlns:r="http://schemas.openxmlformats.org/officeDocument/2006/relationships" id="258" r:id="R5507520363a34766"/>
    <p:sldId xmlns:r="http://schemas.openxmlformats.org/officeDocument/2006/relationships" id="259" r:id="Rf275ee2e894542f6"/>
    <p:sldId xmlns:r="http://schemas.openxmlformats.org/officeDocument/2006/relationships" id="260" r:id="R9cf6c99954f649ef"/>
    <p:sldId xmlns:r="http://schemas.openxmlformats.org/officeDocument/2006/relationships" id="261" r:id="R85367f46bd2242eb"/>
    <p:sldId xmlns:r="http://schemas.openxmlformats.org/officeDocument/2006/relationships" id="262" r:id="Rbd5de113e5ed47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e9790979b84ff0" /><Relationship Type="http://schemas.openxmlformats.org/officeDocument/2006/relationships/slideMaster" Target="/ppt/slideMasters/slideMaster1.xml" Id="R94ee6a9fc865493c" /><Relationship Type="http://schemas.openxmlformats.org/officeDocument/2006/relationships/notesMaster" Target="/ppt/notesMasters/notesMaster1.xml" Id="R768caa2005484eca" /><Relationship Type="http://schemas.openxmlformats.org/officeDocument/2006/relationships/presProps" Target="/ppt/presProps.xml" Id="Rbebd17369d9042cb" /><Relationship Type="http://schemas.openxmlformats.org/officeDocument/2006/relationships/tableStyles" Target="/ppt/tableStyles.xml" Id="R1b6bf53d04b547d4" /><Relationship Type="http://schemas.openxmlformats.org/officeDocument/2006/relationships/slide" Target="/ppt/slides/slide1.xml" Id="R29f7675891f740c4" /><Relationship Type="http://schemas.openxmlformats.org/officeDocument/2006/relationships/slide" Target="/ppt/slides/slide2.xml" Id="R8ba017ba98414c72" /><Relationship Type="http://schemas.openxmlformats.org/officeDocument/2006/relationships/slide" Target="/ppt/slides/slide3.xml" Id="R5507520363a34766" /><Relationship Type="http://schemas.openxmlformats.org/officeDocument/2006/relationships/slide" Target="/ppt/slides/slide4.xml" Id="Rf275ee2e894542f6" /><Relationship Type="http://schemas.openxmlformats.org/officeDocument/2006/relationships/slide" Target="/ppt/slides/slide5.xml" Id="R9cf6c99954f649ef" /><Relationship Type="http://schemas.openxmlformats.org/officeDocument/2006/relationships/slide" Target="/ppt/slides/slide6.xml" Id="R85367f46bd2242eb" /><Relationship Type="http://schemas.openxmlformats.org/officeDocument/2006/relationships/slide" Target="/ppt/slides/slide7.xml" Id="Rbd5de113e5ed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0ee540322d49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ee82f5227f4274" /><Relationship Type="http://schemas.openxmlformats.org/officeDocument/2006/relationships/notesMaster" Target="/ppt/notesMasters/notesMaster1.xml" Id="Rf5ed282e5e03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d22667f81441c" /><Relationship Type="http://schemas.openxmlformats.org/officeDocument/2006/relationships/notesMaster" Target="/ppt/notesMasters/notesMaster1.xml" Id="R424ec86dfd5e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81e8ae97249c2" /><Relationship Type="http://schemas.openxmlformats.org/officeDocument/2006/relationships/notesMaster" Target="/ppt/notesMasters/notesMaster1.xml" Id="R4b4b3567c1704e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27e4bb81b44ea5" /><Relationship Type="http://schemas.openxmlformats.org/officeDocument/2006/relationships/notesMaster" Target="/ppt/notesMasters/notesMaster1.xml" Id="R9895d2ef4e2f41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6773446944245" /><Relationship Type="http://schemas.openxmlformats.org/officeDocument/2006/relationships/notesMaster" Target="/ppt/notesMasters/notesMaster1.xml" Id="R104085c8766f44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8e46298d834e9f" /><Relationship Type="http://schemas.openxmlformats.org/officeDocument/2006/relationships/notesMaster" Target="/ppt/notesMasters/notesMaster1.xml" Id="Rbaa5502b8f8f4f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e64a11a4c94502" /><Relationship Type="http://schemas.openxmlformats.org/officeDocument/2006/relationships/notesMaster" Target="/ppt/notesMasters/notesMaster1.xml" Id="R0de19c99686b47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ce78a85754a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7c8dbfbf74b0b" /><Relationship Type="http://schemas.openxmlformats.org/officeDocument/2006/relationships/slideLayout" Target="/ppt/slideLayouts/slideLayout1.xml" Id="Rb7f54f6c4063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54f6c4063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f29dd94404e18" /><Relationship Type="http://schemas.openxmlformats.org/officeDocument/2006/relationships/notesSlide" Target="/ppt/notesSlides/notesSlide1.xml" Id="Re92f2e640cd1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14dafa55c4848" /><Relationship Type="http://schemas.openxmlformats.org/officeDocument/2006/relationships/notesSlide" Target="/ppt/notesSlides/notesSlide2.xml" Id="R7d53528b966a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59ad3f5a64d6f" /><Relationship Type="http://schemas.openxmlformats.org/officeDocument/2006/relationships/notesSlide" Target="/ppt/notesSlides/notesSlide3.xml" Id="Rebd2781eefcb4e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567dc60ba4509" /><Relationship Type="http://schemas.openxmlformats.org/officeDocument/2006/relationships/notesSlide" Target="/ppt/notesSlides/notesSlide4.xml" Id="R6854d0fa3d5e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6396908dd4a23" /><Relationship Type="http://schemas.openxmlformats.org/officeDocument/2006/relationships/notesSlide" Target="/ppt/notesSlides/notesSlide5.xml" Id="R6d4a6e9004cd43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6e8ef95fd4f7e" /><Relationship Type="http://schemas.openxmlformats.org/officeDocument/2006/relationships/notesSlide" Target="/ppt/notesSlides/notesSlide6.xml" Id="R5dff13dbe603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75cbcc26e4f1d" /><Relationship Type="http://schemas.openxmlformats.org/officeDocument/2006/relationships/notesSlide" Target="/ppt/notesSlides/notesSlide7.xml" Id="R92e7998f15ad4a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13842-73CB-4DBA-912D-6B06BC37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8B531-7F91-47F5-B655-294A439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Trouble shooting experiments in simple DC circuits. The trouble may be due to loose connection, faulty component leading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9A01B-2BAB-45A1-8DED-1E123C18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E85BF-AF08-4CDA-A3AF-3859243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4CC51-7846-463D-B979-0F11395C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5BCD3-28A7-445D-A509-D086398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FF6EA-ECF9-4CC0-A2F8-AF05CF6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61E9D-F005-40C0-B8DE-885472D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3F154-0CBA-44A4-8079-BA960750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0B9F1-9BC8-4CD3-92D8-56B093B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C67D0-0288-4501-BF89-5BFE9E4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28417-BA7A-4D60-A01F-B8C8787B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870AC-0592-4423-A4EF-16F0B68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B5930-09B9-4CC8-8DBD-48C2016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967FF-C53E-4135-AFAD-B25D57C2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1/7</a:t>
            </a:r>
          </a:p>
        </p:txBody>
      </p:sp>
    </p:spTree>
    <p:extLst>
      <p:ext uri="{BB962C8B-B14F-4D97-AF65-F5344CB8AC3E}">
        <p14:creationId xmlns:p14="http://schemas.microsoft.com/office/powerpoint/2010/main" val="958240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AF1E7-9E34-4821-A711-2D01D81E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E2F9-2F98-45E1-B19D-49967F6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ABA99-7DD8-432E-97CC-B8D6605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8F23B-1E11-495F-8F0F-0D904070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Trouble shooting experiments in simple DC circuits. The trouble may be due to loose connection, faulty component leading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3EBCB-FB4B-440F-B0B3-AE56F13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24F74-6A9A-4CB2-9AA5-78B2F98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0F36F-8316-4B4F-91DE-C869E96F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9DE7F-C74A-450C-B5C6-F3F85BC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86531-BCF6-474A-BAF7-FF2CD479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CBAF6-6E1A-4AF6-9A2C-020D5AE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47F57-6891-46AE-AEF7-8445881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498E4-FC7F-4A04-A2B5-8F720A5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9053B-036B-4E54-BD15-68371C91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98973-75EF-4AEC-A648-456C42A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5BBB3-95BD-492B-9AAE-15CFDD0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FECA6-0B44-4F5F-8CC1-6E355C3F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2/7</a:t>
            </a:r>
          </a:p>
        </p:txBody>
      </p:sp>
    </p:spTree>
    <p:extLst>
      <p:ext uri="{BB962C8B-B14F-4D97-AF65-F5344CB8AC3E}">
        <p14:creationId xmlns:p14="http://schemas.microsoft.com/office/powerpoint/2010/main" val="827745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75C09-FF7A-4DFA-BF30-0FD5F28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0BF8C-B06A-4853-95BC-0767ECF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6D5C6-D5EE-4978-B85E-5C04A49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D2E4E-FAFA-4A5D-BE4A-4EEA5B7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Trouble shooting experiments in simple DC circuits. The trouble may be due to loose connection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faulty component leading to open circuits or short circuits. Detection of fault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reasons for that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conclusion.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D6968-B5E6-4458-B0A2-4777C73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189EA-2BAB-4652-94F9-8F91CD9A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37F11-F145-459C-BD94-58BC45D0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7B80A-521D-4478-AEF7-5EC0742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DA9C7-8219-41AA-B32C-E618BA7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1880B-8AFD-4B4B-BD4F-7A351A7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BAE7B-CCED-4F19-A83A-7506E5A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65358-DE30-4E59-8891-EEFD7B9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B9FCC-78F0-4A07-B5D9-50441EC3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D35A1-7DA3-4177-81C9-A7559B6D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2F983-9D8E-4B0C-9323-854411D8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3/7</a:t>
            </a:r>
          </a:p>
        </p:txBody>
      </p:sp>
    </p:spTree>
    <p:extLst>
      <p:ext uri="{BB962C8B-B14F-4D97-AF65-F5344CB8AC3E}">
        <p14:creationId xmlns:p14="http://schemas.microsoft.com/office/powerpoint/2010/main" val="72287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F387D-2FCE-4DF1-96BD-2EEAFB61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4C318-B01A-4E33-8F2E-379A6B2C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9043D-D90A-407B-AF7C-25091B3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4D5C6-47BD-4A9F-86D7-F1541716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10B3D-A00A-4FC5-B66D-8134EA39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D7196-A47C-474C-B81E-C67FA2B8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DA13D-C0E4-434C-86FF-5BC1A694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EC501-C121-437C-B9AB-EA8C5B1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4/7</a:t>
            </a:r>
          </a:p>
        </p:txBody>
      </p:sp>
    </p:spTree>
    <p:extLst>
      <p:ext uri="{BB962C8B-B14F-4D97-AF65-F5344CB8AC3E}">
        <p14:creationId xmlns:p14="http://schemas.microsoft.com/office/powerpoint/2010/main" val="291726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82044-6B65-4EF6-AB80-462B933E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C2BE3-360D-49A9-909C-DAFA9EF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10679-7848-4CCF-BC80-621FE10E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CBC03-C56D-4283-AED3-E1FAB66B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BE65E-49E8-4C1A-90FE-DCC33E6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6D1F2-0E04-49D4-BBD2-6F9DE75B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2BEE0-7013-4EAC-B727-E6EFE0C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7B7C8-44B2-4318-B032-F68CDA78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DFD75-5B2A-454E-B9FB-45156F99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B503E-B4C1-445A-A018-B2777E6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6BF9A-9FD8-4DCF-BFAB-C7E6C3C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AE7C9-9947-44EB-8A1B-7C2E5F1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1B77A-C7C8-48C7-BB1E-BBA9538E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2E271-5322-47E9-98F6-007ED0CD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E5315-AF4F-47F6-BECB-6FA20F3B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5/7</a:t>
            </a:r>
          </a:p>
        </p:txBody>
      </p:sp>
    </p:spTree>
    <p:extLst>
      <p:ext uri="{BB962C8B-B14F-4D97-AF65-F5344CB8AC3E}">
        <p14:creationId xmlns:p14="http://schemas.microsoft.com/office/powerpoint/2010/main" val="1773929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58C430-2C0D-4CF1-9DBB-611F49AC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9F5C2-BDEE-460D-8C4E-ECA81C8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D492D-0762-4340-9B1A-45F1CBB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85991-3301-47ED-A578-1CFD845A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0E577-08D9-41C0-A4FC-684CBC4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311B4-3854-4D0C-90EE-8249713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8AD77-C1FE-4837-B3B3-E52F225D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EE13C-ACFA-490C-A97C-C67E596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D657-3681-4287-B320-3395DB74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99789-6F04-46A6-94D7-033A70F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4A2C2-9A84-41DF-B9C7-0BAD2164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74A1F-D68A-471A-8BB3-A8AC3A35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EF733-71F8-41BB-87B1-B0847CD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51FAF-B4DF-4DD2-AF01-9F89D88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03A3C-973E-4898-A11B-84B0B6E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A2959-FE1C-4605-8C32-7E7337D3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20645-A1CD-4001-9005-023A2572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760EE-E03A-4DB8-A519-995DCA88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FF992-DD89-46A2-AD4E-3FE1248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F67D1-3672-432E-BAC9-EC0011DE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2C0E3-6C7F-44C4-8E8A-22AF8C46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7B3FC-0358-4B43-B715-2EDB2FA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9D0ED-D953-4452-B2BB-83BAAFA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6C024-2B1D-418F-9EBF-FD47715A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FA79D-DBDA-4155-B3ED-140BA82D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3DCD4-1456-4F3A-B75B-8B2A46C8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6/7</a:t>
            </a:r>
          </a:p>
        </p:txBody>
      </p:sp>
    </p:spTree>
    <p:extLst>
      <p:ext uri="{BB962C8B-B14F-4D97-AF65-F5344CB8AC3E}">
        <p14:creationId xmlns:p14="http://schemas.microsoft.com/office/powerpoint/2010/main" val="1429459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1410C-CF2E-42A6-BF3D-749758E3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C438A-53DB-4470-8F0D-29531444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E9FBB-378B-4642-AD0A-2733E92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8C57B-8291-4526-B439-68F8B769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3DDA4-E991-4762-959C-297FB63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47C56-36A5-4B98-BDA0-932A5ECC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BACFF-D2DF-47F2-B86D-4C554A26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EF52F-A71B-4CF8-937E-67E8A43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8 | 7/7</a:t>
            </a:r>
          </a:p>
        </p:txBody>
      </p:sp>
    </p:spTree>
    <p:extLst>
      <p:ext uri="{BB962C8B-B14F-4D97-AF65-F5344CB8AC3E}">
        <p14:creationId xmlns:p14="http://schemas.microsoft.com/office/powerpoint/2010/main" val="1727214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2026-08-24T06:38:41.1410000Z</dcterms:created>
  <dcterms:modified xsi:type="dcterms:W3CDTF">2026-08-24T06:38:41.1410000Z</dcterms:modified>
</coreProperties>
</file>