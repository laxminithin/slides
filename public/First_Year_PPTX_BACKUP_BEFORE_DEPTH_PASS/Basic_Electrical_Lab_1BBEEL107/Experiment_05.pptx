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11e7c6ef624023" /><Relationship Type="http://schemas.openxmlformats.org/officeDocument/2006/relationships/extended-properties" Target="/docProps/app.xml" Id="Rfd035cfcea674d0d" /><Relationship Type="http://schemas.openxmlformats.org/officeDocument/2006/relationships/officeDocument" Target="/ppt/presentation.xml" Id="R8f5a68d4132547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4af799d0b14c98"/>
  </p:sldMasterIdLst>
  <p:notesMasterIdLst>
    <p:notesMasterId xmlns:r="http://schemas.openxmlformats.org/officeDocument/2006/relationships" r:id="R5e01a90b80024e41"/>
  </p:notesMasterIdLst>
  <p:sldIdLst>
    <p:sldId xmlns:r="http://schemas.openxmlformats.org/officeDocument/2006/relationships" id="256" r:id="R4a3afe4787be44fb"/>
    <p:sldId xmlns:r="http://schemas.openxmlformats.org/officeDocument/2006/relationships" id="257" r:id="R84a9581ac3ca4484"/>
    <p:sldId xmlns:r="http://schemas.openxmlformats.org/officeDocument/2006/relationships" id="258" r:id="R81684612b9db43bc"/>
    <p:sldId xmlns:r="http://schemas.openxmlformats.org/officeDocument/2006/relationships" id="259" r:id="R629a3a7bc42e485d"/>
    <p:sldId xmlns:r="http://schemas.openxmlformats.org/officeDocument/2006/relationships" id="260" r:id="Racbc0cc6002242e6"/>
    <p:sldId xmlns:r="http://schemas.openxmlformats.org/officeDocument/2006/relationships" id="261" r:id="Re6595e10881445da"/>
    <p:sldId xmlns:r="http://schemas.openxmlformats.org/officeDocument/2006/relationships" id="262" r:id="R33ac0c5fb16246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ce569580644469" /><Relationship Type="http://schemas.openxmlformats.org/officeDocument/2006/relationships/slideMaster" Target="/ppt/slideMasters/slideMaster1.xml" Id="Rcc4af799d0b14c98" /><Relationship Type="http://schemas.openxmlformats.org/officeDocument/2006/relationships/notesMaster" Target="/ppt/notesMasters/notesMaster1.xml" Id="R5e01a90b80024e41" /><Relationship Type="http://schemas.openxmlformats.org/officeDocument/2006/relationships/presProps" Target="/ppt/presProps.xml" Id="R1597a9ab6f2b4f52" /><Relationship Type="http://schemas.openxmlformats.org/officeDocument/2006/relationships/tableStyles" Target="/ppt/tableStyles.xml" Id="Rc07a00252a9d4b22" /><Relationship Type="http://schemas.openxmlformats.org/officeDocument/2006/relationships/slide" Target="/ppt/slides/slide1.xml" Id="R4a3afe4787be44fb" /><Relationship Type="http://schemas.openxmlformats.org/officeDocument/2006/relationships/slide" Target="/ppt/slides/slide2.xml" Id="R84a9581ac3ca4484" /><Relationship Type="http://schemas.openxmlformats.org/officeDocument/2006/relationships/slide" Target="/ppt/slides/slide3.xml" Id="R81684612b9db43bc" /><Relationship Type="http://schemas.openxmlformats.org/officeDocument/2006/relationships/slide" Target="/ppt/slides/slide4.xml" Id="R629a3a7bc42e485d" /><Relationship Type="http://schemas.openxmlformats.org/officeDocument/2006/relationships/slide" Target="/ppt/slides/slide5.xml" Id="Racbc0cc6002242e6" /><Relationship Type="http://schemas.openxmlformats.org/officeDocument/2006/relationships/slide" Target="/ppt/slides/slide6.xml" Id="Re6595e10881445da" /><Relationship Type="http://schemas.openxmlformats.org/officeDocument/2006/relationships/slide" Target="/ppt/slides/slide7.xml" Id="R33ac0c5fb16246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c80725794043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0f0f9d45d645bb" /><Relationship Type="http://schemas.openxmlformats.org/officeDocument/2006/relationships/notesMaster" Target="/ppt/notesMasters/notesMaster1.xml" Id="Rae8b1759f3f44b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87ebbbb6bc494b" /><Relationship Type="http://schemas.openxmlformats.org/officeDocument/2006/relationships/notesMaster" Target="/ppt/notesMasters/notesMaster1.xml" Id="R57bc02f576414d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df85f89b8b47c9" /><Relationship Type="http://schemas.openxmlformats.org/officeDocument/2006/relationships/notesMaster" Target="/ppt/notesMasters/notesMaster1.xml" Id="Rb06a2795604e45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062023750048c3" /><Relationship Type="http://schemas.openxmlformats.org/officeDocument/2006/relationships/notesMaster" Target="/ppt/notesMasters/notesMaster1.xml" Id="R42b9cd5beb3d41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aa3f1edc9d43ec" /><Relationship Type="http://schemas.openxmlformats.org/officeDocument/2006/relationships/notesMaster" Target="/ppt/notesMasters/notesMaster1.xml" Id="R79bbc57656ef4b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c0e0369c8d4399" /><Relationship Type="http://schemas.openxmlformats.org/officeDocument/2006/relationships/notesMaster" Target="/ppt/notesMasters/notesMaster1.xml" Id="R5af0f0ce4c8e49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cd4d1b092f464c" /><Relationship Type="http://schemas.openxmlformats.org/officeDocument/2006/relationships/notesMaster" Target="/ppt/notesMasters/notesMaster1.xml" Id="R6ca5469e28b74a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543fce59640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1d14dff1414cce" /><Relationship Type="http://schemas.openxmlformats.org/officeDocument/2006/relationships/slideLayout" Target="/ppt/slideLayouts/slideLayout1.xml" Id="R83c4a342240941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c4a342240941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1b77913af426f" /><Relationship Type="http://schemas.openxmlformats.org/officeDocument/2006/relationships/notesSlide" Target="/ppt/notesSlides/notesSlide1.xml" Id="R4d328cd4e52648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1669c743c4cc5" /><Relationship Type="http://schemas.openxmlformats.org/officeDocument/2006/relationships/notesSlide" Target="/ppt/notesSlides/notesSlide2.xml" Id="R8be80162afb940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02789d47b4a6a" /><Relationship Type="http://schemas.openxmlformats.org/officeDocument/2006/relationships/notesSlide" Target="/ppt/notesSlides/notesSlide3.xml" Id="Red417a786efe41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bd7ebeafc48f8" /><Relationship Type="http://schemas.openxmlformats.org/officeDocument/2006/relationships/notesSlide" Target="/ppt/notesSlides/notesSlide4.xml" Id="R5a02e2955ef941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c661365fc4b2b" /><Relationship Type="http://schemas.openxmlformats.org/officeDocument/2006/relationships/notesSlide" Target="/ppt/notesSlides/notesSlide5.xml" Id="R39f4288169fd43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c72cae1dd4f0f" /><Relationship Type="http://schemas.openxmlformats.org/officeDocument/2006/relationships/notesSlide" Target="/ppt/notesSlides/notesSlide6.xml" Id="Rdb46f8e9989941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dc7dd437b446a" /><Relationship Type="http://schemas.openxmlformats.org/officeDocument/2006/relationships/notesSlide" Target="/ppt/notesSlides/notesSlide7.xml" Id="R7d2bb5671f194d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B1D4E-B9F3-4246-B009-AE9591AE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FC586-3EDB-48AF-AE2E-5EFC7227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Measurement of three-phase power of an inductive load by 2-wattmeter method, when the load is (a) star connected and (b)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900DD-784C-4C74-A1FC-6AD4CD6B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71747-CE1A-4139-AF9D-EB63F49F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EA0DD-B590-411F-B5A5-6FA95071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047C4-3A81-4608-9CFB-BFB80027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E7557-2B60-4063-B84C-11D22206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BC5C9-7358-42DB-87B6-4E1F99D0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6E929-7E78-4948-AE82-C4E93417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A6350-6453-48EB-8A4D-D276BC96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0E793-7511-46D9-8141-A8098C46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8F3C0-0843-486A-B11C-CFA23FC8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FECCC-151A-42C7-B570-7EA00168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FD1F0-B8C5-47B2-B2D9-A6898FEE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AE682-FA4B-4592-A891-4DAFCFB0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1/7</a:t>
            </a:r>
          </a:p>
        </p:txBody>
      </p:sp>
    </p:spTree>
    <p:extLst>
      <p:ext uri="{BB962C8B-B14F-4D97-AF65-F5344CB8AC3E}">
        <p14:creationId xmlns:p14="http://schemas.microsoft.com/office/powerpoint/2010/main" val="1621777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89B92-764D-4A32-8FD0-E43C6F1C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62606-0D90-470A-B23E-6B29DE49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FEDF7-9B24-48C8-8350-DEE75AA1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4DD81-4082-4E6D-81F8-D69A2A1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Measurement of three-phase power of an inductive load by 2-wattmeter method, when the load is (a) star connected and (b)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53458-60B5-41C2-8BC0-54BEAD28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578A2-6778-417F-A3B7-2F245261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61715-08C9-4CE1-9D49-88D78D01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DC54A-3D26-40CA-B523-C74AC5B2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16BA6-414A-4159-8451-A8EF4114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909EE-9086-4DE7-8FCC-6306CB24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A1374-86C2-40FD-93A4-1AEAA76B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52978-3B2E-4BA6-8196-B2A54626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0168F-3471-4E84-850E-61C09005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E56E6-C12C-4645-8C5D-E2D00F0B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4F889-EB42-418B-BF4A-C15F9DE3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87991-071C-4BEC-97CA-985AE7E9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2/7</a:t>
            </a:r>
          </a:p>
        </p:txBody>
      </p:sp>
    </p:spTree>
    <p:extLst>
      <p:ext uri="{BB962C8B-B14F-4D97-AF65-F5344CB8AC3E}">
        <p14:creationId xmlns:p14="http://schemas.microsoft.com/office/powerpoint/2010/main" val="1170265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976AF-7864-4675-9C73-86B7476A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A5D43-6317-40CA-AE2E-39CF1ECD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B50D0-C3CE-4EBA-BBD3-4DD2EFD8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E85A4-411B-4C19-A0C5-6DCA643F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Measurement of three-phase power of an inductive load by 2-wattmeter method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when the load is (a) star connected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(b) delta connected. Calculation of resistance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reactance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impedance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D464C-7C96-4747-A54A-A7FEB0C2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DB136-9F6A-4A3F-AA90-2D10A369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A4448-9E38-47C0-AFCB-9DD3CABB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three-phase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8D4AA-9D29-4DC6-AF03-96D922CA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6B33D-0675-45C8-992F-52E7AC2B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F6D35-E588-4A4F-988F-BF2B9DED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77BBC-115D-4CA3-95A7-D065E581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inductive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D9197-9862-4351-B091-5A19EC6D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F89B6-EBF4-432D-9AE7-49DCD01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9EB01-7581-4846-9054-A2D184CA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93936-FF2F-4A68-9AB1-7451949D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3/7</a:t>
            </a:r>
          </a:p>
        </p:txBody>
      </p:sp>
    </p:spTree>
    <p:extLst>
      <p:ext uri="{BB962C8B-B14F-4D97-AF65-F5344CB8AC3E}">
        <p14:creationId xmlns:p14="http://schemas.microsoft.com/office/powerpoint/2010/main" val="344759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4C7D4-1D43-47A2-8833-8B4F225B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C1551-AF0F-46C8-83AD-D5C4737B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C96B5-E3E1-4039-B25A-81E8CB75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6943E-270C-421D-8707-03436DD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D4C61-7BEB-4C57-B696-2658E926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D9485-5687-4F8C-B06C-D5111BE1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13B57-3C5F-4C67-A782-F1A8F3CA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5FFA0-FD1C-4FE7-8B66-E0B2C51D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4/7</a:t>
            </a:r>
          </a:p>
        </p:txBody>
      </p:sp>
    </p:spTree>
    <p:extLst>
      <p:ext uri="{BB962C8B-B14F-4D97-AF65-F5344CB8AC3E}">
        <p14:creationId xmlns:p14="http://schemas.microsoft.com/office/powerpoint/2010/main" val="7489372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E287D-DB2B-4AD4-856C-60D27A0C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CF620-83DD-40B5-A49C-4823A6F3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05A88-6998-4F71-9981-1F532106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CED95-2AFF-48A2-9E9F-9F25C9F8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03BA9-0EE4-417D-AE54-31E807D1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C0991-6170-4165-ADE4-BCB2796D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23CC3-8280-4144-B633-32E92807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004F1-BBE5-4F13-9E97-518C0273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0D16F-4FD9-48B2-B179-429730F5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F99E0-B040-4BE7-88F5-9D763095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D0961-0725-4BB6-B5E2-F83A1431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F8127-EC3F-4181-AD0F-198B96AF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6B0C5-E3C1-4B66-8924-39D838FE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E61D6-C03B-4889-89B6-35229E78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7824F-D24B-47A3-8EFD-9F148729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5/7</a:t>
            </a:r>
          </a:p>
        </p:txBody>
      </p:sp>
    </p:spTree>
    <p:extLst>
      <p:ext uri="{BB962C8B-B14F-4D97-AF65-F5344CB8AC3E}">
        <p14:creationId xmlns:p14="http://schemas.microsoft.com/office/powerpoint/2010/main" val="719232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0AB698-BA45-40D8-B581-6DAC103E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42585-1DF8-4B37-82DD-BD151420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2A15D-4CB4-4B2F-A788-09A5A728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C491B-AD3B-4CE8-93A4-889CC3B6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A621B-9771-41A4-8A42-ACFE7770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8901B-60A3-433F-BC8D-01C3A3F5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3743E-7734-46DF-8168-52D0190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E9EFC-A59E-44BB-9E1D-17E282B6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CED05-DD03-4612-B766-D8C038B7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9DB60-A3D3-4B76-9D06-EFDA0E89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23AB9-6794-4AB8-959C-0CE61FA4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F9DA3-6CF4-453F-A6CD-7168E668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89350-8F7A-4813-AF59-42EA260B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52676-3E00-46F6-AB59-6905FDC9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876FD-D45F-48FE-91AA-DF8CAF10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06BC1-95C7-4F8B-A449-C6D78D6D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2E624-AA9B-4EA9-B5A5-68BAD81A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0D4F3-CE15-4EE8-B8FE-7BC35A6F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43417-077F-46B4-99DE-1EB6D714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95036-1414-4DE4-95AF-A5AED2F1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49E8C-7568-4BC2-9DE3-F3B2C122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870AE2-129F-466C-BC83-4F4B0896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C522A-7801-4A82-8EB3-AB218BA3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4C21E-8F53-49B8-8DCB-A05B9658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7650D-35E4-4A8E-B16B-18DECD9A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1341FA-148E-4C03-9E2B-F6E43971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6/7</a:t>
            </a:r>
          </a:p>
        </p:txBody>
      </p:sp>
    </p:spTree>
    <p:extLst>
      <p:ext uri="{BB962C8B-B14F-4D97-AF65-F5344CB8AC3E}">
        <p14:creationId xmlns:p14="http://schemas.microsoft.com/office/powerpoint/2010/main" val="896316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DF7939-E3BF-4F12-A049-D29E7239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2B512-858F-44D2-9C70-5C91FC2D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381E4-473D-4483-B01C-9EBD63DA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D1F2A-ACE9-493C-A67F-C200826E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BCFEB-90D3-4507-BC60-3E75D264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AC845-5169-4C3B-9726-6B2B687E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8EA9D-383E-43EF-9FE8-287CE54E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698AE-BCE9-4DBE-8949-08E5CD58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5 | 7/7</a:t>
            </a:r>
          </a:p>
        </p:txBody>
      </p:sp>
    </p:spTree>
    <p:extLst>
      <p:ext uri="{BB962C8B-B14F-4D97-AF65-F5344CB8AC3E}">
        <p14:creationId xmlns:p14="http://schemas.microsoft.com/office/powerpoint/2010/main" val="1974126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2026-08-24T06:38:40.9680000Z</dcterms:created>
  <dcterms:modified xsi:type="dcterms:W3CDTF">2026-08-24T06:38:40.9680000Z</dcterms:modified>
</coreProperties>
</file>