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bd318213264820" /><Relationship Type="http://schemas.openxmlformats.org/officeDocument/2006/relationships/extended-properties" Target="/docProps/app.xml" Id="R504f547f44c44fe4" /><Relationship Type="http://schemas.openxmlformats.org/officeDocument/2006/relationships/officeDocument" Target="/ppt/presentation.xml" Id="R498f0dd3e88c48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cec5dd37f44894"/>
  </p:sldMasterIdLst>
  <p:notesMasterIdLst>
    <p:notesMasterId xmlns:r="http://schemas.openxmlformats.org/officeDocument/2006/relationships" r:id="R62f9fc3f24354d91"/>
  </p:notesMasterIdLst>
  <p:sldIdLst>
    <p:sldId xmlns:r="http://schemas.openxmlformats.org/officeDocument/2006/relationships" id="256" r:id="R370a2a5d2860480c"/>
    <p:sldId xmlns:r="http://schemas.openxmlformats.org/officeDocument/2006/relationships" id="257" r:id="R85d668923a494d85"/>
    <p:sldId xmlns:r="http://schemas.openxmlformats.org/officeDocument/2006/relationships" id="258" r:id="Rc6c9615172bf42c8"/>
    <p:sldId xmlns:r="http://schemas.openxmlformats.org/officeDocument/2006/relationships" id="259" r:id="R9d71f22baecb4094"/>
    <p:sldId xmlns:r="http://schemas.openxmlformats.org/officeDocument/2006/relationships" id="260" r:id="Rf2e090a5bb7c40a5"/>
    <p:sldId xmlns:r="http://schemas.openxmlformats.org/officeDocument/2006/relationships" id="261" r:id="R0e372592bb624b53"/>
    <p:sldId xmlns:r="http://schemas.openxmlformats.org/officeDocument/2006/relationships" id="262" r:id="Rdfdb7720db7f43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9494f16dfb43b0" /><Relationship Type="http://schemas.openxmlformats.org/officeDocument/2006/relationships/slideMaster" Target="/ppt/slideMasters/slideMaster1.xml" Id="R56cec5dd37f44894" /><Relationship Type="http://schemas.openxmlformats.org/officeDocument/2006/relationships/notesMaster" Target="/ppt/notesMasters/notesMaster1.xml" Id="R62f9fc3f24354d91" /><Relationship Type="http://schemas.openxmlformats.org/officeDocument/2006/relationships/presProps" Target="/ppt/presProps.xml" Id="R16f8591f704e470a" /><Relationship Type="http://schemas.openxmlformats.org/officeDocument/2006/relationships/tableStyles" Target="/ppt/tableStyles.xml" Id="Rca331c8c081a482b" /><Relationship Type="http://schemas.openxmlformats.org/officeDocument/2006/relationships/slide" Target="/ppt/slides/slide1.xml" Id="R370a2a5d2860480c" /><Relationship Type="http://schemas.openxmlformats.org/officeDocument/2006/relationships/slide" Target="/ppt/slides/slide2.xml" Id="R85d668923a494d85" /><Relationship Type="http://schemas.openxmlformats.org/officeDocument/2006/relationships/slide" Target="/ppt/slides/slide3.xml" Id="Rc6c9615172bf42c8" /><Relationship Type="http://schemas.openxmlformats.org/officeDocument/2006/relationships/slide" Target="/ppt/slides/slide4.xml" Id="R9d71f22baecb4094" /><Relationship Type="http://schemas.openxmlformats.org/officeDocument/2006/relationships/slide" Target="/ppt/slides/slide5.xml" Id="Rf2e090a5bb7c40a5" /><Relationship Type="http://schemas.openxmlformats.org/officeDocument/2006/relationships/slide" Target="/ppt/slides/slide6.xml" Id="R0e372592bb624b53" /><Relationship Type="http://schemas.openxmlformats.org/officeDocument/2006/relationships/slide" Target="/ppt/slides/slide7.xml" Id="Rdfdb7720db7f43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661cc1d4264d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4b823b7e644fa5" /><Relationship Type="http://schemas.openxmlformats.org/officeDocument/2006/relationships/notesMaster" Target="/ppt/notesMasters/notesMaster1.xml" Id="R6b842eef1d9848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7a8eb8c88042fb" /><Relationship Type="http://schemas.openxmlformats.org/officeDocument/2006/relationships/notesMaster" Target="/ppt/notesMasters/notesMaster1.xml" Id="R003e073e62b947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e83671f5974028" /><Relationship Type="http://schemas.openxmlformats.org/officeDocument/2006/relationships/notesMaster" Target="/ppt/notesMasters/notesMaster1.xml" Id="R133c3dfd691b43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3b58208f26478b" /><Relationship Type="http://schemas.openxmlformats.org/officeDocument/2006/relationships/notesMaster" Target="/ppt/notesMasters/notesMaster1.xml" Id="R1d6e88adb1ce4b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9040a743b54471" /><Relationship Type="http://schemas.openxmlformats.org/officeDocument/2006/relationships/notesMaster" Target="/ppt/notesMasters/notesMaster1.xml" Id="R8693224ae1374d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064dbd27e6438f" /><Relationship Type="http://schemas.openxmlformats.org/officeDocument/2006/relationships/notesMaster" Target="/ppt/notesMasters/notesMaster1.xml" Id="R83e8fd2542834b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0ad767877f4b7c" /><Relationship Type="http://schemas.openxmlformats.org/officeDocument/2006/relationships/notesMaster" Target="/ppt/notesMasters/notesMaster1.xml" Id="Racf0dd99054445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021ead26e14c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67058a339a4161" /><Relationship Type="http://schemas.openxmlformats.org/officeDocument/2006/relationships/slideLayout" Target="/ppt/slideLayouts/slideLayout1.xml" Id="Rc7af291d665a4b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af291d665a4b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b8d19e76ee4b73" /><Relationship Type="http://schemas.openxmlformats.org/officeDocument/2006/relationships/notesSlide" Target="/ppt/notesSlides/notesSlide1.xml" Id="Rb9bce11856f44f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9bd45547024699" /><Relationship Type="http://schemas.openxmlformats.org/officeDocument/2006/relationships/notesSlide" Target="/ppt/notesSlides/notesSlide2.xml" Id="R4f3f7b9e8f2941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8aa3b6d46e4d35" /><Relationship Type="http://schemas.openxmlformats.org/officeDocument/2006/relationships/notesSlide" Target="/ppt/notesSlides/notesSlide3.xml" Id="Rb3432a26f91f4c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b7abb8f1584e5f" /><Relationship Type="http://schemas.openxmlformats.org/officeDocument/2006/relationships/notesSlide" Target="/ppt/notesSlides/notesSlide4.xml" Id="R0b3af021fb914c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fc4d8866034912" /><Relationship Type="http://schemas.openxmlformats.org/officeDocument/2006/relationships/notesSlide" Target="/ppt/notesSlides/notesSlide5.xml" Id="R0fb67edd8b0844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293ae93f154669" /><Relationship Type="http://schemas.openxmlformats.org/officeDocument/2006/relationships/notesSlide" Target="/ppt/notesSlides/notesSlide6.xml" Id="R31b85de80b0d4e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ba136c4a54fb8" /><Relationship Type="http://schemas.openxmlformats.org/officeDocument/2006/relationships/notesSlide" Target="/ppt/notesSlides/notesSlide7.xml" Id="R2c44e413776147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0D1A99-C302-49B5-B3B4-9013DD2F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DAD907-9CD6-4D44-841C-3115A33D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Measurement of earth's resistance by 3-electrode method.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BF2FA1-7F38-4E5A-9176-85B9DC65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Basic Electrical Lab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1BBEEL107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7D6E5D-C573-434D-9046-7E4CCB7B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DBA510-1182-4A2F-BB40-3F5DD69F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0F4BF8-0728-4773-8D0A-C2791491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0D3857-54FF-4D8A-A5A2-42DA294E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834E74-2CEC-4196-B430-4CC9DB93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771C74-1D79-424B-B64C-156F78CD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DA5834-5BC9-4535-BC10-EDDAB15D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C400B1-6774-424E-AA33-D70C25E3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8B0AAA-4FF7-43D9-A59F-0DC197AD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279145-5032-4B5F-B7B7-EC5D1251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591A33-FDFD-48D5-8B33-63DBD528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961284-523C-4B81-ABE2-51AECD0E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3 | 1/7</a:t>
            </a:r>
          </a:p>
        </p:txBody>
      </p:sp>
    </p:spTree>
    <p:extLst>
      <p:ext uri="{BB962C8B-B14F-4D97-AF65-F5344CB8AC3E}">
        <p14:creationId xmlns:p14="http://schemas.microsoft.com/office/powerpoint/2010/main" val="2140983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6DEE46-BA21-4EB7-911B-40CBDE82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3A6942-E675-4293-91E6-61750FA5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4EA064-67E4-4776-8C29-21F55C06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773DAF-9431-4012-A11F-F70EA99A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Measurement of earth's resistance by 3-electrode method.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3B1197-8071-46F4-83E9-393D3DC4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2FE50D-7E68-48D4-8472-631E3EB8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7EC9B0-35C7-41B2-80FD-F33C85A9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A8965E-F950-4320-BE9C-B05F9A07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68663D-3E79-4A9F-883D-6A25F89A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54C29B-F4AB-435C-9AC3-74FD0E76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2ED3ED-A58D-4287-BC6A-0E70A2F4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1D53F9-291A-4AEE-9BF7-25D3CE2C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19B2DD-5402-465E-A220-C27C3D29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2AE124-E5F3-44CB-92E4-3689BB3D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7D202E-17CE-4CA6-A8BC-AF96C7E6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63779A-FFC2-4F3A-84F4-18C09CE6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3 | 2/7</a:t>
            </a:r>
          </a:p>
        </p:txBody>
      </p:sp>
    </p:spTree>
    <p:extLst>
      <p:ext uri="{BB962C8B-B14F-4D97-AF65-F5344CB8AC3E}">
        <p14:creationId xmlns:p14="http://schemas.microsoft.com/office/powerpoint/2010/main" val="19018294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B01013-517B-4388-BAFF-47240068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C89A4C-4443-428F-8866-20F06407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8AD41A-7C0F-4C2F-BD03-C969EBD6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09E29A-26E7-4478-912C-DD77495A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Measurement of earth's resistance by 3-electrode method.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C72CD8-E93F-4893-8547-68310F7A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Measurement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9BF071-B133-421B-97B8-873A9F01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570C30-9879-4DEF-BBDC-50CB206B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earth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E3D8BC-EE6F-477B-969C-79F0FD4C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98ACFE-5791-4137-953F-41AE0D98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resistance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587A1A-65E7-4833-8604-0175D2A5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797A20-A340-4538-B24D-2A553513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electrode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E7856E-BCFE-4B52-BC33-4B83DA47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1C2AEB-4D1B-4520-8DC5-AE37EE28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method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3C75C9-2A7B-4DBA-ADB8-A167B9D2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58A2F2-E448-44C9-9694-1DF91EFE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3 | 3/7</a:t>
            </a:r>
          </a:p>
        </p:txBody>
      </p:sp>
    </p:spTree>
    <p:extLst>
      <p:ext uri="{BB962C8B-B14F-4D97-AF65-F5344CB8AC3E}">
        <p14:creationId xmlns:p14="http://schemas.microsoft.com/office/powerpoint/2010/main" val="16034599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24BB68-E79A-4C0E-8655-B548F959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ED924C-68AC-4940-B057-4175CE6D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179FDD-167D-42A1-B306-EE352D13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D30570-08BE-4AE7-AFF6-5D15AA3E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5FD969-7F40-4A09-81CD-E11E48C6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EA601A-B083-4F01-BCE1-628DBACA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EE1FC8-B25D-4456-B2B1-BB2ECF72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57FAC-54F2-4935-BF75-63684588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3 | 4/7</a:t>
            </a:r>
          </a:p>
        </p:txBody>
      </p:sp>
    </p:spTree>
    <p:extLst>
      <p:ext uri="{BB962C8B-B14F-4D97-AF65-F5344CB8AC3E}">
        <p14:creationId xmlns:p14="http://schemas.microsoft.com/office/powerpoint/2010/main" val="2658752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9D0AC4-0F68-48FA-9EAF-1EFA4650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4D75A3-A6C5-4EBE-914B-B9485A51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93301D-DAEC-4AC4-A598-42B791C4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17D284-D043-4614-A807-8ACA0A0E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26F8F2-120B-4384-AC0E-ACC3B6F0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36112F-2852-4680-BC5E-CB6BE8F4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1CD849-A39D-4252-85BF-16B233F4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395868-5127-4E83-94EE-3A93B279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7CC371-E77B-4ADB-B681-5B61101A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A5B68A-78B1-40A8-83F9-7DC2E6AD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305A3D-AFA9-4B06-906E-4E39E864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D08A3D-3698-4324-8B98-201DE7B3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F5D407-6ADE-49C0-8334-E435D3DF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DEF707-9877-4553-BA0F-53B90FEB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7ED31F-934C-4083-8071-31957000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3 | 5/7</a:t>
            </a:r>
          </a:p>
        </p:txBody>
      </p:sp>
    </p:spTree>
    <p:extLst>
      <p:ext uri="{BB962C8B-B14F-4D97-AF65-F5344CB8AC3E}">
        <p14:creationId xmlns:p14="http://schemas.microsoft.com/office/powerpoint/2010/main" val="9496859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A03F8B-1B95-4244-BD43-B8205A50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F0556D-1D9F-4FCA-B813-3198FF49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11666A-E455-49BF-AA64-A53A5AA6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FF98F-2625-48B6-8ADC-A393F444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DA93BB-4FCD-49FB-851B-EA641D05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210CB9-4AFA-44D1-BEFF-354705AF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A6A631-125E-4773-8FE8-1DE1B73A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F7678E-F92D-4573-988F-84FFACD6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3FECFC-18E8-4962-A80B-FA348127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7AC466-75A0-4180-B222-C80A7501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068C5B-4183-4DC8-BBFE-801849CC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961835-C9D9-41CC-A2B2-468B2AD8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68F6AE-0A4D-497C-B6DD-7A6C589C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31D034-0623-4B31-A48E-B2455FFE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996281-3ABD-4DFD-8C6D-89ABEB30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419DA3-5FAA-48A9-ADBC-D9CF0A39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E1EB2E-AC00-4404-8D33-CFB56044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D93220-EF6D-47AB-8F78-5C87300F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7B0CA1-3861-4AB3-8D60-1FDFA685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F16293-AA0C-4CA0-8F4A-6BAB3EE4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7105F1-EAD4-4BCC-ADBB-9C9E34A7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A01DB4-9ADC-460E-AFC6-3134AC7A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C23270-861B-4279-BD52-BB053D04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8DC0AD-40A5-4541-A674-963CAD91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AD5ACA-80BA-425D-A195-672F9714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B125D2-782F-4A72-B554-37C8AEA4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3 | 6/7</a:t>
            </a:r>
          </a:p>
        </p:txBody>
      </p:sp>
    </p:spTree>
    <p:extLst>
      <p:ext uri="{BB962C8B-B14F-4D97-AF65-F5344CB8AC3E}">
        <p14:creationId xmlns:p14="http://schemas.microsoft.com/office/powerpoint/2010/main" val="7389983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42831E-C256-43EB-9B9B-6B77AC80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B016B7-2BA1-4D15-BF7B-03AF5D11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A7EE9A-5422-46D9-BCCA-D7C237DD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C65037-A704-4D4F-93BD-6508AE45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CEAE04-3E35-48DB-A122-E6A87263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A8326D-E304-4D17-A5B2-DDBD96BC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49D275-38D2-4345-AB62-78B3BB62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936194-1E22-41DA-A4FD-E7C8D5E8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3 | 7/7</a:t>
            </a:r>
          </a:p>
        </p:txBody>
      </p:sp>
    </p:spTree>
    <p:extLst>
      <p:ext uri="{BB962C8B-B14F-4D97-AF65-F5344CB8AC3E}">
        <p14:creationId xmlns:p14="http://schemas.microsoft.com/office/powerpoint/2010/main" val="13068212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2026-08-24T06:38:40.8570000Z</dcterms:created>
  <dcterms:modified xsi:type="dcterms:W3CDTF">2026-08-24T06:38:40.8570000Z</dcterms:modified>
</coreProperties>
</file>