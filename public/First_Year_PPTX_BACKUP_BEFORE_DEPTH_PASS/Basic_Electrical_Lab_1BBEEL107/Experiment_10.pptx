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2bc48c37844a11" /><Relationship Type="http://schemas.openxmlformats.org/officeDocument/2006/relationships/extended-properties" Target="/docProps/app.xml" Id="R1313544222954523" /><Relationship Type="http://schemas.openxmlformats.org/officeDocument/2006/relationships/officeDocument" Target="/ppt/presentation.xml" Id="R1903b06c1e1147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18ba1af3eb494c"/>
  </p:sldMasterIdLst>
  <p:notesMasterIdLst>
    <p:notesMasterId xmlns:r="http://schemas.openxmlformats.org/officeDocument/2006/relationships" r:id="Rdfdfa61c12aa4edb"/>
  </p:notesMasterIdLst>
  <p:sldIdLst>
    <p:sldId xmlns:r="http://schemas.openxmlformats.org/officeDocument/2006/relationships" id="256" r:id="R88d5852121494f22"/>
    <p:sldId xmlns:r="http://schemas.openxmlformats.org/officeDocument/2006/relationships" id="257" r:id="R730aa08d19904d1f"/>
    <p:sldId xmlns:r="http://schemas.openxmlformats.org/officeDocument/2006/relationships" id="258" r:id="R62efffe9a6ff4e4a"/>
    <p:sldId xmlns:r="http://schemas.openxmlformats.org/officeDocument/2006/relationships" id="259" r:id="R1173810acaae4b6d"/>
    <p:sldId xmlns:r="http://schemas.openxmlformats.org/officeDocument/2006/relationships" id="260" r:id="R7d1987e191f24c90"/>
    <p:sldId xmlns:r="http://schemas.openxmlformats.org/officeDocument/2006/relationships" id="261" r:id="R0314f6e6eaa44891"/>
    <p:sldId xmlns:r="http://schemas.openxmlformats.org/officeDocument/2006/relationships" id="262" r:id="Rc82b0771d57c40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05e108015d48cc" /><Relationship Type="http://schemas.openxmlformats.org/officeDocument/2006/relationships/slideMaster" Target="/ppt/slideMasters/slideMaster1.xml" Id="R9a18ba1af3eb494c" /><Relationship Type="http://schemas.openxmlformats.org/officeDocument/2006/relationships/notesMaster" Target="/ppt/notesMasters/notesMaster1.xml" Id="Rdfdfa61c12aa4edb" /><Relationship Type="http://schemas.openxmlformats.org/officeDocument/2006/relationships/presProps" Target="/ppt/presProps.xml" Id="Rd517999b7a024951" /><Relationship Type="http://schemas.openxmlformats.org/officeDocument/2006/relationships/tableStyles" Target="/ppt/tableStyles.xml" Id="Rdfd7ba1ce2fb4640" /><Relationship Type="http://schemas.openxmlformats.org/officeDocument/2006/relationships/slide" Target="/ppt/slides/slide1.xml" Id="R88d5852121494f22" /><Relationship Type="http://schemas.openxmlformats.org/officeDocument/2006/relationships/slide" Target="/ppt/slides/slide2.xml" Id="R730aa08d19904d1f" /><Relationship Type="http://schemas.openxmlformats.org/officeDocument/2006/relationships/slide" Target="/ppt/slides/slide3.xml" Id="R62efffe9a6ff4e4a" /><Relationship Type="http://schemas.openxmlformats.org/officeDocument/2006/relationships/slide" Target="/ppt/slides/slide4.xml" Id="R1173810acaae4b6d" /><Relationship Type="http://schemas.openxmlformats.org/officeDocument/2006/relationships/slide" Target="/ppt/slides/slide5.xml" Id="R7d1987e191f24c90" /><Relationship Type="http://schemas.openxmlformats.org/officeDocument/2006/relationships/slide" Target="/ppt/slides/slide6.xml" Id="R0314f6e6eaa44891" /><Relationship Type="http://schemas.openxmlformats.org/officeDocument/2006/relationships/slide" Target="/ppt/slides/slide7.xml" Id="Rc82b0771d57c40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1a6f4d6bb04b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f16acf4d7742f2" /><Relationship Type="http://schemas.openxmlformats.org/officeDocument/2006/relationships/notesMaster" Target="/ppt/notesMasters/notesMaster1.xml" Id="R684258113e1f49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4caefd34a94a34" /><Relationship Type="http://schemas.openxmlformats.org/officeDocument/2006/relationships/notesMaster" Target="/ppt/notesMasters/notesMaster1.xml" Id="Rd61982af826d40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5dc09363e54420" /><Relationship Type="http://schemas.openxmlformats.org/officeDocument/2006/relationships/notesMaster" Target="/ppt/notesMasters/notesMaster1.xml" Id="R81c67131ecf44c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9d597087d04117" /><Relationship Type="http://schemas.openxmlformats.org/officeDocument/2006/relationships/notesMaster" Target="/ppt/notesMasters/notesMaster1.xml" Id="Rdea5528706f74b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9d450165a04db5" /><Relationship Type="http://schemas.openxmlformats.org/officeDocument/2006/relationships/notesMaster" Target="/ppt/notesMasters/notesMaster1.xml" Id="R8af00cd645c941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37e4d131584635" /><Relationship Type="http://schemas.openxmlformats.org/officeDocument/2006/relationships/notesMaster" Target="/ppt/notesMasters/notesMaster1.xml" Id="R84bc0a13959547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110b16225f4888" /><Relationship Type="http://schemas.openxmlformats.org/officeDocument/2006/relationships/notesMaster" Target="/ppt/notesMasters/notesMaster1.xml" Id="R09910fd3c7c044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66f385637942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79fecde10844a4" /><Relationship Type="http://schemas.openxmlformats.org/officeDocument/2006/relationships/slideLayout" Target="/ppt/slideLayouts/slideLayout1.xml" Id="R055887ffe8ce40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5887ffe8ce40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485f7b527c459e" /><Relationship Type="http://schemas.openxmlformats.org/officeDocument/2006/relationships/notesSlide" Target="/ppt/notesSlides/notesSlide1.xml" Id="R1b06e18ebda140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88d8998734490" /><Relationship Type="http://schemas.openxmlformats.org/officeDocument/2006/relationships/notesSlide" Target="/ppt/notesSlides/notesSlide2.xml" Id="R860ee6af18c141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7470efebb46b6" /><Relationship Type="http://schemas.openxmlformats.org/officeDocument/2006/relationships/notesSlide" Target="/ppt/notesSlides/notesSlide3.xml" Id="Rffd9114100e14a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c78ddf0bc403a" /><Relationship Type="http://schemas.openxmlformats.org/officeDocument/2006/relationships/notesSlide" Target="/ppt/notesSlides/notesSlide4.xml" Id="R89a8acb4f5de49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c6e735f424d76" /><Relationship Type="http://schemas.openxmlformats.org/officeDocument/2006/relationships/notesSlide" Target="/ppt/notesSlides/notesSlide5.xml" Id="R006d3a9438274a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9cb5e684564a75" /><Relationship Type="http://schemas.openxmlformats.org/officeDocument/2006/relationships/notesSlide" Target="/ppt/notesSlides/notesSlide6.xml" Id="R1f89620678304a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173640e384d1e" /><Relationship Type="http://schemas.openxmlformats.org/officeDocument/2006/relationships/notesSlide" Target="/ppt/notesSlides/notesSlide7.xml" Id="Rb11e261a84094f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F67ECF-F998-4589-A8F8-C7440B93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62444F-71C6-45CA-90EE-96E508EF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A 12 V battery is available. It is required to obtain 3 V from the battery to charge a mobile. Create a circuit to obtai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D0684F-29BD-4E16-9F51-265A2413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Basic Electrical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1BBEEL107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226557-9B83-41EC-908C-3F6DBE50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A2F312-0599-4E19-A5C4-B7D90867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041B58-464B-4D04-AD59-0451DC7E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178415-984D-4458-8427-C93F8885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F308CE-AE8A-487A-A1DF-CF318D33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183F1E-1A71-44C6-896C-19BB05E1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C584B6-97C3-46AC-B36A-F6B51EF4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A40226-0F94-4861-BB33-8B28FACA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9B7D5F-97F3-44DB-A38A-8E0E7F29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3FC08A-A9D4-40CD-9A1E-BB98289C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4488ED-3C31-492A-AFCC-6A0956E0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E26E26-A860-4547-A681-CDE988EE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10 | 1/7</a:t>
            </a:r>
          </a:p>
        </p:txBody>
      </p:sp>
    </p:spTree>
    <p:extLst>
      <p:ext uri="{BB962C8B-B14F-4D97-AF65-F5344CB8AC3E}">
        <p14:creationId xmlns:p14="http://schemas.microsoft.com/office/powerpoint/2010/main" val="4970397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46124C-EE16-47BA-B8CE-22C4E7E3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56CDFB-8375-4A40-8B8B-944B165B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EA20DB-1064-4F11-8BAE-454505CB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AF5CB6-4F97-4044-880D-ECF1F121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A 12 V battery is available. It is required to obtain 3 V from the battery to charge a mobile. Create a circuit to obtai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14D04D-2E00-41AE-BFF7-8D1286DC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FA776-C7FE-422E-9A40-CB6FD352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9885CB-A32E-4795-A8A1-C84DC339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C39BF2-8271-431F-A1D8-4F8176F9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76C448-86D9-40F8-B3C0-AE98CE43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AC3603-8A08-4AB4-A52C-FD725453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690C89-BFF1-4D15-A31F-185C12F9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8A6E3D-FE92-4F5E-B440-138EEB98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81E570-33B9-405D-8533-D5E754D4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60BFE2-EC29-479B-BA2E-F8896EDA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F10DF3-4DE9-47E0-97FF-E9E1D99C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483D0A-AB98-429F-B03F-D0ADBCDF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10 | 2/7</a:t>
            </a:r>
          </a:p>
        </p:txBody>
      </p:sp>
    </p:spTree>
    <p:extLst>
      <p:ext uri="{BB962C8B-B14F-4D97-AF65-F5344CB8AC3E}">
        <p14:creationId xmlns:p14="http://schemas.microsoft.com/office/powerpoint/2010/main" val="2759239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DE3E24-B566-40C5-85AF-57877188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17075-22D4-401B-A378-7EC07870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2FE38D-2E44-4E02-AADF-CB1E2C24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040994-5E33-44C3-8640-B7247EFA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A 12 V battery is available.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It is required to obtain 3 V from the battery to charge a mobile.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Create a circuit to obtain the required voltage.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Specify all the ratings of the components used.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5814D1-3634-4A4C-954E-D753B764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battery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3EAF51-37F5-4647-AE6F-43AEE0E0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CB05E0-B180-4827-BAE7-B2C44F72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available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EC6682-F13E-4F17-A334-B81F6D44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05D46B-3E44-40E6-A142-A4A5239F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required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A767C3-0218-4F43-956E-C017E4C3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24A5CA-05FD-4CC7-9FAD-07BDA16D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obtain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8B7B82-BC21-4FA4-B0DB-3C261898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75026E-6928-47F5-B08E-45B8F66C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charge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EB4F8D-B149-4FC7-A18D-835A5F6A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E1D95C-661E-4295-BFA7-C506A9CA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10 | 3/7</a:t>
            </a:r>
          </a:p>
        </p:txBody>
      </p:sp>
    </p:spTree>
    <p:extLst>
      <p:ext uri="{BB962C8B-B14F-4D97-AF65-F5344CB8AC3E}">
        <p14:creationId xmlns:p14="http://schemas.microsoft.com/office/powerpoint/2010/main" val="7810637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F04D90-37F2-4B13-828B-CACFABA6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71BA86-9755-442E-B9A0-F7053322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F845BA-4560-4EC3-B75E-72DC147D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EF8A29-4763-4928-B61B-B2C42D66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A53DC3-0C2A-47AA-9C8B-2EB7A6D7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BE2DC7-9E61-40D9-BEF1-1B509EF0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6B4A00-D679-41F1-8DB4-B87D2013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AFB4A7-4F77-4BCB-9CA3-C5E8D4A7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10 | 4/7</a:t>
            </a:r>
          </a:p>
        </p:txBody>
      </p:sp>
    </p:spTree>
    <p:extLst>
      <p:ext uri="{BB962C8B-B14F-4D97-AF65-F5344CB8AC3E}">
        <p14:creationId xmlns:p14="http://schemas.microsoft.com/office/powerpoint/2010/main" val="19973336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BAC1B2-1C21-45A8-ACDD-2FDD3B1C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F18DC-6823-4343-A82A-3AD66FE2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DE814D-CE73-4379-AE92-C5F1E4DD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A3275E-FCBA-49A3-AB86-3E6A1F7A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D7C034-94C0-4588-85DB-94510597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9C333D-98E4-4639-A3C2-A4ABB5FC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34F2F1-FDDF-4255-98F9-57442BBD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02F13D-CF7E-4653-83CE-44EC2AFB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D80B6A-C718-4EAB-99C7-5F8EEFE4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AF9258-C288-4626-AC4F-A528E859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CACEA8-E34B-49D5-8503-6980CDBD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92A5A6-97F6-4DB9-8542-A1591285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07A52D-FE59-414F-8992-0898BFA6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203AAD-714C-463B-9FD2-E9CBCBDD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7785EF-C241-40C7-BD9C-4D2FDA82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10 | 5/7</a:t>
            </a:r>
          </a:p>
        </p:txBody>
      </p:sp>
    </p:spTree>
    <p:extLst>
      <p:ext uri="{BB962C8B-B14F-4D97-AF65-F5344CB8AC3E}">
        <p14:creationId xmlns:p14="http://schemas.microsoft.com/office/powerpoint/2010/main" val="74641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4D9550-5074-46EF-A22D-C7A3340C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27C9F2-54E6-4075-B967-C91B590F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938BAC-BA8B-4831-870F-55DEB16E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931EB1-9F85-4D9D-8B1D-38404165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4AD6F9-7D7A-4F6F-BEA9-9615EBB5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354B46-54FB-49AF-B684-F8C27485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7CFE59-44D6-4C31-8A5D-96B29C34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F3E281-EC59-4301-A18D-48B93954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DDA0C8-AD32-46DE-87F4-FF875440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BF287E-CE5F-452B-B92C-37D3A535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036530-8908-40C5-A3F4-4AC9349A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B4E220-43C2-403A-A1F3-0D51781B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0D568B-3755-4310-9705-4A8A5779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5EBC4F-5651-4138-A5E6-724E83FB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BDEF71-3394-4E02-8CA7-D00247F6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7E5D26-BBDC-40F0-A5FB-DF0E4178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989787-4F8D-4DB9-9AD5-1BA4F39F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113B67-ACC8-47D3-B14B-82023F35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55B6BF-A6DA-4621-90F4-E38F54DD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025C52-CBA6-4804-95D9-1E72C08D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FCD44A-2F25-4998-90AA-E17508B3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FCEE79-4099-40D5-ABA3-49BB47A1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358AF5-91CA-4137-A1F4-ACBD95F9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F84754-14CF-4FDE-B864-DEA5777D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56C39F-D1BE-493F-BCB6-F3F66960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DAE080-2C05-4498-AEFD-D516D4F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10 | 6/7</a:t>
            </a:r>
          </a:p>
        </p:txBody>
      </p:sp>
    </p:spTree>
    <p:extLst>
      <p:ext uri="{BB962C8B-B14F-4D97-AF65-F5344CB8AC3E}">
        <p14:creationId xmlns:p14="http://schemas.microsoft.com/office/powerpoint/2010/main" val="12614585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4A1D93-F1A3-4B26-8180-CE3D0C86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DE0AE6-2EF2-49A2-BDFF-28F8354E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E371B-6659-4DFB-9FFC-1744A9A2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E41CA4-19F9-4B57-A3E9-DC3522A8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C846B4-938D-4102-B279-4A9F8F6F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988DE4-3DC2-4751-93B0-E12A8E09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8EDEC9-6FCD-4333-AC31-69495D2E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D44755-262E-48F5-9CB8-8BD52F08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10 | 7/7</a:t>
            </a:r>
          </a:p>
        </p:txBody>
      </p:sp>
    </p:spTree>
    <p:extLst>
      <p:ext uri="{BB962C8B-B14F-4D97-AF65-F5344CB8AC3E}">
        <p14:creationId xmlns:p14="http://schemas.microsoft.com/office/powerpoint/2010/main" val="8253985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2026-08-24T06:38:41.2460000Z</dcterms:created>
  <dcterms:modified xsi:type="dcterms:W3CDTF">2026-08-24T06:38:41.2460000Z</dcterms:modified>
</coreProperties>
</file>