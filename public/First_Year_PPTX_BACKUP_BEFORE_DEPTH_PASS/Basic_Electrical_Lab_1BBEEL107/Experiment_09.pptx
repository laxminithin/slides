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0aca69ad214eb4" /><Relationship Type="http://schemas.openxmlformats.org/officeDocument/2006/relationships/extended-properties" Target="/docProps/app.xml" Id="R9afdb28164bf4112" /><Relationship Type="http://schemas.openxmlformats.org/officeDocument/2006/relationships/officeDocument" Target="/ppt/presentation.xml" Id="R95270ab0fb2749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db0c80f1c7462c"/>
  </p:sldMasterIdLst>
  <p:notesMasterIdLst>
    <p:notesMasterId xmlns:r="http://schemas.openxmlformats.org/officeDocument/2006/relationships" r:id="R7cfc32d7903e4075"/>
  </p:notesMasterIdLst>
  <p:sldIdLst>
    <p:sldId xmlns:r="http://schemas.openxmlformats.org/officeDocument/2006/relationships" id="256" r:id="R24127fa903d84173"/>
    <p:sldId xmlns:r="http://schemas.openxmlformats.org/officeDocument/2006/relationships" id="257" r:id="R19b629ef9bd3482b"/>
    <p:sldId xmlns:r="http://schemas.openxmlformats.org/officeDocument/2006/relationships" id="258" r:id="Re7411d0b5aa04053"/>
    <p:sldId xmlns:r="http://schemas.openxmlformats.org/officeDocument/2006/relationships" id="259" r:id="R49ce51ab6a694c46"/>
    <p:sldId xmlns:r="http://schemas.openxmlformats.org/officeDocument/2006/relationships" id="260" r:id="R99ad49dd12474dfc"/>
    <p:sldId xmlns:r="http://schemas.openxmlformats.org/officeDocument/2006/relationships" id="261" r:id="Ra01ba6b8af9e46d4"/>
    <p:sldId xmlns:r="http://schemas.openxmlformats.org/officeDocument/2006/relationships" id="262" r:id="R2bb8523ddb574d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213c3ae36847f2" /><Relationship Type="http://schemas.openxmlformats.org/officeDocument/2006/relationships/slideMaster" Target="/ppt/slideMasters/slideMaster1.xml" Id="Rfedb0c80f1c7462c" /><Relationship Type="http://schemas.openxmlformats.org/officeDocument/2006/relationships/notesMaster" Target="/ppt/notesMasters/notesMaster1.xml" Id="R7cfc32d7903e4075" /><Relationship Type="http://schemas.openxmlformats.org/officeDocument/2006/relationships/presProps" Target="/ppt/presProps.xml" Id="Rbc1d6f926a444258" /><Relationship Type="http://schemas.openxmlformats.org/officeDocument/2006/relationships/tableStyles" Target="/ppt/tableStyles.xml" Id="Ra6bd6746a9264b88" /><Relationship Type="http://schemas.openxmlformats.org/officeDocument/2006/relationships/slide" Target="/ppt/slides/slide1.xml" Id="R24127fa903d84173" /><Relationship Type="http://schemas.openxmlformats.org/officeDocument/2006/relationships/slide" Target="/ppt/slides/slide2.xml" Id="R19b629ef9bd3482b" /><Relationship Type="http://schemas.openxmlformats.org/officeDocument/2006/relationships/slide" Target="/ppt/slides/slide3.xml" Id="Re7411d0b5aa04053" /><Relationship Type="http://schemas.openxmlformats.org/officeDocument/2006/relationships/slide" Target="/ppt/slides/slide4.xml" Id="R49ce51ab6a694c46" /><Relationship Type="http://schemas.openxmlformats.org/officeDocument/2006/relationships/slide" Target="/ppt/slides/slide5.xml" Id="R99ad49dd12474dfc" /><Relationship Type="http://schemas.openxmlformats.org/officeDocument/2006/relationships/slide" Target="/ppt/slides/slide6.xml" Id="Ra01ba6b8af9e46d4" /><Relationship Type="http://schemas.openxmlformats.org/officeDocument/2006/relationships/slide" Target="/ppt/slides/slide7.xml" Id="R2bb8523ddb574d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e4b07f52af42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4d8ae84ee84bf5" /><Relationship Type="http://schemas.openxmlformats.org/officeDocument/2006/relationships/notesMaster" Target="/ppt/notesMasters/notesMaster1.xml" Id="R0bf108d473e34f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01d00502e44799" /><Relationship Type="http://schemas.openxmlformats.org/officeDocument/2006/relationships/notesMaster" Target="/ppt/notesMasters/notesMaster1.xml" Id="R25cfd0c2325741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30e03ef89f465e" /><Relationship Type="http://schemas.openxmlformats.org/officeDocument/2006/relationships/notesMaster" Target="/ppt/notesMasters/notesMaster1.xml" Id="R5eea8140a42644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d59a269904447f" /><Relationship Type="http://schemas.openxmlformats.org/officeDocument/2006/relationships/notesMaster" Target="/ppt/notesMasters/notesMaster1.xml" Id="R822c60a684e743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24ac7b02f34fc9" /><Relationship Type="http://schemas.openxmlformats.org/officeDocument/2006/relationships/notesMaster" Target="/ppt/notesMasters/notesMaster1.xml" Id="Rd6d73fe0874c4a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af7ee79bc64691" /><Relationship Type="http://schemas.openxmlformats.org/officeDocument/2006/relationships/notesMaster" Target="/ppt/notesMasters/notesMaster1.xml" Id="Rfbfb1e5413244d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100e6f8bd145c0" /><Relationship Type="http://schemas.openxmlformats.org/officeDocument/2006/relationships/notesMaster" Target="/ppt/notesMasters/notesMaster1.xml" Id="Rd4bc5ea1e32344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8ac03189748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456c5d7f904f81" /><Relationship Type="http://schemas.openxmlformats.org/officeDocument/2006/relationships/slideLayout" Target="/ppt/slideLayouts/slideLayout1.xml" Id="R7bd3114a4dca4c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d3114a4dca4c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c845f9e3d4f04" /><Relationship Type="http://schemas.openxmlformats.org/officeDocument/2006/relationships/notesSlide" Target="/ppt/notesSlides/notesSlide1.xml" Id="R8c17103106534b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cdd77291c4fb0" /><Relationship Type="http://schemas.openxmlformats.org/officeDocument/2006/relationships/notesSlide" Target="/ppt/notesSlides/notesSlide2.xml" Id="R565109c31d8746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2e4f937a149b1" /><Relationship Type="http://schemas.openxmlformats.org/officeDocument/2006/relationships/notesSlide" Target="/ppt/notesSlides/notesSlide3.xml" Id="Reaeb775e94564f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3c624566d4882" /><Relationship Type="http://schemas.openxmlformats.org/officeDocument/2006/relationships/notesSlide" Target="/ppt/notesSlides/notesSlide4.xml" Id="R7e253f8c055248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25c9445054124" /><Relationship Type="http://schemas.openxmlformats.org/officeDocument/2006/relationships/notesSlide" Target="/ppt/notesSlides/notesSlide5.xml" Id="R9e4790f3a95945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8c7df5ba74658" /><Relationship Type="http://schemas.openxmlformats.org/officeDocument/2006/relationships/notesSlide" Target="/ppt/notesSlides/notesSlide6.xml" Id="Ree7834d2552b41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1186b8a58435a" /><Relationship Type="http://schemas.openxmlformats.org/officeDocument/2006/relationships/notesSlide" Target="/ppt/notesSlides/notesSlide7.xml" Id="R34f914ede7434b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84646-6564-4CD2-9A3C-B7526CBD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3E416-1175-4E5E-AD79-D33691DC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Measurement of voltage between line and neutral, ground and line, ground and neutral in respect of heathy and unhealthy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BFC20-DB90-4200-9D49-82760D58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889A9-02EA-4251-A2F3-9092EA51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E0165-1E85-45E8-AF32-532984BF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59FA9-6A98-465A-BD1F-0477168C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03643-1404-477E-BAA5-5D84DEE7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C8C7B-AF4A-4C50-A183-B30CD518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1C18B-DEAD-4E29-A88F-97F56363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C8CD4-186C-4A89-822D-1E6E906A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CD881-175C-47A1-9D42-05F56A65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CF402-C683-4902-A38E-DE47A79B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2194D-0F94-4770-B5DB-B88489C5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3033E-F6A5-451B-A3FB-7A2B3246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D2980-D9B8-451A-89D9-4E1C151A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1/7</a:t>
            </a:r>
          </a:p>
        </p:txBody>
      </p:sp>
    </p:spTree>
    <p:extLst>
      <p:ext uri="{BB962C8B-B14F-4D97-AF65-F5344CB8AC3E}">
        <p14:creationId xmlns:p14="http://schemas.microsoft.com/office/powerpoint/2010/main" val="309488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72AE8-AF8E-4832-96DC-F87B7B0B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ADFC9-C662-4A9E-81A7-F23E1CF9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B5FE6-4260-4BB7-89B5-699864B7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772CA-9801-44C4-A097-991C9653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Measurement of voltage between line and neutral, ground and line, ground and neutral in respect of heathy and unhealthy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5B9A6-045E-488D-81B1-EF2A52E3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7BAD6-9501-49BB-BF90-A8C3E157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7B61E-FB72-41F1-825B-C0A58D22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EF531-C584-46CC-ADB8-52863433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D20B6-9DD8-463F-B496-C10CF91B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71051-BDC6-4BD6-9720-AB69E173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4A9B4-5624-42AE-8F38-AEFEF3CE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D40EA-590C-4812-9C51-6C0F0134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EF381-283E-41DA-A2A5-DB2EDD74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2BED1-AFF1-4997-AB2B-A1C98244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FFCF5-E8A4-4031-A288-30554F57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C7F4D-EF6A-4A6F-BE13-C8C8079E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2/7</a:t>
            </a:r>
          </a:p>
        </p:txBody>
      </p:sp>
    </p:spTree>
    <p:extLst>
      <p:ext uri="{BB962C8B-B14F-4D97-AF65-F5344CB8AC3E}">
        <p14:creationId xmlns:p14="http://schemas.microsoft.com/office/powerpoint/2010/main" val="467020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0E950-7A5C-419A-81C3-49FECFD4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11B24-48FE-4126-9623-747FE027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8B334-22CA-494A-A004-BB105BF0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28D98-6715-4E1B-B5D1-1EE632E9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Measurement of voltage between line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neutral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neutral in respect of heathy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unhealthy 3-pin socket. Conclusions arrived for the faulty wiring. Allowable ground voltage.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68EAB-6194-41F9-825C-1FD242B3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BE3BD-33EA-4973-8AE8-D468771E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23ED1-9D74-4646-98E7-85BEEB47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voltage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7EC9E-6260-4AED-8693-16EECD46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0AD21-AD3E-457C-AF93-F4ECF75F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between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FFFC4-53C9-46A5-882D-5478410E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CEAA1-5DFD-478D-B6E6-E22FF4BE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C513C-3808-43E0-BA17-3E87638F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46611-7E78-4501-8BAA-825A49DA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neutral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76D37-72D0-4AF9-8D7B-0E6B2686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47F3B-5BBA-4D60-8CF3-A241EA71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3/7</a:t>
            </a:r>
          </a:p>
        </p:txBody>
      </p:sp>
    </p:spTree>
    <p:extLst>
      <p:ext uri="{BB962C8B-B14F-4D97-AF65-F5344CB8AC3E}">
        <p14:creationId xmlns:p14="http://schemas.microsoft.com/office/powerpoint/2010/main" val="15674436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C4062-3D22-4926-A82B-1F4F4F2A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5335D-7E9E-4B90-8560-FF5C263F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86B51-69C9-41D2-B7E2-76C40285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EA500-FCBB-4501-A45C-86155579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393C5-1CDD-45BA-887B-8EB8BD2B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3D6D5-E07D-458F-86CE-1D8309E1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45E15-62C1-40AB-A0F1-3DBC179E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CEA4A-6BB1-46E8-BBA1-F41E4674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4/7</a:t>
            </a:r>
          </a:p>
        </p:txBody>
      </p:sp>
    </p:spTree>
    <p:extLst>
      <p:ext uri="{BB962C8B-B14F-4D97-AF65-F5344CB8AC3E}">
        <p14:creationId xmlns:p14="http://schemas.microsoft.com/office/powerpoint/2010/main" val="2150657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F1298-35E0-4F34-8B63-1C3C3F3B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3E6B2-7E23-4F2A-818E-68F1375E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6FF9D-EA3F-465A-963C-E6EE6A0F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6E901-D759-4B45-9269-31FDE9B6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D6907-70F4-439F-877B-AB5EC1D5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51D82-6E69-467F-9626-DD425F77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47F86-F704-4260-A46A-7A1A9DE2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25D1F-516D-4E9A-9B7B-92CCCD77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56F55-8877-4B6A-BD21-9FCE0CE5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B4007-B2F7-4380-9A3B-30E56738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C725A-93EE-4C8D-9D19-F97F30C4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4E3FD-C1D8-40CE-876C-E38AFA59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50FC6-25C1-4357-95C0-0966B4F6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D119C-7DD4-4A65-9B06-F1D2FDDA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5446A-4A7E-4745-9288-F7A39865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5/7</a:t>
            </a:r>
          </a:p>
        </p:txBody>
      </p:sp>
    </p:spTree>
    <p:extLst>
      <p:ext uri="{BB962C8B-B14F-4D97-AF65-F5344CB8AC3E}">
        <p14:creationId xmlns:p14="http://schemas.microsoft.com/office/powerpoint/2010/main" val="1311654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FD932B-960A-4775-8993-5FC68281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16B95-738E-4136-9D67-4D13F333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15D7C-5A5D-49DD-B85A-64AA36B6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6C31B-81B5-4AE1-8E3B-7F31AFD7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AFC7F-C37E-4FE4-900D-48106FD6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23A22-260F-4E34-9A09-E1E81E7F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D5180-80B4-4840-B3F5-9472FE82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1EC13-19BD-470C-9C3E-A29BD35C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FDCC2-3CA9-4F15-A552-33A33ECD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96CE4-5D4B-4C6A-9FF5-C07F7251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FFF07-ECD2-4B91-9EA8-C8386A50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97812-5D9D-412B-8880-8D45F1EC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255CE-C325-4CA9-8267-56E8E000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63753-7F61-4945-8E63-DA5E86A1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45149-4EA5-42A8-BB36-5B0AD42F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C9CCA-084F-44EE-ACCD-8E577AEF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3E34F-50CA-4D7F-953D-A755CF53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13927-6731-41B7-89FE-3B729F6B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275F7-EF2C-48CB-ACDB-235FB344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52164-23ED-45CC-9628-C4142D75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0FAE9E-5247-4D24-BB89-F85834A6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1AE218-1E02-45AE-9755-A965CCAD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A9267E-59E1-4C90-8CCD-5697DAA1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84DFC8-9EE5-4323-A39A-7566583A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627285-8D5C-4FEE-92AD-A8F56440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095D50-9C92-4F93-A67A-88B8C336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6/7</a:t>
            </a:r>
          </a:p>
        </p:txBody>
      </p:sp>
    </p:spTree>
    <p:extLst>
      <p:ext uri="{BB962C8B-B14F-4D97-AF65-F5344CB8AC3E}">
        <p14:creationId xmlns:p14="http://schemas.microsoft.com/office/powerpoint/2010/main" val="15238666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77A89-D1ED-4FDA-91E6-571775CD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0A678-1251-4DCF-8099-DCEE40B4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0FCEB-1F77-4DDB-8EE4-EC6A6490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58B7D-B22C-4AEB-8ECD-70CEEE89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AF001-DC8D-4943-A7DC-0B23160A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E47B0-3781-46B8-ABC8-E3DF7796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91114-96F4-4491-B32A-3A26B9A0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B445F-3900-43B2-ADF2-3BDB4277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7/7</a:t>
            </a:r>
          </a:p>
        </p:txBody>
      </p:sp>
    </p:spTree>
    <p:extLst>
      <p:ext uri="{BB962C8B-B14F-4D97-AF65-F5344CB8AC3E}">
        <p14:creationId xmlns:p14="http://schemas.microsoft.com/office/powerpoint/2010/main" val="1750579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2026-08-24T06:38:41.1930000Z</dcterms:created>
  <dcterms:modified xsi:type="dcterms:W3CDTF">2026-08-24T06:38:41.1930000Z</dcterms:modified>
</coreProperties>
</file>