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99656d26254be3" /><Relationship Type="http://schemas.openxmlformats.org/officeDocument/2006/relationships/extended-properties" Target="/docProps/app.xml" Id="Rcc6d2cd6e1d04db9" /><Relationship Type="http://schemas.openxmlformats.org/officeDocument/2006/relationships/officeDocument" Target="/ppt/presentation.xml" Id="R56b7b94e751641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a4fc0dc2d047ec"/>
  </p:sldMasterIdLst>
  <p:notesMasterIdLst>
    <p:notesMasterId xmlns:r="http://schemas.openxmlformats.org/officeDocument/2006/relationships" r:id="Reb7a8d58a98b496a"/>
  </p:notesMasterIdLst>
  <p:sldIdLst>
    <p:sldId xmlns:r="http://schemas.openxmlformats.org/officeDocument/2006/relationships" id="256" r:id="Re29970974598428f"/>
    <p:sldId xmlns:r="http://schemas.openxmlformats.org/officeDocument/2006/relationships" id="257" r:id="R97059e7320be4736"/>
    <p:sldId xmlns:r="http://schemas.openxmlformats.org/officeDocument/2006/relationships" id="258" r:id="R7d5f324175854735"/>
    <p:sldId xmlns:r="http://schemas.openxmlformats.org/officeDocument/2006/relationships" id="259" r:id="Ra2a3c2cf46244068"/>
    <p:sldId xmlns:r="http://schemas.openxmlformats.org/officeDocument/2006/relationships" id="260" r:id="R2b9d037f95ac486f"/>
    <p:sldId xmlns:r="http://schemas.openxmlformats.org/officeDocument/2006/relationships" id="261" r:id="Rb696b9756d614769"/>
    <p:sldId xmlns:r="http://schemas.openxmlformats.org/officeDocument/2006/relationships" id="262" r:id="Rf7148c3c654f48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8e1d335d494b65" /><Relationship Type="http://schemas.openxmlformats.org/officeDocument/2006/relationships/slideMaster" Target="/ppt/slideMasters/slideMaster1.xml" Id="R5da4fc0dc2d047ec" /><Relationship Type="http://schemas.openxmlformats.org/officeDocument/2006/relationships/notesMaster" Target="/ppt/notesMasters/notesMaster1.xml" Id="Reb7a8d58a98b496a" /><Relationship Type="http://schemas.openxmlformats.org/officeDocument/2006/relationships/presProps" Target="/ppt/presProps.xml" Id="R6b582e1cfaf848d8" /><Relationship Type="http://schemas.openxmlformats.org/officeDocument/2006/relationships/tableStyles" Target="/ppt/tableStyles.xml" Id="Ra550367795a842f8" /><Relationship Type="http://schemas.openxmlformats.org/officeDocument/2006/relationships/slide" Target="/ppt/slides/slide1.xml" Id="Re29970974598428f" /><Relationship Type="http://schemas.openxmlformats.org/officeDocument/2006/relationships/slide" Target="/ppt/slides/slide2.xml" Id="R97059e7320be4736" /><Relationship Type="http://schemas.openxmlformats.org/officeDocument/2006/relationships/slide" Target="/ppt/slides/slide3.xml" Id="R7d5f324175854735" /><Relationship Type="http://schemas.openxmlformats.org/officeDocument/2006/relationships/slide" Target="/ppt/slides/slide4.xml" Id="Ra2a3c2cf46244068" /><Relationship Type="http://schemas.openxmlformats.org/officeDocument/2006/relationships/slide" Target="/ppt/slides/slide5.xml" Id="R2b9d037f95ac486f" /><Relationship Type="http://schemas.openxmlformats.org/officeDocument/2006/relationships/slide" Target="/ppt/slides/slide6.xml" Id="Rb696b9756d614769" /><Relationship Type="http://schemas.openxmlformats.org/officeDocument/2006/relationships/slide" Target="/ppt/slides/slide7.xml" Id="Rf7148c3c654f48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cb8c66936e4b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2bebc3a7b9443c" /><Relationship Type="http://schemas.openxmlformats.org/officeDocument/2006/relationships/notesMaster" Target="/ppt/notesMasters/notesMaster1.xml" Id="Rf7812bb4f0cd42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4154b42ff54485" /><Relationship Type="http://schemas.openxmlformats.org/officeDocument/2006/relationships/notesMaster" Target="/ppt/notesMasters/notesMaster1.xml" Id="Rd29fb16ef41e4a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12cd9325a8441f" /><Relationship Type="http://schemas.openxmlformats.org/officeDocument/2006/relationships/notesMaster" Target="/ppt/notesMasters/notesMaster1.xml" Id="R54bf619ce44e4d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38cd3bc53e4a97" /><Relationship Type="http://schemas.openxmlformats.org/officeDocument/2006/relationships/notesMaster" Target="/ppt/notesMasters/notesMaster1.xml" Id="R3f2db28f91da47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402db3ac294c61" /><Relationship Type="http://schemas.openxmlformats.org/officeDocument/2006/relationships/notesMaster" Target="/ppt/notesMasters/notesMaster1.xml" Id="Rc9b56a165f8c49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39a0e995234534" /><Relationship Type="http://schemas.openxmlformats.org/officeDocument/2006/relationships/notesMaster" Target="/ppt/notesMasters/notesMaster1.xml" Id="R4c1ab0bd3eb846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40cce8d9fc435d" /><Relationship Type="http://schemas.openxmlformats.org/officeDocument/2006/relationships/notesMaster" Target="/ppt/notesMasters/notesMaster1.xml" Id="Rc1cbdbd3cc1643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0fa6b3f1a46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096bfff5ae4382" /><Relationship Type="http://schemas.openxmlformats.org/officeDocument/2006/relationships/slideLayout" Target="/ppt/slideLayouts/slideLayout1.xml" Id="R6546671f3e6d41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46671f3e6d41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1664c97af4cbe" /><Relationship Type="http://schemas.openxmlformats.org/officeDocument/2006/relationships/notesSlide" Target="/ppt/notesSlides/notesSlide1.xml" Id="R182ab0f5cdea42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29e5a1a584bb6" /><Relationship Type="http://schemas.openxmlformats.org/officeDocument/2006/relationships/notesSlide" Target="/ppt/notesSlides/notesSlide2.xml" Id="R33d63785242c44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b91c1df71408d" /><Relationship Type="http://schemas.openxmlformats.org/officeDocument/2006/relationships/notesSlide" Target="/ppt/notesSlides/notesSlide3.xml" Id="R7dd7eadecebc47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c449759d7406c" /><Relationship Type="http://schemas.openxmlformats.org/officeDocument/2006/relationships/notesSlide" Target="/ppt/notesSlides/notesSlide4.xml" Id="R4a01f42a6ef04e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bdffeafe044c9" /><Relationship Type="http://schemas.openxmlformats.org/officeDocument/2006/relationships/notesSlide" Target="/ppt/notesSlides/notesSlide5.xml" Id="R8068401c13c245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6d2edc8c24f63" /><Relationship Type="http://schemas.openxmlformats.org/officeDocument/2006/relationships/notesSlide" Target="/ppt/notesSlides/notesSlide6.xml" Id="R12cc6333caea4e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8c3862e854a6e" /><Relationship Type="http://schemas.openxmlformats.org/officeDocument/2006/relationships/notesSlide" Target="/ppt/notesSlides/notesSlide7.xml" Id="R663ce8bdf0a44b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D8ECB-661B-44F5-B66A-D610E67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979D7-1D42-43CD-B916-70143AE2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Verification of Ohm's law and Kirchhoff's laws.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73877-A13C-439E-979A-EB9BAC79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6C553-BDA2-4FD4-9656-DC9A0C7C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68D58-0646-49C4-A666-E2EF3428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52BE6-D26D-4E95-8200-10BE5F69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A4543-1A53-475F-BF9E-E82235BB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70C0E-8343-40A7-893B-C9315D26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553E9-C059-4EBC-B2CC-A253BBDA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8B87B-1B5D-444A-817D-9FE09068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012AD-B531-48F9-86D7-0C1A5B5C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F502D-02DE-45C1-8D30-475423AC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B6396-26F5-43F5-BBEA-DE7042C3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017B0-D677-420F-A671-EA670F03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EC2FA-234B-4624-B518-DF071176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1/7</a:t>
            </a:r>
          </a:p>
        </p:txBody>
      </p:sp>
    </p:spTree>
    <p:extLst>
      <p:ext uri="{BB962C8B-B14F-4D97-AF65-F5344CB8AC3E}">
        <p14:creationId xmlns:p14="http://schemas.microsoft.com/office/powerpoint/2010/main" val="1772022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29231-55E4-4388-990D-3726845B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99746-CC93-4D34-8F39-3E8CAF89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957E2-B994-48EF-B72A-4BB3068B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8B95D-F703-4AE7-940C-B7A69477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Verification of Ohm's law and Kirchhoff's laws.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DCBAB-00E7-422C-9061-161CD667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0783D-7A96-40FF-B346-A6E2A355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E128A-ED69-4FD6-B11D-65EB167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4DD9E-9790-4DC5-88EB-EF16A274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0F0FF-215F-4576-B62F-1EF414C6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C8CAA-8234-4B00-A11B-C3D0DA8A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1577E-FE1D-42C1-8EFA-71D382F2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1AA82-CF2C-46BC-AC39-A1C5B522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50C20-8B8E-4C4D-BCB4-CBD43398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CD9E8-4807-4B9C-A740-61614220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18D8B-F0C8-4631-8C02-C1D52CA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8735F-FCA9-45FA-9B40-894A7067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2/7</a:t>
            </a:r>
          </a:p>
        </p:txBody>
      </p:sp>
    </p:spTree>
    <p:extLst>
      <p:ext uri="{BB962C8B-B14F-4D97-AF65-F5344CB8AC3E}">
        <p14:creationId xmlns:p14="http://schemas.microsoft.com/office/powerpoint/2010/main" val="2027111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592C9-7262-4932-B2AD-7E8F8811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B1C88-D7C7-46E2-9A8E-7441A11A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051B7-3DAC-4541-A612-DEC30E7B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0124A-571F-46DB-B0ED-5020EF8E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Verification of Ohm's law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Kirchhoff's laws.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1241D-1722-4889-91D0-CE3B19F8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511AF-48AE-4930-BBA4-B86A7B80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A7A7E-04D1-42E4-95C9-6C29FBCC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Kirchhoff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A9171-35FD-4D19-B47A-49D1FC11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9652D-8616-4A8C-97B6-9D2EF28D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1CA17-64A3-4B0C-BCA6-69DDF8B0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897C3-C8AA-4554-900F-732A605E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3/7</a:t>
            </a:r>
          </a:p>
        </p:txBody>
      </p:sp>
    </p:spTree>
    <p:extLst>
      <p:ext uri="{BB962C8B-B14F-4D97-AF65-F5344CB8AC3E}">
        <p14:creationId xmlns:p14="http://schemas.microsoft.com/office/powerpoint/2010/main" val="1109811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C50CF-7F9A-4A1B-AE25-3FAF1D17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B7863-3EA2-4C9B-9836-E9DC0A0A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47F43-2771-4D16-BBBF-A6F00DD0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1C3A9-130F-44A4-B142-D24074D5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47339-EDC6-4F93-B221-A42D8901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C6B9D-CE79-4442-96A0-E6A25A4E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F65D2-5417-4BCE-9F7A-53099345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86E29-D24C-4419-BD40-7B27AA37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4/7</a:t>
            </a:r>
          </a:p>
        </p:txBody>
      </p:sp>
    </p:spTree>
    <p:extLst>
      <p:ext uri="{BB962C8B-B14F-4D97-AF65-F5344CB8AC3E}">
        <p14:creationId xmlns:p14="http://schemas.microsoft.com/office/powerpoint/2010/main" val="1271484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0AD2A-E749-499A-98C9-4D9BAFCE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69762B-8888-408F-9CDD-59174E7C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34908-5DE5-4B74-84CF-569D9A58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45DD1-4312-4C73-8E5E-4C0EE965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B5365-4BD6-45FC-8E9F-44481D48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7B57E-9ED8-4CA5-BEDC-19608344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381F8-C7BE-4600-B403-F33C60EE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95FCE-F49D-40F4-8EF1-0487C19A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2F074-70F2-44A0-94A0-9A227235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324DF-A843-4C3C-B8D8-C736ADA5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BC34D-5A23-458D-B0D2-897F9A10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9D4FF-B76C-45B6-B1C1-1E8DFFB8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115C9-7F6D-4816-A0CE-5F9766D0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B3266-6C94-4511-9AA9-FC92B191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2CA23-3037-4477-97AB-7312F6E0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5/7</a:t>
            </a:r>
          </a:p>
        </p:txBody>
      </p:sp>
    </p:spTree>
    <p:extLst>
      <p:ext uri="{BB962C8B-B14F-4D97-AF65-F5344CB8AC3E}">
        <p14:creationId xmlns:p14="http://schemas.microsoft.com/office/powerpoint/2010/main" val="15155526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2C56E-1E8C-4755-A784-5D9C0029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28408-2379-4864-9CBD-26FABCA4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8514B-8343-4774-9114-45EFBE83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218ED-8465-43CD-B1E1-80055A96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67068-1CFF-4856-92B3-9DF7990C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0A8ED-70D7-4557-BDEA-BA10B3FA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B6789-368A-4352-A019-24CC3174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39299-3279-48F6-9130-F8C5C7BA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3055D-3F64-4334-91AF-D3BD7A01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F2E9A-6A88-48E2-B7C3-ED18E9F9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0AC0F-D04F-4AEF-BDC4-801A5B3C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39E49-06F3-4756-B39A-6F255A4A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336C8-9564-4CA9-B567-8511194F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76C52-16A7-4974-B4AA-A2BB699C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B3C1F-D2BA-4233-8223-A1822BB9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92331-86F8-4E79-94C9-CE11D21A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085C5-5CEE-43A0-AABB-05784E8A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19164-D53E-44A0-BBE1-D11C9A9E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A74D2-EF82-4C62-83A2-584E93E4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58EB9-9DD5-4921-9195-6481E356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858D9-5B9F-43B9-B397-0E43D24B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D85E8-DB43-42CD-BB08-DA7DD266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187C8-9B5B-41FC-B7E6-55B1CE1C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54F9A-F157-4F9C-B8C6-F4715488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5CFE13-1CBE-44A2-9FBC-DA470F99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AFADC-8BC0-486D-BA74-BB736929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6/7</a:t>
            </a:r>
          </a:p>
        </p:txBody>
      </p:sp>
    </p:spTree>
    <p:extLst>
      <p:ext uri="{BB962C8B-B14F-4D97-AF65-F5344CB8AC3E}">
        <p14:creationId xmlns:p14="http://schemas.microsoft.com/office/powerpoint/2010/main" val="16101078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CB704-55A5-42EA-840C-CCDB5654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7939E-A87B-4010-81E7-5C442C09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83309-31B4-407A-BED9-3CC78F66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4043F-D218-4835-B461-A465DA28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33A3A-9D77-4C52-A067-E7962D05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C24A3-46D3-4501-8157-3DA4BA87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7C25F-55DB-4D00-9A81-BEE490E0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D0802-E4A0-48B8-9FFC-011D337E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 | 7/7</a:t>
            </a:r>
          </a:p>
        </p:txBody>
      </p:sp>
    </p:spTree>
    <p:extLst>
      <p:ext uri="{BB962C8B-B14F-4D97-AF65-F5344CB8AC3E}">
        <p14:creationId xmlns:p14="http://schemas.microsoft.com/office/powerpoint/2010/main" val="433186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2026-08-24T06:38:40.7300000Z</dcterms:created>
  <dcterms:modified xsi:type="dcterms:W3CDTF">2026-08-24T06:38:40.7300000Z</dcterms:modified>
</coreProperties>
</file>