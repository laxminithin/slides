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61257cd37c4063" /><Relationship Type="http://schemas.openxmlformats.org/officeDocument/2006/relationships/extended-properties" Target="/docProps/app.xml" Id="R7dacf2f24c5949c8" /><Relationship Type="http://schemas.openxmlformats.org/officeDocument/2006/relationships/officeDocument" Target="/ppt/presentation.xml" Id="R155d3c1bb0f544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10874487ad4ca6"/>
  </p:sldMasterIdLst>
  <p:notesMasterIdLst>
    <p:notesMasterId xmlns:r="http://schemas.openxmlformats.org/officeDocument/2006/relationships" r:id="Ref18cdc6141b4427"/>
  </p:notesMasterIdLst>
  <p:sldIdLst>
    <p:sldId xmlns:r="http://schemas.openxmlformats.org/officeDocument/2006/relationships" id="256" r:id="R727dc12f24094e1c"/>
    <p:sldId xmlns:r="http://schemas.openxmlformats.org/officeDocument/2006/relationships" id="257" r:id="R0a175690e0f44954"/>
    <p:sldId xmlns:r="http://schemas.openxmlformats.org/officeDocument/2006/relationships" id="258" r:id="Ra194207c042d4089"/>
    <p:sldId xmlns:r="http://schemas.openxmlformats.org/officeDocument/2006/relationships" id="259" r:id="R7229a970c1454e99"/>
    <p:sldId xmlns:r="http://schemas.openxmlformats.org/officeDocument/2006/relationships" id="260" r:id="Rf02e157034654c5a"/>
    <p:sldId xmlns:r="http://schemas.openxmlformats.org/officeDocument/2006/relationships" id="261" r:id="R236f3f50674f4bbe"/>
    <p:sldId xmlns:r="http://schemas.openxmlformats.org/officeDocument/2006/relationships" id="262" r:id="Rc1ba5dd238b641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a2f8edfdff410d" /><Relationship Type="http://schemas.openxmlformats.org/officeDocument/2006/relationships/slideMaster" Target="/ppt/slideMasters/slideMaster1.xml" Id="Ra510874487ad4ca6" /><Relationship Type="http://schemas.openxmlformats.org/officeDocument/2006/relationships/notesMaster" Target="/ppt/notesMasters/notesMaster1.xml" Id="Ref18cdc6141b4427" /><Relationship Type="http://schemas.openxmlformats.org/officeDocument/2006/relationships/presProps" Target="/ppt/presProps.xml" Id="Rc56d63229ff04fa8" /><Relationship Type="http://schemas.openxmlformats.org/officeDocument/2006/relationships/tableStyles" Target="/ppt/tableStyles.xml" Id="Rab3fe2ab991542ac" /><Relationship Type="http://schemas.openxmlformats.org/officeDocument/2006/relationships/slide" Target="/ppt/slides/slide1.xml" Id="R727dc12f24094e1c" /><Relationship Type="http://schemas.openxmlformats.org/officeDocument/2006/relationships/slide" Target="/ppt/slides/slide2.xml" Id="R0a175690e0f44954" /><Relationship Type="http://schemas.openxmlformats.org/officeDocument/2006/relationships/slide" Target="/ppt/slides/slide3.xml" Id="Ra194207c042d4089" /><Relationship Type="http://schemas.openxmlformats.org/officeDocument/2006/relationships/slide" Target="/ppt/slides/slide4.xml" Id="R7229a970c1454e99" /><Relationship Type="http://schemas.openxmlformats.org/officeDocument/2006/relationships/slide" Target="/ppt/slides/slide5.xml" Id="Rf02e157034654c5a" /><Relationship Type="http://schemas.openxmlformats.org/officeDocument/2006/relationships/slide" Target="/ppt/slides/slide6.xml" Id="R236f3f50674f4bbe" /><Relationship Type="http://schemas.openxmlformats.org/officeDocument/2006/relationships/slide" Target="/ppt/slides/slide7.xml" Id="Rc1ba5dd238b641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c5888ab6e43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4da6a94d064778" /><Relationship Type="http://schemas.openxmlformats.org/officeDocument/2006/relationships/notesMaster" Target="/ppt/notesMasters/notesMaster1.xml" Id="R416ff13cf1ea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c607d9a2dc4bed" /><Relationship Type="http://schemas.openxmlformats.org/officeDocument/2006/relationships/notesMaster" Target="/ppt/notesMasters/notesMaster1.xml" Id="Rc8b10eddfdf5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b81d287fc44f21" /><Relationship Type="http://schemas.openxmlformats.org/officeDocument/2006/relationships/notesMaster" Target="/ppt/notesMasters/notesMaster1.xml" Id="R31e98ea8b5444d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aa4f06c4ee419e" /><Relationship Type="http://schemas.openxmlformats.org/officeDocument/2006/relationships/notesMaster" Target="/ppt/notesMasters/notesMaster1.xml" Id="Rd17378fcf7194a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28d99276a45eb" /><Relationship Type="http://schemas.openxmlformats.org/officeDocument/2006/relationships/notesMaster" Target="/ppt/notesMasters/notesMaster1.xml" Id="R1fe7721812cc49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2c6636bbf3447d" /><Relationship Type="http://schemas.openxmlformats.org/officeDocument/2006/relationships/notesMaster" Target="/ppt/notesMasters/notesMaster1.xml" Id="R2be763263339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e926e3fe84ffe" /><Relationship Type="http://schemas.openxmlformats.org/officeDocument/2006/relationships/notesMaster" Target="/ppt/notesMasters/notesMaster1.xml" Id="Rf5586187e5db4b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fc6acd8def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b3ea3f5b540ce" /><Relationship Type="http://schemas.openxmlformats.org/officeDocument/2006/relationships/slideLayout" Target="/ppt/slideLayouts/slideLayout1.xml" Id="R6315e2fe3b424e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15e2fe3b424e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1ce8c7f084ec7" /><Relationship Type="http://schemas.openxmlformats.org/officeDocument/2006/relationships/notesSlide" Target="/ppt/notesSlides/notesSlide1.xml" Id="R88d9821725bd4a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7e4a40db4c4a" /><Relationship Type="http://schemas.openxmlformats.org/officeDocument/2006/relationships/notesSlide" Target="/ppt/notesSlides/notesSlide2.xml" Id="Rcc94604a1fe844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2aa92de5c475b" /><Relationship Type="http://schemas.openxmlformats.org/officeDocument/2006/relationships/notesSlide" Target="/ppt/notesSlides/notesSlide3.xml" Id="R2f23c957c8e149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b4fc6fe9e4284" /><Relationship Type="http://schemas.openxmlformats.org/officeDocument/2006/relationships/notesSlide" Target="/ppt/notesSlides/notesSlide4.xml" Id="Rf4a1f99b840647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3354aa11b441a" /><Relationship Type="http://schemas.openxmlformats.org/officeDocument/2006/relationships/notesSlide" Target="/ppt/notesSlides/notesSlide5.xml" Id="R572b923e309f42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be2b606d745ea" /><Relationship Type="http://schemas.openxmlformats.org/officeDocument/2006/relationships/notesSlide" Target="/ppt/notesSlides/notesSlide6.xml" Id="R7eea5e9deded4c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38374328f473b" /><Relationship Type="http://schemas.openxmlformats.org/officeDocument/2006/relationships/notesSlide" Target="/ppt/notesSlides/notesSlide7.xml" Id="Rd5a68926a482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0E499-12FF-400E-BB40-0D52563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BBF27-AE88-467A-8875-B84D70A9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Only three voltmeters and standard resistance are available in the laboratory. Using the same measure the single phase 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80380-DB59-4779-A241-869423A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F6A11-76EC-427D-A933-7F35CD8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DC2DC-47F0-45AA-BBAA-3487F219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BF9B7-489F-402B-B936-143700E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619A2-B7E0-4B58-B6A2-17D82F3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701E2-8487-422C-9AEC-B4179D41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D67BF-D68D-4DF3-90F5-40E8BACC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6AC0B-8B7D-4034-825A-0A1481AC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23564-116F-4F9A-A4EC-B175FAFC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0BD74-742E-4B10-ADF0-446F8E7F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2D0DE-9255-4D0A-8B45-5806606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507D7-945B-4BE2-A65E-9AFB0D01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AA57E-1D48-46A3-922A-62EC2526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1/7</a:t>
            </a:r>
          </a:p>
        </p:txBody>
      </p:sp>
    </p:spTree>
    <p:extLst>
      <p:ext uri="{BB962C8B-B14F-4D97-AF65-F5344CB8AC3E}">
        <p14:creationId xmlns:p14="http://schemas.microsoft.com/office/powerpoint/2010/main" val="2109626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7BCB2-CD4A-4B44-A94A-4690ECD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4EB82-118F-40AF-B81D-2250E4DA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53552-5BEE-46C4-A981-A7E66043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D8E10-C7BC-4E4C-B379-542E3459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Only three voltmeters and standard resistance are available in the laboratory. Using the same measure the single phase 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43242-050D-4827-BDD5-2CF7F90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C17C1-B820-4AD5-A6C6-ECFA5C16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B53A7-BFDB-4355-8561-7E6987A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A7030-8668-442E-98FB-4F6BA0DF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7A73B-B194-49A1-A2C9-F54427E6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9E484-4377-44FE-A849-DAD923F1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9ECAC-F1F8-4FBA-85D2-26C2A46B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67468-88D2-4319-93D4-13C0056C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5D674-DE91-4D7A-8C99-4076748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F656B-0910-43D3-9FBF-0EEA167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B9924-8B2F-485E-BA93-9FBD61E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B781D-4995-4BF6-ADA8-A4745F22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2/7</a:t>
            </a:r>
          </a:p>
        </p:txBody>
      </p:sp>
    </p:spTree>
    <p:extLst>
      <p:ext uri="{BB962C8B-B14F-4D97-AF65-F5344CB8AC3E}">
        <p14:creationId xmlns:p14="http://schemas.microsoft.com/office/powerpoint/2010/main" val="1733872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756B5-0CEA-4F03-B558-9880EF5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56D4E-1299-4C87-9AD1-72670D9F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BB16D-E43E-46DC-9890-60468835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BF8EA-570B-43EA-B808-10D35E45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Only three voltmeters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standard resistance are available in the laboratory. Using the same measure the single phase power consumed by an inductive load. LAB COURSE (1 Credit)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13DB6-BE62-441D-AF8C-9A6C5D73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D9E68-3DC9-40DD-A35A-84368971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D8893-ABD3-42AE-AB80-A1D46A69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324D8-6904-40EE-8B8A-A3DF001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4AD1E-33CA-49AF-9D05-7BDE0D81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voltmeters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F6F7D-7559-4E0B-8667-D0AF7B3E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5598B-928B-440A-8288-BE891F4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standard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D6ACB-1D3D-4653-94ED-4397BB9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1DDF7-8CF6-4088-A438-74F92E8D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6AAC1-364E-445F-AF45-12AE605C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58E3E-D03D-45C0-9478-30CFA20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3/7</a:t>
            </a:r>
          </a:p>
        </p:txBody>
      </p:sp>
    </p:spTree>
    <p:extLst>
      <p:ext uri="{BB962C8B-B14F-4D97-AF65-F5344CB8AC3E}">
        <p14:creationId xmlns:p14="http://schemas.microsoft.com/office/powerpoint/2010/main" val="467117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D7D61-CF8A-483F-BC04-3FE82F99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72502-FF8C-4D3E-A015-4705E32C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9B293-583C-45DC-AE31-FDD157B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CB2F2-387D-4652-B8E5-77D39CB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B9C20-2C23-41C1-A987-678E230F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31742-2FBE-4B73-A0D0-D72ADA44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0D23E-75D0-4507-8EA7-108FB739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B72C8-7B44-4B73-98FF-A8BF0F0D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4/7</a:t>
            </a:r>
          </a:p>
        </p:txBody>
      </p:sp>
    </p:spTree>
    <p:extLst>
      <p:ext uri="{BB962C8B-B14F-4D97-AF65-F5344CB8AC3E}">
        <p14:creationId xmlns:p14="http://schemas.microsoft.com/office/powerpoint/2010/main" val="1325785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ADC3D-F4AC-4D28-93AB-6B60B48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2EC1C-ED83-4515-A698-1435284F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33DAA-EF9D-49EF-833B-6FAF0DB1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165EA-4D33-44F4-8805-C7FCC943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F95FD-9DC9-46D1-8FF6-F21C1573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10035-8F8F-43C1-B655-B93B41E7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89696-58C0-4833-971E-081446D9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4C7D4-5318-4B9B-BC6A-117540C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B37BF-CCEE-4538-A35E-A4B1425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EDF7E-9AD5-4E28-8552-ACDDF69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3F48B4-288B-4C27-A59F-ACEB062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9080E-B042-451C-9A53-5DAB261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0D665-E5BE-48F1-9D3B-0E3F1161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A8E91-7D17-4D40-9F55-439C039A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FB358-53D4-4333-8075-3165EFC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5/7</a:t>
            </a:r>
          </a:p>
        </p:txBody>
      </p:sp>
    </p:spTree>
    <p:extLst>
      <p:ext uri="{BB962C8B-B14F-4D97-AF65-F5344CB8AC3E}">
        <p14:creationId xmlns:p14="http://schemas.microsoft.com/office/powerpoint/2010/main" val="282008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B7527-12A8-41EA-8F66-6EFC699A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0F4F6-1B83-40A8-9E59-0FC8EC1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AD4A8-71C0-427C-9DA4-50CD7C14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3D9E0-A36D-4323-AE40-C111C2C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DDB1B-4F62-4DBC-901A-BED1E713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DA9F4-CD0B-4F9D-83A5-44DFB45D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CA8F2-F289-458A-8087-08260786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705ED-BEC7-44F4-92E2-637336C6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10D8B-56FA-473C-BDE0-5E3F039E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BC60E-4D6A-421C-B974-8E4F93A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046FC-4584-4B66-9D83-A0FF13B0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1C0DC-B854-4FCF-B782-D93F4211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7FC77-C5D4-44E2-B870-4E5FA48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2987A-A9E7-47BC-81F4-E97026AF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E24F9-2A8B-4C95-B5D8-22B2A271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FD50F-AB0B-4013-B469-11BD95E4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BD288-F5B8-4782-A97D-54B60441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0C143-A10B-44FE-B4B3-FE5163B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48664-DB01-47AE-BE85-1F382851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CA00E-4B31-40D0-9E3C-13DD4511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EC510-543E-4ED2-A1A3-B57F2CE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6EF41D-668C-44A2-808E-2BCBDD82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3268DD-0A0E-47CA-91D2-08BDB91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B34E2-F817-4669-8DCC-FE3A7C6F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96D1C-469D-4926-800D-DE4A407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7A278-C666-488A-91CC-8BAFF50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6/7</a:t>
            </a:r>
          </a:p>
        </p:txBody>
      </p:sp>
    </p:spTree>
    <p:extLst>
      <p:ext uri="{BB962C8B-B14F-4D97-AF65-F5344CB8AC3E}">
        <p14:creationId xmlns:p14="http://schemas.microsoft.com/office/powerpoint/2010/main" val="1529230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DF6BC-7C23-4F23-82A6-0BD2B44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CBB27-915E-4457-BE09-E3CE2484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C303-5F3A-41D3-A99C-57362EA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CF29A-D1AB-4355-BB1C-E5E8D870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FC512-80C7-478F-862E-A4F1561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BA971-A4AD-45B2-AD77-06799394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5C691-9BA8-4B15-B77F-B7E8DC38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C7A98-08FD-47F2-9DE3-70AB25EE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12 | 7/7</a:t>
            </a:r>
          </a:p>
        </p:txBody>
      </p:sp>
    </p:spTree>
    <p:extLst>
      <p:ext uri="{BB962C8B-B14F-4D97-AF65-F5344CB8AC3E}">
        <p14:creationId xmlns:p14="http://schemas.microsoft.com/office/powerpoint/2010/main" val="2001438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2026-08-24T06:38:41.3640000Z</dcterms:created>
  <dcterms:modified xsi:type="dcterms:W3CDTF">2026-08-24T06:38:41.3640000Z</dcterms:modified>
</coreProperties>
</file>