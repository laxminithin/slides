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8f7ee3eae446f0" /><Relationship Type="http://schemas.openxmlformats.org/officeDocument/2006/relationships/extended-properties" Target="/docProps/app.xml" Id="R10f61a574f194a17" /><Relationship Type="http://schemas.openxmlformats.org/officeDocument/2006/relationships/officeDocument" Target="/ppt/presentation.xml" Id="R7b925de4ed50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1821c15d7442cd"/>
  </p:sldMasterIdLst>
  <p:notesMasterIdLst>
    <p:notesMasterId xmlns:r="http://schemas.openxmlformats.org/officeDocument/2006/relationships" r:id="R033d401f1de24746"/>
  </p:notesMasterIdLst>
  <p:sldIdLst>
    <p:sldId xmlns:r="http://schemas.openxmlformats.org/officeDocument/2006/relationships" id="256" r:id="R915bf90df11342d2"/>
    <p:sldId xmlns:r="http://schemas.openxmlformats.org/officeDocument/2006/relationships" id="257" r:id="R11ef2522f5d14c08"/>
    <p:sldId xmlns:r="http://schemas.openxmlformats.org/officeDocument/2006/relationships" id="258" r:id="R04dedc0cc7b1420d"/>
    <p:sldId xmlns:r="http://schemas.openxmlformats.org/officeDocument/2006/relationships" id="259" r:id="R984052c369364113"/>
    <p:sldId xmlns:r="http://schemas.openxmlformats.org/officeDocument/2006/relationships" id="260" r:id="R6507ed7ff0394c21"/>
    <p:sldId xmlns:r="http://schemas.openxmlformats.org/officeDocument/2006/relationships" id="261" r:id="Rc02daca564164fd3"/>
    <p:sldId xmlns:r="http://schemas.openxmlformats.org/officeDocument/2006/relationships" id="262" r:id="R224f39c441e54db2"/>
    <p:sldId xmlns:r="http://schemas.openxmlformats.org/officeDocument/2006/relationships" id="263" r:id="Rf3b2b9d710ec42a7"/>
    <p:sldId xmlns:r="http://schemas.openxmlformats.org/officeDocument/2006/relationships" id="264" r:id="R36e2708f60f84c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0d49f1b3dd43b8" /><Relationship Type="http://schemas.openxmlformats.org/officeDocument/2006/relationships/slideMaster" Target="/ppt/slideMasters/slideMaster1.xml" Id="R341821c15d7442cd" /><Relationship Type="http://schemas.openxmlformats.org/officeDocument/2006/relationships/notesMaster" Target="/ppt/notesMasters/notesMaster1.xml" Id="R033d401f1de24746" /><Relationship Type="http://schemas.openxmlformats.org/officeDocument/2006/relationships/presProps" Target="/ppt/presProps.xml" Id="R93ff28df379543ed" /><Relationship Type="http://schemas.openxmlformats.org/officeDocument/2006/relationships/tableStyles" Target="/ppt/tableStyles.xml" Id="Re3c04539478b49e8" /><Relationship Type="http://schemas.openxmlformats.org/officeDocument/2006/relationships/slide" Target="/ppt/slides/slide1.xml" Id="R915bf90df11342d2" /><Relationship Type="http://schemas.openxmlformats.org/officeDocument/2006/relationships/slide" Target="/ppt/slides/slide2.xml" Id="R11ef2522f5d14c08" /><Relationship Type="http://schemas.openxmlformats.org/officeDocument/2006/relationships/slide" Target="/ppt/slides/slide3.xml" Id="R04dedc0cc7b1420d" /><Relationship Type="http://schemas.openxmlformats.org/officeDocument/2006/relationships/slide" Target="/ppt/slides/slide4.xml" Id="R984052c369364113" /><Relationship Type="http://schemas.openxmlformats.org/officeDocument/2006/relationships/slide" Target="/ppt/slides/slide5.xml" Id="R6507ed7ff0394c21" /><Relationship Type="http://schemas.openxmlformats.org/officeDocument/2006/relationships/slide" Target="/ppt/slides/slide6.xml" Id="Rc02daca564164fd3" /><Relationship Type="http://schemas.openxmlformats.org/officeDocument/2006/relationships/slide" Target="/ppt/slides/slide7.xml" Id="R224f39c441e54db2" /><Relationship Type="http://schemas.openxmlformats.org/officeDocument/2006/relationships/slide" Target="/ppt/slides/slide8.xml" Id="Rf3b2b9d710ec42a7" /><Relationship Type="http://schemas.openxmlformats.org/officeDocument/2006/relationships/slide" Target="/ppt/slides/slide9.xml" Id="R36e2708f60f84c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9b4f7aa00c42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c76981ad254fe2" /><Relationship Type="http://schemas.openxmlformats.org/officeDocument/2006/relationships/notesMaster" Target="/ppt/notesMasters/notesMaster1.xml" Id="R36a9a46c40bb4c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de3e251d224b93" /><Relationship Type="http://schemas.openxmlformats.org/officeDocument/2006/relationships/notesMaster" Target="/ppt/notesMasters/notesMaster1.xml" Id="R716ded31f3f649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727937fc0d48b8" /><Relationship Type="http://schemas.openxmlformats.org/officeDocument/2006/relationships/notesMaster" Target="/ppt/notesMasters/notesMaster1.xml" Id="R48020eb43c204d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d36d2529f44e55" /><Relationship Type="http://schemas.openxmlformats.org/officeDocument/2006/relationships/notesMaster" Target="/ppt/notesMasters/notesMaster1.xml" Id="R66ca21f5ca8e41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125a5e3c4e44fd" /><Relationship Type="http://schemas.openxmlformats.org/officeDocument/2006/relationships/notesMaster" Target="/ppt/notesMasters/notesMaster1.xml" Id="R329f370924364f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ff3b5ab6c74bd9" /><Relationship Type="http://schemas.openxmlformats.org/officeDocument/2006/relationships/notesMaster" Target="/ppt/notesMasters/notesMaster1.xml" Id="Ra86b39b180d240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40f1373b664c3e" /><Relationship Type="http://schemas.openxmlformats.org/officeDocument/2006/relationships/notesMaster" Target="/ppt/notesMasters/notesMaster1.xml" Id="R4abfd4fe9fab44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b4301dddb54733" /><Relationship Type="http://schemas.openxmlformats.org/officeDocument/2006/relationships/notesMaster" Target="/ppt/notesMasters/notesMaster1.xml" Id="Ra7c2ea1383834b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3442e35a954a37" /><Relationship Type="http://schemas.openxmlformats.org/officeDocument/2006/relationships/notesMaster" Target="/ppt/notesMasters/notesMaster1.xml" Id="R74de844be14a44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7bf1d861443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08721a8f214834" /><Relationship Type="http://schemas.openxmlformats.org/officeDocument/2006/relationships/slideLayout" Target="/ppt/slideLayouts/slideLayout1.xml" Id="R428062ad5e9f4f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8062ad5e9f4f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9335d655d4f51" /><Relationship Type="http://schemas.openxmlformats.org/officeDocument/2006/relationships/notesSlide" Target="/ppt/notesSlides/notesSlide1.xml" Id="Rc0af8f0d8a5142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048f5c7974a0c" /><Relationship Type="http://schemas.openxmlformats.org/officeDocument/2006/relationships/notesSlide" Target="/ppt/notesSlides/notesSlide2.xml" Id="R603426ea66a949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02c5c1b244412" /><Relationship Type="http://schemas.openxmlformats.org/officeDocument/2006/relationships/notesSlide" Target="/ppt/notesSlides/notesSlide3.xml" Id="R235042d9c6bb4d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53b696e8c4c34" /><Relationship Type="http://schemas.openxmlformats.org/officeDocument/2006/relationships/notesSlide" Target="/ppt/notesSlides/notesSlide4.xml" Id="R56f9c35d5b0e40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f0b64d31a4c0f" /><Relationship Type="http://schemas.openxmlformats.org/officeDocument/2006/relationships/notesSlide" Target="/ppt/notesSlides/notesSlide5.xml" Id="Rfddcbe4ab3a54c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62c066dbf4068" /><Relationship Type="http://schemas.openxmlformats.org/officeDocument/2006/relationships/notesSlide" Target="/ppt/notesSlides/notesSlide6.xml" Id="R4447b91ceb9c40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3b94dff2b4440" /><Relationship Type="http://schemas.openxmlformats.org/officeDocument/2006/relationships/notesSlide" Target="/ppt/notesSlides/notesSlide7.xml" Id="R252a310c3d9349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5a438899444e7" /><Relationship Type="http://schemas.openxmlformats.org/officeDocument/2006/relationships/notesSlide" Target="/ppt/notesSlides/notesSlide8.xml" Id="Rafe7cfd4bd1949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f712dc61c4c77" /><Relationship Type="http://schemas.openxmlformats.org/officeDocument/2006/relationships/notesSlide" Target="/ppt/notesSlides/notesSlide9.xml" Id="R8b7c9cb48fb14a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B1430-7FF7-499C-8380-E94EB3A9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9C90E-89B7-4408-A63F-0242F63A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Embedded Systems: Definition, Embedded Systems Vs General Computing Systems , Classification of Embedded Systems, Major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17A0E-EEFC-4BAD-BF5C-59AD32CE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Electronics and Communication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1BESC104C/204C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91C19-C628-4934-A93B-5091B038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951E2-F6F3-45E6-9784-FFFEB08F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A9551-0795-4CDE-8FA1-7A80EDC7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FE9FB-6921-40D3-833B-CA457335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5681D-60FC-468A-A969-3BF4A97E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89D03-DAF2-4FA3-B77D-66A05143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54154-DA92-4EE8-91F2-DB5B329F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41C17-48FC-4B0D-A451-458847A4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7EBDA-DAB4-4FCE-9D43-66C66757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D03EF-A2AB-4824-A39C-2B1E6762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FC9A1-8BE4-4FCD-B7B1-BC0672BF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3DD5D5-6E4D-4365-AC98-87AB411F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468051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3A79F9-B281-4D17-B71A-5E5DD939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04F74-1D49-4A4C-9F66-F7AF8E53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8CAD8-CC2E-409D-A585-F7B5315E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258FA-7B8E-4C10-A812-4CF66FD6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E5FC4-762F-4F69-96CD-A0AFC49E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B5D9F-4607-4F81-8DB5-0D8E0517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0D538-714A-4D36-9664-8E4F1118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996E4-CF5B-4B39-9E9F-BA9C938F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6C4E0-4ECC-41F7-A44B-AFFBB302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8C215-A148-412E-A850-4E60F347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27328-8513-4E19-8774-81CB54EA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2C4FE-D8BB-4EA6-B57F-08866BF3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86F40-CF18-43BF-9B56-4EB235A1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Embedded Systems: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Embedded Systems Vs General Computing Systems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 of Embedded Systems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Major Application Areas o f Embedded Systems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Purpose of an Embedded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FD2D6-B3A2-450A-87DB-C35CEEE3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A80B6-5665-416B-83B9-4C75929F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21297329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DAA57-1502-4914-84E2-5D197D76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3A4CF-79F2-4647-83A5-4689BF11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0A5F9-CC73-4059-BDC2-987E1B7A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BEFCA-818B-48B5-B5B3-9000C585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Embedded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2A4F1-0FB3-449B-9968-86F2B345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FFAC2-1ED0-4373-98D3-7DA51BEA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856DA-BBA1-49F7-89B2-F90D0518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General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FB89F-2304-4EFC-A96D-1986D50A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7DD74-B3E6-4DDA-BA22-09DF39E7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93F69-0F33-47F8-BBC8-9EE7ABE0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Core of The Embedded System: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Microprocessors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GPP Vs ASIP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Microcontrollers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29F51-348F-4F8C-BD81-DB12452A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47E39-3A69-43E9-A56A-E4F15F3F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815655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5815D-F226-4188-A325-39B78A12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A3D19-5522-4908-9E62-115F70DD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A370D-74F4-41ED-8997-FA852887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86706-B3C5-47E3-B111-8B8A6235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Embedded Systems: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Embedded Systems Vs General Computing Systems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 of Embedded Systems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Major Application Areas o f Embedded Systems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Purpose of an Embedded System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Core of The Embedded System: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56B55-DC7E-46E2-B9F0-2BA3673C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CB301-04B8-4E25-9382-FCC207F7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01466-5EA6-4D6F-AA62-E82124CE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B66A1-494D-49B7-8427-6DFBD4FE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B6BB7-7BCF-4D9B-8066-2124A7CE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06A4D-AF98-4376-9CD9-0313151C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653C9-3B45-4505-BB27-3F5DF3C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0A137-22E9-4747-9ECC-F433D66E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8128A-3E26-435E-A121-FB4A9133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1A1BA-36D6-4134-9A4D-0E49E2C5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45588-2267-4E07-906D-0099A10B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50BA3-2CCE-445A-82C2-E935B11D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6D393-A3DC-4F98-A54C-E05E9027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B544A-99D7-4736-A12C-F27FE3FE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803611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7A442-3640-4608-B65F-D70F2194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662C1-9BD4-4319-82FE-0128392A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6CB10-8177-4FCE-B811-BAACC80B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06222-D0FC-4D91-9B21-EFBB361E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3A097-DB87-4B4D-B933-DD9E0DB5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DC7A1-56F3-4793-81E3-D0110302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B235F-E224-4DE0-B5BF-22D06FF1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31DF9-25AF-43C7-B5CF-0137B6D7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7F2C8-8409-4A8E-A87E-C9533748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CC114-3F87-4900-92B9-FDDBA2D2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DC74F-6A4C-4AFA-A75C-153A451A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599AE-BC20-4AD4-8467-64A0BCE1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1374A-7371-47C2-8300-49659BF8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8374E-47D4-4C0B-994B-CF3EB2FB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466EA-A361-4F11-BBFB-0A984857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5393325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546CC-9DB8-480E-A8DE-65CDB327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BB7C3-E8BC-494C-849E-8FF50390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592EA-B120-4D1B-BD86-CB2E7886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89794-3B2E-4E3E-B98B-E80828DC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1138E-D070-4D72-B735-AAE108EA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Embedded Systems: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4A6F2-C3E5-4615-A676-AD1CF1F7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Embedded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57BA7-AB1E-4BDC-A6D5-9BC605B5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5D5CE-2AA8-4034-B0A8-E122532F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CE31A-F759-46F9-8DDC-266A84C8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2692176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D0F61-44D6-488E-A791-1FF1D01D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EB7EC-B8CB-44EE-9ADB-B8AF2180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ACADC-EB24-4A39-9227-D7A170DC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9712C-A350-424E-837A-02FA28ED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4C051-2C4B-4D9C-8553-AB20E8FE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Microprocessors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GPP Vs ASIP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Microcontrollers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Microprocessor Vs Microcontroller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34796-7E9B-4940-B092-47016CFD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76CD1-F627-4F01-8A99-E947B75E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5BB0B-47D7-47EF-BB91-E20E952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82D0A-1B68-4A18-A31E-1E182D49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4758909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C26C26-4ABF-4456-B740-3CF2F2BD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3ADAF-8A2B-496A-B64B-34FB4BF3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A5740-6CBD-4487-A235-6CE8AA91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95385-8230-48F9-8F91-63593E2E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F5947-B569-4B7B-B3AA-7011DA48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6A5A2-0D26-4958-80B0-76C172E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C5D8E-3CC9-4AD6-A3A2-9E2DEBEA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Embedded Systems: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4211C-225D-48D9-967D-ABA26BDF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4503D-5CF9-4A9A-9C2C-FCE05467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17406-6681-46A6-9F28-35AA93DF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Embedded Systems Vs General Computing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C050C-A295-4400-9C29-82F7CD22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D1625-F589-4C8D-B1CD-7CEFCE4D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C8036-BBB8-4065-A8D1-6EDED381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Classification of Embedded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65578-0875-4992-BD2A-6BAB0980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6ABD9-2006-46DB-9480-035345F0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ED566-F400-4380-B6F1-3DD0C861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Major Application Areas o f Embedded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6B2C3-17E9-4CCE-9D2C-3B147D2E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5200B-013D-47D6-B5A3-7A648B7B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19676-F6FC-44FD-89D2-34E90AD8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Purpose of an Embedded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296CB-67CD-484C-8EDE-930C24B1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34C282-6D33-4DD8-B9E2-57F0D422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C7EB0-EB9B-4834-B326-2A431FE3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Core of The Embedded System: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FCB81E-88BA-422E-BA52-E40B10FC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52607-497B-4680-9790-332D3077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E3129D-E6A0-4C83-B6F4-656B348D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Microprocessors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FC2891-194C-4765-8C2D-EFA5A810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9408B8-0E69-4683-9EDD-47F17A53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6695B9-2397-4F0E-B514-17F82EBD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8401A0-A339-4BA4-8A7A-4217C23B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7617677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75123-9DD9-407A-8CB4-9675C415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1BESC104C/204C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A9316-26AF-4651-9ACE-07DE27A8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16137-DED8-4F68-AAF5-7361FB73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3A994-121C-40AA-9335-D3B5ADE0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Embedded, Systems, Definition, General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3C250-1428-4A27-BD10-C6DB2352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BFF27-AF88-4D72-80A9-89B41E11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6FD09-49D0-4030-A652-9B381627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Electronics and Communication Engineering | 1BESC104C/204C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E15A9-DF8C-4FB4-9833-6C74F6C0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79004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2026-08-24T06:38:48.3610000Z</dcterms:created>
  <dcterms:modified xsi:type="dcterms:W3CDTF">2026-08-24T06:38:48.3610000Z</dcterms:modified>
</coreProperties>
</file>