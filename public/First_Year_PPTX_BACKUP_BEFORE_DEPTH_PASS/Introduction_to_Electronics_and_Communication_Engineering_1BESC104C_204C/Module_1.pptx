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0f8b65bf834c65" /><Relationship Type="http://schemas.openxmlformats.org/officeDocument/2006/relationships/extended-properties" Target="/docProps/app.xml" Id="Rff05e7b663ff4909" /><Relationship Type="http://schemas.openxmlformats.org/officeDocument/2006/relationships/officeDocument" Target="/ppt/presentation.xml" Id="Raecab2ac023d44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4d7ff2e9864337"/>
  </p:sldMasterIdLst>
  <p:notesMasterIdLst>
    <p:notesMasterId xmlns:r="http://schemas.openxmlformats.org/officeDocument/2006/relationships" r:id="Reef085a4cc064dcc"/>
  </p:notesMasterIdLst>
  <p:sldIdLst>
    <p:sldId xmlns:r="http://schemas.openxmlformats.org/officeDocument/2006/relationships" id="256" r:id="R9731254ae2884d18"/>
    <p:sldId xmlns:r="http://schemas.openxmlformats.org/officeDocument/2006/relationships" id="257" r:id="R740c2b338a474039"/>
    <p:sldId xmlns:r="http://schemas.openxmlformats.org/officeDocument/2006/relationships" id="258" r:id="Rb4536991efc64f83"/>
    <p:sldId xmlns:r="http://schemas.openxmlformats.org/officeDocument/2006/relationships" id="259" r:id="Rd6eb93428c8d4332"/>
    <p:sldId xmlns:r="http://schemas.openxmlformats.org/officeDocument/2006/relationships" id="260" r:id="R4ce8e30d2d904c62"/>
    <p:sldId xmlns:r="http://schemas.openxmlformats.org/officeDocument/2006/relationships" id="261" r:id="R2a66d944552c4683"/>
    <p:sldId xmlns:r="http://schemas.openxmlformats.org/officeDocument/2006/relationships" id="262" r:id="R4ef145f8ba0b4420"/>
    <p:sldId xmlns:r="http://schemas.openxmlformats.org/officeDocument/2006/relationships" id="263" r:id="Rebc100bf45ab4e35"/>
    <p:sldId xmlns:r="http://schemas.openxmlformats.org/officeDocument/2006/relationships" id="264" r:id="R71d9422939f841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da122473f64565" /><Relationship Type="http://schemas.openxmlformats.org/officeDocument/2006/relationships/slideMaster" Target="/ppt/slideMasters/slideMaster1.xml" Id="Rcb4d7ff2e9864337" /><Relationship Type="http://schemas.openxmlformats.org/officeDocument/2006/relationships/notesMaster" Target="/ppt/notesMasters/notesMaster1.xml" Id="Reef085a4cc064dcc" /><Relationship Type="http://schemas.openxmlformats.org/officeDocument/2006/relationships/presProps" Target="/ppt/presProps.xml" Id="R76375855eef84c7e" /><Relationship Type="http://schemas.openxmlformats.org/officeDocument/2006/relationships/tableStyles" Target="/ppt/tableStyles.xml" Id="R6fcdd292d7bb4197" /><Relationship Type="http://schemas.openxmlformats.org/officeDocument/2006/relationships/slide" Target="/ppt/slides/slide1.xml" Id="R9731254ae2884d18" /><Relationship Type="http://schemas.openxmlformats.org/officeDocument/2006/relationships/slide" Target="/ppt/slides/slide2.xml" Id="R740c2b338a474039" /><Relationship Type="http://schemas.openxmlformats.org/officeDocument/2006/relationships/slide" Target="/ppt/slides/slide3.xml" Id="Rb4536991efc64f83" /><Relationship Type="http://schemas.openxmlformats.org/officeDocument/2006/relationships/slide" Target="/ppt/slides/slide4.xml" Id="Rd6eb93428c8d4332" /><Relationship Type="http://schemas.openxmlformats.org/officeDocument/2006/relationships/slide" Target="/ppt/slides/slide5.xml" Id="R4ce8e30d2d904c62" /><Relationship Type="http://schemas.openxmlformats.org/officeDocument/2006/relationships/slide" Target="/ppt/slides/slide6.xml" Id="R2a66d944552c4683" /><Relationship Type="http://schemas.openxmlformats.org/officeDocument/2006/relationships/slide" Target="/ppt/slides/slide7.xml" Id="R4ef145f8ba0b4420" /><Relationship Type="http://schemas.openxmlformats.org/officeDocument/2006/relationships/slide" Target="/ppt/slides/slide8.xml" Id="Rebc100bf45ab4e35" /><Relationship Type="http://schemas.openxmlformats.org/officeDocument/2006/relationships/slide" Target="/ppt/slides/slide9.xml" Id="R71d9422939f841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03245acbf04a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46f699a3cb45a8" /><Relationship Type="http://schemas.openxmlformats.org/officeDocument/2006/relationships/notesMaster" Target="/ppt/notesMasters/notesMaster1.xml" Id="R31a93b2928e74c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dfa12db20d4a4f" /><Relationship Type="http://schemas.openxmlformats.org/officeDocument/2006/relationships/notesMaster" Target="/ppt/notesMasters/notesMaster1.xml" Id="R05843465228242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46e90b595541c1" /><Relationship Type="http://schemas.openxmlformats.org/officeDocument/2006/relationships/notesMaster" Target="/ppt/notesMasters/notesMaster1.xml" Id="Re04729bb1a564e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fd6d78a085466e" /><Relationship Type="http://schemas.openxmlformats.org/officeDocument/2006/relationships/notesMaster" Target="/ppt/notesMasters/notesMaster1.xml" Id="Ra24b441aefe342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bf3f448637424c" /><Relationship Type="http://schemas.openxmlformats.org/officeDocument/2006/relationships/notesMaster" Target="/ppt/notesMasters/notesMaster1.xml" Id="R23869b8363e540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53fcec4b964d23" /><Relationship Type="http://schemas.openxmlformats.org/officeDocument/2006/relationships/notesMaster" Target="/ppt/notesMasters/notesMaster1.xml" Id="R1aa18cf3906c4f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adbe3ba3a94a2a" /><Relationship Type="http://schemas.openxmlformats.org/officeDocument/2006/relationships/notesMaster" Target="/ppt/notesMasters/notesMaster1.xml" Id="R33e25d45f80243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40a134b2984d33" /><Relationship Type="http://schemas.openxmlformats.org/officeDocument/2006/relationships/notesMaster" Target="/ppt/notesMasters/notesMaster1.xml" Id="R35af24dca28546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7ad11fd2704a19" /><Relationship Type="http://schemas.openxmlformats.org/officeDocument/2006/relationships/notesMaster" Target="/ppt/notesMasters/notesMaster1.xml" Id="R6912f8b7fb1441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31e643953c4f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1f5ea38c0447bd" /><Relationship Type="http://schemas.openxmlformats.org/officeDocument/2006/relationships/slideLayout" Target="/ppt/slideLayouts/slideLayout1.xml" Id="Rbe01840899fe42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01840899fe42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4666f9f6b04870" /><Relationship Type="http://schemas.openxmlformats.org/officeDocument/2006/relationships/notesSlide" Target="/ppt/notesSlides/notesSlide1.xml" Id="R1e7ecfc7dae645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23dcd7c304863" /><Relationship Type="http://schemas.openxmlformats.org/officeDocument/2006/relationships/notesSlide" Target="/ppt/notesSlides/notesSlide2.xml" Id="R975995a16e2a4b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8b35f40fd4911" /><Relationship Type="http://schemas.openxmlformats.org/officeDocument/2006/relationships/notesSlide" Target="/ppt/notesSlides/notesSlide3.xml" Id="R6ab025885da44d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9424a97284f58" /><Relationship Type="http://schemas.openxmlformats.org/officeDocument/2006/relationships/notesSlide" Target="/ppt/notesSlides/notesSlide4.xml" Id="Rb651f4cd3b6a43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7f5e0149c4b2f" /><Relationship Type="http://schemas.openxmlformats.org/officeDocument/2006/relationships/notesSlide" Target="/ppt/notesSlides/notesSlide5.xml" Id="R8df3e6e972fb44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3b130aa0b4552" /><Relationship Type="http://schemas.openxmlformats.org/officeDocument/2006/relationships/notesSlide" Target="/ppt/notesSlides/notesSlide6.xml" Id="Rdf43347c983142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d09b4f92c4ce6" /><Relationship Type="http://schemas.openxmlformats.org/officeDocument/2006/relationships/notesSlide" Target="/ppt/notesSlides/notesSlide7.xml" Id="R05c2610af37c4b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629fc10c24075" /><Relationship Type="http://schemas.openxmlformats.org/officeDocument/2006/relationships/notesSlide" Target="/ppt/notesSlides/notesSlide8.xml" Id="R2bba0bc610f949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982fd1e9f4c12" /><Relationship Type="http://schemas.openxmlformats.org/officeDocument/2006/relationships/notesSlide" Target="/ppt/notesSlides/notesSlide9.xml" Id="R46414d3bfe234a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9C99F8-6A08-434C-BF81-15BD7038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32AB1A-3AF1-4F53-86F4-6A8443BB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Power Supplies: Block Diagram, Rectifiers, Reservoir and Smoothing Circuits, Improved Ripple Fil ters, Full Wave Rectifi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F7AADD-17E3-447E-BCA3-82589B63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Introduction to Electronics and Communication Engineering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1BESC104C/204C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electronics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1E528-4E66-473F-9282-103B9042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36BF5F-1087-4C73-B61C-7361B550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A1F79C-869D-4B05-8559-FFF15DF6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54C2A7-E9CC-4941-BA78-734EF075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C96B7A-7B7A-4537-9A69-B9162CE4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7EAD57-003E-40C2-AC2C-D6256BF7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C82B2B-EFC3-463A-9804-D4DB06C9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00E693-F562-40C9-8469-03FFC9A1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DAD482-C6F6-4744-BA70-FD6A6DF0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0A452E-317C-4962-83EE-7DAEDA2A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AFFC85-1C74-451A-BFAA-CDF8BE12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Electronics and Communication Engineering | 1BESC104C/204C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D28B05-4DAB-4098-9004-C744C7D5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1/9</a:t>
            </a:r>
          </a:p>
        </p:txBody>
      </p:sp>
    </p:spTree>
    <p:extLst>
      <p:ext uri="{BB962C8B-B14F-4D97-AF65-F5344CB8AC3E}">
        <p14:creationId xmlns:p14="http://schemas.microsoft.com/office/powerpoint/2010/main" val="8897053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706A91-4AC6-4D7E-8324-DE57EF2B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342CF-4B43-4391-B3A1-84EBEB0B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33C18-F60C-4537-BFEE-A48BECD2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008396-729E-47F6-8ADE-670A21BB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B0BC46-F12B-4661-B307-03BD6283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55A4CB-EE78-4B7A-9964-64F8791D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F50BAB-B57D-43A7-8A68-E9F50506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0C6CC5-7C5C-421E-8BDD-8FDAC0B9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AB971A-66E8-4F52-84CF-350C5381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5DA4A9-90D5-4491-A7FF-31E6DC63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24B7C9-CD1D-4950-9484-C1416708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E20CDC-9F39-4489-B477-7D342BE3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D3F36C-0FB7-43D2-AA52-A0F0A579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Power Supplies: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Block Diagram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Reservoir and Smoothing Circuits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Improved Ripple Fil ters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Full Wave Rectifiers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B3D13B-A6B5-4C94-8263-076C8CA3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Electronics and Communication Engineering | 1BESC104C/204C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BB4B63-7E06-436F-B265-69CA2BBD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2/9</a:t>
            </a:r>
          </a:p>
        </p:txBody>
      </p:sp>
    </p:spTree>
    <p:extLst>
      <p:ext uri="{BB962C8B-B14F-4D97-AF65-F5344CB8AC3E}">
        <p14:creationId xmlns:p14="http://schemas.microsoft.com/office/powerpoint/2010/main" val="19250893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94D6B5-AEB0-4FCD-BDDE-93720464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05C47-6F16-4281-BB96-F717D9D8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71E3A-52C1-42EF-90C7-A2C5F61E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A9015C-BEFF-4592-B9EE-B1D81B06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Power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10C647-C2B7-41DC-A87D-4B620F51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Supplies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932443-7C95-4820-8332-B9B1910E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Block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C7C85-761E-4DD0-AF93-5C695B6C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Diagram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A45D38-7C29-4665-B7F6-C261C24D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Rectifiers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388BB-45A0-4B16-A6FE-11D038E7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Reservoir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3F0966-62CC-4B1D-8C21-7B6F9830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Bi Phase Rectifiers Circuits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Bridge Rectifier Circuits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Voltage Regulators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Ou tput Resistance and Voltage Regulation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FE9052-033B-4C01-92FD-DD835E7C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Electronics and Communication Engineering | 1BESC104C/204C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DD8BCA-A78A-4F47-BA26-BBBC5B1A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3/9</a:t>
            </a:r>
          </a:p>
        </p:txBody>
      </p:sp>
    </p:spTree>
    <p:extLst>
      <p:ext uri="{BB962C8B-B14F-4D97-AF65-F5344CB8AC3E}">
        <p14:creationId xmlns:p14="http://schemas.microsoft.com/office/powerpoint/2010/main" val="16091587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0154C9-F4AA-4F66-AB9A-C2C4DCD4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E3F61F-3D39-4C15-942E-A7180534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2100BA-A865-4AB6-9E15-2F2439A4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CA2FD-CEE3-4315-BCE7-0D6A65E2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Power Supplies: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Block Diagram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Reservoir and Smoothing Circuits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Improved Ripple Fil ters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Full Wave Rectifiers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Bi Phase Rectifiers Circuits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5876B3-C603-43FE-B3D0-06942EA5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BCFB9-ABA2-42EF-A71F-7111D2EA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F48B6-C658-4957-ABD9-BA90F107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5C4A03-190F-4CA6-A41E-B2E23237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A20A34-346B-4A3C-8047-C6838820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84280A-808C-4A9C-ADF5-69EA4138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01C519-3EC7-481E-8297-AC761CCA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C51DA2-CD8B-4432-BBB4-8DE9DF4F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462706-FBED-4A68-AEB9-1D82C061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201262-DD50-4431-A01F-ABDC6CA9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309D7C-6054-41A3-8597-40A23558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7D5712-AA17-44EB-9AC9-F60D7D3B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EBC8E6-C53F-4566-9CCC-15F36A76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Electronics and Communication Engineering | 1BESC104C/204C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BFA6A0-1BE3-4073-9AB3-478A6FCC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4/9</a:t>
            </a:r>
          </a:p>
        </p:txBody>
      </p:sp>
    </p:spTree>
    <p:extLst>
      <p:ext uri="{BB962C8B-B14F-4D97-AF65-F5344CB8AC3E}">
        <p14:creationId xmlns:p14="http://schemas.microsoft.com/office/powerpoint/2010/main" val="3057598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94C2A6-35AE-4082-BEF0-0685FBF5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DF0D1-5D8D-4206-A621-3903B22F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E15B36-F261-442C-A853-2DD24C5E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2ED41-94F0-42C7-9633-F4C8C5A9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6A01B2-0329-4D4C-90AF-F60009F7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39339-9084-4442-8748-3A402838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331F67-64DF-4BA5-A0FD-036B99B2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1D377-3F64-4103-B6C5-48A1BED2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FB9B8-7C14-4AAC-B76F-C2AF3FAF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B65241-47F7-47B5-A909-55F8E228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9E4D06-5937-4A67-9140-32B9B7BE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021A62-C113-4A02-A073-8B58F7E3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CABBA3-0F6C-4DF3-8A22-A18C823A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B1DF8A-3816-4689-9C6E-F003EDC0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Electronics and Communication Engineering | 1BESC104C/204C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0EC318-2F9E-4280-81BC-EB7AA33F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5/9</a:t>
            </a:r>
          </a:p>
        </p:txBody>
      </p:sp>
    </p:spTree>
    <p:extLst>
      <p:ext uri="{BB962C8B-B14F-4D97-AF65-F5344CB8AC3E}">
        <p14:creationId xmlns:p14="http://schemas.microsoft.com/office/powerpoint/2010/main" val="5364307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97AE62-AFF9-47C9-AA84-199773C1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B5FD32-7E05-4FCA-BC6D-723B2F19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9DD7D-599A-4DA1-B0C0-2F743CE0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E9047C-BE8F-4815-ACDF-8D7C70E6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D93A00-36DD-4FA6-94A5-877D4A43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Power Supplies: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32DC61-927A-46F1-B0A5-7D1BFD2F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Power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64F9D3-2B80-41BC-A128-89813750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D8B152-DF97-4934-927B-5734ABAC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Electronics and Communication Engineering | 1BESC104C/204C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333ABE-84D3-41D3-96E5-9ABA5E57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6/9</a:t>
            </a:r>
          </a:p>
        </p:txBody>
      </p:sp>
    </p:spTree>
    <p:extLst>
      <p:ext uri="{BB962C8B-B14F-4D97-AF65-F5344CB8AC3E}">
        <p14:creationId xmlns:p14="http://schemas.microsoft.com/office/powerpoint/2010/main" val="17975129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856F8E-697E-4CA6-914C-4BBD2718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4C1167-31A4-4B88-86D5-7511D73C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A38E15-C288-4846-8668-1861FED7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352E7D-FD25-4A8E-8138-FF2C83D2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70EFF-B403-44D5-A36E-93AE6F39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Bridge Rectifier Circuits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Voltage Regulators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Ou tput Resistance and Voltage Regulation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Voltage Multipliers, (Only Voltage Doubler) Switched Mode Power Supplies.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4BE76-53D9-41D8-91A2-580E05B9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42A6EC-8B78-406B-9AF3-6C3475B8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BD72DD-4C16-44B6-B044-2CAD3F9A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Electronics and Communication Engineering | 1BESC104C/204C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0E532C-DFEA-4F2D-9A92-CC86EDAB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7/9</a:t>
            </a:r>
          </a:p>
        </p:txBody>
      </p:sp>
    </p:spTree>
    <p:extLst>
      <p:ext uri="{BB962C8B-B14F-4D97-AF65-F5344CB8AC3E}">
        <p14:creationId xmlns:p14="http://schemas.microsoft.com/office/powerpoint/2010/main" val="7624946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C66E42-DACD-486D-85CE-7CB5AFAE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C636BD-F021-4D00-939B-7BAC5AF4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609B71-564A-40E6-ABCB-3260D7AF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2484FB-2D78-46EF-B43C-1BC56FDB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4D8F1-8168-4773-9BB9-A77D0C39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9FB482-12FE-473B-BD79-ADCDCB5A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544F78-8C42-4FDA-A7C7-1022D110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Power Supplies: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4A6EE9-1F93-4957-A5BC-BE4D3759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661899-D231-488B-9EBB-7B74F918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5B6530-1ECA-4846-A37B-6573A5FA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Block Diagram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AFAB38-167D-4EE0-92EF-F28C7627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90BA86-2128-4EDF-BBA2-A5B16800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31E36F-7CE0-4FF8-984A-61E21A8D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Reservoir and Smoothing Circuits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2A1E1E-F4DE-4508-BB75-B751D4D5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54B511-14EB-4AA6-B919-C4FCC459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49C93C-035E-4A0F-B196-323395C6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Improved Ripple Fil ters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210D50-8327-4E48-ADE8-625F164B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2D640E-C29A-446E-8970-DD0023FA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79FCEE-EC8D-4A40-84D6-3EF7325F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Full Wave Rectifiers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1916AE-7D04-4174-89C0-1FF68951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BFFD3F-8E35-49FB-9FFD-C21166DB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C5261B-21A4-409D-AB8F-C680F1C3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Bi Phase Rectifiers Circuits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291CE9-D9ED-4610-B8F2-9FABC68D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5DBBC3-7107-4E57-B796-761F93FB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DF8B14-8116-4D9D-90E7-82AFEA32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Bridge Rectifier Circuits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69A067-9200-4987-B21A-9320AADE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36C8D1-0A5B-4964-BADB-76131B12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33281C-7A1B-47AB-B12F-217B9492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Electronics and Communication Engineering | 1BESC104C/204C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A12135-DFF9-47E4-A126-9AAC0ACB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8/9</a:t>
            </a:r>
          </a:p>
        </p:txBody>
      </p:sp>
    </p:spTree>
    <p:extLst>
      <p:ext uri="{BB962C8B-B14F-4D97-AF65-F5344CB8AC3E}">
        <p14:creationId xmlns:p14="http://schemas.microsoft.com/office/powerpoint/2010/main" val="76286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41567F-A088-4AE6-B35B-F01EEE35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8E48FF-4F98-42FC-BC1D-8BB179B9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ACDDE-29F0-4538-A953-3FBAD9E8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7DA8A2-3361-4E7F-A734-0F8B6FEE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Power, Supplies, Block, Diagram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6919F5-B746-4589-911B-90245706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6A995-2447-4BC8-88CA-E825F01E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14C1B0-4DC2-4D8D-A2D4-411F85EE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Electronics and Communication Engineering | 1BESC104C/204C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F25E2A-8B8F-46DF-8A1E-37F937C6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9/9</a:t>
            </a:r>
          </a:p>
        </p:txBody>
      </p:sp>
    </p:spTree>
    <p:extLst>
      <p:ext uri="{BB962C8B-B14F-4D97-AF65-F5344CB8AC3E}">
        <p14:creationId xmlns:p14="http://schemas.microsoft.com/office/powerpoint/2010/main" val="9706358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2026-08-24T06:38:48.1690000Z</dcterms:created>
  <dcterms:modified xsi:type="dcterms:W3CDTF">2026-08-24T06:38:48.1690000Z</dcterms:modified>
</coreProperties>
</file>