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ffb15497134ac2" /><Relationship Type="http://schemas.openxmlformats.org/officeDocument/2006/relationships/extended-properties" Target="/docProps/app.xml" Id="Re8f32fb1f542489a" /><Relationship Type="http://schemas.openxmlformats.org/officeDocument/2006/relationships/officeDocument" Target="/ppt/presentation.xml" Id="R3cdd3823880240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888a2ff7734715"/>
  </p:sldMasterIdLst>
  <p:notesMasterIdLst>
    <p:notesMasterId xmlns:r="http://schemas.openxmlformats.org/officeDocument/2006/relationships" r:id="Rc120ca2d5ff24543"/>
  </p:notesMasterIdLst>
  <p:sldIdLst>
    <p:sldId xmlns:r="http://schemas.openxmlformats.org/officeDocument/2006/relationships" id="256" r:id="R7b9ddf97f3574af1"/>
    <p:sldId xmlns:r="http://schemas.openxmlformats.org/officeDocument/2006/relationships" id="257" r:id="R29329ea9ee1b4c4a"/>
    <p:sldId xmlns:r="http://schemas.openxmlformats.org/officeDocument/2006/relationships" id="258" r:id="Re8121ae2bfa34169"/>
    <p:sldId xmlns:r="http://schemas.openxmlformats.org/officeDocument/2006/relationships" id="259" r:id="R6af067c004a54b13"/>
    <p:sldId xmlns:r="http://schemas.openxmlformats.org/officeDocument/2006/relationships" id="260" r:id="R72d2572a58624789"/>
    <p:sldId xmlns:r="http://schemas.openxmlformats.org/officeDocument/2006/relationships" id="261" r:id="R716d1052fefd46fb"/>
    <p:sldId xmlns:r="http://schemas.openxmlformats.org/officeDocument/2006/relationships" id="262" r:id="R4e89f66cb2664beb"/>
    <p:sldId xmlns:r="http://schemas.openxmlformats.org/officeDocument/2006/relationships" id="263" r:id="Re213760a61dc4dad"/>
    <p:sldId xmlns:r="http://schemas.openxmlformats.org/officeDocument/2006/relationships" id="264" r:id="Rfefb24445bfa49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810dc54da24b0c" /><Relationship Type="http://schemas.openxmlformats.org/officeDocument/2006/relationships/slideMaster" Target="/ppt/slideMasters/slideMaster1.xml" Id="R04888a2ff7734715" /><Relationship Type="http://schemas.openxmlformats.org/officeDocument/2006/relationships/notesMaster" Target="/ppt/notesMasters/notesMaster1.xml" Id="Rc120ca2d5ff24543" /><Relationship Type="http://schemas.openxmlformats.org/officeDocument/2006/relationships/presProps" Target="/ppt/presProps.xml" Id="R23b7c041ea754ceb" /><Relationship Type="http://schemas.openxmlformats.org/officeDocument/2006/relationships/tableStyles" Target="/ppt/tableStyles.xml" Id="R700069ce49034f95" /><Relationship Type="http://schemas.openxmlformats.org/officeDocument/2006/relationships/slide" Target="/ppt/slides/slide1.xml" Id="R7b9ddf97f3574af1" /><Relationship Type="http://schemas.openxmlformats.org/officeDocument/2006/relationships/slide" Target="/ppt/slides/slide2.xml" Id="R29329ea9ee1b4c4a" /><Relationship Type="http://schemas.openxmlformats.org/officeDocument/2006/relationships/slide" Target="/ppt/slides/slide3.xml" Id="Re8121ae2bfa34169" /><Relationship Type="http://schemas.openxmlformats.org/officeDocument/2006/relationships/slide" Target="/ppt/slides/slide4.xml" Id="R6af067c004a54b13" /><Relationship Type="http://schemas.openxmlformats.org/officeDocument/2006/relationships/slide" Target="/ppt/slides/slide5.xml" Id="R72d2572a58624789" /><Relationship Type="http://schemas.openxmlformats.org/officeDocument/2006/relationships/slide" Target="/ppt/slides/slide6.xml" Id="R716d1052fefd46fb" /><Relationship Type="http://schemas.openxmlformats.org/officeDocument/2006/relationships/slide" Target="/ppt/slides/slide7.xml" Id="R4e89f66cb2664beb" /><Relationship Type="http://schemas.openxmlformats.org/officeDocument/2006/relationships/slide" Target="/ppt/slides/slide8.xml" Id="Re213760a61dc4dad" /><Relationship Type="http://schemas.openxmlformats.org/officeDocument/2006/relationships/slide" Target="/ppt/slides/slide9.xml" Id="Rfefb24445bfa49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ef7d02365b44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a3a1b4a9854d2d" /><Relationship Type="http://schemas.openxmlformats.org/officeDocument/2006/relationships/notesMaster" Target="/ppt/notesMasters/notesMaster1.xml" Id="R81b88946254e47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7947306a8c4e61" /><Relationship Type="http://schemas.openxmlformats.org/officeDocument/2006/relationships/notesMaster" Target="/ppt/notesMasters/notesMaster1.xml" Id="R99218f9851e242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5a7c2a157e4fc4" /><Relationship Type="http://schemas.openxmlformats.org/officeDocument/2006/relationships/notesMaster" Target="/ppt/notesMasters/notesMaster1.xml" Id="R66648d38773e40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b25d737f184957" /><Relationship Type="http://schemas.openxmlformats.org/officeDocument/2006/relationships/notesMaster" Target="/ppt/notesMasters/notesMaster1.xml" Id="Rf306ebff3e7946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4c850eda8a4bb3" /><Relationship Type="http://schemas.openxmlformats.org/officeDocument/2006/relationships/notesMaster" Target="/ppt/notesMasters/notesMaster1.xml" Id="R16e4f3cd632244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7ee868c0b44899" /><Relationship Type="http://schemas.openxmlformats.org/officeDocument/2006/relationships/notesMaster" Target="/ppt/notesMasters/notesMaster1.xml" Id="Re2860a38e0424e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c077e979454bbb" /><Relationship Type="http://schemas.openxmlformats.org/officeDocument/2006/relationships/notesMaster" Target="/ppt/notesMasters/notesMaster1.xml" Id="R5429ea8a58c544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8fc37b526840b2" /><Relationship Type="http://schemas.openxmlformats.org/officeDocument/2006/relationships/notesMaster" Target="/ppt/notesMasters/notesMaster1.xml" Id="R49cbc6d56cd347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2163af1e836438a" /><Relationship Type="http://schemas.openxmlformats.org/officeDocument/2006/relationships/notesMaster" Target="/ppt/notesMasters/notesMaster1.xml" Id="Re4653ec574574f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3c02654aaf4f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efac0c0f5e4413" /><Relationship Type="http://schemas.openxmlformats.org/officeDocument/2006/relationships/slideLayout" Target="/ppt/slideLayouts/slideLayout1.xml" Id="Re647994ab34e4f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47994ab34e4f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5b6bb2fb44b3f" /><Relationship Type="http://schemas.openxmlformats.org/officeDocument/2006/relationships/notesSlide" Target="/ppt/notesSlides/notesSlide1.xml" Id="R006bd05dd27842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24a85d87624677" /><Relationship Type="http://schemas.openxmlformats.org/officeDocument/2006/relationships/notesSlide" Target="/ppt/notesSlides/notesSlide2.xml" Id="Ra0ea54eef13e49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d0c39e0714b2f" /><Relationship Type="http://schemas.openxmlformats.org/officeDocument/2006/relationships/notesSlide" Target="/ppt/notesSlides/notesSlide3.xml" Id="R422bbf38c8f44c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c271b70e44261" /><Relationship Type="http://schemas.openxmlformats.org/officeDocument/2006/relationships/notesSlide" Target="/ppt/notesSlides/notesSlide4.xml" Id="R6c758513b9eb40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414f6e4414149" /><Relationship Type="http://schemas.openxmlformats.org/officeDocument/2006/relationships/notesSlide" Target="/ppt/notesSlides/notesSlide5.xml" Id="Rbd3ea9fe8ab04e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9271b19e0940b4" /><Relationship Type="http://schemas.openxmlformats.org/officeDocument/2006/relationships/notesSlide" Target="/ppt/notesSlides/notesSlide6.xml" Id="Rc875a98b452e48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c0e8f0a364886" /><Relationship Type="http://schemas.openxmlformats.org/officeDocument/2006/relationships/notesSlide" Target="/ppt/notesSlides/notesSlide7.xml" Id="R3a3f3e17ddf24e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52f77b3264743" /><Relationship Type="http://schemas.openxmlformats.org/officeDocument/2006/relationships/notesSlide" Target="/ppt/notesSlides/notesSlide8.xml" Id="Racda86dea80843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96052aeb54224" /><Relationship Type="http://schemas.openxmlformats.org/officeDocument/2006/relationships/notesSlide" Target="/ppt/notesSlides/notesSlide9.xml" Id="Rd921298e97194e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529563-D7D5-45B2-8466-F2AB49BA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CAF006-73A8-4B6E-9037-728F7813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Boolean Algebra a nd Logic Circuits: Binary Numbers , Number Base Conversion- Binary , Decimal And Octal a nd Hexa Decim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E0807B-BB63-4CEF-ADF3-39E23A8B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Introduction to Electronics and Communication Engineering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1BESC104C/204C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electronics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79E7D-413F-492E-B03B-03C03A27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B0ABA-1398-4F6C-8EE2-B6804D81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B3E1CB-E5EF-4691-8350-D47C6E38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FD22AD-27EE-4477-9A11-2DBAD7BF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2A04C2-D8E5-4F50-AC93-2357C3DD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336E65-C7B5-4FD9-9F6E-B508354E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A495E7-BD4A-4183-BCF4-07958354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4A986A-E707-466A-AEB6-6F8A9BAB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A21BC8-97A6-415A-93A0-5AD9FEF0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29149B-C466-453B-A724-1CB7A466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79C244-E359-4B03-97BF-4ED1E496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Electronics and Communication Engineering | 1BESC104C/204C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F3BE72-F49B-46A0-92BB-3874E548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1/9</a:t>
            </a:r>
          </a:p>
        </p:txBody>
      </p:sp>
    </p:spTree>
    <p:extLst>
      <p:ext uri="{BB962C8B-B14F-4D97-AF65-F5344CB8AC3E}">
        <p14:creationId xmlns:p14="http://schemas.microsoft.com/office/powerpoint/2010/main" val="7174862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B3E5FF-F973-4708-A3EA-472DBB44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84806-E7D4-491A-9DFF-07170054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82D866-C762-448C-B1F6-F974CEF1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8ED3D9-2464-413A-9C97-49926822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2E3A70-70AA-420D-98B6-37344297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4D94E-1CFC-45EA-9FCA-C3567149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04EA0F-3961-415B-84BC-B523A8B8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B3D397-733C-4F75-A696-931AC0DB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E77B19-EC8C-4805-A19B-089849CA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3515D2-5FF3-416A-AAC3-2C4BAFAB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6DA80B-0E94-4356-A61D-952D51BC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7269E3-5EB9-44B9-B85B-19D995D8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D6DE5A-7324-4FC3-9F77-25A73CD2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Boolean Algebra a nd Logic Circuits: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Binary Numbers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Number Base Conversion- Binary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Decimal And Octal a nd Hexa Decimal Numbers a nd Vice-Versa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Complements-1's and 2 's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540FE0-F83D-4DCA-864D-606F613D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Electronics and Communication Engineering | 1BESC104C/204C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FBBF1E-BC04-4676-BC7B-22C3736D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2/9</a:t>
            </a:r>
          </a:p>
        </p:txBody>
      </p:sp>
    </p:spTree>
    <p:extLst>
      <p:ext uri="{BB962C8B-B14F-4D97-AF65-F5344CB8AC3E}">
        <p14:creationId xmlns:p14="http://schemas.microsoft.com/office/powerpoint/2010/main" val="9560875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A0B260-E697-4A11-90E5-67798965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F39EF-5E72-4F08-9B22-617F71B4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CA8BFB-B564-406E-A527-41E75DE2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8D97B6-D8E3-4917-BDA6-C80DB3DF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Boolean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BCCAC-E3BE-4565-A6DA-5ADBE9D2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Algebra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41F794-2227-4555-88BF-9E223D76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Logic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AE636-FBBB-43AE-A5D9-E4E1A2FB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Circuits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245444-CBAF-40FA-9C1E-2A5ABA78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Binary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C0CD61-EC7C-41B9-B6D1-E699F7A6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BCF196-860E-4A15-8766-C8ED2FD5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Basic Definitions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Basic Theorems and Properties of Boolean Algebra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Boolean Functions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Canonical and Standard Forms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44480B-2137-4609-B43E-E36BC153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Electronics and Communication Engineering | 1BESC104C/204C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02699C-7F00-4EE5-8CEF-B5CFA1F9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3/9</a:t>
            </a:r>
          </a:p>
        </p:txBody>
      </p:sp>
    </p:spTree>
    <p:extLst>
      <p:ext uri="{BB962C8B-B14F-4D97-AF65-F5344CB8AC3E}">
        <p14:creationId xmlns:p14="http://schemas.microsoft.com/office/powerpoint/2010/main" val="4124902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BCD291-78E0-40FF-86FF-53AB761C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92DEF-4DFB-40C3-9B36-4971D261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E5A64-A7E5-48B7-AF5C-5E2A8607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AB450A-6040-470C-BAC0-2B1FD742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Boolean Algebra a nd Logic Circuits: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Binary Numbers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Number Base Conversion- Binary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Decimal And Octal a nd Hexa Decimal Numbers a nd Vice-Versa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Complements-1's and 2 's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Basic Definitions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A0161-2269-43C6-813B-B14BB238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F52224-5883-4DBA-B7D5-C159B646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1EA517-69D8-486A-9EE1-081718F1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5D5481-A263-4697-95CD-D462D6E9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AF9740-6A30-4627-8A65-375B2623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121EB1-18E8-4358-95C0-BD1C6237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D90560-AB30-40F4-9AF7-B0307B0F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C661A2-76C0-4DA9-8396-1F6CE478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6E853C-CE46-436C-B5EC-CBDDA69D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B6FC84-E93D-4095-BF65-99D44E4F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D7B580-AE56-4AC8-A4D4-D0D2C3BF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473C67-C6FE-4455-A08C-9FF69B09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266169-A02E-4D83-92A8-0B0D5AE2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Electronics and Communication Engineering | 1BESC104C/204C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4560EE-2FAE-4545-91E9-BC439C9B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4/9</a:t>
            </a:r>
          </a:p>
        </p:txBody>
      </p:sp>
    </p:spTree>
    <p:extLst>
      <p:ext uri="{BB962C8B-B14F-4D97-AF65-F5344CB8AC3E}">
        <p14:creationId xmlns:p14="http://schemas.microsoft.com/office/powerpoint/2010/main" val="11311318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5B04E1-9077-4A1F-A93D-12CA487D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F50A13-03D4-4D85-9005-ECECCAAF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E584FE-AEAD-4C29-84F1-6AB9E209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8D179-9F1A-4354-9BD2-C93E1E21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26517-A251-43BB-8349-A9DA0F7C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4CB6A7-24EB-439E-8214-D1DDF7F8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9DAB0A-01B8-4564-8E9B-048A2B2F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CC4F8C-8842-4B51-BF14-BC531890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506C8E-6BA7-4805-A30E-BB53EBDF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E8CC60-9DF7-4CD1-9164-82B8BF6D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C826BC-0663-4D53-966B-2CFC3672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D49A77-DDC4-4E4E-BE1F-25087B2A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26E11D-06DB-47F5-B288-F18FB17F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052BF4-EE05-42A6-9AE0-333C7B4A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Electronics and Communication Engineering | 1BESC104C/204C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809626-8E17-4CDB-AB8E-4BE950D7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5/9</a:t>
            </a:r>
          </a:p>
        </p:txBody>
      </p:sp>
    </p:spTree>
    <p:extLst>
      <p:ext uri="{BB962C8B-B14F-4D97-AF65-F5344CB8AC3E}">
        <p14:creationId xmlns:p14="http://schemas.microsoft.com/office/powerpoint/2010/main" val="16980253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393871-D021-44EF-BB0D-3FC6E8B7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465B76-C439-4C11-A068-8947AD7B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607D6A-B6E2-4A03-8A4E-85AFDC81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02CC1-BE08-486C-B422-FF8DF3E9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601B1-1006-4CCE-81C3-1C216F1B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Boolean Algebra a nd Logic Circuits: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CD0CC7-707D-438D-868A-4938DFDB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Boolean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D9F473-0664-4D13-947F-C4624367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65F1E9-BC00-4C90-B082-C6992C0B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Electronics and Communication Engineering | 1BESC104C/204C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6F762A-CE67-473A-8C7B-3C8486B7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6/9</a:t>
            </a:r>
          </a:p>
        </p:txBody>
      </p:sp>
    </p:spTree>
    <p:extLst>
      <p:ext uri="{BB962C8B-B14F-4D97-AF65-F5344CB8AC3E}">
        <p14:creationId xmlns:p14="http://schemas.microsoft.com/office/powerpoint/2010/main" val="18208426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D2A3E0-D725-40C6-A508-FCDDD2D0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D36964-FE7D-4BF3-88CF-D4FABFF1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14A74-DF9C-40FB-BE07-6FD18F3C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F76A1F-279F-411C-8709-22978B77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E8BB2C-DFF2-4A11-B4AF-1588C127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Basic Theorems and Properties of Boolean Algebra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Boolean Functions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Canonical and Standard Forms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Digital Logic Gates.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285AE7-C2A5-4CBD-B820-1BBDB971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CACC1-C212-4529-AF46-EB5C3C39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E2E5FC-7127-4161-A1BF-497C30FC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Electronics and Communication Engineering | 1BESC104C/204C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44EDF4-8BB5-48D2-A133-CB35658B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7/9</a:t>
            </a:r>
          </a:p>
        </p:txBody>
      </p:sp>
    </p:spTree>
    <p:extLst>
      <p:ext uri="{BB962C8B-B14F-4D97-AF65-F5344CB8AC3E}">
        <p14:creationId xmlns:p14="http://schemas.microsoft.com/office/powerpoint/2010/main" val="14930653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3BF7C2-C657-4A4A-8190-2C1889EA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347642-79B7-4C22-B30E-8B7F42D5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A0317E-5339-47DD-B893-9A70AE66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3BDDC4-5B17-48C0-B810-404D9470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4AFEF7-027C-4EED-BEC3-CA33E13B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95C491-C2A5-4390-8B2A-FF43989E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693B71-AA18-4745-B1D4-B5026F67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Boolean Algebra a nd Logic Circuits: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E52F50-0A87-4F36-9050-09DD8505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1717F1-E822-49E5-BAD1-530A8751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DA9C37-707D-4CDE-BB47-A1DA81CD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Binary Numbers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9BCB4F-1DC1-4B46-B2A5-90D3EABD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C7A0B4-4CCF-44A8-9241-D7AA7B19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75188F-1B41-4AAE-A272-B70EC4C8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Number Base Conversion- Binary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DB5F07-44DA-477D-81AA-40B9B25F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D17EA7-F875-4C8F-9841-223EFC33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E2DCA9-6DE0-469A-BB29-5FD24F7A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Decimal And Octal a nd Hexa Decimal Numbers a nd Vice-Versa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6A4A0B-B7CC-4214-B30D-F11C216D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3B1342-5389-49CE-94DA-027FD7D3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F1DFEC-7687-41FA-8830-80F15B82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Complements-1's and 2 's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2039A2-F0C3-4E64-86B0-84A71FD4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5C29B3-EEC9-444D-82A7-D4E891AD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3C42B5-91ED-4152-B370-3CD8BA04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Basic Definitions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DA78C2-5D4B-458F-B222-5F7C3C2A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63295B-5795-45A1-8122-BAE2AB62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4A5C12-AFC3-4E38-BCF4-9179F6C8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Basic Theorems and Properties of Boolean Algebra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9DE0D3-6BC6-43A5-9253-A6A7EC72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6D8A18-9E15-44A4-980C-3BED1CBE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41546E-9A2B-4186-BCBA-94EE9013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Electronics and Communication Engineering | 1BESC104C/204C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FA2343-2465-4319-9102-42056387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8/9</a:t>
            </a:r>
          </a:p>
        </p:txBody>
      </p:sp>
    </p:spTree>
    <p:extLst>
      <p:ext uri="{BB962C8B-B14F-4D97-AF65-F5344CB8AC3E}">
        <p14:creationId xmlns:p14="http://schemas.microsoft.com/office/powerpoint/2010/main" val="5990339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1719C6-0BBC-44B0-AC6F-337E54C2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6D5DA-3B40-4820-B2A9-1CD6D9D2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3AEC06-B74B-47FD-AF7D-973F9F6D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FD613-B79E-463E-94D3-5B1EC5AF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Boolean, Algebra, Logic, Circuits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AEC9E9-348D-4D0E-879F-2D698BCB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464F6F-0AB3-45E6-9C2F-B3D1DC2C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5C4BEE-0EAB-4564-9A63-C82C33F1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Electronics and Communication Engineering | 1BESC104C/204C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67A580-3ED6-40BF-8CD8-018E7274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9/9</a:t>
            </a:r>
          </a:p>
        </p:txBody>
      </p:sp>
    </p:spTree>
    <p:extLst>
      <p:ext uri="{BB962C8B-B14F-4D97-AF65-F5344CB8AC3E}">
        <p14:creationId xmlns:p14="http://schemas.microsoft.com/office/powerpoint/2010/main" val="6684538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2026-08-24T06:38:48.4230000Z</dcterms:created>
  <dcterms:modified xsi:type="dcterms:W3CDTF">2026-08-24T06:38:48.4230000Z</dcterms:modified>
</coreProperties>
</file>