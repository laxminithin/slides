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b565dfa06245a3" /><Relationship Type="http://schemas.openxmlformats.org/officeDocument/2006/relationships/extended-properties" Target="/docProps/app.xml" Id="R96ffabb03b8f4eb0" /><Relationship Type="http://schemas.openxmlformats.org/officeDocument/2006/relationships/officeDocument" Target="/ppt/presentation.xml" Id="R0c2d187acecf44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b6c9336c344cfa"/>
  </p:sldMasterIdLst>
  <p:notesMasterIdLst>
    <p:notesMasterId xmlns:r="http://schemas.openxmlformats.org/officeDocument/2006/relationships" r:id="Rb63852f55edd43ae"/>
  </p:notesMasterIdLst>
  <p:sldIdLst>
    <p:sldId xmlns:r="http://schemas.openxmlformats.org/officeDocument/2006/relationships" id="256" r:id="R094031a2fd0d4f0f"/>
    <p:sldId xmlns:r="http://schemas.openxmlformats.org/officeDocument/2006/relationships" id="257" r:id="R8e9dedd41dfd4b9c"/>
    <p:sldId xmlns:r="http://schemas.openxmlformats.org/officeDocument/2006/relationships" id="258" r:id="R6d1ef2fd617b409d"/>
    <p:sldId xmlns:r="http://schemas.openxmlformats.org/officeDocument/2006/relationships" id="259" r:id="Rc10498218f074a63"/>
    <p:sldId xmlns:r="http://schemas.openxmlformats.org/officeDocument/2006/relationships" id="260" r:id="Ra6048af1461b40ba"/>
    <p:sldId xmlns:r="http://schemas.openxmlformats.org/officeDocument/2006/relationships" id="261" r:id="R05fba6b2e3ca4078"/>
    <p:sldId xmlns:r="http://schemas.openxmlformats.org/officeDocument/2006/relationships" id="262" r:id="Reb42eb4b3f544ddd"/>
    <p:sldId xmlns:r="http://schemas.openxmlformats.org/officeDocument/2006/relationships" id="263" r:id="R0e9f1e9bb124424f"/>
    <p:sldId xmlns:r="http://schemas.openxmlformats.org/officeDocument/2006/relationships" id="264" r:id="Raca608cabb7345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89e83bfda148c1" /><Relationship Type="http://schemas.openxmlformats.org/officeDocument/2006/relationships/slideMaster" Target="/ppt/slideMasters/slideMaster1.xml" Id="Rf3b6c9336c344cfa" /><Relationship Type="http://schemas.openxmlformats.org/officeDocument/2006/relationships/notesMaster" Target="/ppt/notesMasters/notesMaster1.xml" Id="Rb63852f55edd43ae" /><Relationship Type="http://schemas.openxmlformats.org/officeDocument/2006/relationships/presProps" Target="/ppt/presProps.xml" Id="R830b1a00cf204236" /><Relationship Type="http://schemas.openxmlformats.org/officeDocument/2006/relationships/tableStyles" Target="/ppt/tableStyles.xml" Id="R17554050c3e44142" /><Relationship Type="http://schemas.openxmlformats.org/officeDocument/2006/relationships/slide" Target="/ppt/slides/slide1.xml" Id="R094031a2fd0d4f0f" /><Relationship Type="http://schemas.openxmlformats.org/officeDocument/2006/relationships/slide" Target="/ppt/slides/slide2.xml" Id="R8e9dedd41dfd4b9c" /><Relationship Type="http://schemas.openxmlformats.org/officeDocument/2006/relationships/slide" Target="/ppt/slides/slide3.xml" Id="R6d1ef2fd617b409d" /><Relationship Type="http://schemas.openxmlformats.org/officeDocument/2006/relationships/slide" Target="/ppt/slides/slide4.xml" Id="Rc10498218f074a63" /><Relationship Type="http://schemas.openxmlformats.org/officeDocument/2006/relationships/slide" Target="/ppt/slides/slide5.xml" Id="Ra6048af1461b40ba" /><Relationship Type="http://schemas.openxmlformats.org/officeDocument/2006/relationships/slide" Target="/ppt/slides/slide6.xml" Id="R05fba6b2e3ca4078" /><Relationship Type="http://schemas.openxmlformats.org/officeDocument/2006/relationships/slide" Target="/ppt/slides/slide7.xml" Id="Reb42eb4b3f544ddd" /><Relationship Type="http://schemas.openxmlformats.org/officeDocument/2006/relationships/slide" Target="/ppt/slides/slide8.xml" Id="R0e9f1e9bb124424f" /><Relationship Type="http://schemas.openxmlformats.org/officeDocument/2006/relationships/slide" Target="/ppt/slides/slide9.xml" Id="Raca608cabb7345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c54de9906647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3b3a097ac04030" /><Relationship Type="http://schemas.openxmlformats.org/officeDocument/2006/relationships/notesMaster" Target="/ppt/notesMasters/notesMaster1.xml" Id="Rc734636b3aff4b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76ce654a864c52" /><Relationship Type="http://schemas.openxmlformats.org/officeDocument/2006/relationships/notesMaster" Target="/ppt/notesMasters/notesMaster1.xml" Id="R7212183f771b4d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e62e32a7f740ba" /><Relationship Type="http://schemas.openxmlformats.org/officeDocument/2006/relationships/notesMaster" Target="/ppt/notesMasters/notesMaster1.xml" Id="Rf66178fc350c46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4eba35868c4da5" /><Relationship Type="http://schemas.openxmlformats.org/officeDocument/2006/relationships/notesMaster" Target="/ppt/notesMasters/notesMaster1.xml" Id="R4cf72fdd5de541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c2a2b860174d6b" /><Relationship Type="http://schemas.openxmlformats.org/officeDocument/2006/relationships/notesMaster" Target="/ppt/notesMasters/notesMaster1.xml" Id="Rbc4779a321cb46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518c068bc64db4" /><Relationship Type="http://schemas.openxmlformats.org/officeDocument/2006/relationships/notesMaster" Target="/ppt/notesMasters/notesMaster1.xml" Id="Rba2c466128dd49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472da97db34fc2" /><Relationship Type="http://schemas.openxmlformats.org/officeDocument/2006/relationships/notesMaster" Target="/ppt/notesMasters/notesMaster1.xml" Id="Rd396294b049d40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ca1903ae5e4255" /><Relationship Type="http://schemas.openxmlformats.org/officeDocument/2006/relationships/notesMaster" Target="/ppt/notesMasters/notesMaster1.xml" Id="R0e80f12fa48742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475a6346d54a1e" /><Relationship Type="http://schemas.openxmlformats.org/officeDocument/2006/relationships/notesMaster" Target="/ppt/notesMasters/notesMaster1.xml" Id="Rbe2eca82fad24c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c2b2fe7e014f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a373084d614adc" /><Relationship Type="http://schemas.openxmlformats.org/officeDocument/2006/relationships/slideLayout" Target="/ppt/slideLayouts/slideLayout1.xml" Id="Rf0c70640a2b942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c70640a2b942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eb714a7b44fd3" /><Relationship Type="http://schemas.openxmlformats.org/officeDocument/2006/relationships/notesSlide" Target="/ppt/notesSlides/notesSlide1.xml" Id="R743ddc331a5141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182052c1d432e" /><Relationship Type="http://schemas.openxmlformats.org/officeDocument/2006/relationships/notesSlide" Target="/ppt/notesSlides/notesSlide2.xml" Id="R53eceec5f4484c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06575b1024f3d" /><Relationship Type="http://schemas.openxmlformats.org/officeDocument/2006/relationships/notesSlide" Target="/ppt/notesSlides/notesSlide3.xml" Id="R81b2287353b645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c3ec50e38499c" /><Relationship Type="http://schemas.openxmlformats.org/officeDocument/2006/relationships/notesSlide" Target="/ppt/notesSlides/notesSlide4.xml" Id="Ree373468f5784a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eff4c4431402f" /><Relationship Type="http://schemas.openxmlformats.org/officeDocument/2006/relationships/notesSlide" Target="/ppt/notesSlides/notesSlide5.xml" Id="R556e74c74f3c4a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327a05f4846e4" /><Relationship Type="http://schemas.openxmlformats.org/officeDocument/2006/relationships/notesSlide" Target="/ppt/notesSlides/notesSlide6.xml" Id="R37be21cbef9f4e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ee4b4415c442c" /><Relationship Type="http://schemas.openxmlformats.org/officeDocument/2006/relationships/notesSlide" Target="/ppt/notesSlides/notesSlide7.xml" Id="R4fe88458744641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b326538f04e7b" /><Relationship Type="http://schemas.openxmlformats.org/officeDocument/2006/relationships/notesSlide" Target="/ppt/notesSlides/notesSlide8.xml" Id="Rd01bd1acbfd24d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881c3d15e4dd6" /><Relationship Type="http://schemas.openxmlformats.org/officeDocument/2006/relationships/notesSlide" Target="/ppt/notesSlides/notesSlide9.xml" Id="Re92ffa706ffb47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8F0B84-8DDC-4EC8-BE3B-8479856F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E5D9E-0FAE-45F6-BEB3-86A15549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Analog Communication Schemes : Introduction, Modern Communication System Scheme : Information Source a nd Input Transduc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E4DF0-5687-4358-9C0E-F500733B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Introduction to Electronics and Communication Engineering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1BESC104C/204C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electronics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2EF32-DC4C-46E1-A99C-B856ADF2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5E5C0-417B-4B25-88E9-921EE2D8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6ED11-913B-4CB7-ADF5-B9D49762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D5D74-E679-49C2-8E6B-1603D58D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650537-BF48-4737-B2D2-9473225D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A2CA7-36B3-40CE-8AD0-340E11FD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2B7D4-7E6E-43C6-99B7-8E9D1472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A37DDD-22F9-4F4D-BC91-13BC109C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D45AB0-F1FC-4E66-95D6-6A4E661E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74AC1C-115C-4596-BC62-CDDA4967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ECC5D4-2345-465C-8ADE-AA7BFEBE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24F6D9-1031-4A23-8FE7-D41546DC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10762476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13CA7D-E82C-4A5D-8BCB-3755B5A2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42CCF-14BC-4B10-83E7-5BD02985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0040F-3808-4C27-8EA0-BA208B70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D7D2D-6BE4-4CB8-82FB-EB2DE48F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6F922-941F-487B-ABA3-0AAC2280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85232-5788-430B-B0B4-CE5E43B6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C6F15-2ADD-4EF7-AE5A-4F99D3E1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F2D8D-A0F4-4DC9-8B9B-738F39CE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13F4D-BB86-48AA-A1B4-B1077FD8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DD041E-CD27-4A64-A28E-19FD374C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9F4D77-CF23-4A49-89C0-55B715DD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9430C8-C986-4C88-9AB7-29494E1B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71339-3E23-4742-BEB3-42A4BFD3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Analog Communication Schemes 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Modern Communication System Scheme 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Information Source a nd Input Transducer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Transmitter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D2B965-D64E-45EC-9D74-B9C43861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D88F39-3B1F-4C0D-8A5F-0B6839DB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4657559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355851-1B71-4660-9FB8-DD3B4E35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4208D-1025-4B38-9D6C-E69F81B4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07F56-C90B-48E7-8133-5F78A769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10D42-4377-40B2-A184-C73487AD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Analog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531169-216A-415F-971F-6BE07179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Communication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99C98-6EAB-442E-A191-FCB8D720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Schemes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D8C4F-DBC3-49C9-9C94-72DD6BC1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Modern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2248F-D154-4035-AC09-272452A0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7BA9B0-4357-4B8A-9615-5F6E17A3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Scheme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BFAE6C-71E3-4BD0-8590-73B49770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Channel or Medium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Concept of Modulation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Concept of Radio Wave Propagation (Ground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Types of Communication Systems.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D4E7A5-2BE3-45C6-B8D9-6231C4AD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79058-B20F-4821-B49C-0E6D2952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19969885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9B6029-CA97-4D69-93D3-2873E553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426A8-D26F-4BFE-BD48-20C29411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22B72D-4E71-4BD9-B7A9-B5F50A66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710CB-DE75-4494-B10E-1757946B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Analog Communication Schemes 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Modern Communication System Scheme 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Information Source a nd Input Transducer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Transmitter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Channel or Medium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2FF0F-9DA7-417C-8324-75F850BD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857A8-1607-4AD8-9D87-B1A9A19D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E6EE7C-5C1D-4A43-99BD-230BE732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4718E6-3C19-48B3-968E-967241B6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E7C3EB-3F63-4E71-B5CF-F1DE1789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6C542-1193-465B-9BBD-9A0DFD55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45B7D4-E925-47B2-AB40-A8F91913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0820E7-D2B1-46FE-A7E1-48D0A498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02901-5B20-4CB1-B7DC-DC7CDF50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5B5C9A-618B-4AE6-88CB-928CA285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977ADF-18F7-4387-A661-C55F6882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709A40-1C04-4950-BB49-7C01A959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CDD1B4-F537-433B-9B1C-281C9D2A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A5924E-FF95-4D35-ADFF-F9422239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3790164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8B1EE9-CBEA-43EC-8FF6-0453824F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444A8-BC1D-4493-8EEE-493F84EB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B68E7-0858-4BD3-8404-AF0DACCE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A5F41-6D97-4404-A581-12A972A6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72081-32F8-4E7E-8813-DFAB612A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72A87-EAE1-469A-911C-EA605836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97D66-41CE-42B3-A5BB-3797D11E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9068D-BBF3-48FF-BC2F-2EB061A5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BB7395-9EC2-4D7E-B0B6-1FCD0302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E6467-C04D-4515-98BD-08EF5044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D12AE4-06DF-4339-A259-40CC7D0E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A2519C-6889-4BC8-A364-BED0072B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999F93-2C7B-48FA-B346-D4FD56C0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77625B-E5A2-494E-8460-007F0747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0D0FB2-39A3-4790-BB70-5BCAB900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2301229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46D4E2-0B86-4061-BD32-6CFE70C1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02F87-0338-4FAE-811B-FDEFB3D6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4F237A-1AAC-4369-AB2D-FFE7F28D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2A64C0-E6D0-48C1-A6E4-F025C05D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E458B-B5E1-415B-BCAF-43AAC266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Analog Communication Schemes 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DA2A7-BF1C-41A4-BD7B-FE72F2D9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Analog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5801E-825F-4B18-BA68-22A45C96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510848-7B49-4892-9418-4E3312DE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DD6D9-E213-4987-98F8-E57EF2B6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20345005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7E5B3-EE87-46CB-B906-CBF4E281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8CFE6-774B-458C-80AE-4C533014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36246-2919-4F54-8F11-A8B8803B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25095-E145-4003-83F8-AA2398FC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CE74D-CA49-468B-BFF0-CE91D6A3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Concept of Modulation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Concept of Radio Wave Propagation (Ground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Types of Communication Systems.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Modulation Schemes: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BB64A-4E39-480B-8FAB-328E3980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EA6DE-3139-46E1-A0BE-5FF0140B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71E207-3489-48F6-B5D8-D90E347C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5790D-4C7D-4427-AB7B-1EB8CA38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20781947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168CD5-762C-46CA-B5BC-625397B3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24F9A-FFE3-4E29-B3E1-6375E534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09F92-4AA9-4FB8-97B5-A4F953B5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F8634-728F-461B-9979-4DB5C913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D698B-08F3-4BD3-9C96-0C0D9C0B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109BE-564B-43D4-8EC9-133B9E8C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8DE6F-2C15-4E95-A68F-96AD7AB4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Analog Communication Schemes 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5E246-9911-420C-A054-D743E62D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132E7-42BE-4A2D-93BD-69E6A6D2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5BB38-A5CD-435E-BF02-0DC408E1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15F456-198E-4213-9B83-8B45F8DA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6A19F1-0908-4BFB-AD7B-55307ED4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EEE286-D6C9-41AF-8FDF-2C91685D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Modern Communication System Scheme 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0A8031-E97E-4700-ADD5-0BD178DE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F664C8-7F62-40F6-AEBD-AEBD3018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B1E45E-68AA-4EDD-947E-1E549286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Information Source a nd Input Transducer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60FCCF-545D-49B1-AF4F-7B5F973A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433D3F-8DCE-4CBC-9618-E8F288DC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58C537-EEF7-46F7-B694-5D3731C6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Transmitter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98C73F-1C92-40B0-85F0-1C29B0A3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69971D-CDB1-446B-9874-CC29C243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46E4A0-237A-4EC0-9ED3-F827CA84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Channel or Medium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A70E8E-CCAF-42D7-847E-B78BED42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DCF224-7904-4EDD-956C-61993167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CFB0E5-F748-4478-B7BF-B33C5182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Concept of Modulation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2A2B94-E3FA-4BBE-B7CC-D00155E8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0487E4-1E9D-417C-B629-1D158E15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993AC0-AD49-4135-9A32-E2C5BA3B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9D2316-9836-4393-B4CB-238E8ED4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800175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52DF9A-64AD-412C-A72C-A8ACF95D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6DFFA-D8E3-497F-9A0C-F529C28E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59C0A-15B4-4FB0-8D3D-F3192E9E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62A435-132E-4EC2-BBF5-7D550024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Analog, Communication, Schemes, Modern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6213C-C2A1-4C7C-AF23-A2EC2BBC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9BB57-CBE3-45BD-9164-668DCC2B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34FA0-4198-4BC3-ADC5-4807E6B4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4C8E04-57D0-415E-B7A0-1BF816E2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20262257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2026-08-24T06:38:48.2960000Z</dcterms:created>
  <dcterms:modified xsi:type="dcterms:W3CDTF">2026-08-24T06:38:48.2960000Z</dcterms:modified>
</coreProperties>
</file>