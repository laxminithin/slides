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8ae9173e13a4e56" /><Relationship Type="http://schemas.openxmlformats.org/officeDocument/2006/relationships/extended-properties" Target="/docProps/app.xml" Id="R713b23ff19d14848" /><Relationship Type="http://schemas.openxmlformats.org/officeDocument/2006/relationships/officeDocument" Target="/ppt/presentation.xml" Id="R70bc007c9af7481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feed1543261413a"/>
  </p:sldMasterIdLst>
  <p:notesMasterIdLst>
    <p:notesMasterId xmlns:r="http://schemas.openxmlformats.org/officeDocument/2006/relationships" r:id="Rbdacb85905474e19"/>
  </p:notesMasterIdLst>
  <p:sldIdLst>
    <p:sldId xmlns:r="http://schemas.openxmlformats.org/officeDocument/2006/relationships" id="256" r:id="R53bbd663529749a2"/>
    <p:sldId xmlns:r="http://schemas.openxmlformats.org/officeDocument/2006/relationships" id="257" r:id="Rb4510d7f03724fff"/>
    <p:sldId xmlns:r="http://schemas.openxmlformats.org/officeDocument/2006/relationships" id="258" r:id="R4d24bca966804b41"/>
    <p:sldId xmlns:r="http://schemas.openxmlformats.org/officeDocument/2006/relationships" id="259" r:id="R9792936139b341cf"/>
    <p:sldId xmlns:r="http://schemas.openxmlformats.org/officeDocument/2006/relationships" id="260" r:id="R09dc6c308cc04b1e"/>
    <p:sldId xmlns:r="http://schemas.openxmlformats.org/officeDocument/2006/relationships" id="261" r:id="Rb3f4b50e9bb3459d"/>
    <p:sldId xmlns:r="http://schemas.openxmlformats.org/officeDocument/2006/relationships" id="262" r:id="R892376df37e14cdc"/>
    <p:sldId xmlns:r="http://schemas.openxmlformats.org/officeDocument/2006/relationships" id="263" r:id="Ra174c124e6134cbe"/>
    <p:sldId xmlns:r="http://schemas.openxmlformats.org/officeDocument/2006/relationships" id="264" r:id="Rfde7067f8216419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0fb7fc481174c64" /><Relationship Type="http://schemas.openxmlformats.org/officeDocument/2006/relationships/slideMaster" Target="/ppt/slideMasters/slideMaster1.xml" Id="Refeed1543261413a" /><Relationship Type="http://schemas.openxmlformats.org/officeDocument/2006/relationships/notesMaster" Target="/ppt/notesMasters/notesMaster1.xml" Id="Rbdacb85905474e19" /><Relationship Type="http://schemas.openxmlformats.org/officeDocument/2006/relationships/presProps" Target="/ppt/presProps.xml" Id="Rb9f5019d2b344180" /><Relationship Type="http://schemas.openxmlformats.org/officeDocument/2006/relationships/tableStyles" Target="/ppt/tableStyles.xml" Id="R100dba67a6ef43db" /><Relationship Type="http://schemas.openxmlformats.org/officeDocument/2006/relationships/slide" Target="/ppt/slides/slide1.xml" Id="R53bbd663529749a2" /><Relationship Type="http://schemas.openxmlformats.org/officeDocument/2006/relationships/slide" Target="/ppt/slides/slide2.xml" Id="Rb4510d7f03724fff" /><Relationship Type="http://schemas.openxmlformats.org/officeDocument/2006/relationships/slide" Target="/ppt/slides/slide3.xml" Id="R4d24bca966804b41" /><Relationship Type="http://schemas.openxmlformats.org/officeDocument/2006/relationships/slide" Target="/ppt/slides/slide4.xml" Id="R9792936139b341cf" /><Relationship Type="http://schemas.openxmlformats.org/officeDocument/2006/relationships/slide" Target="/ppt/slides/slide5.xml" Id="R09dc6c308cc04b1e" /><Relationship Type="http://schemas.openxmlformats.org/officeDocument/2006/relationships/slide" Target="/ppt/slides/slide6.xml" Id="Rb3f4b50e9bb3459d" /><Relationship Type="http://schemas.openxmlformats.org/officeDocument/2006/relationships/slide" Target="/ppt/slides/slide7.xml" Id="R892376df37e14cdc" /><Relationship Type="http://schemas.openxmlformats.org/officeDocument/2006/relationships/slide" Target="/ppt/slides/slide8.xml" Id="Ra174c124e6134cbe" /><Relationship Type="http://schemas.openxmlformats.org/officeDocument/2006/relationships/slide" Target="/ppt/slides/slide9.xml" Id="Rfde7067f8216419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86d05d1936a444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6e60d3b470e4e9f" /><Relationship Type="http://schemas.openxmlformats.org/officeDocument/2006/relationships/notesMaster" Target="/ppt/notesMasters/notesMaster1.xml" Id="R7438fbe04a4a458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8451a79692c4d56" /><Relationship Type="http://schemas.openxmlformats.org/officeDocument/2006/relationships/notesMaster" Target="/ppt/notesMasters/notesMaster1.xml" Id="R3f5f78f5c518416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c0f6d54a4e040bd" /><Relationship Type="http://schemas.openxmlformats.org/officeDocument/2006/relationships/notesMaster" Target="/ppt/notesMasters/notesMaster1.xml" Id="R6e6c0c48c9ca43c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a58bf4ced944943" /><Relationship Type="http://schemas.openxmlformats.org/officeDocument/2006/relationships/notesMaster" Target="/ppt/notesMasters/notesMaster1.xml" Id="R81c8353bcc3a4b2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a543fc2a6214dc7" /><Relationship Type="http://schemas.openxmlformats.org/officeDocument/2006/relationships/notesMaster" Target="/ppt/notesMasters/notesMaster1.xml" Id="R811f0e3eab0d4f9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550229217f041be" /><Relationship Type="http://schemas.openxmlformats.org/officeDocument/2006/relationships/notesMaster" Target="/ppt/notesMasters/notesMaster1.xml" Id="Ra5d5bbb136204bc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0e860f581924e7e" /><Relationship Type="http://schemas.openxmlformats.org/officeDocument/2006/relationships/notesMaster" Target="/ppt/notesMasters/notesMaster1.xml" Id="R8b25a2ee59c24e2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75db133110847ff" /><Relationship Type="http://schemas.openxmlformats.org/officeDocument/2006/relationships/notesMaster" Target="/ppt/notesMasters/notesMaster1.xml" Id="Rb304bfb38a6e427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5d2f114953d4399" /><Relationship Type="http://schemas.openxmlformats.org/officeDocument/2006/relationships/notesMaster" Target="/ppt/notesMasters/notesMaster1.xml" Id="R9a523e431b6a4fc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04d06a91a9481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3e0dd67cac64050" /><Relationship Type="http://schemas.openxmlformats.org/officeDocument/2006/relationships/slideLayout" Target="/ppt/slideLayouts/slideLayout1.xml" Id="Rc9cf594b9bec473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9cf594b9bec473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76ac2e5475493a" /><Relationship Type="http://schemas.openxmlformats.org/officeDocument/2006/relationships/notesSlide" Target="/ppt/notesSlides/notesSlide1.xml" Id="R80148f64007642c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78430b907e438b" /><Relationship Type="http://schemas.openxmlformats.org/officeDocument/2006/relationships/notesSlide" Target="/ppt/notesSlides/notesSlide2.xml" Id="R2a191b316a0d476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497f6aa9c34ea8" /><Relationship Type="http://schemas.openxmlformats.org/officeDocument/2006/relationships/notesSlide" Target="/ppt/notesSlides/notesSlide3.xml" Id="Re0dcbd8e0fee4c2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a6c6216d814526" /><Relationship Type="http://schemas.openxmlformats.org/officeDocument/2006/relationships/notesSlide" Target="/ppt/notesSlides/notesSlide4.xml" Id="R7ae77e1017f2492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bccb46f7bd4628" /><Relationship Type="http://schemas.openxmlformats.org/officeDocument/2006/relationships/notesSlide" Target="/ppt/notesSlides/notesSlide5.xml" Id="R4029d0cc531742c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c6032e51ac47eb" /><Relationship Type="http://schemas.openxmlformats.org/officeDocument/2006/relationships/notesSlide" Target="/ppt/notesSlides/notesSlide6.xml" Id="R5b931ead1195443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b190ecf8f740bc" /><Relationship Type="http://schemas.openxmlformats.org/officeDocument/2006/relationships/notesSlide" Target="/ppt/notesSlides/notesSlide7.xml" Id="R52f4e9fcde0e441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816a7413e04c60" /><Relationship Type="http://schemas.openxmlformats.org/officeDocument/2006/relationships/notesSlide" Target="/ppt/notesSlides/notesSlide8.xml" Id="Re192ac1379c4464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58e2ef5af4431b" /><Relationship Type="http://schemas.openxmlformats.org/officeDocument/2006/relationships/notesSlide" Target="/ppt/notesSlides/notesSlide9.xml" Id="R4aa937efb214421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212804-6E06-4C25-87C3-86731D07B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C04D75-C5CA-4C77-BD39-EAA14E9AB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Union Executive : Parliamentary System, Union Executive - President, Prime Minister, Union Cabinet, Parliament - LS and 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046C55-FC75-47EE-9C6C-306F47FD9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Indian Constitution and Engineering Ethics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1BICO107/207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I/II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Teaching focus: humanities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A1A15F-07D3-4CB4-855C-2A101C056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Context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40BCB7-D4AB-409F-A0D7-0D7CDF19E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4D71C2-FECE-4732-B249-6625AD74A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Message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43BF26-9667-44E8-9381-E2FB92B3A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B97949-B075-4973-9F59-99709C5DF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Audience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1795C9-6988-4149-BB40-E12854D85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A56ED5-CA04-4EF2-B0CB-807A7786F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Response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3D1E8C-4272-46F0-907A-D27D86D0F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F3E44A-08C5-404D-A695-4C88D33F4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Reflection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866670-211A-4184-AC9E-0A7214FA0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905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Practice turns concepts into professional behaviour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3CD601-79E9-401F-AEDE-0E76DA2CE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Indian Constitution and Engineering Ethics | 1BICO107/207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D723D2-AAD2-4C73-AD9F-2839BED19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1/9</a:t>
            </a:r>
          </a:p>
        </p:txBody>
      </p:sp>
    </p:spTree>
    <p:extLst>
      <p:ext uri="{BB962C8B-B14F-4D97-AF65-F5344CB8AC3E}">
        <p14:creationId xmlns:p14="http://schemas.microsoft.com/office/powerpoint/2010/main" val="175657974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53A8DD-6F78-4F88-8CC1-FBB49BE1E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1BICO107/207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09C68C-990C-431E-972D-7446B86E8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Learning route for this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1A99A5-3D34-481D-B7B3-E377BE753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B7B99A-AD67-4943-95CE-5536583D7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Scenario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507927-D47C-49EE-BCAD-8B51801AA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67D51A-4096-4B40-BC73-4ADDA5223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Concept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93FFFC-86FD-4183-9B0C-933B37797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B55A0B-3FB2-4F2F-B935-A75E655F5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Practice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088BAB-F7C7-4043-AF28-E93E71C72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B2DA9A-CC5F-4A17-992D-C433592E0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Reflection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D6918C-C785-4B2B-8C5C-ED4906FBE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A522D7-A396-4966-A9DE-A84B498F0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Assessment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B9C4CF-BCC5-4701-A7E5-FC50F17B8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9620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Union Executive 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Parliamentary System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Union Executive - President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Prime Minister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Union Cabinet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7C9916-1039-41B2-9C98-9AA1B0B0E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Indian Constitution and Engineering Ethics | 1BICO107/207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F03B1E-8C23-45C8-AB5B-65550C9B0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2/9</a:t>
            </a:r>
          </a:p>
        </p:txBody>
      </p:sp>
    </p:spTree>
    <p:extLst>
      <p:ext uri="{BB962C8B-B14F-4D97-AF65-F5344CB8AC3E}">
        <p14:creationId xmlns:p14="http://schemas.microsoft.com/office/powerpoint/2010/main" val="193772919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3C220C-A54E-4A6D-99D0-ECE5C48B4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1BICO107/207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3DA6EA-FD82-495C-AD0B-12EB047BA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Core concepts from the official syllabus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07C6CE-32E0-4920-886F-E74C6E16E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FC3C5A-6CD5-410E-B979-5E561E34C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Union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AC037C-D6CC-4EA2-8522-8C49190DB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Executive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39F18D-966A-4C42-A04D-D6E3BA7DD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Parliamentary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47C668-FE4C-4CE6-AFB1-6BE8E6086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System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05E1B0-ABEB-45AA-8862-C9C0AD57C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President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BCB51E-7DD7-4DA0-A18F-3E2E0B1B4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Prime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E694D2-0996-44EB-9693-66C712D51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86300"/>
            <a:ext cx="933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Parliament - LS and RS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Parliamentary Committees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Importa nt Parliamentary Terminologies.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Supreme Court of India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2C9B55-5EA7-4DA0-8C94-B170FC824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Indian Constitution and Engineering Ethics | 1BICO107/207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008F8F-4B26-415D-B3DA-DE61E2892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3/9</a:t>
            </a:r>
          </a:p>
        </p:txBody>
      </p:sp>
    </p:spTree>
    <p:extLst>
      <p:ext uri="{BB962C8B-B14F-4D97-AF65-F5344CB8AC3E}">
        <p14:creationId xmlns:p14="http://schemas.microsoft.com/office/powerpoint/2010/main" val="159987802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9BAD03-0033-49C8-A60F-2B1E02CBE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1BICO107/207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77E456-7051-460A-9D80-F1BA11FA7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Concept explanation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FCF6D5-A646-4AA8-8E51-B485DEA0D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A648EF-85CE-4CC1-87BA-05F1D9A4A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495300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Union Executive 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Parliamentary System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Union Executive - President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Prime Minister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Union Cabinet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Parliament - LS and 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0B323A-7640-4734-8DB7-927C08A68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1524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Instructor move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A40C37-B7EB-4D6C-9C8B-80F8E106E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38162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Pause after each idea and ask students to connect it to the next step.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407064-E137-4E16-B796-20796F7C1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792228-8D09-48E5-BEC6-8510573C6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82A1D2-D0B1-4088-A06F-2F92550E6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Message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EE8694-EA2B-4273-ABB6-93B1AB36B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DC6D3F-E7B1-4CB1-894A-C4AFE3B98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Audience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14D603-9649-44FA-BDED-CF5EE25E0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D6A6E3-78C9-4D2F-A3ED-3349B6A3E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Response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ED2CA5-98D1-4155-BC53-7BC604C22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A7D747-0EEA-434D-BCFA-7523C607E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Reflection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67CB91-7048-4669-9886-957AFBEAF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905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Practice turns concepts into professional behaviour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2567A0-5823-4B5F-BBD4-7AED33116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Indian Constitution and Engineering Ethics | 1BICO107/207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5F0F84-9D54-47B5-A098-C968718B3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4/9</a:t>
            </a:r>
          </a:p>
        </p:txBody>
      </p:sp>
    </p:spTree>
    <p:extLst>
      <p:ext uri="{BB962C8B-B14F-4D97-AF65-F5344CB8AC3E}">
        <p14:creationId xmlns:p14="http://schemas.microsoft.com/office/powerpoint/2010/main" val="192332332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8184CE-DA6B-4150-B28B-16EFA1C24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1BICO107/207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B7526F-169A-40AA-9CB8-6C66D1B5A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Working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C50CBA-A8EB-47AE-9AD3-044ACC323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5F76C9-ACB4-4A72-9DC2-480DE8751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 condition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E124A8-4907-4A7F-91C6-DCCAD3AD5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4B0CB0-AB2A-46C4-AAB1-C9308BF60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Principle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8AD0F5-6E4F-49A0-A8FF-7C878D172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BA3E0E-EB3B-4D53-9251-F9257DF3A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37F3FA-D463-4D4E-8821-AF388C6F0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16F8E6-BDC4-47AC-9726-1458F6658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9DEC95-5DB2-43D4-9303-04BFD89A7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D059EE-386F-4239-8B59-2E8A9E313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Interpretation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67B168-7781-42ED-A270-D4BB210F3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933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Use the syllabus terms while solving; do not answer only with the final result.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Show intermediate reasoning so students can locate the step where mistakes enter.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Close the example by explaining what the result means in engineering or professional practice.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51E1DF-764A-432F-9833-B30E547AC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Indian Constitution and Engineering Ethics | 1BICO107/207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15B0A7-FF55-411C-A63E-29840721D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5/9</a:t>
            </a:r>
          </a:p>
        </p:txBody>
      </p:sp>
    </p:spTree>
    <p:extLst>
      <p:ext uri="{BB962C8B-B14F-4D97-AF65-F5344CB8AC3E}">
        <p14:creationId xmlns:p14="http://schemas.microsoft.com/office/powerpoint/2010/main" val="9352763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18D887-9962-4202-8C88-DE75A742D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1BICO107/207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037745-FE53-4D7A-8981-5807C1ABD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6533B3-7970-4A99-BFC8-977A6430A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848320-B995-4A76-84F4-45C77E762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00200"/>
            <a:ext cx="2286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Example prompt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FA481A-4B3A-4050-8A07-9E658A86B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5621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Union Executive 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CAC4DC-2E0A-49EB-B29D-53C916061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9850"/>
            <a:ext cx="8953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Identify the relevant concept: Union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State the rule or principle using syllabus language.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Work through one small case visibly on the board.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Ask students which assumption would change the answer.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5BDAE8-A395-4D3D-8184-392BA5D44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43500"/>
            <a:ext cx="876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Exam angle: a complete answer names the concept, shows the working, and states the interpretation.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70E91B-130D-478C-8D4B-E165C3DDB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Indian Constitution and Engineering Ethics | 1BICO107/207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612B4F-6862-4E9B-90FD-8D86660D0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6/9</a:t>
            </a:r>
          </a:p>
        </p:txBody>
      </p:sp>
    </p:spTree>
    <p:extLst>
      <p:ext uri="{BB962C8B-B14F-4D97-AF65-F5344CB8AC3E}">
        <p14:creationId xmlns:p14="http://schemas.microsoft.com/office/powerpoint/2010/main" val="103329550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42B6CA-5A85-4424-95E9-4E2A9E56D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1BICO107/207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FFDA7C-1274-4B52-8D30-DDA003AE5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Applications and common mistakes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DC125E-E778-404D-ADBF-989D15C7A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20AD4B-AC9F-4F03-9204-D17146615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0200"/>
            <a:ext cx="2095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Applications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9FDA73-E450-47AA-B83A-EEF132FF4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66950"/>
            <a:ext cx="4476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Parliamentary Committees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Importa nt Parliamentary Terminologies.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Supreme Court of India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Judicial Reviews and Judicial Activism.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42970A-E60A-4CFE-AD9A-71114FA08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Common mistakes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6F5DC8-BE99-4B6F-BB8E-3A5D42411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66950"/>
            <a:ext cx="4286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Writing only definitions without explanation.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Skipping intermediate working or assumptions.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Mixing similar terms without a comparison.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Not linking the result back to the application.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259DFA-F89B-4806-91E0-5EAC7D53B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Indian Constitution and Engineering Ethics | 1BICO107/207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40B3FC-8A7A-40B6-ADE4-E0EEDE4B2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7/9</a:t>
            </a:r>
          </a:p>
        </p:txBody>
      </p:sp>
    </p:spTree>
    <p:extLst>
      <p:ext uri="{BB962C8B-B14F-4D97-AF65-F5344CB8AC3E}">
        <p14:creationId xmlns:p14="http://schemas.microsoft.com/office/powerpoint/2010/main" val="8416984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2411932-9542-4684-9F45-9442B456D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1BICO107/207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F40FF7-7B84-4EA6-BF4E-50F4A53F7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Syllabus coverage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5B4893-3087-40CD-8DE7-FDFF1CB83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D949D6-49E5-4A84-86C4-E47CCD12E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Syllabus topic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B7FB82-9145-4732-B376-5A481A8AE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049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Teaching treatment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4C91D9-C379-4DB5-9A6B-14D771BB2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504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79A13F-A9B4-4DFC-9920-9956CC717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Union Executive :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4B385D-A94B-48CF-B05D-0B60EDE59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859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251D7D-8C92-4434-B23F-BC222D46E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8859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686C45-BEC3-405E-BDCB-EE55C4CD0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Parliamentary System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F9FD43-B48E-41AE-A4AE-B965560C0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384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B1E55A-3F3B-4516-977D-5713B8527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384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74157A-195E-481F-B8D8-28FDC5EEA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Union Executive - President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C79DAA-A41D-49E9-B7D8-3D9B3406B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908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AE4BB3-1F0C-4A33-A8FE-40080924B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908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9B7F34-CDEE-4E8B-89D7-7A8D4739A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Prime Minister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DCA6D6-D1C6-4978-8ACA-3C7C22395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433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60FAAE-A87B-487C-A42A-809A1E09B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433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CECE9E-F655-4E69-A834-4B0608DCB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Union Cabinet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793B6B-F5AE-47E4-BBB7-88B4B9FF8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957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7DABB5-D114-4855-BC88-393E5D0C2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0957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5B0B3C5-AE52-4E04-8E56-AFEC2A271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482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Parliament - LS and RS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5097DE4-8E0F-40C0-92ED-D1F9C03E9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482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9788BA0-490C-4CC5-9F89-D03DA122C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6482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0C8417A-06B9-4E0E-9126-5584375F2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006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Parliamentary Committees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69F6137-E306-4392-B7CA-C1A8CEDAE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006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F009975-E6B5-4FA4-B41B-DA89FF8B1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2006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B6AECCD-7129-4008-8809-28C06D593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Indian Constitution and Engineering Ethics | 1BICO107/207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38D7075-53B4-405E-AA83-0B0FADD50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8/9</a:t>
            </a:r>
          </a:p>
        </p:txBody>
      </p:sp>
    </p:spTree>
    <p:extLst>
      <p:ext uri="{BB962C8B-B14F-4D97-AF65-F5344CB8AC3E}">
        <p14:creationId xmlns:p14="http://schemas.microsoft.com/office/powerpoint/2010/main" val="183684189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F8264B-F5DA-4126-951A-CD5277E45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1BICO107/207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088B5E-C4CB-4B32-943F-F912015A6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Module recap and exam preparation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0FBFCC-BA53-4D2D-9ED3-ECAC4EC28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DE4E84-3573-458C-B3C6-A23EEE686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1925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Key definitions: Union, Executive, Parliamentary, System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diagrams: use a labelled flow, setup, circuit, graph, or concept map where relevant.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working: show cause, mechanism, result, and interpretation.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Common mistakes: avoid skipped steps, unsupported claims, and unlabeled diagrams.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Practice: prepare short-answer, application, and worked-example questions from the listed topics.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D8043F-B296-41F7-9AAE-1F7DB85C8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015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Previous VTU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03CF42-F386-4289-9B21-B5AF203D5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010150"/>
            <a:ext cx="670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No repository-verified previous VTU questions were found for this module, so none are fabricated here.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BF37EC-B8C5-4044-98A0-0435F1B0A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Indian Constitution and Engineering Ethics | 1BICO107/207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E4134C-D2B1-4F2D-B49A-DD3CFB500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9/9</a:t>
            </a:r>
          </a:p>
        </p:txBody>
      </p:sp>
    </p:spTree>
    <p:extLst>
      <p:ext uri="{BB962C8B-B14F-4D97-AF65-F5344CB8AC3E}">
        <p14:creationId xmlns:p14="http://schemas.microsoft.com/office/powerpoint/2010/main" val="160217406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2026-08-24T06:38:49.2180000Z</dcterms:created>
  <dcterms:modified xsi:type="dcterms:W3CDTF">2026-08-24T06:38:49.2180000Z</dcterms:modified>
</coreProperties>
</file>