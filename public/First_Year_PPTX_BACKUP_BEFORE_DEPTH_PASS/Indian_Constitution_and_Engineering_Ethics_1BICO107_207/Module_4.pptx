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3413e7cc0142ba" /><Relationship Type="http://schemas.openxmlformats.org/officeDocument/2006/relationships/extended-properties" Target="/docProps/app.xml" Id="R3009008a6a6045ff" /><Relationship Type="http://schemas.openxmlformats.org/officeDocument/2006/relationships/officeDocument" Target="/ppt/presentation.xml" Id="Rf321e481644443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e2368f2eaf4717"/>
  </p:sldMasterIdLst>
  <p:notesMasterIdLst>
    <p:notesMasterId xmlns:r="http://schemas.openxmlformats.org/officeDocument/2006/relationships" r:id="Ra401d06d270b4dc0"/>
  </p:notesMasterIdLst>
  <p:sldIdLst>
    <p:sldId xmlns:r="http://schemas.openxmlformats.org/officeDocument/2006/relationships" id="256" r:id="R01aaa4c01c1f4b89"/>
    <p:sldId xmlns:r="http://schemas.openxmlformats.org/officeDocument/2006/relationships" id="257" r:id="Re8bc988e91a44446"/>
    <p:sldId xmlns:r="http://schemas.openxmlformats.org/officeDocument/2006/relationships" id="258" r:id="R17443b6a219b462a"/>
    <p:sldId xmlns:r="http://schemas.openxmlformats.org/officeDocument/2006/relationships" id="259" r:id="Recddf7dd5c9b4ae9"/>
    <p:sldId xmlns:r="http://schemas.openxmlformats.org/officeDocument/2006/relationships" id="260" r:id="R3118d5726f514c9e"/>
    <p:sldId xmlns:r="http://schemas.openxmlformats.org/officeDocument/2006/relationships" id="261" r:id="R1883d960ed924ffb"/>
    <p:sldId xmlns:r="http://schemas.openxmlformats.org/officeDocument/2006/relationships" id="262" r:id="R6ef6f759020545ac"/>
    <p:sldId xmlns:r="http://schemas.openxmlformats.org/officeDocument/2006/relationships" id="263" r:id="Rad40b86fc5e449e7"/>
    <p:sldId xmlns:r="http://schemas.openxmlformats.org/officeDocument/2006/relationships" id="264" r:id="R82cac1b736b146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14e6f72c0b4b23" /><Relationship Type="http://schemas.openxmlformats.org/officeDocument/2006/relationships/slideMaster" Target="/ppt/slideMasters/slideMaster1.xml" Id="R13e2368f2eaf4717" /><Relationship Type="http://schemas.openxmlformats.org/officeDocument/2006/relationships/notesMaster" Target="/ppt/notesMasters/notesMaster1.xml" Id="Ra401d06d270b4dc0" /><Relationship Type="http://schemas.openxmlformats.org/officeDocument/2006/relationships/presProps" Target="/ppt/presProps.xml" Id="R83b5c2467ab7451a" /><Relationship Type="http://schemas.openxmlformats.org/officeDocument/2006/relationships/tableStyles" Target="/ppt/tableStyles.xml" Id="R9f289b5c44e74664" /><Relationship Type="http://schemas.openxmlformats.org/officeDocument/2006/relationships/slide" Target="/ppt/slides/slide1.xml" Id="R01aaa4c01c1f4b89" /><Relationship Type="http://schemas.openxmlformats.org/officeDocument/2006/relationships/slide" Target="/ppt/slides/slide2.xml" Id="Re8bc988e91a44446" /><Relationship Type="http://schemas.openxmlformats.org/officeDocument/2006/relationships/slide" Target="/ppt/slides/slide3.xml" Id="R17443b6a219b462a" /><Relationship Type="http://schemas.openxmlformats.org/officeDocument/2006/relationships/slide" Target="/ppt/slides/slide4.xml" Id="Recddf7dd5c9b4ae9" /><Relationship Type="http://schemas.openxmlformats.org/officeDocument/2006/relationships/slide" Target="/ppt/slides/slide5.xml" Id="R3118d5726f514c9e" /><Relationship Type="http://schemas.openxmlformats.org/officeDocument/2006/relationships/slide" Target="/ppt/slides/slide6.xml" Id="R1883d960ed924ffb" /><Relationship Type="http://schemas.openxmlformats.org/officeDocument/2006/relationships/slide" Target="/ppt/slides/slide7.xml" Id="R6ef6f759020545ac" /><Relationship Type="http://schemas.openxmlformats.org/officeDocument/2006/relationships/slide" Target="/ppt/slides/slide8.xml" Id="Rad40b86fc5e449e7" /><Relationship Type="http://schemas.openxmlformats.org/officeDocument/2006/relationships/slide" Target="/ppt/slides/slide9.xml" Id="R82cac1b736b146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45583dc69349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2c7f8677f4baf" /><Relationship Type="http://schemas.openxmlformats.org/officeDocument/2006/relationships/notesMaster" Target="/ppt/notesMasters/notesMaster1.xml" Id="R5892084c719245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bcdbe8670046e0" /><Relationship Type="http://schemas.openxmlformats.org/officeDocument/2006/relationships/notesMaster" Target="/ppt/notesMasters/notesMaster1.xml" Id="R9fd3993c607548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150e2bd2c645ae" /><Relationship Type="http://schemas.openxmlformats.org/officeDocument/2006/relationships/notesMaster" Target="/ppt/notesMasters/notesMaster1.xml" Id="R443f8e0d064647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a457303f164c62" /><Relationship Type="http://schemas.openxmlformats.org/officeDocument/2006/relationships/notesMaster" Target="/ppt/notesMasters/notesMaster1.xml" Id="R7db69dbfebbc44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18b8cf1cfb43a2" /><Relationship Type="http://schemas.openxmlformats.org/officeDocument/2006/relationships/notesMaster" Target="/ppt/notesMasters/notesMaster1.xml" Id="Rff2fdab6de9c44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39ada9dc124e94" /><Relationship Type="http://schemas.openxmlformats.org/officeDocument/2006/relationships/notesMaster" Target="/ppt/notesMasters/notesMaster1.xml" Id="Ra9777e28216140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6586b96f274743" /><Relationship Type="http://schemas.openxmlformats.org/officeDocument/2006/relationships/notesMaster" Target="/ppt/notesMasters/notesMaster1.xml" Id="Rc72f0ab039954d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c2fd09b4be4d6d" /><Relationship Type="http://schemas.openxmlformats.org/officeDocument/2006/relationships/notesMaster" Target="/ppt/notesMasters/notesMaster1.xml" Id="R5534ca70141f4b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488a65a4c74452" /><Relationship Type="http://schemas.openxmlformats.org/officeDocument/2006/relationships/notesMaster" Target="/ppt/notesMasters/notesMaster1.xml" Id="Race86935d0044f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b4041e75345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9e837003fe4dad" /><Relationship Type="http://schemas.openxmlformats.org/officeDocument/2006/relationships/slideLayout" Target="/ppt/slideLayouts/slideLayout1.xml" Id="R049ba65e9c0a4f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9ba65e9c0a4f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6237f292a4572" /><Relationship Type="http://schemas.openxmlformats.org/officeDocument/2006/relationships/notesSlide" Target="/ppt/notesSlides/notesSlide1.xml" Id="R67ebeba2b28e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2962f727e4042" /><Relationship Type="http://schemas.openxmlformats.org/officeDocument/2006/relationships/notesSlide" Target="/ppt/notesSlides/notesSlide2.xml" Id="R28994e1aee2840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03144b06d42c4" /><Relationship Type="http://schemas.openxmlformats.org/officeDocument/2006/relationships/notesSlide" Target="/ppt/notesSlides/notesSlide3.xml" Id="R4a79c8be045c4f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a5a0a14894941" /><Relationship Type="http://schemas.openxmlformats.org/officeDocument/2006/relationships/notesSlide" Target="/ppt/notesSlides/notesSlide4.xml" Id="R0a194c3bac2545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4943097854ff1" /><Relationship Type="http://schemas.openxmlformats.org/officeDocument/2006/relationships/notesSlide" Target="/ppt/notesSlides/notesSlide5.xml" Id="R2aca08589f60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0a620edde4b75" /><Relationship Type="http://schemas.openxmlformats.org/officeDocument/2006/relationships/notesSlide" Target="/ppt/notesSlides/notesSlide6.xml" Id="Rb1b5de254adb49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a6a251d7d4f4d" /><Relationship Type="http://schemas.openxmlformats.org/officeDocument/2006/relationships/notesSlide" Target="/ppt/notesSlides/notesSlide7.xml" Id="R0595e671aaf843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9aef953c44ab3" /><Relationship Type="http://schemas.openxmlformats.org/officeDocument/2006/relationships/notesSlide" Target="/ppt/notesSlides/notesSlide8.xml" Id="R758a3b7b040842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053a222fb42bf" /><Relationship Type="http://schemas.openxmlformats.org/officeDocument/2006/relationships/notesSlide" Target="/ppt/notesSlides/notesSlide9.xml" Id="R40355fe24e2442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1599D-203B-4935-9343-D78FD1F1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83072-AE03-4D71-870B-6BED7B03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State Executive &amp; Elections , Amendments and Emergency Provisions: State Executive, Election Commission, Elections &amp; 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AF4C0-5F3F-4F04-A586-93BB8BBE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462DB-43C7-4043-B405-5D4BCA00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A9DA3-C5F1-4470-A527-1ADC4C18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83558-8B3E-41C9-A84A-54499DDA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7579-CF38-4B67-90B8-936E2EC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772EC-40CF-4655-AE2F-C2AB6C59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BA019-19AE-4BC5-B5C5-45A9D73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7EBD3-5A67-4826-B625-0BEA065E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33988-34CF-47AA-8849-C7C697CB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4A889-B4FC-4932-9251-312D35D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5C439-4395-456E-BAC2-FDFDA3A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E9371-2221-4810-AE22-76CF553D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9F705-0FFC-4F10-B8A9-2CD16757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532587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8B088-3473-4ABD-B083-65CEACE2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A9425-630E-4A7B-BA51-665FC703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A3999-B326-4936-8193-101808C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26F60-24DC-46D8-9D6B-4B0E2868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70B88-5B63-4667-8410-C627B90E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E43FD-ACD8-43B0-ABFD-22FAD8D7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9BEDD-34B8-495D-ACEC-547EB93D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20B58-36C6-45FB-AA9D-16E9D55F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C679A-4210-45ED-A8CD-2B2A6C3A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4CCAF-1B7F-4006-B11A-D89152EF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82D89-32CA-4E54-94F4-E01E9C3C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E61E1-189B-4119-92E6-4D9A1871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74161-EDA9-4A84-89C3-582F54BE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State Executive &amp; Elections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Amendments and Emergency Provisions: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State Executive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Election Commission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Elections &amp; Electoral Process 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0168E-61E7-4D3E-BC01-8D794541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A308B-910B-4AA7-8334-C80F28FC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106707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3082C-919B-46DB-91B0-FA32EC86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D6DEA-B38C-4A90-83B1-A1B902E5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4589E-EAF7-4FD6-8E0C-BEC8A4E3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68B83-42CE-41A4-B3FE-36251CB9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06D1A-EE0F-4190-9726-9E3B8522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Executive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09C29-EEB4-4B32-967E-06B08B3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2AA7A-BDD2-400F-AAA1-23F467C3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Amendments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AFBA0-0E57-4382-AFA6-A042FE53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Emergency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9A198-D9FE-4FD6-9758-E4629583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Provisions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688C3-D9D0-41D2-9360-69044529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Amendment to Constitution (How and Why) and Important Constitutional Amendments till today.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Emergency Provisions.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DC0D3-BE64-43D7-B090-ED1A6960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80C37-71F5-4C44-BF3C-3B03DBCA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264250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E2711-275A-428A-AF8E-C2F1D6B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E1E8F-F063-4EBC-9A02-EB5D0630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63BC1-A71C-4CB7-BDFB-83DA2CCF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E75EC-5187-4CA5-8F61-370CFC7E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State Executive &amp; Elections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Amendments and Emergency Provisions: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State Executive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Election Commission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Elections &amp; Electoral Process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Amendment to Constitution (How and Why) and Important Constitutional Amendments till today.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D39A0-72B1-4489-9A06-5290E6F0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F9EF5-7585-4117-B256-850BA49D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FA9B9-3E37-4AA2-853F-DA3FE0FD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54002-91DE-4A4C-897C-D37999F9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6E247-5E6A-4887-90B0-3D4B7C57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0264D-D610-475A-8067-347B833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044FD-C877-4C63-845C-2E10EE70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179C2-3779-4BB0-9F37-4CBB7182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FF35C-2C5D-43EB-82F0-C60FE617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13658-255F-430A-A32F-FDB57280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13DC4-8D2D-4EAE-83C2-A6DC490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5F099-1E45-436F-8686-80D31CEB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BB995-BF59-41DD-A0FB-1CC86AD5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53A99-B7A7-4D3A-8BC4-916D358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652922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4DFDC-46D8-4788-ABB0-A1342BBB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F737E-E1A1-4F14-BDB1-96CA2E1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870CE-F0CE-496A-A071-7E5BEFCD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1AABF-2876-48EA-AB6E-A9FEAD0B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32387-B4DA-4CED-8641-A941B40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4AEA4-E5E4-4920-BD53-E566BF6D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C0928-D40F-4422-923D-786474A7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129E5-B3BE-4E21-8143-04792B8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0EFB9-07CC-4C8D-BAE2-9888D763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F770A-41A7-4754-A91C-42C0F16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A74D7-3BEB-46D4-B570-BABEE265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1ECF0-2A77-483A-8645-D641E63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D9E67-2F2D-4EFB-93F4-CC31DF62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222E0-D196-48EC-8AF3-AFE89CE9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2E9FB-FBC6-4CBC-9B4B-3707B18B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2110494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2D20C-EE4E-433B-B413-6BB05FC2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ED864-8D92-4B24-8105-AC375EA1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6F6F1-1270-4493-B93F-3539EA31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62B49-2D54-45F5-A367-1315BBC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F63D7-B727-4F16-B5A6-C8C1C7F2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State Executive &amp; Elections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DFF93-E46C-4C1D-B8E6-5798F86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State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057BD-22F6-43F4-A97A-64A3FB16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B30DC-213D-4A08-A860-8DD3C63C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410E2-77DF-4883-947E-34F76C6A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40411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A3437-DAB6-4050-82D9-0BF1D12A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C2B58-8E51-4B14-BE24-925A7831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21EF5-9649-43A0-8614-34482069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EB4F3-7471-43A1-A3EF-B3BEF958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FF0EC-5E9D-4DBD-BD0B-55B13B24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Emergency Provisions.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8C5AF-CDE1-462D-BCED-60B229B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BFB4C-A526-4282-9C34-4E4081DE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42A73-3594-4FA7-AF98-FEEAB06F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757DB-9F4B-480E-B611-04B4C3FE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081323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DC5CBC-246D-40AE-B7F5-C79C3B4C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DF2A4-27EE-4E64-B302-97409B62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9FE34-301F-4594-8543-A3912451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DEAAB-DB4D-4328-998F-F90C4E9D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30097-A21B-4515-A32D-F68C0406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F3F9E-4F6F-41BE-9D6A-C9067A19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2F014-3DDB-4CEF-96E3-A00FCE9A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State Executive &amp; Elections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01B44-3138-48A5-A224-161019A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52985-3901-4708-BD76-43B813CF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246C-268C-40F3-893E-D113EE37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Amendments and Emergency Provisions: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5675D-66A6-4C8E-B3CA-5EB0EBFF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597E4-35F8-452D-8219-C9E2391B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AC395-C789-4D6D-BE4D-AD5BF680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State Executive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78EE0-58E0-49FB-BDCE-A73ADDE5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62A25-70F6-44AB-A42B-13ED2724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A13CE-D280-4E8B-9926-AE48BD7B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Election Commission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3F9E8-97C3-4600-86EF-B0AF365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63AA5-A29B-4561-A46E-EA3505DA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E3C0D-190C-4BDB-840F-2D56EDC4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Elections &amp; Electoral Process 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700D5-0CB5-4CC1-A0F3-3CAF412F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FE63F-CDAB-411B-B9EE-493F927F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117BC-6ECA-41F9-9FD8-11D580D3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Amendment to Constitution (How and Why) and Important Constitutional Amendments till today.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E69D5-A1EB-4F83-8D94-78DF6562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86C27-EC86-4274-B86C-439EAED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67E43-58B1-4742-91C0-E0CCB911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Emergency Provisions.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23A79-1D3C-47E5-8DEC-7B5C3A9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69E76-FE70-495A-9B87-588A0D78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FEF66-3F1C-4B0E-84A5-9C6D8908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1B2F0-DB2C-4AD8-8C9B-C44205C5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5620162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FEF64-5490-4625-A22F-45EC5665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19A89-F3E4-427C-A19B-077772EC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D75A6-D8FE-4FAF-B484-4F74AB5B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6BDCC-1438-4418-AB24-E6028431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State, Executive, Elections, Amendments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BF536-9DF1-4E3C-8DA0-8B17E1F1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26EEC-4147-4D0B-B568-36DEB0F3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C9664-2999-4897-B642-367C6EB4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1CFA6-EDD4-40F5-950C-B5C8A51F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2103873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2026-08-24T06:38:49.2770000Z</dcterms:created>
  <dcterms:modified xsi:type="dcterms:W3CDTF">2026-08-24T06:38:49.2770000Z</dcterms:modified>
</coreProperties>
</file>