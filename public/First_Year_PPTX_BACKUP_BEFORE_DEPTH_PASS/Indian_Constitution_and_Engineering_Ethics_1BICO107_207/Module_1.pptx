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8a3d79a630471e" /><Relationship Type="http://schemas.openxmlformats.org/officeDocument/2006/relationships/extended-properties" Target="/docProps/app.xml" Id="Rb7bc1112ef284261" /><Relationship Type="http://schemas.openxmlformats.org/officeDocument/2006/relationships/officeDocument" Target="/ppt/presentation.xml" Id="R15fc7da2af0b49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e992623c174ac4"/>
  </p:sldMasterIdLst>
  <p:notesMasterIdLst>
    <p:notesMasterId xmlns:r="http://schemas.openxmlformats.org/officeDocument/2006/relationships" r:id="R15ce98c3b8084736"/>
  </p:notesMasterIdLst>
  <p:sldIdLst>
    <p:sldId xmlns:r="http://schemas.openxmlformats.org/officeDocument/2006/relationships" id="256" r:id="Rdb31d01d46a241cb"/>
    <p:sldId xmlns:r="http://schemas.openxmlformats.org/officeDocument/2006/relationships" id="257" r:id="R1e90c31dedc6478d"/>
    <p:sldId xmlns:r="http://schemas.openxmlformats.org/officeDocument/2006/relationships" id="258" r:id="R63ccb80271284ad7"/>
    <p:sldId xmlns:r="http://schemas.openxmlformats.org/officeDocument/2006/relationships" id="259" r:id="Rd8e306a3d1204459"/>
    <p:sldId xmlns:r="http://schemas.openxmlformats.org/officeDocument/2006/relationships" id="260" r:id="Rd6b3791be3b44434"/>
    <p:sldId xmlns:r="http://schemas.openxmlformats.org/officeDocument/2006/relationships" id="261" r:id="Rf0f53cf3ec03436e"/>
    <p:sldId xmlns:r="http://schemas.openxmlformats.org/officeDocument/2006/relationships" id="262" r:id="R8298cb935dad4bb3"/>
    <p:sldId xmlns:r="http://schemas.openxmlformats.org/officeDocument/2006/relationships" id="263" r:id="Rbe87ca863a234c16"/>
    <p:sldId xmlns:r="http://schemas.openxmlformats.org/officeDocument/2006/relationships" id="264" r:id="R36a1689d373e4d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4312b2c914fbd" /><Relationship Type="http://schemas.openxmlformats.org/officeDocument/2006/relationships/slideMaster" Target="/ppt/slideMasters/slideMaster1.xml" Id="Rcce992623c174ac4" /><Relationship Type="http://schemas.openxmlformats.org/officeDocument/2006/relationships/notesMaster" Target="/ppt/notesMasters/notesMaster1.xml" Id="R15ce98c3b8084736" /><Relationship Type="http://schemas.openxmlformats.org/officeDocument/2006/relationships/presProps" Target="/ppt/presProps.xml" Id="R36b724d4e8ac43f0" /><Relationship Type="http://schemas.openxmlformats.org/officeDocument/2006/relationships/tableStyles" Target="/ppt/tableStyles.xml" Id="R041d0e2f63364c2f" /><Relationship Type="http://schemas.openxmlformats.org/officeDocument/2006/relationships/slide" Target="/ppt/slides/slide1.xml" Id="Rdb31d01d46a241cb" /><Relationship Type="http://schemas.openxmlformats.org/officeDocument/2006/relationships/slide" Target="/ppt/slides/slide2.xml" Id="R1e90c31dedc6478d" /><Relationship Type="http://schemas.openxmlformats.org/officeDocument/2006/relationships/slide" Target="/ppt/slides/slide3.xml" Id="R63ccb80271284ad7" /><Relationship Type="http://schemas.openxmlformats.org/officeDocument/2006/relationships/slide" Target="/ppt/slides/slide4.xml" Id="Rd8e306a3d1204459" /><Relationship Type="http://schemas.openxmlformats.org/officeDocument/2006/relationships/slide" Target="/ppt/slides/slide5.xml" Id="Rd6b3791be3b44434" /><Relationship Type="http://schemas.openxmlformats.org/officeDocument/2006/relationships/slide" Target="/ppt/slides/slide6.xml" Id="Rf0f53cf3ec03436e" /><Relationship Type="http://schemas.openxmlformats.org/officeDocument/2006/relationships/slide" Target="/ppt/slides/slide7.xml" Id="R8298cb935dad4bb3" /><Relationship Type="http://schemas.openxmlformats.org/officeDocument/2006/relationships/slide" Target="/ppt/slides/slide8.xml" Id="Rbe87ca863a234c16" /><Relationship Type="http://schemas.openxmlformats.org/officeDocument/2006/relationships/slide" Target="/ppt/slides/slide9.xml" Id="R36a1689d373e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cda78a41d141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6c3705d95247c1" /><Relationship Type="http://schemas.openxmlformats.org/officeDocument/2006/relationships/notesMaster" Target="/ppt/notesMasters/notesMaster1.xml" Id="Rc3b4d1580b0f4d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0db19f29174891" /><Relationship Type="http://schemas.openxmlformats.org/officeDocument/2006/relationships/notesMaster" Target="/ppt/notesMasters/notesMaster1.xml" Id="R94dc5cd8973a4e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6f3223dacc42c2" /><Relationship Type="http://schemas.openxmlformats.org/officeDocument/2006/relationships/notesMaster" Target="/ppt/notesMasters/notesMaster1.xml" Id="Ra378c061dda8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fed693b7b43a6" /><Relationship Type="http://schemas.openxmlformats.org/officeDocument/2006/relationships/notesMaster" Target="/ppt/notesMasters/notesMaster1.xml" Id="R80d2d8d9f8de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afe47c56ce4d49" /><Relationship Type="http://schemas.openxmlformats.org/officeDocument/2006/relationships/notesMaster" Target="/ppt/notesMasters/notesMaster1.xml" Id="R850d16f5de6c47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84385fd86242e6" /><Relationship Type="http://schemas.openxmlformats.org/officeDocument/2006/relationships/notesMaster" Target="/ppt/notesMasters/notesMaster1.xml" Id="R0f02099b318a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43dbcc67e74303" /><Relationship Type="http://schemas.openxmlformats.org/officeDocument/2006/relationships/notesMaster" Target="/ppt/notesMasters/notesMaster1.xml" Id="R44442af47173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c0b8bd4df45f3" /><Relationship Type="http://schemas.openxmlformats.org/officeDocument/2006/relationships/notesMaster" Target="/ppt/notesMasters/notesMaster1.xml" Id="Ra3f1c326c3f640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bcf6a847fd4138" /><Relationship Type="http://schemas.openxmlformats.org/officeDocument/2006/relationships/notesMaster" Target="/ppt/notesMasters/notesMaster1.xml" Id="R34976eec33aa4c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d648ec432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bca8bbb7a454f" /><Relationship Type="http://schemas.openxmlformats.org/officeDocument/2006/relationships/slideLayout" Target="/ppt/slideLayouts/slideLayout1.xml" Id="R0955feaae8a840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5feaae8a840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444baca194487" /><Relationship Type="http://schemas.openxmlformats.org/officeDocument/2006/relationships/notesSlide" Target="/ppt/notesSlides/notesSlide1.xml" Id="R55d352c4197148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7e55f62504c49" /><Relationship Type="http://schemas.openxmlformats.org/officeDocument/2006/relationships/notesSlide" Target="/ppt/notesSlides/notesSlide2.xml" Id="R3d22ca7a295f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f660f253e403b" /><Relationship Type="http://schemas.openxmlformats.org/officeDocument/2006/relationships/notesSlide" Target="/ppt/notesSlides/notesSlide3.xml" Id="R58ec62718b624b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b8429646d433e" /><Relationship Type="http://schemas.openxmlformats.org/officeDocument/2006/relationships/notesSlide" Target="/ppt/notesSlides/notesSlide4.xml" Id="Rd6d4da595b5547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dad3fb5ed430c" /><Relationship Type="http://schemas.openxmlformats.org/officeDocument/2006/relationships/notesSlide" Target="/ppt/notesSlides/notesSlide5.xml" Id="R081187861bb54d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664e495544ee5" /><Relationship Type="http://schemas.openxmlformats.org/officeDocument/2006/relationships/notesSlide" Target="/ppt/notesSlides/notesSlide6.xml" Id="Rb9f8d90937084a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54f1a6e4f4c27" /><Relationship Type="http://schemas.openxmlformats.org/officeDocument/2006/relationships/notesSlide" Target="/ppt/notesSlides/notesSlide7.xml" Id="R15e3e1cb41ba4d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2cca2025641e8" /><Relationship Type="http://schemas.openxmlformats.org/officeDocument/2006/relationships/notesSlide" Target="/ppt/notesSlides/notesSlide8.xml" Id="R47441041a7e54f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b093138f54464" /><Relationship Type="http://schemas.openxmlformats.org/officeDocument/2006/relationships/notesSlide" Target="/ppt/notesSlides/notesSlide9.xml" Id="R9679b325315f42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C981C-57C1-4A68-B41D-6687B531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B4FEE-40C9-4391-A384-622805BA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Indian Constitution: The Necessity of the Constitution, The Societies before and after the Constitution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1C103-5C6C-4919-8A3C-4D045B86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BA110-7793-462D-BD73-E9139E7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91ECF-BEC3-457A-88EB-11015CE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2EBB-8FD5-4916-9791-5EA85262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8CAC6-6562-4B28-8616-CB160E4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736E5-8FDE-425C-8135-5B9985C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5EF9C-4A2C-4BEA-B0ED-450DDD0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91FF8-F326-40F1-A4F2-74CA20B4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72DE7-D35D-4955-8C25-F053D31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BE03C-14AB-48C9-8960-7B9A5064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B24B3-F33D-4782-B59C-72BFA9FC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784AB-A3A9-4DD1-899A-30A74794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F7305-16C0-4E88-BE9E-99FC7DE4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733380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50EA7-4671-48B0-B095-E9228FD6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E1248-3D92-4A6A-9172-E07099B4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F2E09-8217-49C2-9069-FE50D503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EF626-738D-4FDE-902A-BF9875A2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A01C8-6AF8-4087-B4AC-7C44D784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47E30-CA87-489E-B598-D02EE48A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4E50E-895D-4644-BFCA-C4ECF807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A6924-B7E8-4757-ABBE-ECD503BD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51302-66CD-42DA-88FE-9ED2B471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3FE4B-E2AF-4F58-8483-E5F79151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BB9D6-4D8C-4450-B1A3-2D18E42B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4E40D-1DD5-4017-A627-102C0FC3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D3B69-C159-4A11-A456-5781D37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Indian Constitution: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Necessity of the Constitution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Societies before and after the Constitution adoption.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the Indian constitution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Making of the Constitution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1F25E-D61D-449F-83E3-D7B45590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5E6F5-A370-47AC-9B54-F4A0A769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319265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EF9E3-A30C-462B-8912-D78BD078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5B665-4C17-457C-8D25-DD03AD1E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42E2F-6159-43A3-AD0B-5B6B7A71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B7D64-EABD-4A20-BF9D-941B1338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BB8D8-A2A2-4D4A-86F0-D06A0913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Constitution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5D604-3569-46B7-95D1-91C99738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Necessity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21CD9-D2E4-4CCE-8F27-A28B2BD5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Societies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919F4-1F9F-4391-AACD-278C30C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67EAB-99C2-4888-8DFA-64EECE2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C7D28-A7DA-4448-9F59-BFD6A71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Role of the Constituent Assembly.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Preamble of Indian Constitution &amp; Key concepts of the Preamble.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Salient features of India Constitution.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10472-C654-4827-84E2-D786F6E3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055C8-9C26-4B61-92BA-EBED8AD0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58557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0CA41-6A9A-47B2-B626-C5D06548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99E61-F011-4AB2-873C-521850F3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D0127-035A-428C-8ED3-5A83580E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9DB04-2C1A-4409-823A-E0032005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Indian Constitution: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Necessity of the Constitution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Societies before and after the Constitution adoption.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the Indian constitution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Making of the Constitution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Role of the Constituent Assembly.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2C201-FE58-4CDA-A57A-9E587B2C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091AB-202F-4CD6-ACD4-A092C826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6E324-9983-4961-A4A9-56D2880A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8F5DE-2012-40F9-830B-4CE0FFC8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4DFEF-465F-4FA2-9307-DF69AA8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9DC2A-44E8-47E5-B343-46C633B9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D12C3-E3B1-4EA1-BCB1-1B753B41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87920-1DF7-4794-96B8-97FA6EE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59833-3E59-45AB-A4FE-B0EB043D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C48B5-E677-454C-91B0-F4BDCDA1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7F055-010F-416E-AE1A-3BE4210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B3230-66CF-4D19-A479-211B6F26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3BF49-BC15-471D-A816-A115913B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4983B-F3E4-4CEA-95CA-6B1C6085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683378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EEA50-4E6C-4560-AECC-C27D842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D5C0B-48C2-497B-BFCA-D9A630E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CB27A-2A48-4883-933B-4CA6304D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9C019-79D8-4140-ACBF-25759AF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DA07B-6364-4BE6-8276-0AAB1684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8CF23-73E4-4282-B2B2-4978A75A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2977-C263-4CB2-AC2F-8CDF3B61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594E8-5307-4216-9A93-EAB63FDD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CD3B5-9E73-4617-99DE-C746DA09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3D0B1-6E0D-4D49-83A4-B2B58308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198A7-37BE-4B97-B03B-835AC1BB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DA35A-762E-4FEF-8A40-E79FDC8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5DB37-B136-461A-9543-A4712246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5C98D-4165-4644-A1B6-C8FF097F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9B496-802E-4992-8E35-3D123C2D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763671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01E0F-A3FF-473A-A249-16B85CED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D525D-3518-40D9-9412-E4E1AF7E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01866-BE1E-4378-A567-B7237DD3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D7F3F-C856-461C-A98F-89081AF9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8CA1E-94C8-433B-9758-9CDEF263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Indian Constitution: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A562F-985C-42E9-AA94-86123652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Indian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3EF02-7C11-4055-A485-2799FB4D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A3B68-9649-4F17-805E-BD14E83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ED7F0-9D1A-4318-9893-8EFEC09B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848801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E4852-3F9B-4870-BBD9-AD4BD5E8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45AD6-91AA-4DF8-8101-6098EF2D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E36C-5637-4A93-A31B-24C5BC82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259BB-82A5-4CC9-85D6-FBE1ACA3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1810E-3D02-47EF-8315-5989E22A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Preamble of Indian Constitution &amp; Key concepts of the Preamble.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Salient features of India Constitution.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708E2-C041-46E1-955C-EE47D4C2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B4DB3-D64A-46F0-B930-8913BEBC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EA92C-6B7A-4A87-B1E0-C5717F36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34825-A1BD-4AFC-BF87-AE5CFDE9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350256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CA508-AC37-4FFA-949B-F84C1728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B9AFE-15FA-466B-A3DE-3B071D88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3BDE-3ACD-4A9A-9F54-7DC6B63E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D661E-FD82-4F2C-B408-1CB1D8DF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A73E5-F7F5-49CC-AC69-6B9498AD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2ECAD-79C3-4FF1-87C0-7C37D2E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89D68-1849-4FA2-9C97-89FB42DA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Indian Constitution: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10D20-6C35-4816-A7D8-75683D0A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6A416-5768-4BC6-9E2B-D0ABD3E3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D72AE-E682-4A0C-95B6-9BE9F69C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Necessity of the Constitution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4AE46-8EC8-40F8-8D02-56987E94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CC16F-7074-4B03-9992-8629AD8F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7063C-F1C0-4B84-8EDC-BBC0B5B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Societies before and after the Constitution adoption.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1D9F1-71AD-45D2-95C3-F5A30CC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C24D6-838A-4AAD-B267-8E7A27D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E39E3-BE81-4BD2-9033-210A46B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the Indian constitution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9C40C-CC7C-4590-94E2-8468855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62FBA-8319-486D-B52F-0860B1D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184E2-F807-4444-81D6-044839F9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Making of the Constitution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15AC0-8EF5-438A-9C2A-54A9AF2B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B2820-499F-45E7-87C6-AB49D430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40335-EEF3-497D-97B3-A12038E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Role of the Constituent Assembly.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C98BF-0B11-4FE1-9DB1-1D9D8EB8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20BC2-F44D-4224-B9C6-3DB2E1AF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25697-CF58-4D62-B6CB-91E39A3D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Preamble of Indian Constitution &amp; Key concepts of the Preamble.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2069C-56AB-4178-BF37-4040807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E7280-E6BC-44C9-86D2-904795B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33D09-D6BF-4D9F-A4BF-FF6ADAEE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5D7AC-E91F-41FC-8007-DF0228F0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993455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B067F-7CA7-4270-B1B1-87A1237A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CDA6B-CA87-4329-B9B9-63781836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54C73-9DD1-4A32-ACE4-2F6E7061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CD4A-83F7-4927-BCC2-176B4D5E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Indian, Constitution, Necessity, Societies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3825E-D4E5-422E-8F89-9E318AFC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93426-ED7D-4540-8DD0-4A5110D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F3D18-D742-411F-B8C0-780E60B7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55E36-ED2D-4DA4-9304-0B241B3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306709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2026-08-24T06:38:49.1020000Z</dcterms:created>
  <dcterms:modified xsi:type="dcterms:W3CDTF">2026-08-24T06:38:49.1020000Z</dcterms:modified>
</coreProperties>
</file>