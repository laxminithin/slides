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6343f2ab394bea" /><Relationship Type="http://schemas.openxmlformats.org/officeDocument/2006/relationships/extended-properties" Target="/docProps/app.xml" Id="R5ea162a85cf048eb" /><Relationship Type="http://schemas.openxmlformats.org/officeDocument/2006/relationships/officeDocument" Target="/ppt/presentation.xml" Id="R5384ed14cd54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4890daaa1452c"/>
  </p:sldMasterIdLst>
  <p:notesMasterIdLst>
    <p:notesMasterId xmlns:r="http://schemas.openxmlformats.org/officeDocument/2006/relationships" r:id="Rf106522e4ca14d5e"/>
  </p:notesMasterIdLst>
  <p:sldIdLst>
    <p:sldId xmlns:r="http://schemas.openxmlformats.org/officeDocument/2006/relationships" id="256" r:id="R500b8552d72142f1"/>
    <p:sldId xmlns:r="http://schemas.openxmlformats.org/officeDocument/2006/relationships" id="257" r:id="Rd1182f55cf524b1b"/>
    <p:sldId xmlns:r="http://schemas.openxmlformats.org/officeDocument/2006/relationships" id="258" r:id="Rd2a7a4ebda2c42f1"/>
    <p:sldId xmlns:r="http://schemas.openxmlformats.org/officeDocument/2006/relationships" id="259" r:id="R4108ca88808c4c3b"/>
    <p:sldId xmlns:r="http://schemas.openxmlformats.org/officeDocument/2006/relationships" id="260" r:id="R3f953d1974964c92"/>
    <p:sldId xmlns:r="http://schemas.openxmlformats.org/officeDocument/2006/relationships" id="261" r:id="Rbb9f4e0b622f4aac"/>
    <p:sldId xmlns:r="http://schemas.openxmlformats.org/officeDocument/2006/relationships" id="262" r:id="R4eef2015c2fc4e23"/>
    <p:sldId xmlns:r="http://schemas.openxmlformats.org/officeDocument/2006/relationships" id="263" r:id="R87365b6166d64fbd"/>
    <p:sldId xmlns:r="http://schemas.openxmlformats.org/officeDocument/2006/relationships" id="264" r:id="Rb8cd31d319b4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e7b21d4db24507" /><Relationship Type="http://schemas.openxmlformats.org/officeDocument/2006/relationships/slideMaster" Target="/ppt/slideMasters/slideMaster1.xml" Id="Rddb4890daaa1452c" /><Relationship Type="http://schemas.openxmlformats.org/officeDocument/2006/relationships/notesMaster" Target="/ppt/notesMasters/notesMaster1.xml" Id="Rf106522e4ca14d5e" /><Relationship Type="http://schemas.openxmlformats.org/officeDocument/2006/relationships/presProps" Target="/ppt/presProps.xml" Id="Rba35d9094b654d46" /><Relationship Type="http://schemas.openxmlformats.org/officeDocument/2006/relationships/tableStyles" Target="/ppt/tableStyles.xml" Id="Rb6f24631c99e4e00" /><Relationship Type="http://schemas.openxmlformats.org/officeDocument/2006/relationships/slide" Target="/ppt/slides/slide1.xml" Id="R500b8552d72142f1" /><Relationship Type="http://schemas.openxmlformats.org/officeDocument/2006/relationships/slide" Target="/ppt/slides/slide2.xml" Id="Rd1182f55cf524b1b" /><Relationship Type="http://schemas.openxmlformats.org/officeDocument/2006/relationships/slide" Target="/ppt/slides/slide3.xml" Id="Rd2a7a4ebda2c42f1" /><Relationship Type="http://schemas.openxmlformats.org/officeDocument/2006/relationships/slide" Target="/ppt/slides/slide4.xml" Id="R4108ca88808c4c3b" /><Relationship Type="http://schemas.openxmlformats.org/officeDocument/2006/relationships/slide" Target="/ppt/slides/slide5.xml" Id="R3f953d1974964c92" /><Relationship Type="http://schemas.openxmlformats.org/officeDocument/2006/relationships/slide" Target="/ppt/slides/slide6.xml" Id="Rbb9f4e0b622f4aac" /><Relationship Type="http://schemas.openxmlformats.org/officeDocument/2006/relationships/slide" Target="/ppt/slides/slide7.xml" Id="R4eef2015c2fc4e23" /><Relationship Type="http://schemas.openxmlformats.org/officeDocument/2006/relationships/slide" Target="/ppt/slides/slide8.xml" Id="R87365b6166d64fbd" /><Relationship Type="http://schemas.openxmlformats.org/officeDocument/2006/relationships/slide" Target="/ppt/slides/slide9.xml" Id="Rb8cd31d319b4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c5dddf0dc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de7d0efc84309" /><Relationship Type="http://schemas.openxmlformats.org/officeDocument/2006/relationships/notesMaster" Target="/ppt/notesMasters/notesMaster1.xml" Id="R9384825b625e49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97258806c43f8" /><Relationship Type="http://schemas.openxmlformats.org/officeDocument/2006/relationships/notesMaster" Target="/ppt/notesMasters/notesMaster1.xml" Id="R59fd05aaf8c1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96ed8fbe8440c" /><Relationship Type="http://schemas.openxmlformats.org/officeDocument/2006/relationships/notesMaster" Target="/ppt/notesMasters/notesMaster1.xml" Id="Rcfb855328ca4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d166a746ea4bdd" /><Relationship Type="http://schemas.openxmlformats.org/officeDocument/2006/relationships/notesMaster" Target="/ppt/notesMasters/notesMaster1.xml" Id="R33e5ecaea84e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88f413da4844f9" /><Relationship Type="http://schemas.openxmlformats.org/officeDocument/2006/relationships/notesMaster" Target="/ppt/notesMasters/notesMaster1.xml" Id="R76bc67b3afb049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f2682af3b24de2" /><Relationship Type="http://schemas.openxmlformats.org/officeDocument/2006/relationships/notesMaster" Target="/ppt/notesMasters/notesMaster1.xml" Id="R2589a1cfaa63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b66e438f464444" /><Relationship Type="http://schemas.openxmlformats.org/officeDocument/2006/relationships/notesMaster" Target="/ppt/notesMasters/notesMaster1.xml" Id="Rb1491f57892744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10684ee7846f9" /><Relationship Type="http://schemas.openxmlformats.org/officeDocument/2006/relationships/notesMaster" Target="/ppt/notesMasters/notesMaster1.xml" Id="R4027493e245b40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d7e652a3bd40a6" /><Relationship Type="http://schemas.openxmlformats.org/officeDocument/2006/relationships/notesMaster" Target="/ppt/notesMasters/notesMaster1.xml" Id="Ra9d4baaf64a7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651918dbf4b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8ed1b574554e07" /><Relationship Type="http://schemas.openxmlformats.org/officeDocument/2006/relationships/slideLayout" Target="/ppt/slideLayouts/slideLayout1.xml" Id="R234c54bb7d8c4e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c54bb7d8c4e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18dcbd1f4415e" /><Relationship Type="http://schemas.openxmlformats.org/officeDocument/2006/relationships/notesSlide" Target="/ppt/notesSlides/notesSlide1.xml" Id="Rb61dfb013a3e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dfc17908048bc" /><Relationship Type="http://schemas.openxmlformats.org/officeDocument/2006/relationships/notesSlide" Target="/ppt/notesSlides/notesSlide2.xml" Id="R704896286e0a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4a8cc44344ed4" /><Relationship Type="http://schemas.openxmlformats.org/officeDocument/2006/relationships/notesSlide" Target="/ppt/notesSlides/notesSlide3.xml" Id="Re425d7578d3d45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4e19981544e3d" /><Relationship Type="http://schemas.openxmlformats.org/officeDocument/2006/relationships/notesSlide" Target="/ppt/notesSlides/notesSlide4.xml" Id="R179e1b88fe2146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2f460fc8143cd" /><Relationship Type="http://schemas.openxmlformats.org/officeDocument/2006/relationships/notesSlide" Target="/ppt/notesSlides/notesSlide5.xml" Id="Rb46f39522dca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e506eb294432c" /><Relationship Type="http://schemas.openxmlformats.org/officeDocument/2006/relationships/notesSlide" Target="/ppt/notesSlides/notesSlide6.xml" Id="R57635e5f6f77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6a8a5b0dc4b63" /><Relationship Type="http://schemas.openxmlformats.org/officeDocument/2006/relationships/notesSlide" Target="/ppt/notesSlides/notesSlide7.xml" Id="R34598898c9b94d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950b9637f48ea" /><Relationship Type="http://schemas.openxmlformats.org/officeDocument/2006/relationships/notesSlide" Target="/ppt/notesSlides/notesSlide8.xml" Id="R1cc852a0eb2749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1fb2465948e5" /><Relationship Type="http://schemas.openxmlformats.org/officeDocument/2006/relationships/notesSlide" Target="/ppt/notesSlides/notesSlide9.xml" Id="R311cce0d562049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BA315-B2AC-4663-AF5D-C179CCF2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0221D-4EBF-4B22-85C9-E16739EC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FR's, FD's and DPSP's: Fundamental Rights and its Restriction and limitations in different Complex Situations. Directive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27B72-C018-437B-9DB5-839DDE4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A60B9-9001-415A-A22C-930D17A8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0B73-75CC-48EC-92D6-3B80F26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01961-3D5C-47A5-95EC-79C233E7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45155-D52A-424C-9A2B-06C997B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05FAD-2BA8-40EC-B52B-F5BE203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459A9-799E-4791-8DC7-11C1F9B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EAFF7-55D8-4530-B009-7AD433F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52E19-64F5-4E46-98E7-809586F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627F9-EF40-483B-83F7-0997110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9E9C6-9E2A-466C-A240-DFE8173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58A1E-496B-4535-BC09-3A7008F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456E9-5126-404A-AA1D-84EC75D3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236742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3430F-FBD3-4390-ACC0-D70E8F95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9984C-1C67-4D7F-BB49-256C3A7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70121-D466-4F04-868C-F9EDECB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CC5AD-9CF4-46F5-8225-4BDA75C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B976-1E67-4EA7-99A7-9501725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F0907-BB55-401D-916D-A617950D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6C8A-DC02-4084-B992-051486F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16F42-2D8C-4390-AF0C-5A413C86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1B009-BB99-4197-BB22-364C23C7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AD6A2-3EFE-42F4-9611-A8189FD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45C89-0194-4858-98A2-08F06A6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05E53-E21A-406A-8EFC-B0DD672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19CCC-B20C-4E43-9B23-07CA0B8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FD's and DPSP's: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 Rights and its Restriction and limitations in different Complex Situations.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Directive Principles of State Policy (DPSP) and its present relevance in our society with examples.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 Duties and its Scope and significance in Nation building.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EABD-5718-4F75-A0A5-4B58346C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313F2-34F7-480E-8351-FA3E646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2038577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6CAAE-5941-4F57-AA6D-645AECE0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29FDC-E91C-439A-952C-21EC08D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ED0B9-C7CD-46CD-B73B-CB3AF6C2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B6B67-A3E1-4DDD-82F4-9E9B722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DPSP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69017-DAD2-42F3-B916-CEBF568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Fundamental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FEAC8-FAFF-4C96-964E-EBD2723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0B4F1-4055-407D-AD9A-22E20B47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8C929-FFF4-4E67-84C1-5AB733BA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5D169-2896-46DC-A7AF-943641B0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F52F6-2C0A-4382-8234-005A5FF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44BF1-B853-4DB1-B24C-18C23BF1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99E6B-381A-44D8-A39C-ED485CE3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789332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D2647-58F9-4B7F-A15B-F9ABFC88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16255-D391-404E-906F-95A97C2D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49BB9-8724-4D58-9A19-2CCC7655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BCBD4-575B-4E19-83D0-4966CC2E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FD's and DPSP's: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 Rights and its Restriction and limitations in different Complex Situations.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Directive Principles of State Policy (DPSP) and its present relevance in our society with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 Duties and its Scope and significance in Nation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7EA3B-E345-4CDF-B781-B84CBEC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C85BB-7006-4B6E-A438-10DD47ED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DB080-121C-4C41-89A9-9210A79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4563E-017A-4EDF-B20B-A20B7C5C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A8DEA-048E-4F72-9F76-1CC2BAC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F1BAD-C646-4280-969C-075E2EE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A8B64-6AE6-49A8-94DD-9274C6FF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2E2A0-ACD1-4829-9E03-EEDA9FD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D253D-A9E6-4CE1-BC61-C870706A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12A29-C06E-4D1B-A5ED-8E0DE8D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8AB92-CDC3-4FA2-9C72-99E9A00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D2255-3348-4297-B1F4-CCD845AC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213EE-CCD9-4863-95DC-C3F7B87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A399B-AF8F-49FC-95A3-2C8211B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315088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FE9E6-92F9-417A-848F-D721B74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9B822-4927-4994-B6BC-930B63C7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7BE4E-A5FB-4F5F-B7DF-FBAEC41F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C06D8-6DDE-45C5-96F1-7396A575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A74F-92A5-4EC9-B0FA-A28D3268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AF182-938E-4729-BBD7-561AFC6C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D9B0B-07C2-4056-941B-B1FDD53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B45AC-03D0-495C-AE17-5BD4D78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DB841-C7E3-48A5-B6C3-ECBA8488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02811-E2A1-419B-B10A-84A4B2F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37FB4-43AE-45A2-AC6A-26F18CF6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21833-72B6-44F9-8A54-592D07E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52443-2F32-4FA0-BD5D-B8359A44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EF87E-0D7B-479D-9CF0-61D6B36F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DE418-9F99-458E-8E95-B3641FC8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083501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AF060-E014-450B-9B25-ECA0225C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DA34-4B85-45DE-8B52-7052B6B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47FA4-FEFD-4EBB-9E93-01B30D2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94FEA-62D8-4126-A1E3-8C461E40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F7962-79D9-4F93-B645-C48D069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FD's and DPSP's: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BDFF2-0EFD-4395-BED6-39F19AA0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DPSP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D80FC-5DE3-41FF-9C1F-9A598FC6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81ECA-E885-43E0-8FBB-585A8B3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17817-3337-462C-B858-8E9807F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349525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80291-0276-44D8-ABA6-02346BB4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E5D4-8989-4472-977B-934933E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E60D8-7552-4655-944A-E949C1F1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721C5-536B-4064-A3D3-59C4CAA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9B171-0F27-4D59-9ABE-317051AC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FF32-8E6E-4A6B-B7AE-9B4D074A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55325-EB1A-4C54-9E0A-3BB78DD1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5F5E4-C790-4E90-8035-4C722C63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CA76C-226A-4ED7-AC3B-A40398D4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236935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FC153-687B-4C6B-AF21-0D77509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26D5F-E6E8-47C5-B059-7B40690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B6F2E-CDF6-4779-AFD6-F7BDE58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2114E-CAC6-4C41-9A37-3CD2F48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0AB68-BC05-43B3-949E-A5ADC9BC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D950D-1AC4-478E-9DB3-B5DD5BD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2A976-EE16-4D4C-A740-3C7E274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FD's and DPSP's: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6AD37-72B8-4B49-8DE2-E31C85F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0EFC2-2093-41C9-81A5-C694D2F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CE457-06B7-47A3-B72E-59CA39B5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 Rights and its Restriction and limitations in different Complex Situations.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D14D4-074E-440B-9E28-B4D086F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A7EC1-3883-4B7E-A573-B1EB94C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79E04-5475-4AE2-8907-F817446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Directive Principles of State Policy (DPSP) and its present relevance in our society with examp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C0994-A11A-4EA0-AA1F-47F9062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5574E-8CDF-4BDF-BE82-0B8BDB79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21EA8-4716-4791-8F99-6AD2FF9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 Duties and its Scope and significance in Nation building.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E1657-A05D-456D-8C9E-4E56BAE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B4092-8DC1-41B9-9DC6-18E39B6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4CA6F-2363-460B-AD79-6E02941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A720D-C858-462B-8D53-D7C1AF4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914717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EE26E-8E1C-4A1C-A0D6-8CC1CC9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3E005-88B2-4255-8C37-25C28FA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0A7BF-DB46-4200-ACF9-9539F14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F47A7-AE58-4040-BCAA-42E5396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DPSP, Fundamental, Rights, Restriction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605F-9429-47C3-B017-3C8DD762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99099-DC6E-4464-A9DA-7DF6D49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A8631-ECCD-4FA0-BA25-8AE854E8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B1D44-9C47-4E90-A31D-85D07670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16074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2026-08-24T06:38:49.1620000Z</dcterms:created>
  <dcterms:modified xsi:type="dcterms:W3CDTF">2026-08-24T06:38:49.1620000Z</dcterms:modified>
</coreProperties>
</file>