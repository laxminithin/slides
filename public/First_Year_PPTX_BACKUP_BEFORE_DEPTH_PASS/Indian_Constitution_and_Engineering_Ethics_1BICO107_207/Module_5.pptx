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d56688fc624429" /><Relationship Type="http://schemas.openxmlformats.org/officeDocument/2006/relationships/extended-properties" Target="/docProps/app.xml" Id="Rb8b37f1514144855" /><Relationship Type="http://schemas.openxmlformats.org/officeDocument/2006/relationships/officeDocument" Target="/ppt/presentation.xml" Id="Rd1eaf485abba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3ec3434e35405c"/>
  </p:sldMasterIdLst>
  <p:notesMasterIdLst>
    <p:notesMasterId xmlns:r="http://schemas.openxmlformats.org/officeDocument/2006/relationships" r:id="R6676ea77bd734039"/>
  </p:notesMasterIdLst>
  <p:sldIdLst>
    <p:sldId xmlns:r="http://schemas.openxmlformats.org/officeDocument/2006/relationships" id="256" r:id="R7ea9d90b10e94c69"/>
    <p:sldId xmlns:r="http://schemas.openxmlformats.org/officeDocument/2006/relationships" id="257" r:id="R3f1b97bb62c84d1a"/>
    <p:sldId xmlns:r="http://schemas.openxmlformats.org/officeDocument/2006/relationships" id="258" r:id="R8ac50811faac439e"/>
    <p:sldId xmlns:r="http://schemas.openxmlformats.org/officeDocument/2006/relationships" id="259" r:id="R8d76a9db39de4190"/>
    <p:sldId xmlns:r="http://schemas.openxmlformats.org/officeDocument/2006/relationships" id="260" r:id="Ref78b252cbe84b6b"/>
    <p:sldId xmlns:r="http://schemas.openxmlformats.org/officeDocument/2006/relationships" id="261" r:id="R2ef6bfcfdfed4876"/>
    <p:sldId xmlns:r="http://schemas.openxmlformats.org/officeDocument/2006/relationships" id="262" r:id="R7e414aad31004cca"/>
    <p:sldId xmlns:r="http://schemas.openxmlformats.org/officeDocument/2006/relationships" id="263" r:id="R5a0dfc2e64fc4542"/>
    <p:sldId xmlns:r="http://schemas.openxmlformats.org/officeDocument/2006/relationships" id="264" r:id="R2c61abd63ee547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f33e902cde433a" /><Relationship Type="http://schemas.openxmlformats.org/officeDocument/2006/relationships/slideMaster" Target="/ppt/slideMasters/slideMaster1.xml" Id="Rd93ec3434e35405c" /><Relationship Type="http://schemas.openxmlformats.org/officeDocument/2006/relationships/notesMaster" Target="/ppt/notesMasters/notesMaster1.xml" Id="R6676ea77bd734039" /><Relationship Type="http://schemas.openxmlformats.org/officeDocument/2006/relationships/presProps" Target="/ppt/presProps.xml" Id="R7f321fd7405243e4" /><Relationship Type="http://schemas.openxmlformats.org/officeDocument/2006/relationships/tableStyles" Target="/ppt/tableStyles.xml" Id="R4c91cf4363d04114" /><Relationship Type="http://schemas.openxmlformats.org/officeDocument/2006/relationships/slide" Target="/ppt/slides/slide1.xml" Id="R7ea9d90b10e94c69" /><Relationship Type="http://schemas.openxmlformats.org/officeDocument/2006/relationships/slide" Target="/ppt/slides/slide2.xml" Id="R3f1b97bb62c84d1a" /><Relationship Type="http://schemas.openxmlformats.org/officeDocument/2006/relationships/slide" Target="/ppt/slides/slide3.xml" Id="R8ac50811faac439e" /><Relationship Type="http://schemas.openxmlformats.org/officeDocument/2006/relationships/slide" Target="/ppt/slides/slide4.xml" Id="R8d76a9db39de4190" /><Relationship Type="http://schemas.openxmlformats.org/officeDocument/2006/relationships/slide" Target="/ppt/slides/slide5.xml" Id="Ref78b252cbe84b6b" /><Relationship Type="http://schemas.openxmlformats.org/officeDocument/2006/relationships/slide" Target="/ppt/slides/slide6.xml" Id="R2ef6bfcfdfed4876" /><Relationship Type="http://schemas.openxmlformats.org/officeDocument/2006/relationships/slide" Target="/ppt/slides/slide7.xml" Id="R7e414aad31004cca" /><Relationship Type="http://schemas.openxmlformats.org/officeDocument/2006/relationships/slide" Target="/ppt/slides/slide8.xml" Id="R5a0dfc2e64fc4542" /><Relationship Type="http://schemas.openxmlformats.org/officeDocument/2006/relationships/slide" Target="/ppt/slides/slide9.xml" Id="R2c61abd63ee547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93d86a88ad45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365142fde747b6" /><Relationship Type="http://schemas.openxmlformats.org/officeDocument/2006/relationships/notesMaster" Target="/ppt/notesMasters/notesMaster1.xml" Id="Rd08a6e6ee82f4e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2a3a9000aa42ed" /><Relationship Type="http://schemas.openxmlformats.org/officeDocument/2006/relationships/notesMaster" Target="/ppt/notesMasters/notesMaster1.xml" Id="Refe77da387464b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336b581a624dde" /><Relationship Type="http://schemas.openxmlformats.org/officeDocument/2006/relationships/notesMaster" Target="/ppt/notesMasters/notesMaster1.xml" Id="R22b133dbb4854e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5c58c7dc584527" /><Relationship Type="http://schemas.openxmlformats.org/officeDocument/2006/relationships/notesMaster" Target="/ppt/notesMasters/notesMaster1.xml" Id="R03e24762d86a41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af3fba0de94576" /><Relationship Type="http://schemas.openxmlformats.org/officeDocument/2006/relationships/notesMaster" Target="/ppt/notesMasters/notesMaster1.xml" Id="R8ca86519a0fd4a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e4382cab1c4728" /><Relationship Type="http://schemas.openxmlformats.org/officeDocument/2006/relationships/notesMaster" Target="/ppt/notesMasters/notesMaster1.xml" Id="R58e20c1c3bed4a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bd3a95b48e4461" /><Relationship Type="http://schemas.openxmlformats.org/officeDocument/2006/relationships/notesMaster" Target="/ppt/notesMasters/notesMaster1.xml" Id="R10f4fdb60aef46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c2d01305594f76" /><Relationship Type="http://schemas.openxmlformats.org/officeDocument/2006/relationships/notesMaster" Target="/ppt/notesMasters/notesMaster1.xml" Id="Rebe00c4f5cac49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fd0c4954224b0c" /><Relationship Type="http://schemas.openxmlformats.org/officeDocument/2006/relationships/notesMaster" Target="/ppt/notesMasters/notesMaster1.xml" Id="Rc4679ff9640b48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555cf265241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70719e125f4f44" /><Relationship Type="http://schemas.openxmlformats.org/officeDocument/2006/relationships/slideLayout" Target="/ppt/slideLayouts/slideLayout1.xml" Id="R32d80e08ba1440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d80e08ba1440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0e5058c4b4129" /><Relationship Type="http://schemas.openxmlformats.org/officeDocument/2006/relationships/notesSlide" Target="/ppt/notesSlides/notesSlide1.xml" Id="Re0b9d49c3a034a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09942053d4fef" /><Relationship Type="http://schemas.openxmlformats.org/officeDocument/2006/relationships/notesSlide" Target="/ppt/notesSlides/notesSlide2.xml" Id="R32e072e7eee547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23079bbc54db5" /><Relationship Type="http://schemas.openxmlformats.org/officeDocument/2006/relationships/notesSlide" Target="/ppt/notesSlides/notesSlide3.xml" Id="Ra4d3d1305a944f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eb41ac67746f8" /><Relationship Type="http://schemas.openxmlformats.org/officeDocument/2006/relationships/notesSlide" Target="/ppt/notesSlides/notesSlide4.xml" Id="Ref30dc10a4f74a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fe79d51074ae0" /><Relationship Type="http://schemas.openxmlformats.org/officeDocument/2006/relationships/notesSlide" Target="/ppt/notesSlides/notesSlide5.xml" Id="R86370a3feb4c4c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e786a05a14f25" /><Relationship Type="http://schemas.openxmlformats.org/officeDocument/2006/relationships/notesSlide" Target="/ppt/notesSlides/notesSlide6.xml" Id="Rbb2f9c92dfdf44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f64ad6918423b" /><Relationship Type="http://schemas.openxmlformats.org/officeDocument/2006/relationships/notesSlide" Target="/ppt/notesSlides/notesSlide7.xml" Id="R67eb5429440041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eec3d9d3b408c" /><Relationship Type="http://schemas.openxmlformats.org/officeDocument/2006/relationships/notesSlide" Target="/ppt/notesSlides/notesSlide8.xml" Id="Re354a6bb3c884d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74326f7b34d2c" /><Relationship Type="http://schemas.openxmlformats.org/officeDocument/2006/relationships/notesSlide" Target="/ppt/notesSlides/notesSlide9.xml" Id="R6ea9513ec5d248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5E5BF-5261-4312-8A28-2B95D5C9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61C42-A569-4094-8BB1-8077412C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Professional Ethics: Ethics &amp; Values. Types of Ethics. Scope &amp; Aims of Professional &amp; Engineering Ethics. Positive and 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768E9-9B2D-428D-8FE7-611959B9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humanities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56148-B0AE-4B32-9163-F52026C8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7A088-9208-4531-9194-2B8D0FD8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A60E5-893B-48E6-AA9F-6AA541ED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1984B-9657-4A41-87B8-5B04A72E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70E15-9D27-4121-978B-001B24FD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94A28-C0E1-4E0D-A271-A4B0CD78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DCD66-D5A5-4E79-B433-C3C6C6E9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2DD9A-84E0-4A93-B8BF-DD0DC8E6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E975E-4102-4ED1-8579-C4C7AB5E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CAF35-A452-40A1-B7BE-3ED07A3B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485BA-7BE8-4EA0-BCBC-0AD80A1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04556-06BF-498B-866F-E269B2BE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215019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4234A-786A-4DAB-AABE-59E74403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CCD10-EA24-4373-A11F-72E8F9BD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BA16C-2DC4-4CD1-97E3-A6DCAB3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C1D03-B6CA-49DD-9498-552D0449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B2710-BBA3-4D4C-B67E-05E061C9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35743-835F-4601-ACA1-E8DC49ED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A84FC-C288-4400-86E4-3656FFBA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6A7AB-34F3-4BDD-9B8F-E453298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Practice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8876E-CFDC-48B3-B421-977E0B00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C85B1-9DCA-41C9-BCEA-1AD17B3B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8F3D0-9257-47A8-96FD-29C32157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89CF6-6446-4C2B-AF05-76DD0D0C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05C17-E06A-4205-98A8-9D760605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Professional Ethics: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Ethics &amp; Values.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Ethics.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Scope &amp; Aims of Professional &amp; Engineering Ethics.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Positive and Negative Faces of Engineering Ethics.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F7CE6-348C-44B9-87F7-6CACAFCA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6B29D-144D-4612-9092-72244CA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020408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6F81C-C264-4233-87FE-F72F6760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F23EC-71FF-404E-AE42-D22FEA1C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30E7E-E351-43C0-88B6-1E370CF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54226-CB13-49EF-8D33-57BF2AD3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Professional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A357D-EE2A-4519-AB2F-5A6BEE60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Ethics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A47EC-3C98-46CB-A7E4-A7559113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Values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19510-9EB8-4C05-9C07-F8115554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4FACE-854A-4BE8-86D8-1F5B84B5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Aims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6C840-4295-430E-8520-B1841CF3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65DC6-206C-4BE9-BBAD-CE71ADBB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Clash of Ethics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Conflicts of Interest.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impediments to Responsibility.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Trust &amp; Reliability in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DF13C-CBDD-41B3-A601-2E575750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BAC7E-5966-4249-908D-BE2C0BC7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142957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C7A09D-E0BF-47BD-BDA9-BD252BF4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24DED-8EA1-4C42-A377-0F933FAD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62C2C-94DA-407D-8E81-E5CC7788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AD436-A2EA-444A-A09A-7A9ACB31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Professional Ethics: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Ethics &amp; Values.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Ethics.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Scope &amp; Aims of Professional &amp; Engineering Ethics.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Positive and Negative Faces of Engineering Ethics.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Clash of Ethics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77688-D77B-45CE-A822-4F27C714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57599-B749-4AD7-A6DF-3B6F0065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90240-4325-4EA8-9CD6-5B3E502C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ABDFF-1EF0-487B-B26D-E67DC8F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9A780-8DA7-43CD-B308-D6F6AE70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71E29-D4CE-4C00-878B-E56E8032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27A9C-6A40-4C99-AFE1-B5A7E732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4594A-A1F5-4A1E-B403-4772C7AB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3313E-05C5-4F54-B1EF-20CAE368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1A510-F8FF-4786-B23A-6F5E18EF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A48BC-6F8B-4059-B8D4-CD843114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B93B3-FC7D-41FE-B0C3-C982934D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Practice turns concepts into professional behaviour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DABD5-CE19-4B8D-AC4C-AE00C7D8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C02FD-60E6-479F-BA30-C819542E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249044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E8AD2-54FD-48A0-9DF7-3660103A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8FCAD-841D-4B20-9473-534E577D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1F75F-77D6-43BE-BE05-4CC7779E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535D4-6382-460B-BC1E-FEB7A0B9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2AA19-CA65-4519-9A7A-570C42D8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C68C3-47B7-4B04-AE3C-ADFDF877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A47F4-D9B1-4E2B-9B9D-B3773054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9B1F3-049B-4002-90C9-CD6FE903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63C55-98B8-4D88-9DF0-B8296D55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FE088-A6EA-44BC-ADEA-B77537E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CE860-9DE9-4274-A6DA-90CAA621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083DE-B7FC-47F5-BF3A-960D0DD2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E61426-D402-4D84-B74E-0B3F2BEA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B9D6E-3172-40D8-A38D-02AFD1BC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D3BA6-42EC-4269-9E1B-AE0C1A60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495638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C4CDB-7C1F-40BC-8BFD-4526087B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D0FE3-1998-4F60-B0E6-BCB0927D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0680A-0807-43F8-B0AF-669DAE2D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622D9-04EC-470B-B41B-DB5216FF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D2531-D856-49C7-AC68-EF8107CC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Professional Ethics: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D1069-C28D-4E3F-A35E-C59AEC1B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Professional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0133C-3FDF-4C5B-9EF5-672D7428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B94D2-1B04-4BCF-933B-2B3CA1C6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37718-59B2-4197-8FB5-BCB386C4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676159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6B55E-998F-470B-831F-F65916F5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ED266-7565-49E6-8BBD-AFB87D7A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B6486-1CB2-4402-9BCA-56E1AB4A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D1C2D-835A-49B9-A5D4-3B396C57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8F35A-C7D4-4CF9-A821-8A4643C2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Conflicts of Interest.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impediments to Responsibility.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Trust &amp; Reliability in Engineering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IPRs (Intellectual Property Rights)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A96AA-25ED-439C-B184-D3A62337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D31E5-7DD9-4D30-8BAF-10BD3CF3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5416A-336F-404F-9B36-EFB5E01E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3DAD6-DC75-494B-A3AF-2F3104FA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265258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08DF23-7A89-44F8-86BC-5A3CB22A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4C0EF-9F3E-4C0B-8A68-AE0B104F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262F1-5615-4ED2-91FE-6BB7984E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835C8-6B5B-45C7-9F1A-9650FCA5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A4716-03AE-40F8-85A1-7BE0FD63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5129F-34EA-4108-A569-3F7B55A4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34D5A-6C25-485D-AB7D-58AC9F74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Professional Ethics: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BB23E-C65C-4D93-A759-50FAB26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01116-673D-48E9-862E-F4B2EF4E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FFB0C-A8A1-4CD6-9985-99798539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Ethics &amp; Values.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FC743-7EDB-4EE0-94FA-FD13BB1F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725A9-FEF0-40C5-850E-B9C7A390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7C09D-CA8E-487F-A908-20CFEC68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Ethics.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53582-7691-476F-80BD-6E34CCF5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2DF75-7BF7-40C6-A685-5CD77A2D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3DE71-3BAF-4AAF-805C-D414AEE1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Scope &amp; Aims of Professional &amp; Engineering Ethics.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C786C-CA55-428F-88D4-78E1E6C7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4214F-2D3A-4720-83D0-BFE53465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75E1D-CAFF-41BE-9293-AAA9038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Positive and Negative Faces of Engineering Ethics.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5A1AA-2ACD-4ED1-A294-033C28AF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A0CB6-021D-4125-8855-C866CEE4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77F9D-7198-4E84-9C17-4E07421B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Clash of Ethics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2C1D8-22C1-494E-A0F1-586AD08A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7FF84-D3B9-4532-8962-4B3FC63E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DF829-AAA9-4970-9A45-579D3F03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Conflicts of Interest.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79607C-3B42-4F0A-AD41-642126C4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CF6A00-F90E-48E2-AF79-7001FC9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D0B97C-7D0A-4F24-B353-094AE6C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B2512-90EE-42B8-8B92-D9EB8BAC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057815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20287-D833-4176-B919-BD90C780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6F468-D070-4892-BE6B-8570B141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775BC-7A1C-49BC-B442-6C3A852E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5A5EE-AECC-40A1-A67D-003D529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Professional, Ethics, Values, Scope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9B5E2-1094-4510-BF63-712F48EA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8B5F7-ECF6-4E5B-9975-EC5DA8D1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F058F-F0C5-4EFE-A22E-C442AA37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Indian Constitution and Engineering Ethics | 1BICO107/207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077B7-FA51-4CA5-BF22-0E9F90C4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136812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2026-08-24T06:38:49.3360000Z</dcterms:created>
  <dcterms:modified xsi:type="dcterms:W3CDTF">2026-08-24T06:38:49.3360000Z</dcterms:modified>
</coreProperties>
</file>