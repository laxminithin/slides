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bb2aee05d3423a" /><Relationship Type="http://schemas.openxmlformats.org/officeDocument/2006/relationships/extended-properties" Target="/docProps/app.xml" Id="Rbe67be192c564801" /><Relationship Type="http://schemas.openxmlformats.org/officeDocument/2006/relationships/officeDocument" Target="/ppt/presentation.xml" Id="Re64fff75939a45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d8a00324b4d6a"/>
  </p:sldMasterIdLst>
  <p:notesMasterIdLst>
    <p:notesMasterId xmlns:r="http://schemas.openxmlformats.org/officeDocument/2006/relationships" r:id="R802c7ea2875d4507"/>
  </p:notesMasterIdLst>
  <p:sldIdLst>
    <p:sldId xmlns:r="http://schemas.openxmlformats.org/officeDocument/2006/relationships" id="256" r:id="R3523200c603641ea"/>
    <p:sldId xmlns:r="http://schemas.openxmlformats.org/officeDocument/2006/relationships" id="257" r:id="R8d9ae062ba9b4463"/>
    <p:sldId xmlns:r="http://schemas.openxmlformats.org/officeDocument/2006/relationships" id="258" r:id="R6d98eb46edaa4880"/>
    <p:sldId xmlns:r="http://schemas.openxmlformats.org/officeDocument/2006/relationships" id="259" r:id="R46eb0e591d08406a"/>
    <p:sldId xmlns:r="http://schemas.openxmlformats.org/officeDocument/2006/relationships" id="260" r:id="R31813ed5c2dc4537"/>
    <p:sldId xmlns:r="http://schemas.openxmlformats.org/officeDocument/2006/relationships" id="261" r:id="Rc01aca752f534f42"/>
    <p:sldId xmlns:r="http://schemas.openxmlformats.org/officeDocument/2006/relationships" id="262" r:id="R0a0a530195c64196"/>
    <p:sldId xmlns:r="http://schemas.openxmlformats.org/officeDocument/2006/relationships" id="263" r:id="Re680b98a90a74848"/>
    <p:sldId xmlns:r="http://schemas.openxmlformats.org/officeDocument/2006/relationships" id="264" r:id="R77b12e9090e54a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43ae7672a41f2" /><Relationship Type="http://schemas.openxmlformats.org/officeDocument/2006/relationships/slideMaster" Target="/ppt/slideMasters/slideMaster1.xml" Id="R8f0d8a00324b4d6a" /><Relationship Type="http://schemas.openxmlformats.org/officeDocument/2006/relationships/notesMaster" Target="/ppt/notesMasters/notesMaster1.xml" Id="R802c7ea2875d4507" /><Relationship Type="http://schemas.openxmlformats.org/officeDocument/2006/relationships/presProps" Target="/ppt/presProps.xml" Id="R1028dcdd2c2546d6" /><Relationship Type="http://schemas.openxmlformats.org/officeDocument/2006/relationships/tableStyles" Target="/ppt/tableStyles.xml" Id="R4470dbdd7dd44286" /><Relationship Type="http://schemas.openxmlformats.org/officeDocument/2006/relationships/slide" Target="/ppt/slides/slide1.xml" Id="R3523200c603641ea" /><Relationship Type="http://schemas.openxmlformats.org/officeDocument/2006/relationships/slide" Target="/ppt/slides/slide2.xml" Id="R8d9ae062ba9b4463" /><Relationship Type="http://schemas.openxmlformats.org/officeDocument/2006/relationships/slide" Target="/ppt/slides/slide3.xml" Id="R6d98eb46edaa4880" /><Relationship Type="http://schemas.openxmlformats.org/officeDocument/2006/relationships/slide" Target="/ppt/slides/slide4.xml" Id="R46eb0e591d08406a" /><Relationship Type="http://schemas.openxmlformats.org/officeDocument/2006/relationships/slide" Target="/ppt/slides/slide5.xml" Id="R31813ed5c2dc4537" /><Relationship Type="http://schemas.openxmlformats.org/officeDocument/2006/relationships/slide" Target="/ppt/slides/slide6.xml" Id="Rc01aca752f534f42" /><Relationship Type="http://schemas.openxmlformats.org/officeDocument/2006/relationships/slide" Target="/ppt/slides/slide7.xml" Id="R0a0a530195c64196" /><Relationship Type="http://schemas.openxmlformats.org/officeDocument/2006/relationships/slide" Target="/ppt/slides/slide8.xml" Id="Re680b98a90a74848" /><Relationship Type="http://schemas.openxmlformats.org/officeDocument/2006/relationships/slide" Target="/ppt/slides/slide9.xml" Id="R77b12e9090e5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f82886baf5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237facc09e4fca" /><Relationship Type="http://schemas.openxmlformats.org/officeDocument/2006/relationships/notesMaster" Target="/ppt/notesMasters/notesMaster1.xml" Id="R369b4ff7a2a04b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10faa1942c4f4c" /><Relationship Type="http://schemas.openxmlformats.org/officeDocument/2006/relationships/notesMaster" Target="/ppt/notesMasters/notesMaster1.xml" Id="R3e617620190d40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7663cf0ba4488" /><Relationship Type="http://schemas.openxmlformats.org/officeDocument/2006/relationships/notesMaster" Target="/ppt/notesMasters/notesMaster1.xml" Id="R6467ceb84f6c42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a9a54453e47b9" /><Relationship Type="http://schemas.openxmlformats.org/officeDocument/2006/relationships/notesMaster" Target="/ppt/notesMasters/notesMaster1.xml" Id="R8be7a52a199c43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43e49f1cef42f9" /><Relationship Type="http://schemas.openxmlformats.org/officeDocument/2006/relationships/notesMaster" Target="/ppt/notesMasters/notesMaster1.xml" Id="Rcd191588b9ed43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a978674feb4bc0" /><Relationship Type="http://schemas.openxmlformats.org/officeDocument/2006/relationships/notesMaster" Target="/ppt/notesMasters/notesMaster1.xml" Id="R2e3ee726efbc41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7e369baf904f86" /><Relationship Type="http://schemas.openxmlformats.org/officeDocument/2006/relationships/notesMaster" Target="/ppt/notesMasters/notesMaster1.xml" Id="R06d74b0681e7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9252d5fabb4849" /><Relationship Type="http://schemas.openxmlformats.org/officeDocument/2006/relationships/notesMaster" Target="/ppt/notesMasters/notesMaster1.xml" Id="R3b097f4928234c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c1f04a3cb941a6" /><Relationship Type="http://schemas.openxmlformats.org/officeDocument/2006/relationships/notesMaster" Target="/ppt/notesMasters/notesMaster1.xml" Id="R0ff602c30748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d6a23e8ad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33ccab22094bcb" /><Relationship Type="http://schemas.openxmlformats.org/officeDocument/2006/relationships/slideLayout" Target="/ppt/slideLayouts/slideLayout1.xml" Id="R6ca0583ebd80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0583ebd80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79b778a3c44d0" /><Relationship Type="http://schemas.openxmlformats.org/officeDocument/2006/relationships/notesSlide" Target="/ppt/notesSlides/notesSlide1.xml" Id="R37dfe5c50e4745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246625d2f4489" /><Relationship Type="http://schemas.openxmlformats.org/officeDocument/2006/relationships/notesSlide" Target="/ppt/notesSlides/notesSlide2.xml" Id="R75cb61144694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e84a70f7f4543" /><Relationship Type="http://schemas.openxmlformats.org/officeDocument/2006/relationships/notesSlide" Target="/ppt/notesSlides/notesSlide3.xml" Id="R3274b45b6798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b1d97b2e24ccd" /><Relationship Type="http://schemas.openxmlformats.org/officeDocument/2006/relationships/notesSlide" Target="/ppt/notesSlides/notesSlide4.xml" Id="Raae45c3bd0bc45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8069e25a14bfc" /><Relationship Type="http://schemas.openxmlformats.org/officeDocument/2006/relationships/notesSlide" Target="/ppt/notesSlides/notesSlide5.xml" Id="R669dad08a46a4a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1b3ffc3b34966" /><Relationship Type="http://schemas.openxmlformats.org/officeDocument/2006/relationships/notesSlide" Target="/ppt/notesSlides/notesSlide6.xml" Id="Rda4a0d0b0855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351835b034ffd" /><Relationship Type="http://schemas.openxmlformats.org/officeDocument/2006/relationships/notesSlide" Target="/ppt/notesSlides/notesSlide7.xml" Id="R601ccd0b685e44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c3333e9374885" /><Relationship Type="http://schemas.openxmlformats.org/officeDocument/2006/relationships/notesSlide" Target="/ppt/notesSlides/notesSlide8.xml" Id="R3550e112925546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da270db9403b" /><Relationship Type="http://schemas.openxmlformats.org/officeDocument/2006/relationships/notesSlide" Target="/ppt/notesSlides/notesSlide9.xml" Id="R7909492a217c48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18D58-CE6E-47EB-9D51-8921D4EA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76AC6-3D13-4C9F-B218-EC2BAC55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Single-phase Circuits: Generation of sinusoidal voltage, frequency of generated voltage, Expression of average value, 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29885-A902-487E-92B7-4357E8F5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CCF60-2138-4CB6-87D5-D15CA20F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78D4C-C866-4DE1-A539-DDCC31F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9F40C-9C13-41E0-83B8-EA72901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F4357-A2E0-4465-8A56-42F05FB5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B4F1-9DD0-44D1-8CB4-79B9635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5277A-A232-4751-AFF6-54CE21D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7A2F5-EDFE-44EA-911D-3674F82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099E8-EB80-4875-ADE5-3B20DA14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1907C-3DB8-4BA2-9A85-31DFF77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8190E-F0BB-41BF-97CF-870383E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CDABE-04E3-416B-AC72-F8ACB199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323DA-D56E-4EC8-9345-1CBA08E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515450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FFBCD-03F4-4AED-A57F-AFD267E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B2DFB-9741-4044-996F-31B61DE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218E7-54BD-4249-9C0E-53F33012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EAF6A-8D14-421D-BAFC-EA19F9B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7D152-F114-4A71-9C54-19E88A6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1E80D-D941-4BB5-811B-46387992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D35A4-D177-4A75-9FA2-90C10AFE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B6432-3C6F-4A3C-8C3E-4D4B328D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4D0CE-13AF-462A-8364-2F83AE7E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5E54F-866A-4C17-923B-56DD5B4E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C0EE7-F601-4A97-8289-CA14DFF5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ADFEC-75FF-40CB-967E-FF1507E2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FF63B-7196-4145-AEF2-CB3A98A8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Single-phase Circuits: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Generation of sinusoidal voltage, frequency of generated voltage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Expression of average value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RMS value, form factor and peak factor of sinusoidal voltage and current.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Phasor representation of alternating quantities.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3B069-2CDB-4A58-899F-F686EF7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7C4B8-F91E-43A5-9069-3859097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148974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B918E-F22A-4005-AD92-2A83043B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30AC3-3BAB-404B-9442-0DAEA3E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F374C-383A-44A2-86F4-5159CFB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30EA7-A90E-4B69-A846-7BCCFE47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Single-phase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739EA-BEEF-4E00-B220-378656B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57A1D-5881-438C-9CC2-6C9060F3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7343A-42A1-49B4-8995-5F0909FA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sinusoidal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79782-9DD4-4353-891C-7149DDF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voltage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CAC2-F475-48B7-BFD9-75607903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frequency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48098-3B7E-4D58-A252-28FCAA30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Analysis of 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 and C circuits.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Series and parallel R-L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R-C and R-L-C circuits with phasor diagrams, c alculation of r eal power, reactive power, apparent power, and power factor, illustrative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6DE03-1D16-41F5-94B9-B9CE283D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267F3-0DAB-47D7-9900-1E5FA5AA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929924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93A75-3814-419E-BF54-0AA4870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5FEB8-4B6B-4EE3-842B-92A134BA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4BE53-893C-42AB-A3C2-40B831EE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301DB-5F75-4188-9797-EF847F5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Single-phase Circuits: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Generation of sinusoidal voltage, frequency of generated voltage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 of average value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RMS value, form factor and peak factor of sinusoidal voltage and current.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Phasor representation of alternating quantities.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Analysis of 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E61AF-8B9C-4EAC-A041-11A7410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A9889-3BCA-45C0-B30A-11146EE9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DF1C4-3365-4C4A-A3F5-050721E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D8547-A4B5-4195-B102-AC36937C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106E9-B1FB-4BB5-B480-4856C37A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23266-2497-46C9-8164-27F6AB6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3E320-FC83-4367-910E-73A9A8A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715BB-CAFC-4559-90B0-2E6D088E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5F1CD-DBD4-40B5-A076-EE4A9A3D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B9A50-4F9F-41B1-A9A0-AA7F5F25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CD7D2-8B76-40FE-868F-520B13E9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58B3E-1999-4083-BA0E-6A87E3F8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64D17-99A2-4A1F-AA13-E9036B3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BB32A-27C1-4C66-85F1-91F4585C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757008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63F57-190C-457B-8793-73D25AD3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C32DB-D561-420F-86B6-42164B97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A2C58-0675-4F64-ACD9-3AF7C0A9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0111A-48CC-4E56-8D96-C19998F7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7EB1E-48AB-4828-8AA8-9D458A30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01114-C17E-428B-9E10-25D6D587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1BC6F-140E-4614-B1C5-2A4A2103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D3A94-20C3-4765-9581-2042715B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080B2-AB51-4E28-B14C-30FCB0C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6C015-7F47-4C04-B445-17DCDBE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4B66B-A94D-4CDF-9F08-90DC8E16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27AE2-241D-4573-85E6-50C4A515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04541-ADCC-4136-80E9-1369A7F9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DD57A-61AA-41B7-9B09-342DDD57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48282-F175-4EC4-83F9-AE2426D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317387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D5E38-6447-41B9-9F80-5543C9FF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6D82A-7970-45EA-967C-E5A0A7EF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A70D5-2D32-4A4B-ADDD-80470573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8E42-BCAD-4F83-8C04-EC10671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AA0D5-387B-4F20-A50B-1C9FB5AB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Single-phase Circuits: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D641D-8D52-465B-BE32-2D63A350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Single-phase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75857-230E-46FF-B86D-FA4AEDAC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7A96-3473-4B1D-B52B-7191232E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63D9B-2BF2-424E-8EBA-DB759139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361304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46263-55B0-4767-93F7-3B635C55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694E4-2D21-4FED-B719-D12E145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7C4B9-4399-463F-BE2E-99657D4B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A0D0-B236-462B-A715-CCB87953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522AC-244F-47F6-B9AE-F231692A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 and C circuits.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Series and parallel R-L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R-C and R-L-C circuits with phasor diagrams, c alculation of r eal power, reactive power, apparent power, and power factor, illustrative examples.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4631D-9758-4A3F-A893-C0E795C7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DCFC3-B2E3-46DC-9E9D-F8985640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6CBA4-3CDA-47A9-829B-52796A0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3AAB1-42F3-4101-9E0B-105E13E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655816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5DDBE-963A-4649-9016-D335700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E3E85-C54C-43F1-B08F-9E24643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7A20A-8FE4-4BF1-BE4A-459EA20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E7EA0-F4EE-4868-9D0C-1D2C4FFA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06197-AA48-452D-AE5C-C965DE5F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2099A-19B9-499F-A2C8-A9FEA34E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CCD29-8DDC-473E-8E45-F95A619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Single-phase Circuits: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70A26-E88B-465D-9705-C28E3F2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F0CF6-BE2E-4D5E-BA61-ECB22673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B17CD-632B-4B7B-8AA6-E39D0AC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Generation of sinusoidal voltage, frequency of generated voltage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B4439-3E4C-44EB-9DB7-2774910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26C7B-8895-4B55-9C5E-6F69E208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73F46-19B5-41BA-B963-3A7F0098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Expression of average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0526F-F5C0-44FB-A635-E769E2D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86189-D67B-4AED-8E60-9740A7AD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2237A-E265-4761-BD16-622BFE08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RMS value, form factor and peak factor of sinusoidal voltage and current.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1FC04-EC33-44E2-9C86-1DB61A02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F6263-476C-4D91-994B-441A95A4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5D6D0-617D-4B64-A15A-E97AA890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Phasor representation of alternating quantities.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27984-6B8D-49E7-A413-83EB7B9D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4FB7D-D78F-41CA-8959-E582483E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39173-7316-4527-8BE4-5D409068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Analysis of 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B45B9-44EF-4F76-BEA2-A0496350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71318-618B-46E2-910A-E56BDCD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CC65D-6CF5-4DEB-80FA-F903AC5A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 and C circuits.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F9956-05DD-48D3-BD15-BFABB89B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16340-43D9-4EDA-8C3B-B4C86CB8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9F9044-97BF-481C-BA04-D79D0BD4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3281B-F6DE-4EF1-AD6D-12342DBE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868279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CC4B7-29E5-468F-928D-202C49E6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81C59-33F1-43B8-BBFF-516C57E8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CED46-38AE-49AE-9130-4A22221B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4EC8F-FD43-4400-8555-C81E8905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Single-phase, Circuits, Generation, sinusoidal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2141C-6E7F-4B0C-B9C2-3CF07B2C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5ADB-BF2D-4748-85C6-F9DCB452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9F032-86F1-440A-8285-4FC2E63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1C2E8-EC0E-4FE9-898C-DD5D33C5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91403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2026-08-24T06:38:40.4550000Z</dcterms:created>
  <dcterms:modified xsi:type="dcterms:W3CDTF">2026-08-24T06:38:40.4550000Z</dcterms:modified>
</coreProperties>
</file>