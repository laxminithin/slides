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80c14b77cb4ddf" /><Relationship Type="http://schemas.openxmlformats.org/officeDocument/2006/relationships/extended-properties" Target="/docProps/app.xml" Id="Rd1deeadad3564d40" /><Relationship Type="http://schemas.openxmlformats.org/officeDocument/2006/relationships/officeDocument" Target="/ppt/presentation.xml" Id="Rcc512e1d986d4b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95afa5a48d49da"/>
  </p:sldMasterIdLst>
  <p:notesMasterIdLst>
    <p:notesMasterId xmlns:r="http://schemas.openxmlformats.org/officeDocument/2006/relationships" r:id="R3979d038db934389"/>
  </p:notesMasterIdLst>
  <p:sldIdLst>
    <p:sldId xmlns:r="http://schemas.openxmlformats.org/officeDocument/2006/relationships" id="256" r:id="R55b833ddd8cc448f"/>
    <p:sldId xmlns:r="http://schemas.openxmlformats.org/officeDocument/2006/relationships" id="257" r:id="R4b5dc54a0f5c4077"/>
    <p:sldId xmlns:r="http://schemas.openxmlformats.org/officeDocument/2006/relationships" id="258" r:id="Rc401a4051844475c"/>
    <p:sldId xmlns:r="http://schemas.openxmlformats.org/officeDocument/2006/relationships" id="259" r:id="R70767c2268844ff6"/>
    <p:sldId xmlns:r="http://schemas.openxmlformats.org/officeDocument/2006/relationships" id="260" r:id="Ra01ff0c45b724f70"/>
    <p:sldId xmlns:r="http://schemas.openxmlformats.org/officeDocument/2006/relationships" id="261" r:id="Ra266ccfd7ac04202"/>
    <p:sldId xmlns:r="http://schemas.openxmlformats.org/officeDocument/2006/relationships" id="262" r:id="R214557bbabf844fd"/>
    <p:sldId xmlns:r="http://schemas.openxmlformats.org/officeDocument/2006/relationships" id="263" r:id="R315e95d4e638424b"/>
    <p:sldId xmlns:r="http://schemas.openxmlformats.org/officeDocument/2006/relationships" id="264" r:id="R5cbdba8b956f4d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f4f2a6d6d447aa" /><Relationship Type="http://schemas.openxmlformats.org/officeDocument/2006/relationships/slideMaster" Target="/ppt/slideMasters/slideMaster1.xml" Id="Ra395afa5a48d49da" /><Relationship Type="http://schemas.openxmlformats.org/officeDocument/2006/relationships/notesMaster" Target="/ppt/notesMasters/notesMaster1.xml" Id="R3979d038db934389" /><Relationship Type="http://schemas.openxmlformats.org/officeDocument/2006/relationships/presProps" Target="/ppt/presProps.xml" Id="R42b12d5b84544dfd" /><Relationship Type="http://schemas.openxmlformats.org/officeDocument/2006/relationships/tableStyles" Target="/ppt/tableStyles.xml" Id="R8ec4f6e26fd54836" /><Relationship Type="http://schemas.openxmlformats.org/officeDocument/2006/relationships/slide" Target="/ppt/slides/slide1.xml" Id="R55b833ddd8cc448f" /><Relationship Type="http://schemas.openxmlformats.org/officeDocument/2006/relationships/slide" Target="/ppt/slides/slide2.xml" Id="R4b5dc54a0f5c4077" /><Relationship Type="http://schemas.openxmlformats.org/officeDocument/2006/relationships/slide" Target="/ppt/slides/slide3.xml" Id="Rc401a4051844475c" /><Relationship Type="http://schemas.openxmlformats.org/officeDocument/2006/relationships/slide" Target="/ppt/slides/slide4.xml" Id="R70767c2268844ff6" /><Relationship Type="http://schemas.openxmlformats.org/officeDocument/2006/relationships/slide" Target="/ppt/slides/slide5.xml" Id="Ra01ff0c45b724f70" /><Relationship Type="http://schemas.openxmlformats.org/officeDocument/2006/relationships/slide" Target="/ppt/slides/slide6.xml" Id="Ra266ccfd7ac04202" /><Relationship Type="http://schemas.openxmlformats.org/officeDocument/2006/relationships/slide" Target="/ppt/slides/slide7.xml" Id="R214557bbabf844fd" /><Relationship Type="http://schemas.openxmlformats.org/officeDocument/2006/relationships/slide" Target="/ppt/slides/slide8.xml" Id="R315e95d4e638424b" /><Relationship Type="http://schemas.openxmlformats.org/officeDocument/2006/relationships/slide" Target="/ppt/slides/slide9.xml" Id="R5cbdba8b956f4d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49d2c4b9b345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39d0791ff74898" /><Relationship Type="http://schemas.openxmlformats.org/officeDocument/2006/relationships/notesMaster" Target="/ppt/notesMasters/notesMaster1.xml" Id="R37ab54b0382449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53866f41464b21" /><Relationship Type="http://schemas.openxmlformats.org/officeDocument/2006/relationships/notesMaster" Target="/ppt/notesMasters/notesMaster1.xml" Id="R4286bfe25fca40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9eea47b4cf44b7" /><Relationship Type="http://schemas.openxmlformats.org/officeDocument/2006/relationships/notesMaster" Target="/ppt/notesMasters/notesMaster1.xml" Id="Rc44b9f06662b49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eb183cff1b4e63" /><Relationship Type="http://schemas.openxmlformats.org/officeDocument/2006/relationships/notesMaster" Target="/ppt/notesMasters/notesMaster1.xml" Id="R92e57f0a5df442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b2cd5f74094d3c" /><Relationship Type="http://schemas.openxmlformats.org/officeDocument/2006/relationships/notesMaster" Target="/ppt/notesMasters/notesMaster1.xml" Id="Rb36708f0a6a341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4dca5e9a7847f6" /><Relationship Type="http://schemas.openxmlformats.org/officeDocument/2006/relationships/notesMaster" Target="/ppt/notesMasters/notesMaster1.xml" Id="Rb3af42bd99ce46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c7552ef2044064" /><Relationship Type="http://schemas.openxmlformats.org/officeDocument/2006/relationships/notesMaster" Target="/ppt/notesMasters/notesMaster1.xml" Id="R97f601ba212247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8e22d49a8a4aa6" /><Relationship Type="http://schemas.openxmlformats.org/officeDocument/2006/relationships/notesMaster" Target="/ppt/notesMasters/notesMaster1.xml" Id="R74547ac5b60343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e166654c974c0f" /><Relationship Type="http://schemas.openxmlformats.org/officeDocument/2006/relationships/notesMaster" Target="/ppt/notesMasters/notesMaster1.xml" Id="R022b676d78e34d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f7e40421fc41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766f2369fa49b3" /><Relationship Type="http://schemas.openxmlformats.org/officeDocument/2006/relationships/slideLayout" Target="/ppt/slideLayouts/slideLayout1.xml" Id="R3b9f71229f9b4d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9f71229f9b4d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4e19a84dc44bf" /><Relationship Type="http://schemas.openxmlformats.org/officeDocument/2006/relationships/notesSlide" Target="/ppt/notesSlides/notesSlide1.xml" Id="Re6ee221e865f4e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14bca8bb64802" /><Relationship Type="http://schemas.openxmlformats.org/officeDocument/2006/relationships/notesSlide" Target="/ppt/notesSlides/notesSlide2.xml" Id="R2b6b80bd64c748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7e84a86374439" /><Relationship Type="http://schemas.openxmlformats.org/officeDocument/2006/relationships/notesSlide" Target="/ppt/notesSlides/notesSlide3.xml" Id="R174583132dfe43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bad3d93aa42c8" /><Relationship Type="http://schemas.openxmlformats.org/officeDocument/2006/relationships/notesSlide" Target="/ppt/notesSlides/notesSlide4.xml" Id="Rbecc65108ccb4e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10b5bae524868" /><Relationship Type="http://schemas.openxmlformats.org/officeDocument/2006/relationships/notesSlide" Target="/ppt/notesSlides/notesSlide5.xml" Id="Re41377e1269e46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3e058418d9430c" /><Relationship Type="http://schemas.openxmlformats.org/officeDocument/2006/relationships/notesSlide" Target="/ppt/notesSlides/notesSlide6.xml" Id="Rc763dd8589974c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2b7f5682f4af4" /><Relationship Type="http://schemas.openxmlformats.org/officeDocument/2006/relationships/notesSlide" Target="/ppt/notesSlides/notesSlide7.xml" Id="R79a66cb8edaf45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46742fb04480d" /><Relationship Type="http://schemas.openxmlformats.org/officeDocument/2006/relationships/notesSlide" Target="/ppt/notesSlides/notesSlide8.xml" Id="R0355ab18bbb040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1a67686304e76" /><Relationship Type="http://schemas.openxmlformats.org/officeDocument/2006/relationships/notesSlide" Target="/ppt/notesSlides/notesSlide9.xml" Id="R62d20780114c43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14FE24-7479-4E05-8461-6847C160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3B7D9-5D5C-41A5-A987-64A25D64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Electromagnetic Induction: Faraday's law of electromagnetic induction, Lenz's law, dynamically and statically induced 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68E43-9B16-4CCB-9618-7F985A3D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Basics of Electrical Engineering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1BBEE105/205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electronics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2E4BC-1C52-4048-A0E1-A9F89586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A61DB1-BC5A-4769-A442-82A1EA33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6AC01-47EF-42A6-A72D-C3803D2E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149382-7ED0-4277-9056-95F31B78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17257B-281B-473E-BAF8-212412AA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2EC08-F671-43C8-AFCE-2D59C997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3A83DA-4548-4689-A5CF-BE339153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90900E-F77B-4A3F-B8A0-E5EBBAF2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BF7667-31D0-40A3-B0D2-8E9349ED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C367F4-2B48-4EA1-BB2A-27968A60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755992-1C64-4AE2-8C41-73C5E685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Basics of Electrical Engineering | 1BBEE105/205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6FD4E9-74B1-4B5B-AAC6-4F7E80E6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1738672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93D1CC-330A-4DF0-B214-FBF83C05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0F639-7690-4BEC-9F6D-8DAAC6EC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E282A-F2CE-4D71-B455-19421C3E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434BFE-5293-4B7E-AA21-E2E43C45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29094-AABE-48D0-946F-78C9A865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08B06-FBD1-4489-A59A-681DAA30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799138-DD88-4832-99D8-03CA885A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0FA9E8-71B2-47F5-BEFE-F75B5ABD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4DE055-8D9B-448F-A5F6-635515A1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CBCFB6-593C-4067-94DC-4EEAD806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89A956-DD25-402B-ABCF-73314BC6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6F1717-7E32-49C1-B72E-61198131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4D1E6B-E155-46A9-8BBF-D62B8AFF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Electromagnetic Induction: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Faraday's law of electromagnetic induction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Lenz's law, dynamically and statically induced emf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Fleming's right-hand rule.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Simple problems.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C42BF7-F181-4E13-8DBB-EBBAEDB6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Basics of Electrical Engineering | 1BBEE105/205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EE7E47-1B0E-4B99-9CAE-4044BFC5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3207360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920702-2423-4EE2-8F67-6D0EDE50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A0C57-1400-4A64-9661-BA6A196C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4ABF0-193C-4DBF-9D1B-E2313CA6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3AA91-303E-45CB-A4E1-D82645DD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Electromagnetic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F04A2-B2A7-44D3-A2AC-23078BBB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56E70-01A5-4255-B6B6-7E916621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Faraday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8EC691-A243-4CB1-A55B-59D5AB4F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Lenz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B96C8-23EC-4A71-974D-18F1AE31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dynamically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F592BB-D361-4BDC-BC3F-52DE2137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statically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72AD0-6809-475C-8356-7D7C6012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Inductance and mutual inductance, coefficient of coupling, energy stored and its applications.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Force experienced by a current -carrying conductor placed in the magnetic field.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Fleming's left -hand rule.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Force between conductors carrying current in the same and in the opposite directions.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D9EC6-B975-4B3C-9D63-1FA91502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Basics of Electrical Engineering | 1BBEE105/205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31CFA0-6347-4430-A04A-E914EB21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17968015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86F8F8-0735-4069-8F6F-E1D5FEBF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D7523F-E962-4D9E-9E4A-54DE7762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42A6C-153D-464A-8985-D1D85C4B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DDD48-E1E9-4318-8E86-8BAFFB67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Electromagnetic Induction: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Faraday's law of electromagnetic induction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Lenz's law, dynamically and statically induced emf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Fleming's right-hand rule.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Simple problems.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Inductance and mutual inductance, coefficient of coupling, energy stored and its applications.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01543-0736-46A9-AC9F-9DDF416A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24E6D8-2FF0-48BB-82CD-4170F2C2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47AE70-C7FF-4463-9FF7-CBD6A59F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FE56CD-A792-4F28-8524-78008C9E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07968-DFF7-4643-B603-E6EE7F45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4C6534-EA02-4453-B74B-2EA6FF18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60039B-ADB7-43EE-ADC7-F86EC0BA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B8A4F5-F2D6-40B6-99D0-DC3881F3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960EBB-C8CA-4CA4-B101-E302C83C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E09470-6680-48F2-8670-099DBDA6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23F7A2-2D39-4D8F-8C8F-3FB0C2E3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C9AE17-CA59-4C56-86F1-B99BA2A7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921364-737D-4618-89DF-881F6181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Basics of Electrical Engineering | 1BBEE105/205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517FA9-571B-45B5-9BDD-EF6B9A64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2827778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096260-DD43-45AB-B4C9-81382403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527A8-E09D-461D-AB56-62DDDE5C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6F5F6-140E-4AE8-9CD8-87FA307B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CB3281-C1F0-48CD-BC3C-5072D0BE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BA63D-62E1-4B2D-BD08-EE253E69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EDBD1-8141-4049-B7ED-2FE4714D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6BFB3-4E23-4E29-AC5F-0ED7E6E6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BB391-BF44-4862-BBFE-5D540075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220451-C6C3-4DFD-AD58-068858DE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6D0ADF-0DB5-4DFD-98FA-B254480E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819CF1-22B9-40EB-8C9C-D3348083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6A88BB-3717-4812-A509-F44E0B71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4273B-F0E0-410B-BD32-D2C29BDC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5F3219-67CF-47B8-8427-DBE181EE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Basics of Electrical Engineering | 1BBEE105/205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BA4075-F537-4867-8F72-50DEE147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9865381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20694-AF91-4D0E-B6D6-5AEE0DAB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8A2E6-A41A-4231-96E8-539B35B6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16A51-B40E-4F04-8BE1-4E924584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9AB92-B9E6-4D13-8E2C-F26E11BF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C88BDE-D2D5-4434-9935-69714DC2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Electromagnetic Induction: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41DA7-34D6-4EE8-BB38-90D73B87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Electromagnetic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ACCD1-224B-4D0D-9C2C-C7620411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7C4A84-4E5B-4180-94BB-6993C5F2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Basics of Electrical Engineering | 1BBEE105/205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B08E4D-BE72-48C3-ABD6-DE3B484C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17497043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F1E729-AB71-42B3-A86A-4AB6DCE4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CB613-E2F9-46D4-BE77-150D9AF0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1A1C9E-A837-44A3-BB05-E840CAFC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98667-7C85-49DA-93AD-4B43A5C2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0295B-C72F-4BAD-A173-4D9ED8BE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Force experienced by a current -carrying conductor placed in the magnetic field.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Fleming's left -hand rule.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Force between conductors carrying current in the same and in the opposite directions.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01EA7-C1CE-4D42-AC58-3921449A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342CE-1CDD-4227-BC42-D485A191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A47F1-B416-4D0A-A607-C1650AE4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Basics of Electrical Engineering | 1BBEE105/205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A787EF-64ED-4D2E-92DC-A3837A61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8555639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BF63D0-6A22-46C4-8A33-AD58D0E8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82901-141A-470A-9912-7962D6A1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0C6EB-F159-48D8-9086-5317C1C3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0ED1D-281F-4116-AD79-CE1AA617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855A6-56F1-4862-A3E0-58377442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556FF-D09D-440B-B968-2D755C16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EE795-D683-4F74-8ACB-D5CD14D5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Electromagnetic Induction: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5F7A9-433D-478A-B843-25F70E29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328038-464B-4100-AF4A-C75CB9A2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29135F-53E9-4AFC-A207-ED861F91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Faraday's law of electromagnetic induction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68758F-2C46-41CC-A3F8-E6A3A2FE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2E1056-2B51-4071-B6C4-3A610C3F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578A9C-B2A0-4B8A-ABAE-C11CCCA8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Lenz's law, dynamically and statically induced emf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A40763-1620-4183-A9E0-EB34A8E6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206078-8BF3-4CB6-B7B0-8E930F18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F76C53-F24D-4BDE-8276-80C0C951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Fleming's right-hand rule.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9DCA6D-04AD-4498-8521-37AD81F3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305D7B-D1B3-47D3-9DAF-00D2441F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0CEA9A-DAC4-452D-947F-F0769AC3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Simple problems.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4A4E38-9BE1-4457-B83A-C3E97371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B64AE6-3A96-4330-9C89-3F1E602C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F4E2F7-84FC-4C90-90C1-F5002DE6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Inductance and mutual inductance, coefficient of coupling, energy stored and its applications.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62E385-E323-4DC4-A3FC-0F1524F6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94293E-A97F-4A1D-9389-5B415BA8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FC95B3-9904-465B-BEAE-29F6E8C6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Force experienced by a current -carrying conductor placed in the magnetic field.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5D8A8B-07C7-4239-A5DE-2B8DC7B4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868012-15D5-4A6E-85DE-31E75C7F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058C1D-B61D-4AA9-9062-3290B843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Basics of Electrical Engineering | 1BBEE105/205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6A9B51-831A-4C54-A5EA-32FC9B52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12934287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144968-17F5-4559-B397-17EB2D03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7E41F-773B-4F07-BA6D-4B067ED9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6A475-620A-487F-B585-C9B4CA77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F42AD-7D5B-4BBE-A9EC-8BA148CC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Electromagnetic, Induction, Faraday, Lenz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E55EA-8DEA-47DC-A707-E64507B9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657BA-70F0-4244-8C6E-C4B5CFC1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7633AB-81A0-454A-9F0E-61E02B64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Basics of Electrical Engineering | 1BBEE105/205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3BB38-705A-4358-9B19-B0AF2552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15235653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2026-08-24T06:38:40.3790000Z</dcterms:created>
  <dcterms:modified xsi:type="dcterms:W3CDTF">2026-08-24T06:38:40.3790000Z</dcterms:modified>
</coreProperties>
</file>