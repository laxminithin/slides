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a47f301f33453e" /><Relationship Type="http://schemas.openxmlformats.org/officeDocument/2006/relationships/extended-properties" Target="/docProps/app.xml" Id="R5df7503a66ca431a" /><Relationship Type="http://schemas.openxmlformats.org/officeDocument/2006/relationships/officeDocument" Target="/ppt/presentation.xml" Id="R61f4d942a6c64f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220e9776b44597"/>
  </p:sldMasterIdLst>
  <p:notesMasterIdLst>
    <p:notesMasterId xmlns:r="http://schemas.openxmlformats.org/officeDocument/2006/relationships" r:id="Rfc933a5c249c49b2"/>
  </p:notesMasterIdLst>
  <p:sldIdLst>
    <p:sldId xmlns:r="http://schemas.openxmlformats.org/officeDocument/2006/relationships" id="256" r:id="Red00e886ff24491b"/>
    <p:sldId xmlns:r="http://schemas.openxmlformats.org/officeDocument/2006/relationships" id="257" r:id="R7a89d9cb4922432f"/>
    <p:sldId xmlns:r="http://schemas.openxmlformats.org/officeDocument/2006/relationships" id="258" r:id="R2f55a2a5b8094ada"/>
    <p:sldId xmlns:r="http://schemas.openxmlformats.org/officeDocument/2006/relationships" id="259" r:id="R6cbb4542703e4e7e"/>
    <p:sldId xmlns:r="http://schemas.openxmlformats.org/officeDocument/2006/relationships" id="260" r:id="R53e0b2e53a1a4961"/>
    <p:sldId xmlns:r="http://schemas.openxmlformats.org/officeDocument/2006/relationships" id="261" r:id="R8683b64f562b446e"/>
    <p:sldId xmlns:r="http://schemas.openxmlformats.org/officeDocument/2006/relationships" id="262" r:id="Rb94d3e2fa0e044ab"/>
    <p:sldId xmlns:r="http://schemas.openxmlformats.org/officeDocument/2006/relationships" id="263" r:id="R99b5a46998974fef"/>
    <p:sldId xmlns:r="http://schemas.openxmlformats.org/officeDocument/2006/relationships" id="264" r:id="R6985436a55764d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1a547581154f99" /><Relationship Type="http://schemas.openxmlformats.org/officeDocument/2006/relationships/slideMaster" Target="/ppt/slideMasters/slideMaster1.xml" Id="R2e220e9776b44597" /><Relationship Type="http://schemas.openxmlformats.org/officeDocument/2006/relationships/notesMaster" Target="/ppt/notesMasters/notesMaster1.xml" Id="Rfc933a5c249c49b2" /><Relationship Type="http://schemas.openxmlformats.org/officeDocument/2006/relationships/presProps" Target="/ppt/presProps.xml" Id="R7b3282208ed24f16" /><Relationship Type="http://schemas.openxmlformats.org/officeDocument/2006/relationships/tableStyles" Target="/ppt/tableStyles.xml" Id="R2c91be2d653b493c" /><Relationship Type="http://schemas.openxmlformats.org/officeDocument/2006/relationships/slide" Target="/ppt/slides/slide1.xml" Id="Red00e886ff24491b" /><Relationship Type="http://schemas.openxmlformats.org/officeDocument/2006/relationships/slide" Target="/ppt/slides/slide2.xml" Id="R7a89d9cb4922432f" /><Relationship Type="http://schemas.openxmlformats.org/officeDocument/2006/relationships/slide" Target="/ppt/slides/slide3.xml" Id="R2f55a2a5b8094ada" /><Relationship Type="http://schemas.openxmlformats.org/officeDocument/2006/relationships/slide" Target="/ppt/slides/slide4.xml" Id="R6cbb4542703e4e7e" /><Relationship Type="http://schemas.openxmlformats.org/officeDocument/2006/relationships/slide" Target="/ppt/slides/slide5.xml" Id="R53e0b2e53a1a4961" /><Relationship Type="http://schemas.openxmlformats.org/officeDocument/2006/relationships/slide" Target="/ppt/slides/slide6.xml" Id="R8683b64f562b446e" /><Relationship Type="http://schemas.openxmlformats.org/officeDocument/2006/relationships/slide" Target="/ppt/slides/slide7.xml" Id="Rb94d3e2fa0e044ab" /><Relationship Type="http://schemas.openxmlformats.org/officeDocument/2006/relationships/slide" Target="/ppt/slides/slide8.xml" Id="R99b5a46998974fef" /><Relationship Type="http://schemas.openxmlformats.org/officeDocument/2006/relationships/slide" Target="/ppt/slides/slide9.xml" Id="R6985436a55764d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113083684c48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ae3915f8e44e8d" /><Relationship Type="http://schemas.openxmlformats.org/officeDocument/2006/relationships/notesMaster" Target="/ppt/notesMasters/notesMaster1.xml" Id="Ra4e0e0544df149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253a7763c24d03" /><Relationship Type="http://schemas.openxmlformats.org/officeDocument/2006/relationships/notesMaster" Target="/ppt/notesMasters/notesMaster1.xml" Id="Rda7c0fa2365941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1953d49cf64b27" /><Relationship Type="http://schemas.openxmlformats.org/officeDocument/2006/relationships/notesMaster" Target="/ppt/notesMasters/notesMaster1.xml" Id="Rac0b7f3c510844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6492d2d065470d" /><Relationship Type="http://schemas.openxmlformats.org/officeDocument/2006/relationships/notesMaster" Target="/ppt/notesMasters/notesMaster1.xml" Id="R8a1451e46c914e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ddbf54e0c3457e" /><Relationship Type="http://schemas.openxmlformats.org/officeDocument/2006/relationships/notesMaster" Target="/ppt/notesMasters/notesMaster1.xml" Id="R6ed3785d67ae4c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71197bb7e24eaa" /><Relationship Type="http://schemas.openxmlformats.org/officeDocument/2006/relationships/notesMaster" Target="/ppt/notesMasters/notesMaster1.xml" Id="Rb5263334f4a947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631c11257a45c2" /><Relationship Type="http://schemas.openxmlformats.org/officeDocument/2006/relationships/notesMaster" Target="/ppt/notesMasters/notesMaster1.xml" Id="R5d3ccdaa535f41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f224ff7dbb4743" /><Relationship Type="http://schemas.openxmlformats.org/officeDocument/2006/relationships/notesMaster" Target="/ppt/notesMasters/notesMaster1.xml" Id="Rae42fc2682714b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43b8eca1fa4b4f" /><Relationship Type="http://schemas.openxmlformats.org/officeDocument/2006/relationships/notesMaster" Target="/ppt/notesMasters/notesMaster1.xml" Id="Re5aaf6da63c045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fdaa67c6e46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b946b4b7a247d1" /><Relationship Type="http://schemas.openxmlformats.org/officeDocument/2006/relationships/slideLayout" Target="/ppt/slideLayouts/slideLayout1.xml" Id="Rdd4ae96ec26c4c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4ae96ec26c4c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476d41dfc416c" /><Relationship Type="http://schemas.openxmlformats.org/officeDocument/2006/relationships/notesSlide" Target="/ppt/notesSlides/notesSlide1.xml" Id="R0f458e110b8444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0575cfac74271" /><Relationship Type="http://schemas.openxmlformats.org/officeDocument/2006/relationships/notesSlide" Target="/ppt/notesSlides/notesSlide2.xml" Id="Raa85a204fc3d47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5e2240d5f454e" /><Relationship Type="http://schemas.openxmlformats.org/officeDocument/2006/relationships/notesSlide" Target="/ppt/notesSlides/notesSlide3.xml" Id="Rd87836050e5643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c4572d24049bf" /><Relationship Type="http://schemas.openxmlformats.org/officeDocument/2006/relationships/notesSlide" Target="/ppt/notesSlides/notesSlide4.xml" Id="R56dd3635e1f54b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929f7d60748ca" /><Relationship Type="http://schemas.openxmlformats.org/officeDocument/2006/relationships/notesSlide" Target="/ppt/notesSlides/notesSlide5.xml" Id="R81293ec476de4b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132979a584463" /><Relationship Type="http://schemas.openxmlformats.org/officeDocument/2006/relationships/notesSlide" Target="/ppt/notesSlides/notesSlide6.xml" Id="R73ea4d0d115e4c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354142c9e40b1" /><Relationship Type="http://schemas.openxmlformats.org/officeDocument/2006/relationships/notesSlide" Target="/ppt/notesSlides/notesSlide7.xml" Id="Rfd72e560292446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84db3f1724363" /><Relationship Type="http://schemas.openxmlformats.org/officeDocument/2006/relationships/notesSlide" Target="/ppt/notesSlides/notesSlide8.xml" Id="R1cea70976c794c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a642b7c3b4dcb" /><Relationship Type="http://schemas.openxmlformats.org/officeDocument/2006/relationships/notesSlide" Target="/ppt/notesSlides/notesSlide9.xml" Id="Rcc783a1e40954f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DA16A-93D2-49FB-9D8F-C0365915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A8CE8-2C12-4212-8261-0C75B25E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DC circuits: Ohm's law and Kirchhoff's laws, analysis of series, parallel and series-parallel circuits. Power and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38FD7-421D-4A9D-BD5B-32E23881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Basics of Electrical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1BBEE105/205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DA996-B202-4937-8F59-758DDA37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DE1DA-7EC4-4C79-B327-B68CE328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C6829-37C4-48E3-A273-CF6EA4E5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4CC9A-2220-4DD1-B777-1DECDC8C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29E86-DE94-4B1A-A8E7-D771C03F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4D427-486A-43D6-A9A4-D8555753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E0742-5B41-4A5F-9054-6394BB2E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9F205-9E15-410B-A22C-AAB54AA9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5C809-68F7-411E-A5D6-347CDDD3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6627D-76EA-4103-B6A5-91031E86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7B382-C5F5-4F0B-8CFE-FFF72CA3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C4151-C499-4825-9D12-67B527E3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961875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867CB-1377-4998-8308-DB13C119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51888-4548-4997-8ADC-322BB6F5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691F5-263C-4AA6-BBBB-AFFAD4CD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1E074-C4CB-4BD5-BCDF-729746C4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86670-5C41-4163-9F7A-B7D62244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D027F-44B7-4CFF-878A-A79C097C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130ED-B259-44B4-8C6C-358048C8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236B3-91E0-442D-AA56-D499C968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D92E6-B437-4E27-934F-C687DD52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2391A-CA3F-4DA3-8130-FE74EA4A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3A9A6-EABF-449F-921C-6873E075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27FC7-4318-4ABC-A48F-9475D70F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F788B-5EC9-49A1-B7CB-A780D192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DC circuits: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Ohm's law and Kirchhoff's laws, analysis of series, parallel and series-parallel circuits.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Power and energy.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Electrostatics: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Coulombs law, definitions of absolute and relative permittivity, electric field, electric flux, electric field strength, flux density.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9A2A5-3B5A-4A0D-AE48-C0DC9105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C1634-3208-4137-8274-8C102347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0121101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81A9F-DD51-4753-8E8A-E1C58DDB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E59C7-BEE1-4E86-B4E3-027782F2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ED783-9FDD-4D68-8E82-6B2AF9EB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B1433-D257-4571-8D04-474723A6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circuits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D052F-4A44-42BC-A661-2E4303A4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Kirchhoff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088EB-B900-45C0-94EF-62F67588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laws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8A4A6-E4BF-430E-81DF-4C418D57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0F52A-736E-4B7A-B657-D6DD631D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A90A3-C62D-4FF9-A7D7-1C746A60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parallel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76417-7E7A-4A4B-9C96-ADC9001C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Expression of parallel plate capacitor, factors affecting capacitance, capacitors in series and capacitors in parallel, energy stored in an electrostatic field, problems.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Electromagnetism: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Electromagnets-direction of flux produced, right -hand rule, definition -magnetic circuit, mmf, magnetic field strength, free space and relative permeability, reluctance, permeance, useful and leakage flux, simple series circuits and parallel circuit problems.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631DA-F545-4FF2-B8E9-0DB27739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52962-E979-4071-943D-9C5F6D1C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915057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AB74F-8870-49BB-B68A-24629772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8B175-ECAB-49C5-B8B7-1F3C63E1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08041-3D9D-4424-B2EA-07E8A89A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9BFC1-FA8B-47AC-A912-EB3DFD0E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DC circuits: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Ohm's law and Kirchhoff's laws, analysis of series, parallel and series-parallel circuits.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Power and energy.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Electrostatics: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Coulombs law, definitions of absolute and relative permittivity, electric field, electric flux, electric fi...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Expression of parallel plate capacitor, factors affecting capacitance, capacitors in series and capacitors ...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5EFCD-52ED-460F-8E14-E19358C2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FBF7A-6459-4F0D-A2BC-AF2E2D35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2990A-A381-4A1F-9F43-E2C4BBAF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84771-D9A6-4D49-9CA2-F5A58973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1642E-0C05-44B1-B3C5-7EC8F91A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A4BDB-DE29-4764-8193-FE8B3A99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ECBAC-466F-416A-8245-CBD6A24D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C566F-668F-4F19-A26B-B447824B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EF18A-82B6-486B-ACC0-714E2FB9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D2A31-FA13-43D2-A567-CA55C7BF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E4F1C-970C-4027-93AC-3522EFDB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A6B5E-459A-46EC-B2A9-98779413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A0B34-1CBF-436D-B688-72A86DF1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CDF72E-1BF9-41C6-A160-E58B3046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748628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8A2328-A0A2-4ABA-A543-9EAD4988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A7410-EA02-4600-B176-19706749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837AB-8FD9-4996-B82C-DDB47C5A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69000-D6E3-4FD2-A2DA-6051CACA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4B2BB-281F-4081-8862-A42806FC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BFBAB-17F6-4169-A6ED-5A206B7F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4FE0D-8BB5-4989-9264-FD780DD3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456EE-9947-49A1-915B-2430CDE6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64670-5656-4BFA-BD93-98B75286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F7F10-1BB5-4191-A83E-BB3D3C13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9D3B9-D246-4798-9563-0A792158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23422-3E3F-4551-A265-09BDED34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92448-2768-4A50-8041-BB8C61DB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8070E-E632-462B-9F38-D9A70DC1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7D5E5-4A63-472B-9DA5-F3EAF5A6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498994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816D7-9DDB-4FE2-9678-82010CDF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373B9-85D9-4B86-9BF2-2D273333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66CBF-4321-4417-8BCE-E3ECB13E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5544A-1286-4FC0-B1C9-C73044C8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DDB70-14C6-46CD-84DB-294F57E3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DC circuits: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C9609-2983-4A84-8099-E134007C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circuits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93642-7302-44E4-8B99-9FB3A5B4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6E92E-FB5A-4F5D-8313-D17A738F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37785-87B0-4C2E-B352-8B161214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879805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21ED0-FBA4-4BF0-B96A-64FC8721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BF665-B296-4761-977C-DBC3D055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1436E-74C5-490A-AF77-D97AA7F9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A1DA2-D742-4D8D-8164-E4A9D8BD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452A1-D407-4A54-8AC7-FF9C54FB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Electromagnetism: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Electromagnets-direction of flux produced, right -hand rule, definition -magnetic circuit, mmf, magnetic field strength, free space and relative permeability, reluctance, permeance, useful and leakage flux, simple series circuits and parallel circuit problems.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1914B-1C2D-4193-93C7-664541DE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D18C5-7DCF-4116-8DEE-1842C71E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F99CF-18D5-4EAC-9B47-D5752197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EB738-6D06-4D2C-9331-5855E547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9600411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FECD19-1234-4A99-A989-7798B08C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84AA1-A59B-49F2-B17A-2A44CD28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8BA28-01C9-4FCE-A34E-147867EA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B9A34-625F-4EC9-B62D-EA7F8049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C21D8-EB3B-4C1E-941B-CA5C4742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B46C4-7D34-44F8-B63A-DD27B78C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45B83-EC2C-4579-9EC2-EAE33A65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DC circuits: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6BCB5-A6CD-4D62-8721-FD004514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1CE5B-B4D2-4EE5-A291-58CCFF24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50CA9-2A33-410A-AFEF-D9901158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Ohm's law and Kirchhoff's laws, analysis of series, parallel and series-parallel circuits.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0E05B-4EF8-440E-99ED-43E506AA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3F0AB-25A1-47A2-B0F9-26BE76E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C0145-0ABD-4346-987F-5C5959E9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Power and energy.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A22F2-4A0F-4AA4-9D08-02E89B62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182F8-3E79-47B4-8123-65B82189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512CB-FBCD-4763-A2BF-F0AEBA0C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Electrostatics: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6377C-9F27-4E28-8C75-A6CD88E8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2FEFBC-8BDF-4C43-871D-512C0492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9E63E-7A7D-424D-85B8-4B9B9EFC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Coulombs law, definitions of absolute and relative permittivity, electric field, electric flux,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3EFB8-3532-4227-BA10-4C8D3F3C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B00535-8B0B-4696-97D1-145E09E5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CF7DCA-BBEA-4034-9344-8B336A33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Expression of parallel plate capacitor, factors affecting capacitance, capacitors in series 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AC609-369B-4FB6-94F2-CA546C8F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1A5D1-785E-48BE-989E-5CC3E449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B6465A-38B0-4D28-B1C7-A2D4E536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Electromagnetism: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13FC8D-0CE8-409F-866C-DC04E627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5293C7-8BC0-4E79-95B9-8948B87D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A5F983-D611-4114-9ED7-DD2A9B44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1C926-932F-47E8-8A5D-B6FC11CD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5162298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DB885-5210-427C-AD25-B6033A91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65A87-998B-4FD5-B523-15A919AC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F1078-1BBC-4462-9833-AB6B4C93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718C8-7800-4FC3-9540-608CCB4C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circuits, Kirchhoff, laws, analysis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F17DA-D00E-4496-BA6A-7145C8C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6CEA9-A23C-4E33-9462-B6682176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A15CC-DF34-4D06-B0A0-D37D8B56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D3494-F2D1-4504-82A0-C6555CE1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5279718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2026-08-24T06:38:40.3050000Z</dcterms:created>
  <dcterms:modified xsi:type="dcterms:W3CDTF">2026-08-24T06:38:40.3050000Z</dcterms:modified>
</coreProperties>
</file>