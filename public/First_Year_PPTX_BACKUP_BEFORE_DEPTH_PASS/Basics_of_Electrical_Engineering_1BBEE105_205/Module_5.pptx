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a0a38bb5d74fd5" /><Relationship Type="http://schemas.openxmlformats.org/officeDocument/2006/relationships/extended-properties" Target="/docProps/app.xml" Id="R6cdeb05f607c45b5" /><Relationship Type="http://schemas.openxmlformats.org/officeDocument/2006/relationships/officeDocument" Target="/ppt/presentation.xml" Id="Rb03c0a4a86c341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f17ef1d0c847e9"/>
  </p:sldMasterIdLst>
  <p:notesMasterIdLst>
    <p:notesMasterId xmlns:r="http://schemas.openxmlformats.org/officeDocument/2006/relationships" r:id="R284b4a7c8ddc4b30"/>
  </p:notesMasterIdLst>
  <p:sldIdLst>
    <p:sldId xmlns:r="http://schemas.openxmlformats.org/officeDocument/2006/relationships" id="256" r:id="R1bb68f31615e4630"/>
    <p:sldId xmlns:r="http://schemas.openxmlformats.org/officeDocument/2006/relationships" id="257" r:id="R74693cf51def4355"/>
    <p:sldId xmlns:r="http://schemas.openxmlformats.org/officeDocument/2006/relationships" id="258" r:id="Rfb65892a46dc46bb"/>
    <p:sldId xmlns:r="http://schemas.openxmlformats.org/officeDocument/2006/relationships" id="259" r:id="Ra1218e0bd643442f"/>
    <p:sldId xmlns:r="http://schemas.openxmlformats.org/officeDocument/2006/relationships" id="260" r:id="R309bdeb6e7da4bb1"/>
    <p:sldId xmlns:r="http://schemas.openxmlformats.org/officeDocument/2006/relationships" id="261" r:id="R84c80f2684374dbe"/>
    <p:sldId xmlns:r="http://schemas.openxmlformats.org/officeDocument/2006/relationships" id="262" r:id="Rc439e6217f7448e9"/>
    <p:sldId xmlns:r="http://schemas.openxmlformats.org/officeDocument/2006/relationships" id="263" r:id="Rbdd38e2f07454eee"/>
    <p:sldId xmlns:r="http://schemas.openxmlformats.org/officeDocument/2006/relationships" id="264" r:id="R44cb72b88ff149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42fae9a76347bb" /><Relationship Type="http://schemas.openxmlformats.org/officeDocument/2006/relationships/slideMaster" Target="/ppt/slideMasters/slideMaster1.xml" Id="Rb0f17ef1d0c847e9" /><Relationship Type="http://schemas.openxmlformats.org/officeDocument/2006/relationships/notesMaster" Target="/ppt/notesMasters/notesMaster1.xml" Id="R284b4a7c8ddc4b30" /><Relationship Type="http://schemas.openxmlformats.org/officeDocument/2006/relationships/presProps" Target="/ppt/presProps.xml" Id="R7d1995eaf1014246" /><Relationship Type="http://schemas.openxmlformats.org/officeDocument/2006/relationships/tableStyles" Target="/ppt/tableStyles.xml" Id="R10dc3568d3a84767" /><Relationship Type="http://schemas.openxmlformats.org/officeDocument/2006/relationships/slide" Target="/ppt/slides/slide1.xml" Id="R1bb68f31615e4630" /><Relationship Type="http://schemas.openxmlformats.org/officeDocument/2006/relationships/slide" Target="/ppt/slides/slide2.xml" Id="R74693cf51def4355" /><Relationship Type="http://schemas.openxmlformats.org/officeDocument/2006/relationships/slide" Target="/ppt/slides/slide3.xml" Id="Rfb65892a46dc46bb" /><Relationship Type="http://schemas.openxmlformats.org/officeDocument/2006/relationships/slide" Target="/ppt/slides/slide4.xml" Id="Ra1218e0bd643442f" /><Relationship Type="http://schemas.openxmlformats.org/officeDocument/2006/relationships/slide" Target="/ppt/slides/slide5.xml" Id="R309bdeb6e7da4bb1" /><Relationship Type="http://schemas.openxmlformats.org/officeDocument/2006/relationships/slide" Target="/ppt/slides/slide6.xml" Id="R84c80f2684374dbe" /><Relationship Type="http://schemas.openxmlformats.org/officeDocument/2006/relationships/slide" Target="/ppt/slides/slide7.xml" Id="Rc439e6217f7448e9" /><Relationship Type="http://schemas.openxmlformats.org/officeDocument/2006/relationships/slide" Target="/ppt/slides/slide8.xml" Id="Rbdd38e2f07454eee" /><Relationship Type="http://schemas.openxmlformats.org/officeDocument/2006/relationships/slide" Target="/ppt/slides/slide9.xml" Id="R44cb72b88ff149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872e34274f40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d21ef606a04242" /><Relationship Type="http://schemas.openxmlformats.org/officeDocument/2006/relationships/notesMaster" Target="/ppt/notesMasters/notesMaster1.xml" Id="Rae7eafae86374c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7615419f6f4e2c" /><Relationship Type="http://schemas.openxmlformats.org/officeDocument/2006/relationships/notesMaster" Target="/ppt/notesMasters/notesMaster1.xml" Id="Rcdd04b372f614e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d68c504e6c446e" /><Relationship Type="http://schemas.openxmlformats.org/officeDocument/2006/relationships/notesMaster" Target="/ppt/notesMasters/notesMaster1.xml" Id="Racde051f997a45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4a9b6cab044805" /><Relationship Type="http://schemas.openxmlformats.org/officeDocument/2006/relationships/notesMaster" Target="/ppt/notesMasters/notesMaster1.xml" Id="R06f4257f27a14b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9765bd92a8476e" /><Relationship Type="http://schemas.openxmlformats.org/officeDocument/2006/relationships/notesMaster" Target="/ppt/notesMasters/notesMaster1.xml" Id="Ra0888b2693744b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267f2e39844eed" /><Relationship Type="http://schemas.openxmlformats.org/officeDocument/2006/relationships/notesMaster" Target="/ppt/notesMasters/notesMaster1.xml" Id="Rbc7e1468df7e43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f2daf0e30a4b2e" /><Relationship Type="http://schemas.openxmlformats.org/officeDocument/2006/relationships/notesMaster" Target="/ppt/notesMasters/notesMaster1.xml" Id="Rd966e0db3d3e44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9202a589fa4daa" /><Relationship Type="http://schemas.openxmlformats.org/officeDocument/2006/relationships/notesMaster" Target="/ppt/notesMasters/notesMaster1.xml" Id="R62ed3c14b9b54f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84726b751114235" /><Relationship Type="http://schemas.openxmlformats.org/officeDocument/2006/relationships/notesMaster" Target="/ppt/notesMasters/notesMaster1.xml" Id="Rc750cc8b7c0741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caf54857f4c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2376f5c93a4fa7" /><Relationship Type="http://schemas.openxmlformats.org/officeDocument/2006/relationships/slideLayout" Target="/ppt/slideLayouts/slideLayout1.xml" Id="R21edf30e79d041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edf30e79d041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18ab58ca545f7" /><Relationship Type="http://schemas.openxmlformats.org/officeDocument/2006/relationships/notesSlide" Target="/ppt/notesSlides/notesSlide1.xml" Id="R49983ac2c16a4a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9fe929662439b" /><Relationship Type="http://schemas.openxmlformats.org/officeDocument/2006/relationships/notesSlide" Target="/ppt/notesSlides/notesSlide2.xml" Id="R5842c2ae4c1941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055107b7a4fdf" /><Relationship Type="http://schemas.openxmlformats.org/officeDocument/2006/relationships/notesSlide" Target="/ppt/notesSlides/notesSlide3.xml" Id="Rce2867ce598e48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ff2cfe1b347fe" /><Relationship Type="http://schemas.openxmlformats.org/officeDocument/2006/relationships/notesSlide" Target="/ppt/notesSlides/notesSlide4.xml" Id="R9ad9bd8e82a34b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ebc0cc02b48fb" /><Relationship Type="http://schemas.openxmlformats.org/officeDocument/2006/relationships/notesSlide" Target="/ppt/notesSlides/notesSlide5.xml" Id="Rcb9a8dae9a2a48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33a0fabb34052" /><Relationship Type="http://schemas.openxmlformats.org/officeDocument/2006/relationships/notesSlide" Target="/ppt/notesSlides/notesSlide6.xml" Id="R24c95b8e9bfd44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44bbba63d418c" /><Relationship Type="http://schemas.openxmlformats.org/officeDocument/2006/relationships/notesSlide" Target="/ppt/notesSlides/notesSlide7.xml" Id="Reb53cfd4392a48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7271365e04055" /><Relationship Type="http://schemas.openxmlformats.org/officeDocument/2006/relationships/notesSlide" Target="/ppt/notesSlides/notesSlide8.xml" Id="Rde198c8e3db148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6330590c84469" /><Relationship Type="http://schemas.openxmlformats.org/officeDocument/2006/relationships/notesSlide" Target="/ppt/notesSlides/notesSlide9.xml" Id="R8b2e03db18284d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4769C-ED2D-47D2-98EB-8D04FCA8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7C876-C670-4A7A-84D9-6E3A3D06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Domestic Wiring: Service mains - overhead and underground. Types of wiring: Exposed to open space - wooden batten wiring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68B12-9543-4116-882A-2272A5AD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Basics of Electrical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7D81A-9ACE-4F32-A101-D8B5E7CC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EC1A0-093F-4408-84B3-CC2C3C41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A5091-B572-4AC5-B0E7-13000948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CA543-BDD4-47E7-8F74-5C6CEA1D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C7E78-5881-46FF-98A9-E0F3E79D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35D44-5172-4B05-A2E0-9ED83969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846A1-5EFC-4C0C-BB1A-00F4757D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68138-EFC8-4C90-A1C1-6582DDF8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BF1D1-9107-4156-8BD7-207FCE97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E3441-2131-4F7F-A62A-854D76F8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5DD62-9037-4748-9B95-99038D1B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CC164-6B01-4D5D-BB54-A3F0E051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850835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8D99C-9179-4268-A8AC-F5FA2D35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C0A76-DF24-4C18-9868-CD92618E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F538D-1216-4CD7-A9D5-77C65D3C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8B778-AAC2-4290-8D45-1F68F863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4DD95-315F-4FC9-9F8B-EB8FD4FB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0ED86-D05B-4E78-AF3A-622A51D3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AB34F-C077-423C-886F-4D46578E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18E91-1400-4C60-A7F7-8E1E9A0B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B222C-E251-49D7-A7AC-6D379F3F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9E0D9-DAD2-4424-BFA6-DCFE2172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CD996-D73A-4BA1-B335-23B48034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393DE-F22C-4039-9D5D-C7E7F7E0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3F863-B960-4957-8064-F9B5D94F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Domestic Wiring: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Service mains - overhead and underground.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wiring: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Exposed to open space - wooden batten wiring and casing and capping.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Concealed wiring: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F230A-D6F4-4575-A169-8D1F1D26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5F901-701D-49EC-9FE5-9FC18C22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2015129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50794-ABE9-4EC1-993D-1170E44B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FB09D-2DFE-4EF2-A8BB-49FE5B29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FA7EB-08F5-482F-8B73-A530E084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02AE5-0F00-461C-AB0A-EBF824C1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Domestic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D0D1C-04FD-4EE9-A9FB-875C6B6E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Wiring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DE8A1-1CF1-4223-8E35-AEC7AF36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96BB3-1FB2-4F14-BBE0-E933F758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C9024-96DB-4B5A-9232-96C90573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overhead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C62B5-218D-4E6B-A498-955735D8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underground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D7D52-C46A-4B85-9725-8ABDFDA8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conduit wiring.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Wiring for two-way and three-way control of load.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Domestic Electricity Bill: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Power-rating of household connected loads.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9B1C2-61C9-40F9-8790-BF6CD4B0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2908E-ADF9-4546-A517-1301790A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842085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56417-2D4B-43D3-B2FB-551FCCD6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C472E-6C5A-474E-AA68-2D97B2A4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EBB97-C38A-46D7-A1C9-0533322C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55A60-10BE-456C-80CF-58131BE5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Domestic Wiring: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Service mains - overhead and underground.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wiring: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Exposed to open space - wooden batten wiring and casing and capping.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Concealed wiring: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conduit wiring.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F2575-F026-49B7-9C16-E427E376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DCA84-12BC-482E-A16E-8A554D46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28E59-7618-441C-9BA1-E5DFDBBA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C6F6B-782C-4F58-A1A7-DF6B85BD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BEF6E-1F7F-40A1-B385-81B18E1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225DA-A63C-44DB-B41F-45068EC1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AA5A6-04B1-4D5C-8094-1608DCDC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F52E4-9BBB-4BDE-A1C2-305CEF09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61DC5-CEDF-4331-834F-A7E019B3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0B122-B176-44E5-B49C-33749336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968F4-8EDA-4424-859B-16A5D443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18EE0-446C-477E-A2A8-05FD9306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99365-9C83-4F2D-8642-D84F2B4C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2CFA5-8645-4C07-861A-A8416C9C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401805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12B26-7E8B-4C1E-AD7A-77CD3C7A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8031B-EF01-4F18-B72A-D8D08E09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C54A8-8BF4-4125-A5CC-60335B56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055E6-56B0-42C4-9BD7-9EA73DBA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9AEC6-8B90-4C45-8A15-98265F32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2F7CC-0F6B-459A-85E8-F3ED25E7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7A21CE-D675-421B-8083-61820071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64F8D-2792-4636-9A30-8703FDCB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7E3BB-68DA-460F-84B9-DD5C7EE3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CD72D-3EE7-436B-8404-E02A2F87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5A569-6076-4096-A1F8-0ACD4EBD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5112E-E08D-4E6D-BB39-382CE9EC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B10DB-4B6D-4B49-9C7F-12706CE5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38E11-9F6F-474F-A0D0-8650A1C2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53D1-D06C-43E2-AD80-384DA6A0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114811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E4138-52D5-4CD4-B46C-DA3880D6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808D7-2DCC-42D9-B58D-F2E9D30F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9D0C6-2C81-4AE1-AD45-2610987E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E9A28-D768-4678-9012-BBE5E40C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09DCA-86B0-40EA-A20E-9F9A8755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Domestic Wiring: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53A8F-A459-4969-BD64-C2E223E8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Domestic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B2A09-0EB7-4724-8761-9C7E50E9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31D95-86F8-40B7-ACF8-E23AB3BC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716F4-8E26-4A2C-9D7A-0C6CBEFA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626644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96348-5305-4417-ABC5-64E38A21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1030F-6C47-48C9-9C4D-70F0A6C5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471A8-6DFD-4C42-8795-209892EE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EA18D-61DB-4CDF-A50E-7D84A22A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9229C-384C-4E2A-B6E9-EE138B52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Wiring for two-way and three-way control of load.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Domestic Electricity Bill: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Power-rating of household connected loads.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Sanctioned 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02DFE-6B31-410E-8587-A9CBAE93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FB284-1BA1-4373-B37C-0C6BECD1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6AD22-6B0D-4FB5-8E34-3581D2FD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E4EDB-C4D4-43A6-9DD1-56966B85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6748871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B2D265-25F7-494A-A8FD-A5C92CA1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425AE-76FF-4734-874F-994BA6C3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5C840-53F7-454C-AFB5-B76E1EC5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14878-D4D2-47DC-94FF-DBFB3B20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7F209-A900-4880-B6AF-E88128A8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64D8E-A6A9-4ACD-BE6D-D3090424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5F6C6-FC11-47B3-8C13-89A5E9CB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Domestic Wiring: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5FC94-2FA2-455A-9278-26DE792E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7A749-FD1E-45B7-BC98-14939E6A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5FE2A-11D3-4848-94C1-A4F9BFE3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Service mains - overhead and underground.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DECB8-3E00-4A30-AA73-8A0A7058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08CA0-EC76-48FB-B70B-88C6122B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048E3-C04A-4527-8477-E99AF49B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wiring: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FA43DC-ABC0-4EE2-867A-B35B49C8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04910-A2CB-4353-8DB3-E32D50F0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B8FE6-EDBF-45D8-9BD5-7E70B791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Exposed to open space - wooden batten wiring and casing and capping.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041AF-27AD-4278-82F8-4B3F19FF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6353D-FA7E-4B28-8B35-A4B6AC6A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A2F63-727D-4F03-9F2C-13FFC736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Concealed wiring: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83B23-64AF-4FCE-AF8F-563822AF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1802A-9C40-4301-B3C2-A5010766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A28076-E46E-464E-A419-053592ED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conduit wiring.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A4583F-60CA-45C6-A137-4D020109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B7023-A85D-4EA0-B646-7CF3E9D8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70F17-4710-4246-9E7F-D889AAE3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Wiring for two-way and three-way control of load.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6B92CE-C18A-40FF-8D66-8CCB37A6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719501-7878-4956-BD40-3BBEF081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E52FAA-49D7-403D-8197-C11C8D22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5FD45-1420-43E9-9670-D870CB2E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769007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C2202-04CC-4877-8985-F6393019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1BBEE105/205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0B136-E3B5-4DB9-972C-93FF7E37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B2D6D-3741-4BF6-9FF5-69FF306F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3114E-D8CF-4F83-A240-EE5572E5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Domestic, Wiring, Service, mains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C6862-1CDD-4022-90B4-5CB8397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D6FE8-CB61-4885-8AA7-5BC035AE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DCB0F-E809-4EF0-A33D-596C3950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Basics of Electrical Engineering | 1BBEE105/205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231C0-8154-4B74-B654-23FB8B65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321575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2026-08-24T06:38:40.6510000Z</dcterms:created>
  <dcterms:modified xsi:type="dcterms:W3CDTF">2026-08-24T06:38:40.6510000Z</dcterms:modified>
</coreProperties>
</file>