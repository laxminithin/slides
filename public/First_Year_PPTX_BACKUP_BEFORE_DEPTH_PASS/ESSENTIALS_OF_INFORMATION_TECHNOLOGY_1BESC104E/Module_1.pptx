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618db3aa1460b" /><Relationship Type="http://schemas.openxmlformats.org/officeDocument/2006/relationships/extended-properties" Target="/docProps/app.xml" Id="Rb8e788ca4bc04a82" /><Relationship Type="http://schemas.openxmlformats.org/officeDocument/2006/relationships/officeDocument" Target="/ppt/presentation.xml" Id="Rab54d56298e2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9b25067dc64458"/>
  </p:sldMasterIdLst>
  <p:notesMasterIdLst>
    <p:notesMasterId xmlns:r="http://schemas.openxmlformats.org/officeDocument/2006/relationships" r:id="Rac3a7387d7644bc0"/>
  </p:notesMasterIdLst>
  <p:sldIdLst>
    <p:sldId xmlns:r="http://schemas.openxmlformats.org/officeDocument/2006/relationships" id="256" r:id="R3be0c5067b54403f"/>
    <p:sldId xmlns:r="http://schemas.openxmlformats.org/officeDocument/2006/relationships" id="257" r:id="Rc27667c6a6d1487d"/>
    <p:sldId xmlns:r="http://schemas.openxmlformats.org/officeDocument/2006/relationships" id="258" r:id="R7b54d7c17f614924"/>
    <p:sldId xmlns:r="http://schemas.openxmlformats.org/officeDocument/2006/relationships" id="259" r:id="R62aec668d6e94161"/>
    <p:sldId xmlns:r="http://schemas.openxmlformats.org/officeDocument/2006/relationships" id="260" r:id="R68f50369b85647b4"/>
    <p:sldId xmlns:r="http://schemas.openxmlformats.org/officeDocument/2006/relationships" id="261" r:id="R42ae8f584db743a7"/>
    <p:sldId xmlns:r="http://schemas.openxmlformats.org/officeDocument/2006/relationships" id="262" r:id="R7c728be2303244e6"/>
    <p:sldId xmlns:r="http://schemas.openxmlformats.org/officeDocument/2006/relationships" id="263" r:id="R48d9c856ec534069"/>
    <p:sldId xmlns:r="http://schemas.openxmlformats.org/officeDocument/2006/relationships" id="264" r:id="R0630a4ddceaa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6a7c39a07240cf" /><Relationship Type="http://schemas.openxmlformats.org/officeDocument/2006/relationships/slideMaster" Target="/ppt/slideMasters/slideMaster1.xml" Id="Rdc9b25067dc64458" /><Relationship Type="http://schemas.openxmlformats.org/officeDocument/2006/relationships/notesMaster" Target="/ppt/notesMasters/notesMaster1.xml" Id="Rac3a7387d7644bc0" /><Relationship Type="http://schemas.openxmlformats.org/officeDocument/2006/relationships/presProps" Target="/ppt/presProps.xml" Id="R0edae8c9c0f94c73" /><Relationship Type="http://schemas.openxmlformats.org/officeDocument/2006/relationships/tableStyles" Target="/ppt/tableStyles.xml" Id="R2a28e1ed35204354" /><Relationship Type="http://schemas.openxmlformats.org/officeDocument/2006/relationships/slide" Target="/ppt/slides/slide1.xml" Id="R3be0c5067b54403f" /><Relationship Type="http://schemas.openxmlformats.org/officeDocument/2006/relationships/slide" Target="/ppt/slides/slide2.xml" Id="Rc27667c6a6d1487d" /><Relationship Type="http://schemas.openxmlformats.org/officeDocument/2006/relationships/slide" Target="/ppt/slides/slide3.xml" Id="R7b54d7c17f614924" /><Relationship Type="http://schemas.openxmlformats.org/officeDocument/2006/relationships/slide" Target="/ppt/slides/slide4.xml" Id="R62aec668d6e94161" /><Relationship Type="http://schemas.openxmlformats.org/officeDocument/2006/relationships/slide" Target="/ppt/slides/slide5.xml" Id="R68f50369b85647b4" /><Relationship Type="http://schemas.openxmlformats.org/officeDocument/2006/relationships/slide" Target="/ppt/slides/slide6.xml" Id="R42ae8f584db743a7" /><Relationship Type="http://schemas.openxmlformats.org/officeDocument/2006/relationships/slide" Target="/ppt/slides/slide7.xml" Id="R7c728be2303244e6" /><Relationship Type="http://schemas.openxmlformats.org/officeDocument/2006/relationships/slide" Target="/ppt/slides/slide8.xml" Id="R48d9c856ec534069" /><Relationship Type="http://schemas.openxmlformats.org/officeDocument/2006/relationships/slide" Target="/ppt/slides/slide9.xml" Id="R0630a4ddceaa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60c6b699248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cb661955241c0" /><Relationship Type="http://schemas.openxmlformats.org/officeDocument/2006/relationships/notesMaster" Target="/ppt/notesMasters/notesMaster1.xml" Id="Rdc3fdb2f5f494f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94f2314bf44c1" /><Relationship Type="http://schemas.openxmlformats.org/officeDocument/2006/relationships/notesMaster" Target="/ppt/notesMasters/notesMaster1.xml" Id="Rdecc1eaf2adb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4d90b13da14b29" /><Relationship Type="http://schemas.openxmlformats.org/officeDocument/2006/relationships/notesMaster" Target="/ppt/notesMasters/notesMaster1.xml" Id="R0f960792be8f4c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c7f7005c4c4adf" /><Relationship Type="http://schemas.openxmlformats.org/officeDocument/2006/relationships/notesMaster" Target="/ppt/notesMasters/notesMaster1.xml" Id="Rdda2fd21be9c4c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b82743c494c83" /><Relationship Type="http://schemas.openxmlformats.org/officeDocument/2006/relationships/notesMaster" Target="/ppt/notesMasters/notesMaster1.xml" Id="Rbf6b29d05b70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91231487d410d" /><Relationship Type="http://schemas.openxmlformats.org/officeDocument/2006/relationships/notesMaster" Target="/ppt/notesMasters/notesMaster1.xml" Id="Re01a9a46f654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a20c4b843141d7" /><Relationship Type="http://schemas.openxmlformats.org/officeDocument/2006/relationships/notesMaster" Target="/ppt/notesMasters/notesMaster1.xml" Id="R3aa4fe6b43894b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62662eb1084a19" /><Relationship Type="http://schemas.openxmlformats.org/officeDocument/2006/relationships/notesMaster" Target="/ppt/notesMasters/notesMaster1.xml" Id="R6fbb713521ca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2e9d4d37df4ea8" /><Relationship Type="http://schemas.openxmlformats.org/officeDocument/2006/relationships/notesMaster" Target="/ppt/notesMasters/notesMaster1.xml" Id="R56837c0ebf6d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a689ee790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afb87eb9b4845" /><Relationship Type="http://schemas.openxmlformats.org/officeDocument/2006/relationships/slideLayout" Target="/ppt/slideLayouts/slideLayout1.xml" Id="R2e9cd7a5f0b9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cd7a5f0b9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893edc305450e" /><Relationship Type="http://schemas.openxmlformats.org/officeDocument/2006/relationships/notesSlide" Target="/ppt/notesSlides/notesSlide1.xml" Id="Rebef816c2ce541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5b2cebc0c43e5" /><Relationship Type="http://schemas.openxmlformats.org/officeDocument/2006/relationships/notesSlide" Target="/ppt/notesSlides/notesSlide2.xml" Id="R8468118f255c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f7cc6a9b8435d" /><Relationship Type="http://schemas.openxmlformats.org/officeDocument/2006/relationships/notesSlide" Target="/ppt/notesSlides/notesSlide3.xml" Id="R9b8a15d8e1cb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4aaa96ea94ebf" /><Relationship Type="http://schemas.openxmlformats.org/officeDocument/2006/relationships/notesSlide" Target="/ppt/notesSlides/notesSlide4.xml" Id="R78aedcea357f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33600621d40a3" /><Relationship Type="http://schemas.openxmlformats.org/officeDocument/2006/relationships/notesSlide" Target="/ppt/notesSlides/notesSlide5.xml" Id="Rf010655c6a09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a194f6e2e471e" /><Relationship Type="http://schemas.openxmlformats.org/officeDocument/2006/relationships/notesSlide" Target="/ppt/notesSlides/notesSlide6.xml" Id="Ra925479460a7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ae7dbba12400f" /><Relationship Type="http://schemas.openxmlformats.org/officeDocument/2006/relationships/notesSlide" Target="/ppt/notesSlides/notesSlide7.xml" Id="Rec54a72dc72a48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28550f34c411f" /><Relationship Type="http://schemas.openxmlformats.org/officeDocument/2006/relationships/notesSlide" Target="/ppt/notesSlides/notesSlide8.xml" Id="R3330f0d3b8bf4a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e7a7daab402f" /><Relationship Type="http://schemas.openxmlformats.org/officeDocument/2006/relationships/notesSlide" Target="/ppt/notesSlides/notesSlide9.xml" Id="Rf9febd15332247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8CCC6-E335-46C1-9872-84593583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4EB1-6C9D-4E10-8E79-82178888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Data Storage: Bits and Their Storage , Main Memory, Mass Storage, Representing Information as Bit Patterns , The Binary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400F-02E9-4DD6-B765-B9D9279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5D46D-6C40-4B8E-9F6F-E18F6BC0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F7585-EB14-48C8-BA01-6FB000D5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D9110-4338-420E-8972-B7F23E04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F6157-49B2-4031-8212-FC38C57E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35380-EF40-44C8-9692-33CF97A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EE4D4-C39A-4EAC-9EEF-B19A078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AA5F8-D77E-42BD-915E-1C411B2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06B74-27C1-413E-95D3-9851F99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CA764-4F2C-47ED-8F0D-E4E200E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520CD-46BB-40F7-A384-E5ACFCB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57DE8-B8D4-43DE-A8EE-81E5668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4527A-E4B5-421E-A0F9-389EEDA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101186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620F0-E135-4653-B0C4-511E101D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22157-FC8B-463D-839F-8B1AA9B3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02ED9-9968-4333-9C2C-5AEFEC8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0D285-3A68-4CA2-A235-7F0814A0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5FED9-59E2-48A2-84D6-D3F1587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6E7F0-2EE8-4FC6-8914-044C43F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96AB4-782C-4E17-ADB5-DF46846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ABAF7-455A-4011-A6B9-2DB57ED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66093-EFB3-4BF9-8114-3094234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39ED5-79E4-4F3E-83AF-58F6A68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86E6C-F4B8-4BE4-B5BC-BF8A72F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5B382-BD4D-440D-95D0-DD36BE5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3D5E-E871-4353-ABD9-EEC1EB6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Data Storage: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Bits and Their Storage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Main Memory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Mass Storage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Representing Information as Bit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BFA67-A53A-4583-8120-5C4DE13A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E2E6-41A4-4C66-85F4-78573F7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2069407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A29D2-578E-4101-AFA3-28D12ED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EA68F-A992-4446-BC8E-D40B49B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92E6A-0060-47E5-B417-E48C772A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9736F-92BC-4264-849B-E0B7C3E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C17B0-EC81-4DA7-830D-12A30A3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A5A0-31E0-4E8A-ABF9-578D71C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60406-77F9-4287-AD6E-A6A87C7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44349-0293-4DD5-81A0-A3A9DDD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F726F-AFDC-49E2-98B8-5DAAD6F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5F172-C8A2-415F-B497-904C5C0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Binary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Storing Integers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Storing Fractions.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Data Manipulation: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5713C-8DCF-490B-82D2-9335B1B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6E79-8BE2-45DB-849E-7A10EF1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110193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771CC-7D4B-4222-AF30-E9D8B8AD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A60D5-EE4B-47D6-8A44-D99E979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0EFA4-47B9-4E4B-828A-A9091245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3F62B-E8BF-48CA-8BF4-3F5DD5E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Data Storage: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Bits and Their Storage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Main Memory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Mass Storage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Representing Information as Bit Patterns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Binary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4B90B-CBE9-4CE3-BCD5-06377D9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D4288-9C94-4D18-A78A-E8A619B4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FF54D-D707-43A9-84D9-8198458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CB079-AD45-44FD-8146-79F068BE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FD281-5F1D-4B74-B03F-FF5532C4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1A63D-E083-45CC-BC22-D78A2173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1095E-6770-435B-9827-EDC4492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5BD0A-1DB5-47C0-A2C9-15D7B067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07658-8CCB-4446-ACA3-15694EE8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ECCFE-31E6-495C-90DA-CEFE04BC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E4CAD-105F-4781-BC70-02BD9F5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4AA9E-7B29-4453-B969-66EC8502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08E54-2D49-4533-B091-732A3D6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439C3-EBD4-4509-9CAD-8C520B9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835956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92914-7549-4686-A01B-E3978DE1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9DDC1-7923-452E-A8D0-D2962B8F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BC74D-56F4-43C5-BB3A-352E697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FB71A-4BC4-40C4-8ADB-B15D485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F0078-EFE1-49DF-93FC-A2A665B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44112-2462-489B-82D2-5369AEE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E56ED-872C-4926-8DDE-BB486DFA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DD3AE-EF6E-4503-B0F6-1F6A894D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ECBDC-1FAE-422E-8DED-8D042691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879A4-F453-4841-B740-808A2A2C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B38E9-07A3-4CC3-A2D6-4820A35C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ECC07-1DB2-4349-8B5A-993E303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003D8-23D5-43CB-9553-77A9B71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5E9DF-070C-48BC-8407-35A5562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5DFA8-DACF-4ACB-952D-8A7F1C57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779331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618ED-D655-49A7-8118-CD8DC0A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EC29D-3D11-447C-8790-F1EBDF9B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E9535-311E-4B1A-8975-B82AB7B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6B370-4A8C-443C-8111-05A254B5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84787-3D60-4FB7-A4B7-8117340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Data Storage: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D1F3D-A22A-48C0-8177-3B4461B4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Data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819CD-270A-4360-93D9-4497D14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7BCDE-D426-440A-AF1C-3C6DF20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C4A7D-8881-4258-A373-7D76DC8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675408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6671-A2CF-450C-B24C-0E609C4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AEFE4-1AF6-4567-A56F-A9B7FCE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E4088-E22B-4B20-A0D0-49141D69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E3C07-4773-4776-ACBE-EBEF6F2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A4563-1309-4AE7-B68E-1984F6D3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Storing Integers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Storing Fractions.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Data Manipulation: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Computer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2D12-BF17-4AC4-9771-640C0CB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26A85-A941-4E5D-B2D6-1E7D8104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486C7-A837-4D6A-A6A8-F5E18055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BB3DA-72CA-4590-9918-7BAA6B62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916827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8251C-BA0D-49BA-8812-E209F80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F53C5-D7DE-4F56-9BE1-F5BA24B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DC938-4EEB-4B2F-BA31-D6109919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6DA05-8045-481B-952E-4079FC43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9E315-2233-4292-B230-B70FA3D9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7541D-BF77-4D76-A430-B30054A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EDB5-3FF6-49AB-9D3C-84E145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Data Storage: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DDCFA-8F45-4B22-B2E3-899D5FC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A36EF-99FB-4D0B-BF1F-37990F21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4FB80-6B92-4D8D-9669-00ED5E39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Bits and Their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E666B-BF36-45BF-95A0-94F25EF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61080-EFCB-405E-8CEB-35BC32C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C29AC-F180-4FD1-BF6C-B2E42E60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Main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544C6-B177-48D0-9681-3A6B59B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6B300-AA0E-450A-AA58-1AE403F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7F2B3-F4E7-4DA2-A72A-91E4CEE6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Mass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C32C1-BC8C-4755-86D3-C8041788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C3D7D-13B7-4C1D-B298-38208FC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899AE-6E45-48DC-AA54-00516B0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Representing Information as Bit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30A37-F86E-4E27-8FCC-46273C2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F2382-DBE6-40D3-86B2-4929C9D6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1968B-673C-4D27-B86A-D230D79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Binary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53E70-4EB2-4318-83C7-6896D18A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1A940-956D-43C4-AAC3-EE3CE6F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58B33-F816-498F-949E-963E32B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Storing Integers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6D420-6356-4A81-9A70-F06DF90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A5D83-685B-4F73-BAB5-C97D455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5DF52-E214-4EBC-A85F-C3B9BCD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7F61CC-7A2A-4C46-A506-B2E32DAE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63136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21635-8629-44C6-9F84-EAE906E9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B3BF7-9C9C-4425-95AA-F431F1C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EDAD1-3B16-4A71-965E-6E0C4B8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55AE7-2631-42FF-A8B2-CA68314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Data, Storage, Bits, Their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1589F-1B3E-40BB-A8E1-B65E20A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01857-7D09-41EB-977D-063EB41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2D5D2-53F3-4638-8540-5928743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ESSENTIALS OF INFORMATION TECHNOLOGY | 1BESC104E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71C01-6357-4F2F-9B04-A342F777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086054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2026-08-24T06:38:48.7890000Z</dcterms:created>
  <dcterms:modified xsi:type="dcterms:W3CDTF">2026-08-24T06:38:48.7890000Z</dcterms:modified>
</coreProperties>
</file>