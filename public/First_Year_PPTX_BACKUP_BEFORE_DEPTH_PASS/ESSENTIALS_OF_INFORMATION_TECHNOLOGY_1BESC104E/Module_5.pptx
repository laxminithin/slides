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3eeca89d04962" /><Relationship Type="http://schemas.openxmlformats.org/officeDocument/2006/relationships/extended-properties" Target="/docProps/app.xml" Id="Rdc24cfc557c142f9" /><Relationship Type="http://schemas.openxmlformats.org/officeDocument/2006/relationships/officeDocument" Target="/ppt/presentation.xml" Id="R0fd799eccd19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522782daf46f9"/>
  </p:sldMasterIdLst>
  <p:notesMasterIdLst>
    <p:notesMasterId xmlns:r="http://schemas.openxmlformats.org/officeDocument/2006/relationships" r:id="Rf7bdec130d214945"/>
  </p:notesMasterIdLst>
  <p:sldIdLst>
    <p:sldId xmlns:r="http://schemas.openxmlformats.org/officeDocument/2006/relationships" id="256" r:id="R65a60d66cb164a5a"/>
    <p:sldId xmlns:r="http://schemas.openxmlformats.org/officeDocument/2006/relationships" id="257" r:id="Ra9cd351ef8b947d0"/>
    <p:sldId xmlns:r="http://schemas.openxmlformats.org/officeDocument/2006/relationships" id="258" r:id="Ra28914441cf64010"/>
    <p:sldId xmlns:r="http://schemas.openxmlformats.org/officeDocument/2006/relationships" id="259" r:id="R980820b617e24583"/>
    <p:sldId xmlns:r="http://schemas.openxmlformats.org/officeDocument/2006/relationships" id="260" r:id="Rfd052063a5d642c7"/>
    <p:sldId xmlns:r="http://schemas.openxmlformats.org/officeDocument/2006/relationships" id="261" r:id="R3c210bf364af42a2"/>
    <p:sldId xmlns:r="http://schemas.openxmlformats.org/officeDocument/2006/relationships" id="262" r:id="R714d4190d7564083"/>
    <p:sldId xmlns:r="http://schemas.openxmlformats.org/officeDocument/2006/relationships" id="263" r:id="R438fba0746004a4a"/>
    <p:sldId xmlns:r="http://schemas.openxmlformats.org/officeDocument/2006/relationships" id="264" r:id="R14d4d28c582444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24e8d3703b497b" /><Relationship Type="http://schemas.openxmlformats.org/officeDocument/2006/relationships/slideMaster" Target="/ppt/slideMasters/slideMaster1.xml" Id="Rc2e522782daf46f9" /><Relationship Type="http://schemas.openxmlformats.org/officeDocument/2006/relationships/notesMaster" Target="/ppt/notesMasters/notesMaster1.xml" Id="Rf7bdec130d214945" /><Relationship Type="http://schemas.openxmlformats.org/officeDocument/2006/relationships/presProps" Target="/ppt/presProps.xml" Id="Ra3a4ff905c574f76" /><Relationship Type="http://schemas.openxmlformats.org/officeDocument/2006/relationships/tableStyles" Target="/ppt/tableStyles.xml" Id="R3a7cabd1c7f04b42" /><Relationship Type="http://schemas.openxmlformats.org/officeDocument/2006/relationships/slide" Target="/ppt/slides/slide1.xml" Id="R65a60d66cb164a5a" /><Relationship Type="http://schemas.openxmlformats.org/officeDocument/2006/relationships/slide" Target="/ppt/slides/slide2.xml" Id="Ra9cd351ef8b947d0" /><Relationship Type="http://schemas.openxmlformats.org/officeDocument/2006/relationships/slide" Target="/ppt/slides/slide3.xml" Id="Ra28914441cf64010" /><Relationship Type="http://schemas.openxmlformats.org/officeDocument/2006/relationships/slide" Target="/ppt/slides/slide4.xml" Id="R980820b617e24583" /><Relationship Type="http://schemas.openxmlformats.org/officeDocument/2006/relationships/slide" Target="/ppt/slides/slide5.xml" Id="Rfd052063a5d642c7" /><Relationship Type="http://schemas.openxmlformats.org/officeDocument/2006/relationships/slide" Target="/ppt/slides/slide6.xml" Id="R3c210bf364af42a2" /><Relationship Type="http://schemas.openxmlformats.org/officeDocument/2006/relationships/slide" Target="/ppt/slides/slide7.xml" Id="R714d4190d7564083" /><Relationship Type="http://schemas.openxmlformats.org/officeDocument/2006/relationships/slide" Target="/ppt/slides/slide8.xml" Id="R438fba0746004a4a" /><Relationship Type="http://schemas.openxmlformats.org/officeDocument/2006/relationships/slide" Target="/ppt/slides/slide9.xml" Id="R14d4d28c582444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587350897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7903d947d4a20" /><Relationship Type="http://schemas.openxmlformats.org/officeDocument/2006/relationships/notesMaster" Target="/ppt/notesMasters/notesMaster1.xml" Id="R8fadff589e0a4c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dc9e35b594d75" /><Relationship Type="http://schemas.openxmlformats.org/officeDocument/2006/relationships/notesMaster" Target="/ppt/notesMasters/notesMaster1.xml" Id="R81cf0aac9dcc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c4d8dbce884730" /><Relationship Type="http://schemas.openxmlformats.org/officeDocument/2006/relationships/notesMaster" Target="/ppt/notesMasters/notesMaster1.xml" Id="R876056bf40b2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899c5561ad4556" /><Relationship Type="http://schemas.openxmlformats.org/officeDocument/2006/relationships/notesMaster" Target="/ppt/notesMasters/notesMaster1.xml" Id="Rdbce1faf0e08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d6e6511ed14344" /><Relationship Type="http://schemas.openxmlformats.org/officeDocument/2006/relationships/notesMaster" Target="/ppt/notesMasters/notesMaster1.xml" Id="R5a5573948541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27ca20bea346c1" /><Relationship Type="http://schemas.openxmlformats.org/officeDocument/2006/relationships/notesMaster" Target="/ppt/notesMasters/notesMaster1.xml" Id="R95cd1513ae2540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f9a9c4a9b64e69" /><Relationship Type="http://schemas.openxmlformats.org/officeDocument/2006/relationships/notesMaster" Target="/ppt/notesMasters/notesMaster1.xml" Id="Rcac01f61688149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06f57c44b4195" /><Relationship Type="http://schemas.openxmlformats.org/officeDocument/2006/relationships/notesMaster" Target="/ppt/notesMasters/notesMaster1.xml" Id="R4beda639c3cb46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46ad21bb134764" /><Relationship Type="http://schemas.openxmlformats.org/officeDocument/2006/relationships/notesMaster" Target="/ppt/notesMasters/notesMaster1.xml" Id="Rddfda6eca1544c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1d5419ff342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1a906f5414524" /><Relationship Type="http://schemas.openxmlformats.org/officeDocument/2006/relationships/slideLayout" Target="/ppt/slideLayouts/slideLayout1.xml" Id="R33df7a93feaa43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f7a93feaa43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2d00a92ac4582" /><Relationship Type="http://schemas.openxmlformats.org/officeDocument/2006/relationships/notesSlide" Target="/ppt/notesSlides/notesSlide1.xml" Id="R4b65d64db7be45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24627d7eb4d2b" /><Relationship Type="http://schemas.openxmlformats.org/officeDocument/2006/relationships/notesSlide" Target="/ppt/notesSlides/notesSlide2.xml" Id="R78137dbdc4d9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8d7d7095e430c" /><Relationship Type="http://schemas.openxmlformats.org/officeDocument/2006/relationships/notesSlide" Target="/ppt/notesSlides/notesSlide3.xml" Id="R55a0a6925de7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5694796a24ba1" /><Relationship Type="http://schemas.openxmlformats.org/officeDocument/2006/relationships/notesSlide" Target="/ppt/notesSlides/notesSlide4.xml" Id="Rd387e1341b25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a77ae56d14423" /><Relationship Type="http://schemas.openxmlformats.org/officeDocument/2006/relationships/notesSlide" Target="/ppt/notesSlides/notesSlide5.xml" Id="R7081688eb02c4f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4b4370d045b3" /><Relationship Type="http://schemas.openxmlformats.org/officeDocument/2006/relationships/notesSlide" Target="/ppt/notesSlides/notesSlide6.xml" Id="R0668511e17f146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14039bb954663" /><Relationship Type="http://schemas.openxmlformats.org/officeDocument/2006/relationships/notesSlide" Target="/ppt/notesSlides/notesSlide7.xml" Id="R31cc261093ba4d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7368cc145410e" /><Relationship Type="http://schemas.openxmlformats.org/officeDocument/2006/relationships/notesSlide" Target="/ppt/notesSlides/notesSlide8.xml" Id="R46391a0eacf348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1ac2c816e4882" /><Relationship Type="http://schemas.openxmlformats.org/officeDocument/2006/relationships/notesSlide" Target="/ppt/notesSlides/notesSlide9.xml" Id="Rcf8b3c78b5954a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9C3F6-E61F-4E42-B193-04D4F42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47D3A-BD05-412F-B2E5-23679FEA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HTML and Website Development: What is HTML? , Cascading Style Sheets (CSS) , Website PCC-PEC-OEC (3 Cred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10B9-FB44-4612-B1E7-FB52476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73E86-2F64-4F80-B48F-387091E7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D1D17-2211-4A97-B574-A1695A55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603E-3463-4FF7-8B86-493E0031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D0812-F8D2-4D23-9306-3D3578B7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21D8-A542-430D-AB26-5E9433A0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B3BF9-3E81-4F3C-BD68-F948F51D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25735-3262-4841-ACAE-59CA1D40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8A0F4-CC1C-4E16-8837-69BF07D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449F8-FA97-4A66-98F1-809B5AC2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8C1F0-7273-4B8F-BB5B-32827D4A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4E047-670C-4D1E-992A-5E1F14C5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90EE1-75EB-4274-987B-4DE04A42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5261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3B567-BEA5-4FB0-9720-E8298ADF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CBD7C-5A01-4B5B-B969-03A80EF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A2E04-5E0C-4649-8BA7-717E0B7F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5F83F-C845-4A18-B21E-907F772B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62479-BF8E-4275-976A-E0947BF1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A3ECB-D2D3-42B2-849A-A28D9F62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D9EFB-C848-4DD2-9029-BBD139EF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AE01B-BB77-46D5-A2E2-A196DC19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24992-A909-44AC-8935-9ADAC6E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D63FC-F0E0-4721-AA72-C2D967AE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6D8EB-8974-44AB-8AA8-A1162BFD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0F32A-6458-4F43-9032-3F22A461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4F1EA-6D93-4012-B3CC-BE4DE59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HTML and Website Development: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What is HTML?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Cascading Style Sheets (CSS)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Website PCC-PEC-OEC (3 Credits) template Design and Storyboarding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Structure of a Website.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C7C40-CCF3-4C06-95D5-BF246E61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12CE0-BB70-47A3-AD4E-B57C4C8E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46310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58D24-CB74-4DCB-816B-382BF8CC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03745-AAAA-4184-A100-5905150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73FFA-5684-45AB-BAD1-C00E2285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D2C10-3705-4E6F-89E8-73EA8BB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852DB-7DD7-4572-BCDA-539AEA95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59969-CD3A-4C48-AFB5-B419E07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A8CFC-45A5-464C-9724-E3DE308D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DD0C7-F8BF-4F27-AB2C-C53D5F6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Cascading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10FC3-01EC-492E-9740-5D786476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Style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ACA5-018A-498F-865E-643E752A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Computer Graphics: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Scope of Computer Graphics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Overview of 3D Graphics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2: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B9C6F-AF63-490B-9204-6601896E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C795C-724F-431D-A9B8-54AE75B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2110117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EB586-D512-4CBA-9387-177C54C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3037A-ABA6-4F47-8FD6-A31E3BD7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3019D-796B-4B4B-A905-F24CBEF6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12893-5343-4B76-BF3D-53188E8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HTML and Website Development: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What is HTML?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Cascading Style Sheets (CSS)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Website PCC-PEC-OEC (3 Credits) template Design and Storyboarding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Structure of a Website.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Computer Graphics: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54106-5BF7-4724-A746-298E4ABA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ECAB0-54BA-4BE0-B736-8FD95513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FEF3D-F115-4878-A58F-81DB273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3E6E4-97DB-425E-B4FE-5E7EDE02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05AD7-BC56-4468-BB40-8C714F3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BED6B-790E-403F-B47F-7DF990FF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33754-5CD0-417A-B045-8D36049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25552-153D-46A0-9180-FA4A842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34872-6C79-496A-A6FC-727ED1E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CA58B-A89E-42E0-B4C0-6DB394D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CE778-911B-49ED-9CB6-6B3C38F0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27F11-9E07-4E60-86A4-BD1844CC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8ED98-C369-41AA-A602-FD5DA6DE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D95E5-1EDF-47B1-9816-E7E00C5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148719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A0D19-8A45-4BEB-91A4-C358068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5F735-C925-49AB-903D-9C763F2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3772D-DDDE-40A0-AB6C-B7403741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08BFB-419E-469F-AEE6-09E014E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293F2-ADCE-48DF-90AA-094F3AF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0CD2D-8F43-4834-9A85-41FBF5DA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B472E-4FEF-4729-A830-4188F502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84346-A459-467B-A00D-73F592F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B9EBC-A20D-4267-9621-D3F6E5EB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CF885-713A-410A-B110-DF6AE3A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9FF45-B99C-402C-B041-CD606A84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FFF67-A17F-4307-8619-280EE25A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67152-63AE-427C-83CB-E2B7E862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19112-42F6-4001-BA58-3AB0893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56662-68E3-4760-BCC2-0CFAEE73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41166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54848-C91C-4E65-984A-6BA8674E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F5529-68E7-4797-82E5-EE75B62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EEBE0-F628-4334-B56F-4CCE23E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22EF1-6FE2-403F-B334-67CDC6B0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89AB-12FA-4270-8E34-84D706D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HTML and Website Development: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162FF-C924-4804-8538-42C94170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HTML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904B1-26CA-4938-B176-7C53FF21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23EDA-1050-4483-BFB0-5BB895E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D7D1C-221C-48F7-8D83-2433605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445757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6ABC2-175F-4413-8688-12EF0018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BAB3-A1E7-463A-BC02-CD6B5A9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295F5-2992-421F-880A-38194B12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6D7B2-32D2-4F62-8FDE-796F935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02516-0488-4C26-A74D-BC5DF695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Scope of Computer Graphics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Overview of 3D Graphics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2: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Chapter-12.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A387F-06E3-4E4B-8BE2-E51C142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36DD4-2B9F-4AAE-BBCD-FD6DFC7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D34A7-ACC6-4F2D-80A0-0C27665E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EA7E0-7CCA-4195-BCD3-0E8D42B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736942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CDDA9A-720A-4E21-BD71-88D09E3C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75DFD-04F6-428E-8A81-0639A94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7EDE9-470C-485E-B90C-79161B6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F9BA0-EC10-440C-8336-2EBAA55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933C4-4E9C-42E0-8A14-C7BDB9A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23133-D38B-44EF-9176-4A9520DA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66CB1-0524-4337-919C-F67D48F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HTML and Website Development: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7F6EB-14ED-474E-BF8B-621CF1F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65862-ADA8-40E3-9F77-9B85909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0F3A4-BCBD-41FB-8E36-305D71E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What is HTML?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11D1A-AE26-45D8-828F-1D36A94A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0BF4D-810A-457D-8EE7-B1B7CAB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20730-38C3-4CBE-A119-85BE42F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Cascading Style Sheets (CSS)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6D00B-763F-4A8C-B125-67ABC89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AB901-07F9-446D-AAEA-EB94465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93B70-D696-4DF5-A8E4-189BA3AE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Website PCC-PEC-OEC (3 Credits) template Design and Storyboarding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4CE42-07AD-4780-8BA4-0D91CE90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029D9-E1CA-47F0-A0A9-BA9A29F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50902-4E21-43BB-8FBB-457B5A51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Structure of a Website.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50A56-517E-4EA3-8266-E6F84D4B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F28CA-449E-42D3-A8F1-6D903500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969CE-92F9-4E00-8A1E-5BB4B5E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Computer Graphics: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9519A-CDDE-46CE-A0EA-57218016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D0BDD-A06B-4BD4-8CF5-A1CDF4B4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0F615-D63B-4530-8D4A-52B69F2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Scope of Computer Graphics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ED41D-18B1-4554-ACC9-A31C288A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0DE5E-F5B8-4C87-8834-C8F29F3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D5978F-C3E7-43C0-86C5-BFBE790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3118F-5D69-4569-8632-212ECA7F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960046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823BA-5065-4E99-A3E2-B50F3D18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9AFA0-B048-4A84-B409-35B0CCBD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00B94-3C9E-431E-BCE0-A88D4C7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CE759-C99C-49E1-A190-B449DC0F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HTML, Website, Development, What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53333-7DFD-4341-AF6F-1554A1A7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6AECD-1471-4FD4-8B76-8BDB4D4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065CB-2B7C-4347-B67D-9E8FCB41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27D80-81B0-4B39-9A3D-AB63273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078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2026-08-24T06:38:49.0370000Z</dcterms:created>
  <dcterms:modified xsi:type="dcterms:W3CDTF">2026-08-24T06:38:49.0370000Z</dcterms:modified>
</coreProperties>
</file>