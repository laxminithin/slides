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5cd0200f764277" /><Relationship Type="http://schemas.openxmlformats.org/officeDocument/2006/relationships/extended-properties" Target="/docProps/app.xml" Id="R9f0ae40c4de749f9" /><Relationship Type="http://schemas.openxmlformats.org/officeDocument/2006/relationships/officeDocument" Target="/ppt/presentation.xml" Id="Rd123136d9b0a4e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a52e1ca6124903"/>
  </p:sldMasterIdLst>
  <p:notesMasterIdLst>
    <p:notesMasterId xmlns:r="http://schemas.openxmlformats.org/officeDocument/2006/relationships" r:id="R44c71154fce54c5a"/>
  </p:notesMasterIdLst>
  <p:sldIdLst>
    <p:sldId xmlns:r="http://schemas.openxmlformats.org/officeDocument/2006/relationships" id="256" r:id="Rc6cd5998b0a8477c"/>
    <p:sldId xmlns:r="http://schemas.openxmlformats.org/officeDocument/2006/relationships" id="257" r:id="Rb0f150af3c5d4e27"/>
    <p:sldId xmlns:r="http://schemas.openxmlformats.org/officeDocument/2006/relationships" id="258" r:id="R1b3eaf2c30464ee9"/>
    <p:sldId xmlns:r="http://schemas.openxmlformats.org/officeDocument/2006/relationships" id="259" r:id="Rc66a328fef154f05"/>
    <p:sldId xmlns:r="http://schemas.openxmlformats.org/officeDocument/2006/relationships" id="260" r:id="R07afad660e944c0b"/>
    <p:sldId xmlns:r="http://schemas.openxmlformats.org/officeDocument/2006/relationships" id="261" r:id="R8772be7699ee4986"/>
    <p:sldId xmlns:r="http://schemas.openxmlformats.org/officeDocument/2006/relationships" id="262" r:id="R93898c861d9749f0"/>
    <p:sldId xmlns:r="http://schemas.openxmlformats.org/officeDocument/2006/relationships" id="263" r:id="R3a32857c2bbe4bf9"/>
    <p:sldId xmlns:r="http://schemas.openxmlformats.org/officeDocument/2006/relationships" id="264" r:id="R925f0ed4cff641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75a76dc5cf4fb4" /><Relationship Type="http://schemas.openxmlformats.org/officeDocument/2006/relationships/slideMaster" Target="/ppt/slideMasters/slideMaster1.xml" Id="Rf3a52e1ca6124903" /><Relationship Type="http://schemas.openxmlformats.org/officeDocument/2006/relationships/notesMaster" Target="/ppt/notesMasters/notesMaster1.xml" Id="R44c71154fce54c5a" /><Relationship Type="http://schemas.openxmlformats.org/officeDocument/2006/relationships/presProps" Target="/ppt/presProps.xml" Id="Re43b6abbcb29459e" /><Relationship Type="http://schemas.openxmlformats.org/officeDocument/2006/relationships/tableStyles" Target="/ppt/tableStyles.xml" Id="Red12df3f08ba4406" /><Relationship Type="http://schemas.openxmlformats.org/officeDocument/2006/relationships/slide" Target="/ppt/slides/slide1.xml" Id="Rc6cd5998b0a8477c" /><Relationship Type="http://schemas.openxmlformats.org/officeDocument/2006/relationships/slide" Target="/ppt/slides/slide2.xml" Id="Rb0f150af3c5d4e27" /><Relationship Type="http://schemas.openxmlformats.org/officeDocument/2006/relationships/slide" Target="/ppt/slides/slide3.xml" Id="R1b3eaf2c30464ee9" /><Relationship Type="http://schemas.openxmlformats.org/officeDocument/2006/relationships/slide" Target="/ppt/slides/slide4.xml" Id="Rc66a328fef154f05" /><Relationship Type="http://schemas.openxmlformats.org/officeDocument/2006/relationships/slide" Target="/ppt/slides/slide5.xml" Id="R07afad660e944c0b" /><Relationship Type="http://schemas.openxmlformats.org/officeDocument/2006/relationships/slide" Target="/ppt/slides/slide6.xml" Id="R8772be7699ee4986" /><Relationship Type="http://schemas.openxmlformats.org/officeDocument/2006/relationships/slide" Target="/ppt/slides/slide7.xml" Id="R93898c861d9749f0" /><Relationship Type="http://schemas.openxmlformats.org/officeDocument/2006/relationships/slide" Target="/ppt/slides/slide8.xml" Id="R3a32857c2bbe4bf9" /><Relationship Type="http://schemas.openxmlformats.org/officeDocument/2006/relationships/slide" Target="/ppt/slides/slide9.xml" Id="R925f0ed4cff641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fd3e117b6d45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564d0ceb6e4c69" /><Relationship Type="http://schemas.openxmlformats.org/officeDocument/2006/relationships/notesMaster" Target="/ppt/notesMasters/notesMaster1.xml" Id="Rfe2381d8457a47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2838f264624cc5" /><Relationship Type="http://schemas.openxmlformats.org/officeDocument/2006/relationships/notesMaster" Target="/ppt/notesMasters/notesMaster1.xml" Id="R933b8a3fbfa946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2807cdcbc94a5f" /><Relationship Type="http://schemas.openxmlformats.org/officeDocument/2006/relationships/notesMaster" Target="/ppt/notesMasters/notesMaster1.xml" Id="R2596d6a916ec40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c4319a6ed84ee7" /><Relationship Type="http://schemas.openxmlformats.org/officeDocument/2006/relationships/notesMaster" Target="/ppt/notesMasters/notesMaster1.xml" Id="R247a4136db4c46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6213517bd84275" /><Relationship Type="http://schemas.openxmlformats.org/officeDocument/2006/relationships/notesMaster" Target="/ppt/notesMasters/notesMaster1.xml" Id="Ra6518e82e2b94f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9abb6ced604c59" /><Relationship Type="http://schemas.openxmlformats.org/officeDocument/2006/relationships/notesMaster" Target="/ppt/notesMasters/notesMaster1.xml" Id="Rbd62873dbb8a46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592e6a26264889" /><Relationship Type="http://schemas.openxmlformats.org/officeDocument/2006/relationships/notesMaster" Target="/ppt/notesMasters/notesMaster1.xml" Id="R1cfc17cc10e54e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9eba35fe464c68" /><Relationship Type="http://schemas.openxmlformats.org/officeDocument/2006/relationships/notesMaster" Target="/ppt/notesMasters/notesMaster1.xml" Id="R5e52721695f847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feaeb056b44925" /><Relationship Type="http://schemas.openxmlformats.org/officeDocument/2006/relationships/notesMaster" Target="/ppt/notesMasters/notesMaster1.xml" Id="R2c0b7d428bbf4f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2ecc59057543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63252c11c04dda" /><Relationship Type="http://schemas.openxmlformats.org/officeDocument/2006/relationships/slideLayout" Target="/ppt/slideLayouts/slideLayout1.xml" Id="R91f19e2908db49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f19e2908db49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68a54de7d4338" /><Relationship Type="http://schemas.openxmlformats.org/officeDocument/2006/relationships/notesSlide" Target="/ppt/notesSlides/notesSlide1.xml" Id="Rd49e1aedfbe549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16c30a9a743d0" /><Relationship Type="http://schemas.openxmlformats.org/officeDocument/2006/relationships/notesSlide" Target="/ppt/notesSlides/notesSlide2.xml" Id="Rab62e8c141e141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308048c844d16" /><Relationship Type="http://schemas.openxmlformats.org/officeDocument/2006/relationships/notesSlide" Target="/ppt/notesSlides/notesSlide3.xml" Id="R87eeff0788ef44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bd0bbb7074520" /><Relationship Type="http://schemas.openxmlformats.org/officeDocument/2006/relationships/notesSlide" Target="/ppt/notesSlides/notesSlide4.xml" Id="R0a18d7e1ecb344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9b64c12ec4960" /><Relationship Type="http://schemas.openxmlformats.org/officeDocument/2006/relationships/notesSlide" Target="/ppt/notesSlides/notesSlide5.xml" Id="R8c3c5318267747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2855199b04faa" /><Relationship Type="http://schemas.openxmlformats.org/officeDocument/2006/relationships/notesSlide" Target="/ppt/notesSlides/notesSlide6.xml" Id="R7a9fefb53eed46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f1279a11a43cb" /><Relationship Type="http://schemas.openxmlformats.org/officeDocument/2006/relationships/notesSlide" Target="/ppt/notesSlides/notesSlide7.xml" Id="R78447ea55a1b41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a9fd2ac8b49dd" /><Relationship Type="http://schemas.openxmlformats.org/officeDocument/2006/relationships/notesSlide" Target="/ppt/notesSlides/notesSlide8.xml" Id="Ra5d0ca8213b340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6cfa537684343" /><Relationship Type="http://schemas.openxmlformats.org/officeDocument/2006/relationships/notesSlide" Target="/ppt/notesSlides/notesSlide9.xml" Id="Rb95c6ede3cb840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24A98-31E9-469A-8194-11D31359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93744-B965-46DC-8234-F6DC020D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Software Engineering: The Software Engineering Discipline , The Software Life Cycle , Software Engineering Methodologies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78E16-1612-4876-A947-CF4F66BC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ESSENTIALS OF INFORMATION TECHNOLOGY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46C4D-710E-4A7D-9355-AE059637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CDDA9-3337-44D5-A6E1-0B392C7D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0B996-291D-4516-AB7A-DA25482A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F6024-1BA1-4543-89A9-3A17BD80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99BD3-63E2-4E57-A51A-30E9D6E1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20182-E604-4B51-A84B-C7F6BCFA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B9DE8-5C01-446C-A166-76F06842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70FAA-FE91-4E75-9759-703C0F1F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BCDB0-1B2A-4BE5-897F-386EE6C9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29110-006E-419C-BD08-72233D98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9402E-5F26-499D-B343-F132219C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815CE-DC61-4766-953C-CE0FF324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6317774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1FD9D-28EC-4FB5-AD54-2F71CB80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5C075-C120-41F2-A5D0-00183961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57586-CD32-47D6-ACE1-64A3F420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1110F-06DE-4675-8696-399F9A4F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278BD-9EB7-4AEF-A567-FAA2AF5A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0189F-6D06-493E-B1CB-D862536D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2CC5B-99E3-43F6-A4C0-1B47E58B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A899B-5A68-428C-94E3-99E32AB3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600E5-3ADD-4938-BF40-C352906E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99068-367D-49AC-B548-8CFAEDFF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85418-1460-4238-83E8-1932D4B5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D8193-C86A-487F-A6CA-505866B9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67F61-7422-41D5-A062-B145F26B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Software Engineering: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Software Engineering Discipline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Software Life Cycle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Software Engineering Methodologies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Tools of the Trade.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1F186-D8AC-4831-9D62-14412D4F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E1EFE1-D464-426E-8D83-C621DA8A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14612283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2B603-D2E6-4BED-9B3A-F4A4DFC9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6E494-A744-4084-929E-B2E6F8AD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D9524-A22B-411D-92A0-5240D2B9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C3CD2-BB5B-4DCB-817D-E8E9D8C2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Software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184E9-523E-43DC-ABD2-D1823F3D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0034F-F89A-4B0B-8854-905861DA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Discipline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42040-5B3D-4C2A-A56C-960D7DFA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Life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BED74-31D8-4399-BA6E-D5180A22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4E074-ABC5-4E7D-A8F3-30432F32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Methodologies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4F19A-414C-4476-A293-1506196E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Database Systems: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Database Fundamentals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Relational Model.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1: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02CC3-62EB-4747-A318-B2C7658B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7C1CE-EBC0-438B-AE0D-766CE446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1252550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4DA92-6CA0-4CB8-A9A6-B6C03BF4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A5828-7C64-43E2-8955-98A7C3BD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82E99-ACF6-4834-9670-CA5B036F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E727B-B056-46AA-82F2-FBBB4E81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Software Engineering: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Software Engineering Discipline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Software Life Cycle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Software Engineering Methodologies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Tools of the Trade.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Database Systems: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F78A3-F093-4895-B908-422CBC3F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20C30-5500-4AB8-88B8-1EEDBAD1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D3276-A746-48B7-9496-D21888A8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1A082-4E2A-4E66-9A5B-9D5E6465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882B1-45CD-40E5-AFFE-F96A0EC4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35F08-5AA9-41F5-B052-B5F29221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EB755-C3B8-4E62-8162-FB0D9673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1ACBA-4E0C-4EA7-9DD9-1A6ECEB5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8804C-5C08-4B4A-A1BB-D0E4C240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294DB-C69B-4A73-90CE-1482A34B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1A596-45D9-4C22-9A13-A68A4C19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B43F7-BE39-407D-A8F5-00F43B35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3AF08-48FA-40CD-A8EA-96ADBCF9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E1BF5-360D-4235-86A3-417AB8B3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950536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753D2-3054-4685-B10E-8BE72DEC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3DA8A-2B9E-4070-8B31-697E3113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6CA22-53F6-467F-BF46-2B2F5011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CD6E6-D1FD-4347-9044-1363C8D8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15C15-9F68-4DC7-B6B0-42F99B87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71788-0993-4B09-81F8-ED9A2C39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A9062-9417-4F7B-AB93-0C5BA68A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3D387-B629-45F4-998A-27062215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05D2D-6F92-48BD-B003-1A2FA78F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4B11D-BC09-469C-A841-C343EDE5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585A5-3436-4983-B066-109177BB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6C7B7-0472-425B-817A-39FB0234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81534-CCB5-4844-952F-7F181D9A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78CA5-9BCF-4414-93DA-57A724B3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28A8A-5437-47E3-B4AE-565678EE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6687352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EFF6E-ECBE-40E5-9721-0948F7D3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374B1-5A7A-41F4-B563-2C4F056E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294A4-BC37-420C-AC62-B2B23263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95BCF-2F2E-49B8-8251-EE215B7F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6F94F-3DED-4B47-960D-AE8D300C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Software Engineering: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CA6C2-B3CE-4CCE-B308-552F0E94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Software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4A105-437A-4C08-A51B-7429ECDD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C8C4C-E046-47DD-BC06-54436062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47E23-CFA9-4509-AB9E-233303A1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4685374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B5B2B-EB19-4A01-8CF9-7A5B9E38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656B0-70E3-425B-B8FA-43EA3752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0568A-DC2D-44F2-BFDB-23442273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6CCFC-4C81-4D55-B55A-93D77ED5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B539A-66F1-47CE-950A-EC661B4A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Database Fundamentals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Relational Model.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Chapter-7 (7.1-7.5)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9A05B-BAA7-4B7C-A5D3-CF1B30D9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D57D3-5A46-4BAD-8AA9-95B5F6B5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7BBFE-D7A2-4233-A2EA-64D00ADF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8BD8C-EFF8-4D39-A3CE-712EEDED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078330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E82A5F-CB56-4FDD-8C9D-4142BAFF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73859-95B3-494D-9745-741AF4C9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FA0CE-4AA6-4B12-9B56-041369B5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64455-DB6F-430F-8E4E-16A1A3D0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40A92-1886-44EB-BA32-B3B8CD20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B4802-E7ED-4DB3-BB08-2BC195B7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CA6B9-EA72-41B2-9D6A-EF916265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Software Engineering: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F5DFF-5625-4CB8-A815-D78ED877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E3996-6B02-481C-887F-F9E9DDCD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7287D-F8C4-46A5-81C2-8877C6B9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Software Engineering Discipline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5482D-5E38-42FD-A4E4-9D6EA634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ED8D2-8205-4195-9559-1A2FFC77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0E61D-BF75-4A3A-B4B7-08412EB7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Software Life 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6C828-633D-4BD4-B5D0-556C439A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51717-EDBC-4C0C-86CE-4C4B8A37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F13AA-326A-4A9A-908D-A78FE669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Software Engineering Methodologies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3F6CC-A981-4BB6-A4DB-B0820E29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77137-2F98-4D88-8AF2-91A0F0CB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1CE15-84BA-4E50-B73C-B0F1A865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Tools of the Trade.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2FC7EF-C7F1-421F-877A-4473D9A1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C2AD19-FD2A-4D8F-990B-D18E3654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9A0915-BAB4-45E3-A925-97A4D421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Database Systems: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A75B66-F50D-4D4E-A1C3-52AE905D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B3B9D-596A-4D80-A956-56151636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3BB95C-D92D-4846-A472-A86F2912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Database Fundamentals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BA608C-2A47-4B5F-8A8C-4B110209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497B59-23E4-4903-AB4A-35FEE95C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9670E4-CC55-4906-9AC2-CCFFD9E7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5069A5-4D53-418D-9C99-CC347786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20126876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A0F49-A250-4114-B650-95D3A46F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167AA-34EC-4A53-8592-095829ED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02F7D-EBC8-4D3C-B7EE-B5ED8BC9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DC0B1-A361-4BA3-BEC5-5C1EE964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Software, Engineering, Discipline, Life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5C48E-52C6-4698-BBB3-1EF4FDB1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FFB72-1CB7-456C-9079-FC9E8941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C486C-B0F9-42DF-A589-710879AC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79692-C7C6-4BC7-98DF-FA5CF378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461731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2026-08-24T06:38:48.9760000Z</dcterms:created>
  <dcterms:modified xsi:type="dcterms:W3CDTF">2026-08-24T06:38:48.9760000Z</dcterms:modified>
</coreProperties>
</file>