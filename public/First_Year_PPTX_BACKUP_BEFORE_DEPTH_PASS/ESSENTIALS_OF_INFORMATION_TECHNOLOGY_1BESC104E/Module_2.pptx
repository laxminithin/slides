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537c108d0949df" /><Relationship Type="http://schemas.openxmlformats.org/officeDocument/2006/relationships/extended-properties" Target="/docProps/app.xml" Id="R3b30b12e1a864ba1" /><Relationship Type="http://schemas.openxmlformats.org/officeDocument/2006/relationships/officeDocument" Target="/ppt/presentation.xml" Id="Rcaa83024e8e741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49d1a8ee4b4f0b"/>
  </p:sldMasterIdLst>
  <p:notesMasterIdLst>
    <p:notesMasterId xmlns:r="http://schemas.openxmlformats.org/officeDocument/2006/relationships" r:id="R61a5f9d4de264e03"/>
  </p:notesMasterIdLst>
  <p:sldIdLst>
    <p:sldId xmlns:r="http://schemas.openxmlformats.org/officeDocument/2006/relationships" id="256" r:id="R19d02e3321ae46fb"/>
    <p:sldId xmlns:r="http://schemas.openxmlformats.org/officeDocument/2006/relationships" id="257" r:id="R28020f78f51647c2"/>
    <p:sldId xmlns:r="http://schemas.openxmlformats.org/officeDocument/2006/relationships" id="258" r:id="Rec9d677a14a34187"/>
    <p:sldId xmlns:r="http://schemas.openxmlformats.org/officeDocument/2006/relationships" id="259" r:id="R657bcb3fde344155"/>
    <p:sldId xmlns:r="http://schemas.openxmlformats.org/officeDocument/2006/relationships" id="260" r:id="R37ca053f3f9d4f3b"/>
    <p:sldId xmlns:r="http://schemas.openxmlformats.org/officeDocument/2006/relationships" id="261" r:id="Ra65545c6847d471d"/>
    <p:sldId xmlns:r="http://schemas.openxmlformats.org/officeDocument/2006/relationships" id="262" r:id="R915b189498584e8a"/>
    <p:sldId xmlns:r="http://schemas.openxmlformats.org/officeDocument/2006/relationships" id="263" r:id="R03897cbc4db14480"/>
    <p:sldId xmlns:r="http://schemas.openxmlformats.org/officeDocument/2006/relationships" id="264" r:id="R68ba58a4f5a04d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6f0843479d4e7c" /><Relationship Type="http://schemas.openxmlformats.org/officeDocument/2006/relationships/slideMaster" Target="/ppt/slideMasters/slideMaster1.xml" Id="R0049d1a8ee4b4f0b" /><Relationship Type="http://schemas.openxmlformats.org/officeDocument/2006/relationships/notesMaster" Target="/ppt/notesMasters/notesMaster1.xml" Id="R61a5f9d4de264e03" /><Relationship Type="http://schemas.openxmlformats.org/officeDocument/2006/relationships/presProps" Target="/ppt/presProps.xml" Id="Rb7511c68d858480c" /><Relationship Type="http://schemas.openxmlformats.org/officeDocument/2006/relationships/tableStyles" Target="/ppt/tableStyles.xml" Id="R6438d0a7eed24cca" /><Relationship Type="http://schemas.openxmlformats.org/officeDocument/2006/relationships/slide" Target="/ppt/slides/slide1.xml" Id="R19d02e3321ae46fb" /><Relationship Type="http://schemas.openxmlformats.org/officeDocument/2006/relationships/slide" Target="/ppt/slides/slide2.xml" Id="R28020f78f51647c2" /><Relationship Type="http://schemas.openxmlformats.org/officeDocument/2006/relationships/slide" Target="/ppt/slides/slide3.xml" Id="Rec9d677a14a34187" /><Relationship Type="http://schemas.openxmlformats.org/officeDocument/2006/relationships/slide" Target="/ppt/slides/slide4.xml" Id="R657bcb3fde344155" /><Relationship Type="http://schemas.openxmlformats.org/officeDocument/2006/relationships/slide" Target="/ppt/slides/slide5.xml" Id="R37ca053f3f9d4f3b" /><Relationship Type="http://schemas.openxmlformats.org/officeDocument/2006/relationships/slide" Target="/ppt/slides/slide6.xml" Id="Ra65545c6847d471d" /><Relationship Type="http://schemas.openxmlformats.org/officeDocument/2006/relationships/slide" Target="/ppt/slides/slide7.xml" Id="R915b189498584e8a" /><Relationship Type="http://schemas.openxmlformats.org/officeDocument/2006/relationships/slide" Target="/ppt/slides/slide8.xml" Id="R03897cbc4db14480" /><Relationship Type="http://schemas.openxmlformats.org/officeDocument/2006/relationships/slide" Target="/ppt/slides/slide9.xml" Id="R68ba58a4f5a04d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fbfcd6da8e4e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4dbfdeb7d54d8a" /><Relationship Type="http://schemas.openxmlformats.org/officeDocument/2006/relationships/notesMaster" Target="/ppt/notesMasters/notesMaster1.xml" Id="R6df8d5fefbce45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f10a2b46084f07" /><Relationship Type="http://schemas.openxmlformats.org/officeDocument/2006/relationships/notesMaster" Target="/ppt/notesMasters/notesMaster1.xml" Id="R0c8c89229dd841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a391b9eee44be2" /><Relationship Type="http://schemas.openxmlformats.org/officeDocument/2006/relationships/notesMaster" Target="/ppt/notesMasters/notesMaster1.xml" Id="Ra59db9a6c62945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d92628d9994dc3" /><Relationship Type="http://schemas.openxmlformats.org/officeDocument/2006/relationships/notesMaster" Target="/ppt/notesMasters/notesMaster1.xml" Id="Rbf23cf30cc5545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01c2dd7e7741b4" /><Relationship Type="http://schemas.openxmlformats.org/officeDocument/2006/relationships/notesMaster" Target="/ppt/notesMasters/notesMaster1.xml" Id="R11fd33c842bd4c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a117ead0b64f08" /><Relationship Type="http://schemas.openxmlformats.org/officeDocument/2006/relationships/notesMaster" Target="/ppt/notesMasters/notesMaster1.xml" Id="R8e265be9a451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cd7dd50fcf48fd" /><Relationship Type="http://schemas.openxmlformats.org/officeDocument/2006/relationships/notesMaster" Target="/ppt/notesMasters/notesMaster1.xml" Id="R3f128c767aad43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04535e59bc4ebb" /><Relationship Type="http://schemas.openxmlformats.org/officeDocument/2006/relationships/notesMaster" Target="/ppt/notesMasters/notesMaster1.xml" Id="Rd97dfed607f649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d11978b57e4be2" /><Relationship Type="http://schemas.openxmlformats.org/officeDocument/2006/relationships/notesMaster" Target="/ppt/notesMasters/notesMaster1.xml" Id="R4582092ae2ec43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dca47110f48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193170b38d4819" /><Relationship Type="http://schemas.openxmlformats.org/officeDocument/2006/relationships/slideLayout" Target="/ppt/slideLayouts/slideLayout1.xml" Id="Rcc0e983e423042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0e983e423042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dd494c8ba4645" /><Relationship Type="http://schemas.openxmlformats.org/officeDocument/2006/relationships/notesSlide" Target="/ppt/notesSlides/notesSlide1.xml" Id="R6163dad119ab4d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c7897dde149f2" /><Relationship Type="http://schemas.openxmlformats.org/officeDocument/2006/relationships/notesSlide" Target="/ppt/notesSlides/notesSlide2.xml" Id="R2d6c93d026d046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466d79370462e" /><Relationship Type="http://schemas.openxmlformats.org/officeDocument/2006/relationships/notesSlide" Target="/ppt/notesSlides/notesSlide3.xml" Id="Rc653bea6a89546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e6cc5dee84967" /><Relationship Type="http://schemas.openxmlformats.org/officeDocument/2006/relationships/notesSlide" Target="/ppt/notesSlides/notesSlide4.xml" Id="R60e74d57594849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4b68c294844d4" /><Relationship Type="http://schemas.openxmlformats.org/officeDocument/2006/relationships/notesSlide" Target="/ppt/notesSlides/notesSlide5.xml" Id="R3cb53fb500bb43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9215078fb45c1" /><Relationship Type="http://schemas.openxmlformats.org/officeDocument/2006/relationships/notesSlide" Target="/ppt/notesSlides/notesSlide6.xml" Id="R15d0126fac7e4c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c3437980d401d" /><Relationship Type="http://schemas.openxmlformats.org/officeDocument/2006/relationships/notesSlide" Target="/ppt/notesSlides/notesSlide7.xml" Id="R1e66067b1a3f4e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eeea975074818" /><Relationship Type="http://schemas.openxmlformats.org/officeDocument/2006/relationships/notesSlide" Target="/ppt/notesSlides/notesSlide8.xml" Id="R5595a1fcf0ed49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0f72f36444ef7" /><Relationship Type="http://schemas.openxmlformats.org/officeDocument/2006/relationships/notesSlide" Target="/ppt/notesSlides/notesSlide9.xml" Id="R871df8f7851844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73C55-3C29-4FEB-B1AA-92160A64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9BBBC-8F3E-4543-8826-827387E3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Operating Systems : The History of Operating Systems , Operating System Architecture , Coordinating the Machine's Activi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9A60B-4A53-447D-A1C6-94D1D2A2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ESSENTIALS OF INFORMATION TECHNOLOGY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00EB8-3D00-4A2B-9AA6-20D90688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58BFE-F360-41E9-AA5F-0508A51A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06932-BD60-4DA3-9966-D1826E75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E7BDC-2CF3-445F-9C9A-57F52BE3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C969B-EFF4-4CC5-85C8-B9795C1A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D5519-6AFA-4D78-B106-E8734D9A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4DF85-4595-48E7-9BAC-2DFD7023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E4C86-1CDC-48F1-A2AB-32AFF380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D75F6-C049-43DB-B35B-ED8352CF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2A842-0854-4F39-80D8-E34A4F14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33703-429F-4D4C-B627-687BF0D5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D734E-6AD6-458A-AA69-9AF40A78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3733496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A02EF-19ED-4C66-9680-0C67B474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79D91-C9A6-4740-BC6A-70188A29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03544-60B7-43A2-9680-D0351A65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28362-62B5-4644-8E60-31BD1BB4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43AE0-4D24-49D6-9780-84FB803D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70665-7D43-44BF-A722-24585751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C2BA0-CAC6-4A5C-852F-C1FC064C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D6E7F-629C-4D0A-829A-1E03AA80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3347D-7AAF-4992-B64F-929DC2C6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AE2BA-2C35-4B33-BCDE-ADC47397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9C98C-AD62-48D8-8802-08B9D51E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BE850-F85B-4C76-A7B0-989797EB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67368-8766-44D2-8393-98DFAB34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Operating Systems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History of Operating Systems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Operating System Architecture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Coordinating the Machine's Activities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Handling Competition Among Processes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32752-9544-4117-BAD1-9BC057E3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AF9C3-9139-4B50-8761-1BA3E965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571715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C395A-B8A4-4D7C-8D61-37D82F22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F7377-957D-4205-91A3-D23748E9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2757E-1652-428A-8D62-2361492B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7B882-88E2-4F76-9795-7C16C33E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Operating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4CD7D-C8C8-4D72-8993-110B14FC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FCC64-84B9-4D53-8EC6-A7B135FE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62473-8B93-4A41-A87C-11328397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A5D05-7F2E-4C00-ADE6-CECDFAFA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DDDED-0575-42A9-AB7B-8880E6A7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Coordinating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8D3F9-55EE-4F5A-AB35-4533EFC4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Algorithms: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Concept of an Algorithm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Algorithm Representation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Algorithm Discovery.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D929D-DCAF-44A1-BD97-362E9F16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8C4E5-48FB-40B1-B882-7FDFFD55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145613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25193-8BFF-4296-83BF-95C67BAF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941C9-CC6F-4761-BDF6-17D0C4A9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7EF7C-95AB-41D0-8E3E-37639D39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DF472-BB74-4497-BE4C-581B4D54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Operating Systems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History of Operating Systems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Operating System Architecture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Coordinating the Machine's Activities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Handling Competition Among Processes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Algorithms: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08AAC-E8F4-4C1B-B0F9-336287FE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7835C-5548-4F6A-8F9A-0AEF2778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562A2-4451-4296-9F1D-AEE23877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10E9E-41C9-4189-A159-3BD56C73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89C99-37E7-461F-9397-B78EAF70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1E4A5-3DD0-4C33-8368-E3EDAD44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96062-3EFD-4ABE-BE3C-D4AA3DA4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1A740-9194-431A-BBD3-98DB5052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90F68-B1B5-490E-BCB2-0E994785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6181B-635E-41DB-AA39-E0D57750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778A1-5E97-4A4F-94E0-31893845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AB236-1DC9-4A98-95F7-E6501419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0767C-8B2E-4DF5-BB54-1BF04696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AB838-B97B-48AD-9F0B-447A2EEE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31402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5B8EE-3563-4F78-8861-964C4E85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5E91D-25E1-4016-9E86-9D54F644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92E7F-9898-48F4-B853-3828C40B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9D819-879E-49CC-957B-4F52A920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74CA6-9319-4541-9AFE-18EE036E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A1B1F-C4E9-49C1-9C18-6BF29CCF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C7185-56C4-4D9B-A08F-A9295D85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AE32E-7C8C-47DE-8BEB-44DF1D7B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6B678-90E5-43A5-B847-35E979F5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A5975-D43A-4302-B619-F1226FD7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444EE-9203-4B2F-9C42-F1D6A10C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384AA-F31F-49A9-A9E5-CB6B082B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093EF-D16F-4B8F-AC9B-D60DB694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5BB22-CDAB-46B3-95B7-F9196AEC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7814C-3796-402F-8AA2-B20C3FA7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6104913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C9422-3B8E-4C64-B52D-2FBCB173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DC095-D26E-43AC-9C86-850494A9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456AA-5E73-46B6-8FCF-2BE4EF31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CC3A9-A1EE-4CF3-8D2C-36033060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75EE5-EBC8-408B-98BB-76B3C5A8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Operating Systems 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22DC5-3D38-4EB0-836D-09AB5C97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Operating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39390-09EB-4156-997F-120A4DDF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55907-D7DC-4076-95F7-7F92DA4E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F54E1-F98C-4F7E-8199-3CB8113A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6118755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DAC11-9CF7-4F17-9293-4C3A2E92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6FD66-6832-4D54-82AC-BB0EC651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9FE80-9579-4536-A994-B17D5BE2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2EB20-ED28-428C-93F6-7DA729A6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6F772-A329-4354-BE47-12EB3B2D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Concept of an Algorithm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Algorithm Representation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Algorithm Discovery.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1: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4FF3D-A947-467D-916D-25020667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7FD9B-AC5B-4FA2-AA7C-73DB1C54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58C86-F4B4-4269-89D0-127D03AF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1FC92-8E2F-4761-A0AC-92524A3B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20070315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6D0BF4-5A90-428C-9C98-3C5AD768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58166-CE8A-47B3-A62F-624E8436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39483-149E-4FDB-B098-71434C76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241CA-BA41-4D11-BC8E-DC0586D0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27FF2-FB8C-4C45-9F40-73A44096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FA9A2-2A3E-4C51-B7FC-833B6319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9BE04-8627-445A-844D-1D49CFC9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Operating Systems 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00118-71D6-423D-A1FD-2D7DF00C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6E631-ECAA-41DA-87FA-FAC81DFB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DC48B-7B2E-4C3D-BB01-8B118371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History of Operating Systems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75E91-4D9C-4B30-B059-71C37534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7ED72-8A19-4F99-B0E4-4E542DBF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6E13C-0C6E-40FD-95FF-A59F9CEE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Operating System Architecture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F5AA3-6E60-49B5-B07C-8E5CA6B5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800A9-F6A7-4E5A-BAB1-28FFF249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6F623-37E1-4C8D-ABB9-54A4DB84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Coordinating the Machine's Activities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287AA-8B03-40CD-9A99-0E94052B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31093-7A09-43E6-B8F2-D6D31F12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9AB00-AE28-46B4-AE7C-1AF2A268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Handling Competition Among Processes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67C259-5D71-4FE4-813D-328B3F26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B76E9-193E-4149-A333-0C6D2D38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021E1-276F-4DFD-A426-BEECB239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Algorithms: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80BB2-40A0-4E7E-B49D-048D1CE6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A984EF-656F-40F8-839A-31AA29C9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BD9252-765D-41F0-9002-4BA3BA92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Concept of an Algorithm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881215-4E0C-4463-85BB-73D24BC5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7D6764-F6E2-4E53-B156-4BABBDBD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7963B8-3890-4086-9784-C373A3ED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1C306F-763F-4BFF-8531-63AA2AE3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6162384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EAB85-A1D4-4040-929B-110EAFFF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5973E-6551-49A2-8DF4-738815CB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F4B07-AD06-4382-AB71-AB165A36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1F81B-16DC-41E2-837F-6E164A47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Operating, Systems, History, System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71C21-1951-4BF8-AE7B-023F3FAC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DFDF8-DDB8-44F2-950C-90E5A4E6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E57E8-38D5-4AD3-8370-CCDE6C4B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C28CD-F2E5-421F-90C3-1DE6F4A2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5904075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2026-08-24T06:38:48.8560000Z</dcterms:created>
  <dcterms:modified xsi:type="dcterms:W3CDTF">2026-08-24T06:38:48.8560000Z</dcterms:modified>
</coreProperties>
</file>