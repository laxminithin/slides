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0ed1d87a394027" /><Relationship Type="http://schemas.openxmlformats.org/officeDocument/2006/relationships/extended-properties" Target="/docProps/app.xml" Id="Rd155ac68f36f4a9d" /><Relationship Type="http://schemas.openxmlformats.org/officeDocument/2006/relationships/officeDocument" Target="/ppt/presentation.xml" Id="Re514dd1bc9fd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280368dd78482b"/>
  </p:sldMasterIdLst>
  <p:notesMasterIdLst>
    <p:notesMasterId xmlns:r="http://schemas.openxmlformats.org/officeDocument/2006/relationships" r:id="R6f50f289b1b74b3c"/>
  </p:notesMasterIdLst>
  <p:sldIdLst>
    <p:sldId xmlns:r="http://schemas.openxmlformats.org/officeDocument/2006/relationships" id="256" r:id="R58a54e269faa436d"/>
    <p:sldId xmlns:r="http://schemas.openxmlformats.org/officeDocument/2006/relationships" id="257" r:id="Rcbf921c5aad04a99"/>
    <p:sldId xmlns:r="http://schemas.openxmlformats.org/officeDocument/2006/relationships" id="258" r:id="R6fca203e90a04c9d"/>
    <p:sldId xmlns:r="http://schemas.openxmlformats.org/officeDocument/2006/relationships" id="259" r:id="Rdc181aac05c04804"/>
    <p:sldId xmlns:r="http://schemas.openxmlformats.org/officeDocument/2006/relationships" id="260" r:id="Re119077f47b641e6"/>
    <p:sldId xmlns:r="http://schemas.openxmlformats.org/officeDocument/2006/relationships" id="261" r:id="R9b251431fb02435b"/>
    <p:sldId xmlns:r="http://schemas.openxmlformats.org/officeDocument/2006/relationships" id="262" r:id="Re081a89789174f73"/>
    <p:sldId xmlns:r="http://schemas.openxmlformats.org/officeDocument/2006/relationships" id="263" r:id="Raf1f8aca34cc4817"/>
    <p:sldId xmlns:r="http://schemas.openxmlformats.org/officeDocument/2006/relationships" id="264" r:id="R3ddeeca070e943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faa0f67ba74ecd" /><Relationship Type="http://schemas.openxmlformats.org/officeDocument/2006/relationships/slideMaster" Target="/ppt/slideMasters/slideMaster1.xml" Id="Ra7280368dd78482b" /><Relationship Type="http://schemas.openxmlformats.org/officeDocument/2006/relationships/notesMaster" Target="/ppt/notesMasters/notesMaster1.xml" Id="R6f50f289b1b74b3c" /><Relationship Type="http://schemas.openxmlformats.org/officeDocument/2006/relationships/presProps" Target="/ppt/presProps.xml" Id="R48fce15a12db4044" /><Relationship Type="http://schemas.openxmlformats.org/officeDocument/2006/relationships/tableStyles" Target="/ppt/tableStyles.xml" Id="R2eb178f279b34083" /><Relationship Type="http://schemas.openxmlformats.org/officeDocument/2006/relationships/slide" Target="/ppt/slides/slide1.xml" Id="R58a54e269faa436d" /><Relationship Type="http://schemas.openxmlformats.org/officeDocument/2006/relationships/slide" Target="/ppt/slides/slide2.xml" Id="Rcbf921c5aad04a99" /><Relationship Type="http://schemas.openxmlformats.org/officeDocument/2006/relationships/slide" Target="/ppt/slides/slide3.xml" Id="R6fca203e90a04c9d" /><Relationship Type="http://schemas.openxmlformats.org/officeDocument/2006/relationships/slide" Target="/ppt/slides/slide4.xml" Id="Rdc181aac05c04804" /><Relationship Type="http://schemas.openxmlformats.org/officeDocument/2006/relationships/slide" Target="/ppt/slides/slide5.xml" Id="Re119077f47b641e6" /><Relationship Type="http://schemas.openxmlformats.org/officeDocument/2006/relationships/slide" Target="/ppt/slides/slide6.xml" Id="R9b251431fb02435b" /><Relationship Type="http://schemas.openxmlformats.org/officeDocument/2006/relationships/slide" Target="/ppt/slides/slide7.xml" Id="Re081a89789174f73" /><Relationship Type="http://schemas.openxmlformats.org/officeDocument/2006/relationships/slide" Target="/ppt/slides/slide8.xml" Id="Raf1f8aca34cc4817" /><Relationship Type="http://schemas.openxmlformats.org/officeDocument/2006/relationships/slide" Target="/ppt/slides/slide9.xml" Id="R3ddeeca070e9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0a7c507ad941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d6d9cad6c41dc" /><Relationship Type="http://schemas.openxmlformats.org/officeDocument/2006/relationships/notesMaster" Target="/ppt/notesMasters/notesMaster1.xml" Id="R9644c69d766f42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73eb8a84ba4ba8" /><Relationship Type="http://schemas.openxmlformats.org/officeDocument/2006/relationships/notesMaster" Target="/ppt/notesMasters/notesMaster1.xml" Id="R300cae5be97842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d8d10cda90472a" /><Relationship Type="http://schemas.openxmlformats.org/officeDocument/2006/relationships/notesMaster" Target="/ppt/notesMasters/notesMaster1.xml" Id="R852af7c590f841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d1f90f400408c" /><Relationship Type="http://schemas.openxmlformats.org/officeDocument/2006/relationships/notesMaster" Target="/ppt/notesMasters/notesMaster1.xml" Id="Rb908c654be3847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5b9388c9f448d" /><Relationship Type="http://schemas.openxmlformats.org/officeDocument/2006/relationships/notesMaster" Target="/ppt/notesMasters/notesMaster1.xml" Id="Rb2b9cfb4c14046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26e313975747a5" /><Relationship Type="http://schemas.openxmlformats.org/officeDocument/2006/relationships/notesMaster" Target="/ppt/notesMasters/notesMaster1.xml" Id="R313231cecb1a44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939edd392b4dcb" /><Relationship Type="http://schemas.openxmlformats.org/officeDocument/2006/relationships/notesMaster" Target="/ppt/notesMasters/notesMaster1.xml" Id="R34fb8606320943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4fa5e674cc48d1" /><Relationship Type="http://schemas.openxmlformats.org/officeDocument/2006/relationships/notesMaster" Target="/ppt/notesMasters/notesMaster1.xml" Id="R752b8388849241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a12521f1724c13" /><Relationship Type="http://schemas.openxmlformats.org/officeDocument/2006/relationships/notesMaster" Target="/ppt/notesMasters/notesMaster1.xml" Id="R333d4d85765146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8eb2238df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984c90f3ae4f30" /><Relationship Type="http://schemas.openxmlformats.org/officeDocument/2006/relationships/slideLayout" Target="/ppt/slideLayouts/slideLayout1.xml" Id="R1ac31645f12647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c31645f126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e0fa4478b4946" /><Relationship Type="http://schemas.openxmlformats.org/officeDocument/2006/relationships/notesSlide" Target="/ppt/notesSlides/notesSlide1.xml" Id="Rdccab2505abf4f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4b9cfb78943e5" /><Relationship Type="http://schemas.openxmlformats.org/officeDocument/2006/relationships/notesSlide" Target="/ppt/notesSlides/notesSlide2.xml" Id="R3f134c3f2da042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77becd29b4ec5" /><Relationship Type="http://schemas.openxmlformats.org/officeDocument/2006/relationships/notesSlide" Target="/ppt/notesSlides/notesSlide3.xml" Id="Rdbd81fc927614d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a07e50a404b22" /><Relationship Type="http://schemas.openxmlformats.org/officeDocument/2006/relationships/notesSlide" Target="/ppt/notesSlides/notesSlide4.xml" Id="Rf27f3d6b210545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5410f050149a5" /><Relationship Type="http://schemas.openxmlformats.org/officeDocument/2006/relationships/notesSlide" Target="/ppt/notesSlides/notesSlide5.xml" Id="Re2444bc4564145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2bb13682247ff" /><Relationship Type="http://schemas.openxmlformats.org/officeDocument/2006/relationships/notesSlide" Target="/ppt/notesSlides/notesSlide6.xml" Id="R52317c466461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7a858014c46ba" /><Relationship Type="http://schemas.openxmlformats.org/officeDocument/2006/relationships/notesSlide" Target="/ppt/notesSlides/notesSlide7.xml" Id="Rd11fb3e4eb914c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3302a6e854fe3" /><Relationship Type="http://schemas.openxmlformats.org/officeDocument/2006/relationships/notesSlide" Target="/ppt/notesSlides/notesSlide8.xml" Id="Rbe9f0fdb6bf54b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9bfa5ad504da7" /><Relationship Type="http://schemas.openxmlformats.org/officeDocument/2006/relationships/notesSlide" Target="/ppt/notesSlides/notesSlide9.xml" Id="Rc0eaea5b9cf040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76557-6693-419E-9EB9-02BB75A0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5C697-F3FA-4A7D-951F-0EAD8A20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Networking and the Internet : Network Fundamentals , The Internet , The World Wide Web , Internet Protocols, Security.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1F7FE-9144-4AE5-88DA-84AD61F6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E7561-77A6-4F2F-A09A-392184A0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75926-3634-4807-BA83-D8A9009A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7820E-6660-4250-97F3-47ED27CB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9C2CF-E4D1-4FE0-BC64-DD4621D8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12BF5-A03E-4AE5-BB51-6A15EA6B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C2DD7-E78D-4EE7-80F4-FD901EA9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AF97D-08D5-4F7E-8DEF-595F408E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B7CB5-BEB8-4C8E-A886-A6D44F4D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111D7-763B-4CB9-B3F3-3F28F5A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5C96F-4D5D-423A-A68B-B3C7DE4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C7A15-0C33-4EA7-8FDD-EA56DA1B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15DFE-6023-4ADD-9058-2F21137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236819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4D20D-857B-4BE4-B90D-6C5766BC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FA251-DC5E-4F3D-BF3E-D6EDB300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A693A-63CD-40A1-8535-1F5F6E12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CCFB0-AA12-4B2B-980C-BC0CB4F6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0D317-4A61-4409-8F4C-EC3ED89F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0405B-707D-4534-81BC-7A4A4589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FF1CB-F679-4848-BF3D-84B1B71A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FC01F-8D65-4687-8A16-E8A84252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B5890-9273-4528-BAF6-BBF8DD63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99E44-25C8-4337-834D-CED12ABC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9C539-4576-4EAB-9AE2-564B0369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40BBF-B7CF-4E99-9EFE-D409D9AC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FD2AD-BE31-4FFF-ABCE-FBC412B4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Networking and the Internet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Network Fundamentals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Internet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World Wide Web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Internet Protocols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A4EC5-3F1D-497D-B3F7-9A196870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C96BF-99FD-45D4-AB48-62278BBE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217810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CF816-5800-4360-BD2D-AE77213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3CC2D-BAA9-4602-91DD-C03BF463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26FBB-7414-414D-8E1E-FD2989B2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1CADC-8F70-4F60-9094-B5735E7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Networking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AA4DD-0DF3-4C13-B5D9-C81BFF2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Internet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7B98E-3801-427D-9D85-89ECCC5D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6551D-AF4F-428A-8EDE-C29069B9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74DBB-B9EF-40D4-8955-FD1C15B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6781B-50D8-45DE-818E-A3153CC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CB327-FE91-40F4-A19F-C4650E5C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Cybersecurity: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Overview-What is Cybersecurity?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Brief History of Cybersecurity Events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Basic Information Security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1928F-AF64-4EC3-950B-25E9992F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491A4-FEC0-413E-AF49-193BE28D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416679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DD0C1-27D8-4E74-8120-4B0D8748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C82AB-835E-405C-8D42-57A517BB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948FE-85CB-47E3-BB3D-F6B835D3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98CFC-93B7-4097-8DD9-39579FC6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Networking and the Internet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Network Fundamentals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Internet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World Wide Web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Internet Protocols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Cybersecurity: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2C454-BB11-46DD-A96A-298A6F0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CABCC-7BCF-4559-97A8-3EB6FBFE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46A59-8856-44B8-8B72-E0D70B75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CC24B-5B1D-4E08-B08E-ED2A0A58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883E5-3BDF-4F5F-9F71-95829906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597A7-2151-4DA3-8E3F-2C254EDE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D9A27-4811-4D31-BC0A-A35DC456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AC4FD-22FF-4AFC-AD81-F5F854BC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7D007-B692-4836-9A0B-79A0BD63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7B3DD-CAD1-4CBC-80B2-7B90BB19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6322A-89C6-4350-9BA0-67F27369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5030A-B1A9-46B3-B3A0-160EB927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05BE8-D83F-4EC2-B536-24F39F13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8A5BF-5F73-4688-B343-16B5AA7D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236711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46A31-E1EE-4DC5-98C1-D4436F5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E12CE-5C22-466F-9209-A2FD0662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645B5-8FE9-4B08-93DD-B8F1CE18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2EF20-454C-4E2C-B806-3B3C98A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06627-198D-42E8-94B1-86A8FAE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08FDD-A57B-48B1-9ADD-819DDDE9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5C997-35F2-4D5E-9C82-A1A54A5E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54369-A7E1-4D57-A3A9-7866660E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D9561-13EF-4D74-B303-ECFF04F6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F0FF8-DC2E-4105-BDD1-4EB8EEE3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B3EDE-2AFF-4B34-8E67-64D8807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3C21E-62EB-4DCB-A8F1-D86235E5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1F1F6-09A4-48B7-AEE5-C1D13BC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A5AE9-22E4-49A9-BE22-76238093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E1503-2C3E-482B-8C02-E0022A4D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618665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A6654-36AE-4DD0-BB78-4FEDEC7A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0A639-E31E-4DF7-9A5A-FCE47907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774C6-2AFB-47ED-8AF7-3624220E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12ADF-2025-4CEE-A259-760BD67E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02767-2A79-4D43-BC63-27FD5BD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Networking and the Internet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F8D30-CC23-48B8-B7E6-0B7B62CE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Networking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8871F-69A7-4AA7-BAC1-06FFFB3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2DD1D-DFB5-47CD-AAED-0046435B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1CDF4-0E83-40B6-BA55-552176D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0269963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DC384-8914-498F-9AEA-E44DB2AB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BD202-ABB7-4D00-B959-635F695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8E99B-C616-4D81-8908-2F25B80F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9DC56-E87C-4CC5-9189-C891586B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73AAD-11E5-4F4E-A4EE-30AA6A57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Overview-What is Cybersecurity?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Brief History of Cybersecurity Events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Basic Information Security Model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Cyber Hygiene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4BB5-D945-4F97-9EFE-2B96FF4A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2D7DC-6927-4573-9733-0816AED5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8E387-F85E-487E-A72D-40C9AEE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661A6-4F8E-4E24-A983-B7E8E6E9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531409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0AC2C-3578-427F-8A54-727C7131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2673A-505B-4362-B371-7C284C25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6F50F-418D-495B-9BFD-4FC36F05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E7A36-661D-4467-A9B6-F7606C58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45144-3D2B-4DEE-AAF5-D4392C6C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5A336-C2A0-4563-9EB9-94369B2B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CEBF3-1370-421A-8C55-2C14966C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Networking and the Internet 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54AAF-57D2-41A8-A0C6-ADD7F8D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FE7FE-8783-472C-9A66-1FA0AD1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508F4-55C0-4D66-A2BF-5BE360E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Network Fundamentals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1DA04-3520-4749-AD5A-6EB06ED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31F29-7614-495E-98DC-25AD332B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43FEB-C99F-4B29-ABDA-E53CC753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Internet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52880-9493-448F-AB4F-E4F303B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9F37D-FA22-4E24-9D08-6616CD7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7047B-543A-4C9E-B412-C8CD18AD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World Wide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01CAB-F7A9-481E-A9DB-22F25E67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A9079-BE9F-4B0C-A2BC-AC4AC5CE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968DF-7E21-46FF-9C3D-1C4635B7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Internet Protocols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B1CF3-BC65-41AD-AB90-6D20B2FD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8A8A5-65DB-4AE5-983E-0DB77D58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CF70C-28F8-4850-B66C-79B1F9F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Cybersecurity: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6502A-3940-4496-81F9-A4CE5BD5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19D9BB-3A9B-4B80-BC4D-42F0B00F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424BD-7CAB-45DD-A716-D8B41B3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Overview-What is Cybersecurity?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65178-7A1E-4B1A-90B9-94228570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0EDB7E-1CD7-447D-951F-DF36F2B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35CC3-A0A1-496D-823C-849CA5E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03B482-0004-4256-87E6-A5DCA7BA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369742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C95EC-A0CA-4C8E-ACB1-95C47D6D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B3317-5B88-4B7F-A7FE-5B977F80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F1C44-68F9-49D8-92F1-F5152C94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9EA65-B4D1-4579-B595-021C30C4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Networking, Internet, Network, Fundamentals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F5A8A-4950-4456-A0A7-05D22E1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AA012-3AFD-4C47-8409-E4D7C952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63A89-C357-4293-8110-F1876A23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3154C-4A03-4541-B1E6-5643D809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427277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2026-08-24T06:38:48.9150000Z</dcterms:created>
  <dcterms:modified xsi:type="dcterms:W3CDTF">2026-08-24T06:38:48.9150000Z</dcterms:modified>
</coreProperties>
</file>