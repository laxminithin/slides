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7e1896dea2414d" /><Relationship Type="http://schemas.openxmlformats.org/officeDocument/2006/relationships/extended-properties" Target="/docProps/app.xml" Id="R609623a3df4c40df" /><Relationship Type="http://schemas.openxmlformats.org/officeDocument/2006/relationships/officeDocument" Target="/ppt/presentation.xml" Id="Re8269f7f328e4f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a87c1d505e4d04"/>
  </p:sldMasterIdLst>
  <p:notesMasterIdLst>
    <p:notesMasterId xmlns:r="http://schemas.openxmlformats.org/officeDocument/2006/relationships" r:id="R70440e0078194c98"/>
  </p:notesMasterIdLst>
  <p:sldIdLst>
    <p:sldId xmlns:r="http://schemas.openxmlformats.org/officeDocument/2006/relationships" id="256" r:id="R6f344ba0092640e8"/>
    <p:sldId xmlns:r="http://schemas.openxmlformats.org/officeDocument/2006/relationships" id="257" r:id="R1d126288291b4d2c"/>
    <p:sldId xmlns:r="http://schemas.openxmlformats.org/officeDocument/2006/relationships" id="258" r:id="R69fed15ab51a4c0e"/>
    <p:sldId xmlns:r="http://schemas.openxmlformats.org/officeDocument/2006/relationships" id="259" r:id="Rc949f3dac7e14407"/>
    <p:sldId xmlns:r="http://schemas.openxmlformats.org/officeDocument/2006/relationships" id="260" r:id="R5edcc74abcce4c63"/>
    <p:sldId xmlns:r="http://schemas.openxmlformats.org/officeDocument/2006/relationships" id="261" r:id="R6ae8592565a142aa"/>
    <p:sldId xmlns:r="http://schemas.openxmlformats.org/officeDocument/2006/relationships" id="262" r:id="Ra44d80b7c5d44af7"/>
    <p:sldId xmlns:r="http://schemas.openxmlformats.org/officeDocument/2006/relationships" id="263" r:id="Rb2deea7fdf534793"/>
    <p:sldId xmlns:r="http://schemas.openxmlformats.org/officeDocument/2006/relationships" id="264" r:id="R067fd5a4aa8049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2e0f9f6c03438a" /><Relationship Type="http://schemas.openxmlformats.org/officeDocument/2006/relationships/slideMaster" Target="/ppt/slideMasters/slideMaster1.xml" Id="Rbda87c1d505e4d04" /><Relationship Type="http://schemas.openxmlformats.org/officeDocument/2006/relationships/notesMaster" Target="/ppt/notesMasters/notesMaster1.xml" Id="R70440e0078194c98" /><Relationship Type="http://schemas.openxmlformats.org/officeDocument/2006/relationships/presProps" Target="/ppt/presProps.xml" Id="Ra854ca7b7c204357" /><Relationship Type="http://schemas.openxmlformats.org/officeDocument/2006/relationships/tableStyles" Target="/ppt/tableStyles.xml" Id="R7e07a3a4be2b46a6" /><Relationship Type="http://schemas.openxmlformats.org/officeDocument/2006/relationships/slide" Target="/ppt/slides/slide1.xml" Id="R6f344ba0092640e8" /><Relationship Type="http://schemas.openxmlformats.org/officeDocument/2006/relationships/slide" Target="/ppt/slides/slide2.xml" Id="R1d126288291b4d2c" /><Relationship Type="http://schemas.openxmlformats.org/officeDocument/2006/relationships/slide" Target="/ppt/slides/slide3.xml" Id="R69fed15ab51a4c0e" /><Relationship Type="http://schemas.openxmlformats.org/officeDocument/2006/relationships/slide" Target="/ppt/slides/slide4.xml" Id="Rc949f3dac7e14407" /><Relationship Type="http://schemas.openxmlformats.org/officeDocument/2006/relationships/slide" Target="/ppt/slides/slide5.xml" Id="R5edcc74abcce4c63" /><Relationship Type="http://schemas.openxmlformats.org/officeDocument/2006/relationships/slide" Target="/ppt/slides/slide6.xml" Id="R6ae8592565a142aa" /><Relationship Type="http://schemas.openxmlformats.org/officeDocument/2006/relationships/slide" Target="/ppt/slides/slide7.xml" Id="Ra44d80b7c5d44af7" /><Relationship Type="http://schemas.openxmlformats.org/officeDocument/2006/relationships/slide" Target="/ppt/slides/slide8.xml" Id="Rb2deea7fdf534793" /><Relationship Type="http://schemas.openxmlformats.org/officeDocument/2006/relationships/slide" Target="/ppt/slides/slide9.xml" Id="R067fd5a4aa8049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e19ae3556243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6ee8158d8c4efd" /><Relationship Type="http://schemas.openxmlformats.org/officeDocument/2006/relationships/notesMaster" Target="/ppt/notesMasters/notesMaster1.xml" Id="Rcc90a17e7cb141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71f51f557e4eb8" /><Relationship Type="http://schemas.openxmlformats.org/officeDocument/2006/relationships/notesMaster" Target="/ppt/notesMasters/notesMaster1.xml" Id="Rb2fe4f2d697b49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24641033a74b9e" /><Relationship Type="http://schemas.openxmlformats.org/officeDocument/2006/relationships/notesMaster" Target="/ppt/notesMasters/notesMaster1.xml" Id="R6d777552c0a348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f24fb3ce8c4e68" /><Relationship Type="http://schemas.openxmlformats.org/officeDocument/2006/relationships/notesMaster" Target="/ppt/notesMasters/notesMaster1.xml" Id="R47e18949784340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16869cf3bd4f59" /><Relationship Type="http://schemas.openxmlformats.org/officeDocument/2006/relationships/notesMaster" Target="/ppt/notesMasters/notesMaster1.xml" Id="R0af7b43e15314a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e9cb3eb67e4032" /><Relationship Type="http://schemas.openxmlformats.org/officeDocument/2006/relationships/notesMaster" Target="/ppt/notesMasters/notesMaster1.xml" Id="R1853c5dc591c46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6dc5801a5e4334" /><Relationship Type="http://schemas.openxmlformats.org/officeDocument/2006/relationships/notesMaster" Target="/ppt/notesMasters/notesMaster1.xml" Id="R167c9de133f140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e62b6d5b674958" /><Relationship Type="http://schemas.openxmlformats.org/officeDocument/2006/relationships/notesMaster" Target="/ppt/notesMasters/notesMaster1.xml" Id="R224cf62f3a9a4a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19c90c7e804b15" /><Relationship Type="http://schemas.openxmlformats.org/officeDocument/2006/relationships/notesMaster" Target="/ppt/notesMasters/notesMaster1.xml" Id="Rdeaef5722ded45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09b701e0774f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901ef39a02496c" /><Relationship Type="http://schemas.openxmlformats.org/officeDocument/2006/relationships/slideLayout" Target="/ppt/slideLayouts/slideLayout1.xml" Id="Rdb2c3d31def74e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2c3d31def74e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c61f5203d464c" /><Relationship Type="http://schemas.openxmlformats.org/officeDocument/2006/relationships/notesSlide" Target="/ppt/notesSlides/notesSlide1.xml" Id="Rd5f80895c9dd41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c0f521fb741d8" /><Relationship Type="http://schemas.openxmlformats.org/officeDocument/2006/relationships/notesSlide" Target="/ppt/notesSlides/notesSlide2.xml" Id="R56457b2c60e344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ca6f22d5446da" /><Relationship Type="http://schemas.openxmlformats.org/officeDocument/2006/relationships/notesSlide" Target="/ppt/notesSlides/notesSlide3.xml" Id="R5528a3b405864a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bf0a96b954383" /><Relationship Type="http://schemas.openxmlformats.org/officeDocument/2006/relationships/notesSlide" Target="/ppt/notesSlides/notesSlide4.xml" Id="Rf5c12a8e0faf42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01187f84a467d" /><Relationship Type="http://schemas.openxmlformats.org/officeDocument/2006/relationships/notesSlide" Target="/ppt/notesSlides/notesSlide5.xml" Id="R1135674c539c46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eed3899dc44c0" /><Relationship Type="http://schemas.openxmlformats.org/officeDocument/2006/relationships/notesSlide" Target="/ppt/notesSlides/notesSlide6.xml" Id="R85a2ad2a58bb4e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8814645694fc3" /><Relationship Type="http://schemas.openxmlformats.org/officeDocument/2006/relationships/notesSlide" Target="/ppt/notesSlides/notesSlide7.xml" Id="Rb6f11e64a19c4a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b082658ab4bc8" /><Relationship Type="http://schemas.openxmlformats.org/officeDocument/2006/relationships/notesSlide" Target="/ppt/notesSlides/notesSlide8.xml" Id="R95ae809c199e41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33e08c7a74b79" /><Relationship Type="http://schemas.openxmlformats.org/officeDocument/2006/relationships/notesSlide" Target="/ppt/notesSlides/notesSlide9.xml" Id="Rf7d4aac55aed4b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FDA0D-A45F-462C-92FD-6E54A98F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3CC39-D92D-4317-A2C0-50FED4C5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Electrode System and Electrochemical Sensors Electrode System: Introduction, types of electrodes, overview of Nernst equ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4366B-3AC8-4D63-A960-0EB0AAFB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Applied Chemistry for Emerging Electronics and Futuristic Devices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1BCHEE102/202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chemistry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22250-9F23-47EB-B41B-31BD47FB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A099F-213B-40AA-A788-7F13169D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56531-140A-4EEC-9F5C-8AA14EBC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431F5-6107-48EF-BDDB-0BDC7C04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81FF4-66F3-40BD-80ED-F1246EC7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8433C-F598-409A-87A9-8B7994F3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58EA69-F64D-4C1D-9012-E64EEBE9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FD2CB-FE9E-4F0F-958B-B0C143FA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A8F53-A42A-4B04-A691-3B2395D0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1C0A5-1071-4CA4-A4E8-A7405637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C85BA9-0D66-4C6D-BF9E-F4F42C40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BA42FF-94AD-4CB2-AE11-06F1E6C7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15952302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9D5DCC-F52A-4195-8DFC-2327680A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8C83F-32AF-433B-9B79-B17101BC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F7E79-4D33-4A18-9B2D-3991DC62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0258C-AD8B-400A-AA33-6886750C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CC56A-2B5D-45ED-A323-74CC08DE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670AA-1FBE-499B-AA44-6DCF6EAF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C4198-B5D6-42A2-95C0-FE14DEDE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6F0B3-37F6-4874-8B3F-93B0A54F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942CC-82D4-47D3-8180-78608DDD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D4DE0C-A2BD-416A-A217-7F23D1F8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079EB-666E-441D-AC3C-E7813950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6229C9-12CD-4FC5-8471-4914E6C8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5DEE6B-7F4D-4113-836A-4DDF84B1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Electrode System and Electrochemical Sensors Electrode System: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types of electrodes, overview of Nernst equation, reference electrode-construction, working and applications of calomel electrode.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Ion selective electrode- definition, construction, working of glass electrode, determination of pH using glass electrode.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Construction and working of concentration cell and numerical.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Sensing Methods: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F5D5CD-55BC-4E20-92A7-0ECF0722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60CF67-D957-46A9-AE36-7BDAD652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3465340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A6DBD-9255-4F6D-9070-59F68F40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AC085-089E-4E1C-BA21-6B028645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9A2B9-F2D2-48A2-A38E-D17AE711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6755C-F2C7-4D26-90A3-4EA4F572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Electrode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A030D-A8D2-4273-8733-E99AE2BE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60534-B47A-4D6B-BCB0-B02336A1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Electrochemical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8674D-B461-4BE9-862B-96D9126A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Sensors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1D33F-8F2A-4F3F-A47C-C58E3130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electrodes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572AF6-2E72-4607-BEBF-62A3F65D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overview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AF55A5-1FEF-4EE6-9F0D-3A52685E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principle and instrumentation of colorimetric sensors;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its application in the estimation of copper in PCBs.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Principle and instrumentation of potentiometric sensors and its application in the estimation of iron in steel, conductometric sensors;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its application in the estimation of acid mixture in the sample.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5B1A10-87B1-41FD-A2DF-0C9BC407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E2083-A57F-45AC-B63D-405EB2CD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2850643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2C3969-6CDB-4BE7-9BFA-6A0F985F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29E1E-F30D-47CC-8F10-A6E65878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228E7-F28E-4572-83B0-11CD78A2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C52AC-80CB-442B-B995-3E209B7E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Electrode System and Electrochemical Sensors Electrode System: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types of electrodes, overview of Nernst equation, reference electrode-construction, working a...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Ion selective electrode- definition, construction, working of glass electrode, determination of pH using gl...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Construction and working of concentration cell and numerical.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Sensing Methods: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principle and instrumentation of colorimetric sensors;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95552-CBD3-4B4E-A546-884143F5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956A1-A05C-4BEB-9060-750E18A9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68DAAB-25FD-47D7-82BB-B67E2884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72593E-E490-4049-A7B9-E9F376C3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B33759-73F3-43EE-8F03-B29E9B8A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C2F14-458A-4BD8-92EE-F09BDCD4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5C2C5-E70A-498D-A4DB-3A32A638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34040B-D70F-4F16-8DCD-3BCFFA75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D97E01-F136-46FB-AA93-FE715C02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187435-FBCF-418D-B5E5-0D7BBAD4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A83711-6E92-4B0A-A00F-99970AAA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C49F97-4C75-470B-BC24-ABE272E4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DF565E-9278-456C-A8CA-D692BB02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E95A5-8FB2-49BF-B016-5FB2436B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17948343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67E162-EDCE-46EA-810D-303E3168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9151A-9A95-4317-85D1-82601547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75770-3C63-431A-9943-62CB485D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6BEE6-D8D9-45B3-B7A1-0F8C9F8D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ECB1D-0AED-483A-857D-150D2129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BFAB5-C590-4B5B-A219-7EDBA12F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8D77E-1507-4D3E-A2E1-68229E61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A1EE3-538E-486F-88BA-037BE0F9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E1DCDE-C90F-45C9-87D1-32EA0E21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C29C3-A0F4-4FE0-8857-5AC48E47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1AD800-39CD-44D4-876F-D4131A63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041E7-8DC4-4A7E-B7CA-CD2606C2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D3E64A-64CA-4F38-8451-E5086434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9CA0D-0DD9-4654-BF1E-2129B23D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289654-3B88-40A9-B268-E58F49A8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16530998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11342-266B-414D-BFC2-B4A2EE02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0E90D-5EA8-4150-B608-B8320242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068FB-27F8-4127-959A-D37F2AC3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C0DED-B11F-430A-A89D-F85F9E5E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D545F-EBCE-4FF1-82D6-C3183781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Electrode System and Electrochemical Sensors Electrode System: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B656F-2097-4E0B-92C1-3CA4291C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Electrode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E197C-A7E8-49C4-9A7E-E6B4C9B7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8A62CD-27DB-43BF-8994-07E3D273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6A860-33CB-4913-9F39-109F639B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13098963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25948-DA00-48CC-BD47-700ED1E1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895E7-7956-4BFB-A3A5-1451512F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240E5-BAF1-4EC0-80EA-FAD96606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C294F-47E5-400B-B9D1-FE3B3BE4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055B7-8417-49E0-BD3E-6C799B58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its application in the estimation of copper in PCBs.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Principle and instrumentation of potentiometric sensors and its application in the estimation of iron in steel, conductometric sensors;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its application in the estimation of acid mixture in the sample.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5BADAF-25EC-4F1E-B3DF-D86C02E8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8AB0EF-A944-421E-984C-74C3EAA7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FBF75-33EF-4447-91D6-8BBD82D2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E0A531-5976-41C8-B7EC-4367BC74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12852704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E624C1-C75F-41A7-8399-AFD14F70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3B6E5-10C8-4499-9538-B1BA6DAA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0202D-BBB2-473C-807C-22C43EB8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8C42F-74F6-4893-B4A4-55995A5D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B571E-D38A-4C41-ABB5-2B8F4E12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8ECA0-8C8C-4F68-85D3-A5FE2483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07212-1C37-4F37-AD48-DB803592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Electrode System and Electrochemical Sensors Electrode System: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9538B-B1DA-4966-9619-B7FC4A3B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4872EB-4256-4638-81C6-B99EE661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8AEB2-A4ED-4D69-89D4-AB17369E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Introduction, types of electrodes, overview of Nernst equation, reference electrode-constructio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7CB5FE-332C-45EC-AD5E-F7B89F27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2C340-592E-4A37-9960-BFCF383A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B6D758-3056-4045-B0D4-D5DD7830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Ion selective electrode- definition, construction, working of glass electrode, determination 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585736-2702-49EF-B384-33345EFA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1FC15D-CD35-4CC1-B950-000C977E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4FE8D0-45DE-448F-9AA7-3CF7628B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Construction and working of concentration cell and numerical.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2A82ED-50F6-48AE-AD48-3BA36216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DA453D-8B9C-4AE5-9D9F-0F97008F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B7B0F3-0DBD-419F-94B5-E0CE3E19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Sensing Methods: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E3998B-6815-4C68-A684-44A6F4C0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438FFA-46DB-4EA5-B45F-F8D0CCFB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B48A4C-49F1-40D1-8453-EEDAB3CC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Introduction, principle and instrumentation of colorimetric sensors;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B3FB79-7A86-4C7F-A54D-08F9B54E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45D26A-AE5A-4FEC-B25A-5C76F793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C109F6-6FE8-4AD5-8979-231C3A8E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its application in the estimation of copper in PCBs.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E50D0C-D638-4186-8547-1AD0B919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ACA895-65D6-499C-8347-69249B9C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A137FF-0340-4DAB-A3F9-448D8AB0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80B447-FD6E-4CC2-819A-909EB918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19265827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BD66E-CAFB-458F-BCA3-1D7B76B1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4E171-955C-4B92-BD5D-270BD636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74A85-C038-4224-98B9-5932F1BE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F505D-2E07-4E83-8A98-039D538B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Electrode, System, Electrochemical, Sensors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F6670-F0C0-4983-84A9-468BA148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0C97C-A79F-48D4-85AC-B9B2A0F8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18385-9176-4D26-A50D-FE816397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05015-2256-4610-8342-AD8D8D4E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7757911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2026-08-24T06:38:43.5330000Z</dcterms:created>
  <dcterms:modified xsi:type="dcterms:W3CDTF">2026-08-24T06:38:43.5330000Z</dcterms:modified>
</coreProperties>
</file>