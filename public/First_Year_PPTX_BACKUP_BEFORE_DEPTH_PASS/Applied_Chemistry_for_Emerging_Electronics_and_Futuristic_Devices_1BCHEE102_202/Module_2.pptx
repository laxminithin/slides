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ee9eb71ced4c52" /><Relationship Type="http://schemas.openxmlformats.org/officeDocument/2006/relationships/extended-properties" Target="/docProps/app.xml" Id="R1535b9f5d5544692" /><Relationship Type="http://schemas.openxmlformats.org/officeDocument/2006/relationships/officeDocument" Target="/ppt/presentation.xml" Id="R77fbd7f90d10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e9c95b0cf145b7"/>
  </p:sldMasterIdLst>
  <p:notesMasterIdLst>
    <p:notesMasterId xmlns:r="http://schemas.openxmlformats.org/officeDocument/2006/relationships" r:id="R411848285a9f4aef"/>
  </p:notesMasterIdLst>
  <p:sldIdLst>
    <p:sldId xmlns:r="http://schemas.openxmlformats.org/officeDocument/2006/relationships" id="256" r:id="R205daaa7fa0f4000"/>
    <p:sldId xmlns:r="http://schemas.openxmlformats.org/officeDocument/2006/relationships" id="257" r:id="Rc5e919cb881d404b"/>
    <p:sldId xmlns:r="http://schemas.openxmlformats.org/officeDocument/2006/relationships" id="258" r:id="Rb2137e881c4841df"/>
    <p:sldId xmlns:r="http://schemas.openxmlformats.org/officeDocument/2006/relationships" id="259" r:id="R1bd82582a4834adf"/>
    <p:sldId xmlns:r="http://schemas.openxmlformats.org/officeDocument/2006/relationships" id="260" r:id="R1186d266edbe4b49"/>
    <p:sldId xmlns:r="http://schemas.openxmlformats.org/officeDocument/2006/relationships" id="261" r:id="Rf039bd4f8ea24bbd"/>
    <p:sldId xmlns:r="http://schemas.openxmlformats.org/officeDocument/2006/relationships" id="262" r:id="R0af5c4efcefa4a26"/>
    <p:sldId xmlns:r="http://schemas.openxmlformats.org/officeDocument/2006/relationships" id="263" r:id="R67d294131d754418"/>
    <p:sldId xmlns:r="http://schemas.openxmlformats.org/officeDocument/2006/relationships" id="264" r:id="R02e1a3dd5d6043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2bb6fefc974490" /><Relationship Type="http://schemas.openxmlformats.org/officeDocument/2006/relationships/slideMaster" Target="/ppt/slideMasters/slideMaster1.xml" Id="R4ee9c95b0cf145b7" /><Relationship Type="http://schemas.openxmlformats.org/officeDocument/2006/relationships/notesMaster" Target="/ppt/notesMasters/notesMaster1.xml" Id="R411848285a9f4aef" /><Relationship Type="http://schemas.openxmlformats.org/officeDocument/2006/relationships/presProps" Target="/ppt/presProps.xml" Id="R2f7b8a37139a42f1" /><Relationship Type="http://schemas.openxmlformats.org/officeDocument/2006/relationships/tableStyles" Target="/ppt/tableStyles.xml" Id="Re4ae5b6df6b84c68" /><Relationship Type="http://schemas.openxmlformats.org/officeDocument/2006/relationships/slide" Target="/ppt/slides/slide1.xml" Id="R205daaa7fa0f4000" /><Relationship Type="http://schemas.openxmlformats.org/officeDocument/2006/relationships/slide" Target="/ppt/slides/slide2.xml" Id="Rc5e919cb881d404b" /><Relationship Type="http://schemas.openxmlformats.org/officeDocument/2006/relationships/slide" Target="/ppt/slides/slide3.xml" Id="Rb2137e881c4841df" /><Relationship Type="http://schemas.openxmlformats.org/officeDocument/2006/relationships/slide" Target="/ppt/slides/slide4.xml" Id="R1bd82582a4834adf" /><Relationship Type="http://schemas.openxmlformats.org/officeDocument/2006/relationships/slide" Target="/ppt/slides/slide5.xml" Id="R1186d266edbe4b49" /><Relationship Type="http://schemas.openxmlformats.org/officeDocument/2006/relationships/slide" Target="/ppt/slides/slide6.xml" Id="Rf039bd4f8ea24bbd" /><Relationship Type="http://schemas.openxmlformats.org/officeDocument/2006/relationships/slide" Target="/ppt/slides/slide7.xml" Id="R0af5c4efcefa4a26" /><Relationship Type="http://schemas.openxmlformats.org/officeDocument/2006/relationships/slide" Target="/ppt/slides/slide8.xml" Id="R67d294131d754418" /><Relationship Type="http://schemas.openxmlformats.org/officeDocument/2006/relationships/slide" Target="/ppt/slides/slide9.xml" Id="R02e1a3dd5d6043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f7c76309e6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8c0a7aeb14f51" /><Relationship Type="http://schemas.openxmlformats.org/officeDocument/2006/relationships/notesMaster" Target="/ppt/notesMasters/notesMaster1.xml" Id="R38c4aada9c76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0c73a08c774fcc" /><Relationship Type="http://schemas.openxmlformats.org/officeDocument/2006/relationships/notesMaster" Target="/ppt/notesMasters/notesMaster1.xml" Id="R59490f91369b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daf4a21c0a4901" /><Relationship Type="http://schemas.openxmlformats.org/officeDocument/2006/relationships/notesMaster" Target="/ppt/notesMasters/notesMaster1.xml" Id="R2f7d820e1b56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604f8f191741bd" /><Relationship Type="http://schemas.openxmlformats.org/officeDocument/2006/relationships/notesMaster" Target="/ppt/notesMasters/notesMaster1.xml" Id="R44721c9e880d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2beac27d8340e0" /><Relationship Type="http://schemas.openxmlformats.org/officeDocument/2006/relationships/notesMaster" Target="/ppt/notesMasters/notesMaster1.xml" Id="R45662780681f44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c3e09c5d6e4f2d" /><Relationship Type="http://schemas.openxmlformats.org/officeDocument/2006/relationships/notesMaster" Target="/ppt/notesMasters/notesMaster1.xml" Id="Raf60b730b9534f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d05f9edf240a4" /><Relationship Type="http://schemas.openxmlformats.org/officeDocument/2006/relationships/notesMaster" Target="/ppt/notesMasters/notesMaster1.xml" Id="R20be8ad6b53c42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adab872c664176" /><Relationship Type="http://schemas.openxmlformats.org/officeDocument/2006/relationships/notesMaster" Target="/ppt/notesMasters/notesMaster1.xml" Id="R72596fa01d1942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7da9b6baf44306" /><Relationship Type="http://schemas.openxmlformats.org/officeDocument/2006/relationships/notesMaster" Target="/ppt/notesMasters/notesMaster1.xml" Id="R3169a1e7d39d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27b62a409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f0bb77cd84910" /><Relationship Type="http://schemas.openxmlformats.org/officeDocument/2006/relationships/slideLayout" Target="/ppt/slideLayouts/slideLayout1.xml" Id="R84fe3881244e4f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e3881244e4f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2ceed472b4ac4" /><Relationship Type="http://schemas.openxmlformats.org/officeDocument/2006/relationships/notesSlide" Target="/ppt/notesSlides/notesSlide1.xml" Id="R62bfc92da07d43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08b2b86414d6a" /><Relationship Type="http://schemas.openxmlformats.org/officeDocument/2006/relationships/notesSlide" Target="/ppt/notesSlides/notesSlide2.xml" Id="R062441b3a96f42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2f91f217f42ec" /><Relationship Type="http://schemas.openxmlformats.org/officeDocument/2006/relationships/notesSlide" Target="/ppt/notesSlides/notesSlide3.xml" Id="R8969bc2e23874f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45921ae54afb" /><Relationship Type="http://schemas.openxmlformats.org/officeDocument/2006/relationships/notesSlide" Target="/ppt/notesSlides/notesSlide4.xml" Id="R7696105d2cb248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3e99d62c4743" /><Relationship Type="http://schemas.openxmlformats.org/officeDocument/2006/relationships/notesSlide" Target="/ppt/notesSlides/notesSlide5.xml" Id="R141d8b905b304e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7833115fa4da8" /><Relationship Type="http://schemas.openxmlformats.org/officeDocument/2006/relationships/notesSlide" Target="/ppt/notesSlides/notesSlide6.xml" Id="Rd0febb716d5f48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f9f546d884f93" /><Relationship Type="http://schemas.openxmlformats.org/officeDocument/2006/relationships/notesSlide" Target="/ppt/notesSlides/notesSlide7.xml" Id="Rd9d401e340cc49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d8948732e4587" /><Relationship Type="http://schemas.openxmlformats.org/officeDocument/2006/relationships/notesSlide" Target="/ppt/notesSlides/notesSlide8.xml" Id="R1f82b3a3fd2e41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743c850a64cd2" /><Relationship Type="http://schemas.openxmlformats.org/officeDocument/2006/relationships/notesSlide" Target="/ppt/notesSlides/notesSlide9.xml" Id="R14a0f8f1f3f8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9B19F-6AA1-46E9-AE8E-3B6D9C46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27EE-CCF6-4B02-B936-AE953D42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Nano and Quantum Dot Materials Nano materials: Introduction, size dependent properties of nanomaterials - surface area,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93704-FAC3-4B77-9879-EFA822C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Emerging Electronics and Futuristic Devices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1BCHEE102/202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B4CB9-99A0-4B64-ABA3-BB6A2FCA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B973D-464F-4257-8DAE-6F1C9148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00448-942C-4BAF-9651-CC09D964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DCFC0-C2DC-4720-8DE6-221630E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EC330-6FF3-465E-9FF6-4D510C44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73524-028B-4CC4-8ACC-DA87E4B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75F44-2034-4BF5-822D-58465662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8697B-0341-402D-9CC7-D79700C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263DE-5791-4475-87C9-FC8C2D32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0CB42-40C3-4E61-BABE-CDA5C44C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72EE0-E68A-47AB-BCAF-7007423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89166-C98A-4339-8137-58661DDD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596730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3AC5B-8536-40B8-8224-2E5A26F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627A5-EDBB-41ED-B9EE-B62C72CD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6C7BE-91B4-49DA-9349-0DFC2BEF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43BFF-7DF7-4AAD-B965-5678EAE8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81A7D-0E28-4080-8688-62DF006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F0773-9422-448A-BCF5-1D8E3D49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DB463-02FF-44F1-88D2-FBD26B99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9F1D8-5760-4C9C-8BA5-30F0C8D1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E09CC-A61B-44E0-9623-6D781B0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9273D-9AA0-4C5B-9C62-7C46DFD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DDC28-12DE-4D79-B7F1-7FB4D426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DA1BB-47F2-4E41-A115-B4596384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808E1-7D3F-4A67-8FE5-50543AB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Nano and Quantum Dot Materials Nano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size dependent properties of nanomaterials - surface area, catalytic, optical properties and electrical conductivity.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Synthesis of TiO 2 nanoparticles by sol- gel method and its uses in sensor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Quantum Dot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types, optical and electronic properties of quantum dots (QDs).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00EFA-A60D-4D96-9977-C7CBB80A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00676-E8AD-468A-93F7-A22674F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020608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2A3FE-81AB-46B9-9B5B-E83E154B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BD073-B0E0-4EB8-B689-17E10774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BEA6E-D846-45C9-B6B6-35AA83B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F7A29-B7FC-44C2-86CF-0265E6F3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Nano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24CAF-48C4-47F2-B7DA-AE34421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Quantum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DBD3E-AF6D-461C-9F64-CE8F7B8A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F9A8-DA4B-457D-8C7D-46A35E9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0AD31-D7E6-4F9C-9265-2D7F95D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dependent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AF95-FB03-4C2F-AC3C-41DC158A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DC421-84EB-4E0A-88CB-E80586B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Inorganic Quantum Dot Materials (IQDMs):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 and properties of silicon based QDs by sol gel method and Cd -Se Quantum Dots by hot injection method and applications in optoelectronic devices.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Organic Quantum Dot Materials (OQDMs):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synthesis and properties of chitosan-carbon quantum dots hydrogel and its applications in next -generation flexible and wearable electronics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CFD33-171A-4CE6-B2AE-888BDE5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82298-80D6-4828-87F9-A201C49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0253184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171EA-6ABB-485D-994D-B258566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D6E6D-D151-41CB-BF64-4D6CD2D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1C33B-926D-478D-9696-86767227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18695-430F-48A6-89BE-AC9301E7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Nano and Quantum Dot Materials Nano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size dependent properties of nanomaterials - surface area, catalytic, optical properties and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 of TiO 2 nanoparticles by sol- gel method and its uses in sensor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Dot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types, optical and electronic properties of quantum dots (QDs).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Inorganic Quantum Dot Materials (IQDMs):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63D1-6A3E-4825-849A-FDEB908F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AEDA-9C43-4087-BB45-9451FC38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2A398-1A96-4492-85F9-E80145B3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13B68-88BA-42AF-BC33-FF2F7F37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CE9AD-96D8-49DF-8644-65393945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51C61E-900A-4C90-AE30-B6556934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60B39-3CA6-4B26-9355-6972B8A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B8753-0F24-455D-8862-5E709557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78B70-07C6-4249-A996-7FDD3080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2E9BE-12DE-4331-8636-B4B57ED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49C8F-8582-43F6-9854-FB20EC6D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CF5DE-DF0D-4235-86E7-22D742D8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794D8-94C7-49EB-BF38-2E10A7CC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FBFD3-DB43-43B4-ABB9-6C87D940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789274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EBD11-8E80-4D25-BDFC-A2E6A7C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39847-5C76-4FEB-AC66-82BD4854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535F8-78E3-4880-809A-8E8E0CDD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A2BA0-FA8C-418A-A274-03C19191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633FC-90FB-4B55-BF73-5820FC70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2BC3F-9D66-4B69-8D6D-C8E28B01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E1BD7-1D3E-4367-8A1E-9D4A023E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7F72D-9AD7-42D2-8B7C-7FE797E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E53C5-FA2D-49D0-8781-1F6B167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EA49D-F42D-416C-AD2F-1182473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361D6-0E86-4724-86C4-A21CC44D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A8766-98BE-4027-AA04-21BEC164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9EFA4-CFB7-42D7-93F0-7417568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BEB64-A54A-46A1-818B-7D22A81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80C9D-E905-49A9-A1EF-E8C053CA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612619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7674C-19A3-4BBB-A546-06F4F30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5B507-71BA-4171-B77B-7005043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C8603-D2FD-498E-9AF1-C5237536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0DC7D-7B9B-4FEC-AD70-DC9CA2FA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DCF90-8296-4331-BA5C-D401C041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Nano and Quantum Dot Materials Nano materials: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3445F-0D78-4FD5-A37D-12F73B0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Nano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C41EC-8324-4B11-A737-9860FFB9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847C7-4A62-482A-8324-7808771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92502-1627-4308-BDF5-62973820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639453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DEF50-E537-45BA-BF3A-9A138F6A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3133-8FA6-4B43-80C8-B21FABD2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04291-5F29-4DB0-A11C-CF1984B7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9D715-F59C-46D4-97B6-4370575A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B70E6-5D5F-4DBB-B6A1-45E167A1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 and properties of silicon based QDs by sol gel method and Cd -Se Quantum Dots by hot injection method and applications in optoelectronic devices.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Organic Quantum Dot Materials (OQDMs):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synthesis and properties of chitosan-carbon quantum dots hydrogel and its applications in next -generation flexible and wearable electronics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Synthesis and properties of Graphene Quantum Dots using citric acid method and its applications in emerging electronics.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DD911-483B-4F9C-852A-F4576B7F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7CCC-4825-487E-B4C1-19447EF3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C6F01-5BF7-4DA2-BEF7-F29E7DAF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06744-FA42-49F9-BDDD-74F36DA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333744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78C07-AC4C-4DB7-A1D0-09952D6B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B1014-F888-4E2F-92C1-D958BBA5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F913E-E4B6-4C6B-9E39-7C46F026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D9357-CB7C-4B4E-AB81-4E393A6F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65AAD-463A-435A-B7E1-7417D074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43B19-115A-46EC-9B24-6D480170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5701-C459-4A23-B7C7-45282784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Nano and Quantum Dot Materials Nano materials: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7CC5C-92AB-43A2-AC3B-76DBBB8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3C86B-9C44-4C55-9450-3E45C6A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1A3A7-A733-4C75-A3F9-45E5FDF0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size dependent properties of nanomaterials - surface area, catalytic, optical pro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C146E-8E66-4848-A9B3-405343FE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90C08-30BE-4187-ACAD-BC1EE383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00F82-4FCD-4564-BCB3-A13D2473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Synthesis of TiO 2 nanoparticles by sol- gel method and its uses in sensor applications.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4532A-8153-4919-BCA4-CF7FBB4A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A0DB2-983F-411D-A804-E3D3A1BA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92C1-4582-43A1-A644-EFB59F24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Quantum Dot Materials: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01F00-233D-436F-8357-1D3DA26D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27F25-23BD-4E29-9496-3BEA73F5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A2955-D1AB-4FCF-8093-10DE4247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types, optical and electronic properties of quantum dots (QDs).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FA5B6-681A-4DCD-BC6C-6BA09AF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8880E-1DE7-4D64-973C-06B84E2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AE67B-27CC-4286-A256-37169CA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Inorganic Quantum Dot Materials (IQDMs):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5E2A2-0C43-4D1C-BB44-FD0872F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E71EB-703F-41AF-911B-F3A4BD5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AB9E2-639E-44B2-980A-5ED8A18B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synthesis and properties of silicon based QDs by sol gel method and Cd -Se Quantu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E8F222-D8D7-48C5-B35D-9C125D7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0F0C0-158D-47A4-91DF-97DD392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F0FF8B-294C-492F-B02D-7CB5AE6D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C1EA8-0ACE-4DEE-BBC3-7814AC38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53810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00693-721C-4516-B4BA-76DD7C83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1BCHEE102/202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CFA07-7B88-43A7-A2F9-5A7E4F9E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38550-F4CC-4B3A-BF6B-88B2223C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DC362-CF35-4607-B75A-29CAA82A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Nano, Quantum, Materials, size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786D3-28B8-4069-9171-74B6F100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D3978-A8DE-45D9-9F54-A417DD8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2C1B0-6631-4191-9732-7885A1A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Emerging Electronics and Futuristic Devices | 1BCHEE102/202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2DEEA-BBA5-4E06-B44F-A4286A6F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216982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2026-08-24T06:38:43.3990000Z</dcterms:created>
  <dcterms:modified xsi:type="dcterms:W3CDTF">2026-08-24T06:38:43.3990000Z</dcterms:modified>
</coreProperties>
</file>