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479689f709148f3" /><Relationship Type="http://schemas.openxmlformats.org/officeDocument/2006/relationships/extended-properties" Target="/docProps/app.xml" Id="Red5c75ead319440c" /><Relationship Type="http://schemas.openxmlformats.org/officeDocument/2006/relationships/officeDocument" Target="/ppt/presentation.xml" Id="R03f053a02bfc4d7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2d6dc15c35e4af8"/>
  </p:sldMasterIdLst>
  <p:notesMasterIdLst>
    <p:notesMasterId xmlns:r="http://schemas.openxmlformats.org/officeDocument/2006/relationships" r:id="Re8c0e78edfd244c5"/>
  </p:notesMasterIdLst>
  <p:sldIdLst>
    <p:sldId xmlns:r="http://schemas.openxmlformats.org/officeDocument/2006/relationships" id="256" r:id="Re3d71f0c849e4ec4"/>
    <p:sldId xmlns:r="http://schemas.openxmlformats.org/officeDocument/2006/relationships" id="257" r:id="R38b2877140e54da2"/>
    <p:sldId xmlns:r="http://schemas.openxmlformats.org/officeDocument/2006/relationships" id="258" r:id="R72c925c8880a4b68"/>
    <p:sldId xmlns:r="http://schemas.openxmlformats.org/officeDocument/2006/relationships" id="259" r:id="Rcd4f1ff0364f4dce"/>
    <p:sldId xmlns:r="http://schemas.openxmlformats.org/officeDocument/2006/relationships" id="260" r:id="R00215b96d88a4988"/>
    <p:sldId xmlns:r="http://schemas.openxmlformats.org/officeDocument/2006/relationships" id="261" r:id="R7daf6c1a43d94c4f"/>
    <p:sldId xmlns:r="http://schemas.openxmlformats.org/officeDocument/2006/relationships" id="262" r:id="R96c53b536918492e"/>
    <p:sldId xmlns:r="http://schemas.openxmlformats.org/officeDocument/2006/relationships" id="263" r:id="R620a92ef31d04abb"/>
    <p:sldId xmlns:r="http://schemas.openxmlformats.org/officeDocument/2006/relationships" id="264" r:id="R329ce3811fd04b4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2f74bb8537d462b" /><Relationship Type="http://schemas.openxmlformats.org/officeDocument/2006/relationships/slideMaster" Target="/ppt/slideMasters/slideMaster1.xml" Id="R42d6dc15c35e4af8" /><Relationship Type="http://schemas.openxmlformats.org/officeDocument/2006/relationships/notesMaster" Target="/ppt/notesMasters/notesMaster1.xml" Id="Re8c0e78edfd244c5" /><Relationship Type="http://schemas.openxmlformats.org/officeDocument/2006/relationships/presProps" Target="/ppt/presProps.xml" Id="R867f125f29424fb3" /><Relationship Type="http://schemas.openxmlformats.org/officeDocument/2006/relationships/tableStyles" Target="/ppt/tableStyles.xml" Id="Raa31701715474183" /><Relationship Type="http://schemas.openxmlformats.org/officeDocument/2006/relationships/slide" Target="/ppt/slides/slide1.xml" Id="Re3d71f0c849e4ec4" /><Relationship Type="http://schemas.openxmlformats.org/officeDocument/2006/relationships/slide" Target="/ppt/slides/slide2.xml" Id="R38b2877140e54da2" /><Relationship Type="http://schemas.openxmlformats.org/officeDocument/2006/relationships/slide" Target="/ppt/slides/slide3.xml" Id="R72c925c8880a4b68" /><Relationship Type="http://schemas.openxmlformats.org/officeDocument/2006/relationships/slide" Target="/ppt/slides/slide4.xml" Id="Rcd4f1ff0364f4dce" /><Relationship Type="http://schemas.openxmlformats.org/officeDocument/2006/relationships/slide" Target="/ppt/slides/slide5.xml" Id="R00215b96d88a4988" /><Relationship Type="http://schemas.openxmlformats.org/officeDocument/2006/relationships/slide" Target="/ppt/slides/slide6.xml" Id="R7daf6c1a43d94c4f" /><Relationship Type="http://schemas.openxmlformats.org/officeDocument/2006/relationships/slide" Target="/ppt/slides/slide7.xml" Id="R96c53b536918492e" /><Relationship Type="http://schemas.openxmlformats.org/officeDocument/2006/relationships/slide" Target="/ppt/slides/slide8.xml" Id="R620a92ef31d04abb" /><Relationship Type="http://schemas.openxmlformats.org/officeDocument/2006/relationships/slide" Target="/ppt/slides/slide9.xml" Id="R329ce3811fd04b4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ce63cd672034bc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6669dd9890746b1" /><Relationship Type="http://schemas.openxmlformats.org/officeDocument/2006/relationships/notesMaster" Target="/ppt/notesMasters/notesMaster1.xml" Id="Rb5b1fe1b18d348c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dfded7cab134327" /><Relationship Type="http://schemas.openxmlformats.org/officeDocument/2006/relationships/notesMaster" Target="/ppt/notesMasters/notesMaster1.xml" Id="Rcfb9d7e59a834d6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12e1b8718d7408e" /><Relationship Type="http://schemas.openxmlformats.org/officeDocument/2006/relationships/notesMaster" Target="/ppt/notesMasters/notesMaster1.xml" Id="Rae23411a94a146a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e65342d692443db" /><Relationship Type="http://schemas.openxmlformats.org/officeDocument/2006/relationships/notesMaster" Target="/ppt/notesMasters/notesMaster1.xml" Id="R7ce7ff7e0815443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8c4e7c93d8f41b8" /><Relationship Type="http://schemas.openxmlformats.org/officeDocument/2006/relationships/notesMaster" Target="/ppt/notesMasters/notesMaster1.xml" Id="R852d8412d5804c8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913918218e944d8" /><Relationship Type="http://schemas.openxmlformats.org/officeDocument/2006/relationships/notesMaster" Target="/ppt/notesMasters/notesMaster1.xml" Id="Rad58ae343fe748c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b3c987643694464" /><Relationship Type="http://schemas.openxmlformats.org/officeDocument/2006/relationships/notesMaster" Target="/ppt/notesMasters/notesMaster1.xml" Id="R0b2a7a0a370341a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2fe06045c3f4a9d" /><Relationship Type="http://schemas.openxmlformats.org/officeDocument/2006/relationships/notesMaster" Target="/ppt/notesMasters/notesMaster1.xml" Id="R183b454699cb496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f146b2b36ba408b" /><Relationship Type="http://schemas.openxmlformats.org/officeDocument/2006/relationships/notesMaster" Target="/ppt/notesMasters/notesMaster1.xml" Id="Rc74c371b0f8d4fa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4f8b4cce9e457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7428afe29e8456f" /><Relationship Type="http://schemas.openxmlformats.org/officeDocument/2006/relationships/slideLayout" Target="/ppt/slideLayouts/slideLayout1.xml" Id="R86e944b3eb4d437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6e944b3eb4d437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1bbc1c51a04a9a" /><Relationship Type="http://schemas.openxmlformats.org/officeDocument/2006/relationships/notesSlide" Target="/ppt/notesSlides/notesSlide1.xml" Id="R4345fb38b18f460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17934567894c28" /><Relationship Type="http://schemas.openxmlformats.org/officeDocument/2006/relationships/notesSlide" Target="/ppt/notesSlides/notesSlide2.xml" Id="R574fb997354c45e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0e5e619ddf4243" /><Relationship Type="http://schemas.openxmlformats.org/officeDocument/2006/relationships/notesSlide" Target="/ppt/notesSlides/notesSlide3.xml" Id="Rc1979d392a7b4ad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9bc14887c6464c" /><Relationship Type="http://schemas.openxmlformats.org/officeDocument/2006/relationships/notesSlide" Target="/ppt/notesSlides/notesSlide4.xml" Id="Rce56f4886c7746f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3e6d51026f4020" /><Relationship Type="http://schemas.openxmlformats.org/officeDocument/2006/relationships/notesSlide" Target="/ppt/notesSlides/notesSlide5.xml" Id="R1ff5d428f42140c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6634fcf9ea4210" /><Relationship Type="http://schemas.openxmlformats.org/officeDocument/2006/relationships/notesSlide" Target="/ppt/notesSlides/notesSlide6.xml" Id="Refbfaee0e154462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380f112ccc48fa" /><Relationship Type="http://schemas.openxmlformats.org/officeDocument/2006/relationships/notesSlide" Target="/ppt/notesSlides/notesSlide7.xml" Id="R439c5db736e94fc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cff0d4fb5643e9" /><Relationship Type="http://schemas.openxmlformats.org/officeDocument/2006/relationships/notesSlide" Target="/ppt/notesSlides/notesSlide8.xml" Id="R9019b3f180104f0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3b3593a7454c39" /><Relationship Type="http://schemas.openxmlformats.org/officeDocument/2006/relationships/notesSlide" Target="/ppt/notesSlides/notesSlide9.xml" Id="Rf5ce4863933d4e3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47ACE8-95DB-4432-BCB9-7A7194294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269856-D639-46B4-AF6E-6D0B923E5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Materials for Energy Devices Semiconductors: Introduction, n-type and p -type semiconductor materials (organic and inorg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6ADA3A-09B6-473B-B5D1-5FAF48F8D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Applied Chemistry for Emerging Electronics and Futuristic Devices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1BCHEE102/202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I/II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Teaching focus: chemistry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76A07E-5146-46F6-A968-2F424554E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Structure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E5EAC1-3DED-411B-89D0-B408E2317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C29762-74F6-4147-AC9C-3C450E6D2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Property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0369DB-0BF6-498A-AB01-DAA87F4D1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C5256D-7091-4220-B47D-732671908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316508-4E0C-4244-A9F5-C8E48C8EF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56112A-28D2-4A28-B333-B8B401EE5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Device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08371C-D31B-4809-B792-C41A01CF9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7BF502-69AD-4B04-B0C4-E0991C736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Impact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630C2E-C4BE-4439-A8F6-3687F78C6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90525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Molecular choice explains engineering performance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532B94-BFF4-400D-8C51-9D5383470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Applied Chemistry for Emerging Electronics and Futuristic Devices | 1BCHEE102/202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9C5D1A-CD39-43F2-AF55-D8236D32E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1/9</a:t>
            </a:r>
          </a:p>
        </p:txBody>
      </p:sp>
    </p:spTree>
    <p:extLst>
      <p:ext uri="{BB962C8B-B14F-4D97-AF65-F5344CB8AC3E}">
        <p14:creationId xmlns:p14="http://schemas.microsoft.com/office/powerpoint/2010/main" val="212401998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CD6BAF-5D1A-48DC-A551-D99F83623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1BCHEE102/202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4988DD-AA93-4BED-8320-B20E30513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Learning route for this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E5C443-EDD6-4801-B212-FEC358A30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D126A3-8E05-4CA3-B021-C8D48123F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Motivation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364287-9EA7-468A-9D7E-8491133A2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0A8ACB-6FC5-43A5-B485-DEC577DC0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Concept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AFBC4E-5153-41C4-A6DD-FE55FD1B8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8E6484-534D-4F43-82C4-C520238A6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Working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DD2FB6-85E8-44E2-A6BF-FE091ECF3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79E62A-E2F2-4193-BF7C-26EE10E81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Application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1213C9-5708-4628-9B9D-6C0BAA138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42D58D-1A7D-47F6-85D4-6A73F0A43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Recap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58879A-DE04-4417-B2C2-05E05E051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9620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Materials for Energy Devices Semiconductors: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Introduction, n-type and p -type semiconductor materials (organic and inorganic), difference between organic and inorganic semiconductors 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Organic photovoltaics - working principle and applications of Poly (3-hexylthiophene) (P3HT) as a donor and Phenyl - C61-butyric acid methyl ester (PCBM) as an acceptor.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Energy Storage Devices: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Introduction, classification of batteries -primary, secondary and reserve battery, characteristics - capacity, power density, shelf life &amp; cycle life.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3F072E-8655-4C13-B75E-89B424972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Applied Chemistry for Emerging Electronics and Futuristic Devices | 1BCHEE102/202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B5572C-B1E3-4CCF-9135-2BE645F8D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2/9</a:t>
            </a:r>
          </a:p>
        </p:txBody>
      </p:sp>
    </p:spTree>
    <p:extLst>
      <p:ext uri="{BB962C8B-B14F-4D97-AF65-F5344CB8AC3E}">
        <p14:creationId xmlns:p14="http://schemas.microsoft.com/office/powerpoint/2010/main" val="173774765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F516F6-E99B-4DD6-A22E-195B7F707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1BCHEE102/202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618217-36AE-4A5D-8FE9-3B7E377DA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Core concepts from the official syllabus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AD8500-9915-4270-AB45-EE00F23CF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65A636-CC6C-4B9D-A28E-D26781DB0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Materials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318642-5713-4EA2-BA98-9F0F480D0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Energy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B4F730-F1E3-4A32-8BC7-2AB05CEEC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Devices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C00A1C-6EE3-4095-A881-8A4F8CA40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Semiconductors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C8B1C3-77BF-42BC-82FD-2A9F360FF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n-type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9594C4-B736-4EAE-951A-CE237E59A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type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5E6C98-836A-4692-A388-3E34C6B82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86300"/>
            <a:ext cx="933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Construction and working of lithium -ion battery and its advantages in EV applications.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Construction and working of ultra -small asymmetric super capacitor and its applications in IoT/wearable devices.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Energy Conversion Devices 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Introduction, construction, working principal, advantages and limitations of solar photovoltaic cell (PV cell).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EB8002-44D0-47C8-B164-08166AD51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Applied Chemistry for Emerging Electronics and Futuristic Devices | 1BCHEE102/202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728EE6-4F22-4FAA-87CD-4886A14AD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3/9</a:t>
            </a:r>
          </a:p>
        </p:txBody>
      </p:sp>
    </p:spTree>
    <p:extLst>
      <p:ext uri="{BB962C8B-B14F-4D97-AF65-F5344CB8AC3E}">
        <p14:creationId xmlns:p14="http://schemas.microsoft.com/office/powerpoint/2010/main" val="28638184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253A9D-32AD-4693-9B1F-7E9E47728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1BCHEE102/202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6B0E10-9390-4221-A6BA-4BB35793E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Concept explanation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7B344E-CA79-4194-82F1-6997B8EDD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F58E7C-DAFF-431A-811F-2835023D2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495300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Materials for Energy Devices Semiconductors: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Introduction, n-type and p -type semiconductor materials (organic and inorganic), difference between organi...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Organic photovoltaics - working principle and applications of Poly (3-hexylthiophene) (P3HT) as a donor and...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Energy Storage Devices: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Introduction, classification of batteries -primary, secondary and reserve battery, characteristics - capaci...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Construction and working of lithium -ion battery and its advantages in EV applications.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D2C69A-5543-45A0-9B7D-41A233D68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1524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Instructor move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ACF296-1809-4D3F-BC29-4AA1879D9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38162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Pause after each idea and ask students to connect it to the next step.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48C2A7-F441-44CD-9B7B-0DF472746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Structure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078E9B-84B8-45DA-872E-262F591AB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9306EF-10CE-4917-9AC1-410EB025B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Property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9B19D7-EB74-440E-9E52-CFD933D7F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7A2D5F-3AD7-4F1A-8FE2-77EA277F0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026CE5-0180-42A6-9686-A60626AD0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832BEC-F7C0-4561-96D9-734001E6F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Device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9CA828-AF88-42A4-B9C1-D7C9A05E5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9E9F91-6877-41B7-B769-039308ABB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Impact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E8BF81-1906-421B-9732-ED9B56680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90525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Molecular choice explains engineering performance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0AF083-DEEC-4568-B161-2A54AB271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Applied Chemistry for Emerging Electronics and Futuristic Devices | 1BCHEE102/202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5AF971-B251-48A2-ACB7-CB6DFD52D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4/9</a:t>
            </a:r>
          </a:p>
        </p:txBody>
      </p:sp>
    </p:spTree>
    <p:extLst>
      <p:ext uri="{BB962C8B-B14F-4D97-AF65-F5344CB8AC3E}">
        <p14:creationId xmlns:p14="http://schemas.microsoft.com/office/powerpoint/2010/main" val="79257080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CB4666-B83E-4B7A-AA13-C1DABCEFF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1BCHEE102/202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4A4461-269E-419C-AA3C-672CCD6A7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Working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681642-211B-4DD1-BE95-1EDC6277B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C4CBB2-9780-4F4A-BB06-F1A2E6C66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 condition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53E80B-73CB-4384-ADF1-BA87D0EEC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52A739-A47D-48D1-877B-0EADD9417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Principle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7633A4-E165-4341-8793-2483FD6D7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9A9E79-A195-41E6-8D0C-8CAB2ECB8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E18F0B-4835-4999-95C9-51E9EB276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309987-9724-4953-BF20-8AAFB0E96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B0A795-04F2-4715-8A32-D1E09F51E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B79419-4011-48D8-9D7D-77B699F8F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Interpretation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F324B1-4F21-4DE5-A8C4-3B2EF8E2F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933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Use the syllabus terms while solving; do not answer only with the final result.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Show intermediate reasoning so students can locate the step where mistakes enter.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Close the example by explaining what the result means in engineering or professional practice.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5493F4-CBB3-4A57-A6CC-E39759668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Applied Chemistry for Emerging Electronics and Futuristic Devices | 1BCHEE102/202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B3A490-5986-4D3C-8507-452567345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5/9</a:t>
            </a:r>
          </a:p>
        </p:txBody>
      </p:sp>
    </p:spTree>
    <p:extLst>
      <p:ext uri="{BB962C8B-B14F-4D97-AF65-F5344CB8AC3E}">
        <p14:creationId xmlns:p14="http://schemas.microsoft.com/office/powerpoint/2010/main" val="86667164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BF6211-15CA-4746-B189-9FC3C9C3B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1BCHEE102/202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9664C2-09DB-4EE9-9014-4D0E814DF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DE85D3-400F-42B3-9101-BD9BFE4A9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3818C3-AB49-401D-9550-8B0F1B8DA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00200"/>
            <a:ext cx="2286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Example prompt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AF18A4-826B-4CC2-A130-648A3A235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5621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Materials for Energy Devices Semiconductors: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CEEBB9-F70E-4700-A677-988186310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9850"/>
            <a:ext cx="8953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Identify the relevant concept: Materials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State the rule or principle using syllabus language.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Work through one small case visibly on the board.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Ask students which assumption would change the answer.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6CF000-1DB6-4709-9DAD-458017A2C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43500"/>
            <a:ext cx="876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Exam angle: a complete answer names the concept, shows the working, and states the interpretation.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28553E-327B-43F7-B2DE-0742466E9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Applied Chemistry for Emerging Electronics and Futuristic Devices | 1BCHEE102/202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3BE24E-AC94-4160-A5EB-ED9C0F84E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6/9</a:t>
            </a:r>
          </a:p>
        </p:txBody>
      </p:sp>
    </p:spTree>
    <p:extLst>
      <p:ext uri="{BB962C8B-B14F-4D97-AF65-F5344CB8AC3E}">
        <p14:creationId xmlns:p14="http://schemas.microsoft.com/office/powerpoint/2010/main" val="57910002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4A2347-12CE-4384-9116-108DFF98C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1BCHEE102/202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5451A6-5ED3-424D-AC12-FA125A08D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Applications and common mistakes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7F0219-9110-4B83-9F09-C64E06B73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5211A2-1E2F-44A1-9034-938F93FFB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0200"/>
            <a:ext cx="2095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Applications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E75552-7CFA-4D29-A905-4BCBEDCC7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66950"/>
            <a:ext cx="4476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Construction and working of ultra -small asymmetric super capacitor and its applications in IoT/wearable devices.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Energy Conversion Devices 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Introduction, construction, working principal, advantages and limitations of solar photovoltaic cell (PV cell).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Working principle and applications of Micro - electromechanical systems (MEMS)-based energy harvesters.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FED70D-F6A9-4642-931D-34A4A7984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Common mistakes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64C25D-3A07-4E7E-9A76-E12D7F45E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66950"/>
            <a:ext cx="4286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Writing only definitions without explanation.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Skipping intermediate working or assumptions.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Mixing similar terms without a comparison.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Not linking the result back to the application.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E18174-A8A2-4E66-BAA2-07BB22930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Applied Chemistry for Emerging Electronics and Futuristic Devices | 1BCHEE102/202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0CAC74-3774-4B1B-88DF-D646A0926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7/9</a:t>
            </a:r>
          </a:p>
        </p:txBody>
      </p:sp>
    </p:spTree>
    <p:extLst>
      <p:ext uri="{BB962C8B-B14F-4D97-AF65-F5344CB8AC3E}">
        <p14:creationId xmlns:p14="http://schemas.microsoft.com/office/powerpoint/2010/main" val="26926464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C103DC2-30AF-46A2-BD2E-26256B77F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1BCHEE102/202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9C5133-2B1B-4B34-837D-8589C2BA3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Syllabus coverage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F9B3C1-087F-4BB5-95C1-16BE4CBFC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52593E-D8FC-4BC0-8B78-1DB3C5AB8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Syllabus topic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692855-8BB6-43FD-8407-889DB1CDD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049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Teaching treatment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343EB8-72D5-4DAE-BA71-A594FFDEB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504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60C9BE-4FB5-45AE-A5DB-ED919F7B6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Materials for Energy Devices Semiconductors: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2A43D6-CC88-441D-A3A8-881923079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859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C450CD-748E-44EB-829D-C474A9195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8859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8EA9F5-810C-4AFE-AD96-C18C7C7B3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Introduction, n-type and p -type semiconductor materials (organic and inorganic), difference be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740081-08D5-47D0-B820-EA9487EEF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384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19D3A8-4EBD-4FE5-9F52-3E918DACC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384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58B0E8-764D-44E9-87D6-DC976708C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Organic photovoltaics - working principle and applications of Poly (3-hexylthiophene) (P3HT) as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9860BD-5DA3-472C-9B12-F48D625D3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908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F3797E-1FC1-4E1D-8AC1-C22A36DD6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908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385A33-2BED-4E80-B130-2D95577D7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Energy Storage Devices: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C7FA07-7F52-4A56-9295-69BE4EFCF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433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228B13-6139-4D82-8DAA-D0838641E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433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9F76E9-7F71-401C-835B-1E8E11CA8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Introduction, classification of batteries -primary, secondary and reserve battery, characterist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058D14-2CC9-4655-BE35-97538FF9D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957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964634-95F1-4ADC-895F-BE78AA0B7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0957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38B151-A158-4BE7-B9CE-2C71DE33B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482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Construction and working of lithium -ion battery and its advantages in EV applications.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813BE2-A9FB-4FEB-A293-BF05464EB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482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E6E84AC-7B06-49D9-B77E-F066276AC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6482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B9E1B92-DA6A-4E98-9E50-79413B2E8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006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Construction and working of ultra -small asymmetric super capacitor and its applications in IoT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24E1E4B-BC1F-4A17-B07A-F3AF9587F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006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2350C11-CC2D-462D-88CE-D6554A9D9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2006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40E7A63-AF7F-4C17-838F-299726750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Applied Chemistry for Emerging Electronics and Futuristic Devices | 1BCHEE102/202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7AF51A6-D58F-4D8A-83CC-E43AFCCED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8/9</a:t>
            </a:r>
          </a:p>
        </p:txBody>
      </p:sp>
    </p:spTree>
    <p:extLst>
      <p:ext uri="{BB962C8B-B14F-4D97-AF65-F5344CB8AC3E}">
        <p14:creationId xmlns:p14="http://schemas.microsoft.com/office/powerpoint/2010/main" val="72918277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674F26-51E1-4997-AFD1-CACEEE367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1BCHEE102/202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851C34-D552-4432-BA17-DDDE5B639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Module recap and exam preparation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9D67D7-60B3-479C-A5F7-F74456528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072DA2-17AF-4806-9BE2-0FF20AB40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1925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Key definitions: Materials, Energy, Devices, Semiconductors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diagrams: use a labelled flow, setup, circuit, graph, or concept map where relevant.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working: show cause, mechanism, result, and interpretation.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Common mistakes: avoid skipped steps, unsupported claims, and unlabeled diagrams.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Practice: prepare short-answer, application, and worked-example questions from the listed topics.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D91A0B-FC3B-4604-BDD8-17CB51DB7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015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Previous VTU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E65A7D-E2D8-4288-8800-005647C77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010150"/>
            <a:ext cx="670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No repository-verified previous VTU questions were found for this module, so none are fabricated here.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0B10C0-3C16-49CD-B2C4-C7152C495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Applied Chemistry for Emerging Electronics and Futuristic Devices | 1BCHEE102/202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FF034C-0339-4DC6-9565-C87FACD08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9/9</a:t>
            </a:r>
          </a:p>
        </p:txBody>
      </p:sp>
    </p:spTree>
    <p:extLst>
      <p:ext uri="{BB962C8B-B14F-4D97-AF65-F5344CB8AC3E}">
        <p14:creationId xmlns:p14="http://schemas.microsoft.com/office/powerpoint/2010/main" val="162547935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2026-08-24T06:38:43.3360000Z</dcterms:created>
  <dcterms:modified xsi:type="dcterms:W3CDTF">2026-08-24T06:38:43.3360000Z</dcterms:modified>
</coreProperties>
</file>