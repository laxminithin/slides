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e12dfe0d94a1e" /><Relationship Type="http://schemas.openxmlformats.org/officeDocument/2006/relationships/extended-properties" Target="/docProps/app.xml" Id="Rca986200832b4265" /><Relationship Type="http://schemas.openxmlformats.org/officeDocument/2006/relationships/officeDocument" Target="/ppt/presentation.xml" Id="Re179df77b1e447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771f5dda844ee"/>
  </p:sldMasterIdLst>
  <p:notesMasterIdLst>
    <p:notesMasterId xmlns:r="http://schemas.openxmlformats.org/officeDocument/2006/relationships" r:id="Rc4d205caa7fc4514"/>
  </p:notesMasterIdLst>
  <p:sldIdLst>
    <p:sldId xmlns:r="http://schemas.openxmlformats.org/officeDocument/2006/relationships" id="256" r:id="R0bc48e5cb33e4fad"/>
    <p:sldId xmlns:r="http://schemas.openxmlformats.org/officeDocument/2006/relationships" id="257" r:id="Rff2c75d5903b441b"/>
    <p:sldId xmlns:r="http://schemas.openxmlformats.org/officeDocument/2006/relationships" id="258" r:id="R26895502abeb4d01"/>
    <p:sldId xmlns:r="http://schemas.openxmlformats.org/officeDocument/2006/relationships" id="259" r:id="Rfb1102dcaca549cb"/>
    <p:sldId xmlns:r="http://schemas.openxmlformats.org/officeDocument/2006/relationships" id="260" r:id="R4c0ddba890894827"/>
    <p:sldId xmlns:r="http://schemas.openxmlformats.org/officeDocument/2006/relationships" id="261" r:id="R0fe0800a8be0443e"/>
    <p:sldId xmlns:r="http://schemas.openxmlformats.org/officeDocument/2006/relationships" id="262" r:id="R07a18c22d167481a"/>
    <p:sldId xmlns:r="http://schemas.openxmlformats.org/officeDocument/2006/relationships" id="263" r:id="R5ce6752f0b574d26"/>
    <p:sldId xmlns:r="http://schemas.openxmlformats.org/officeDocument/2006/relationships" id="264" r:id="R499ffc7c7eda45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323ef6694949b0" /><Relationship Type="http://schemas.openxmlformats.org/officeDocument/2006/relationships/slideMaster" Target="/ppt/slideMasters/slideMaster1.xml" Id="Rc54771f5dda844ee" /><Relationship Type="http://schemas.openxmlformats.org/officeDocument/2006/relationships/notesMaster" Target="/ppt/notesMasters/notesMaster1.xml" Id="Rc4d205caa7fc4514" /><Relationship Type="http://schemas.openxmlformats.org/officeDocument/2006/relationships/presProps" Target="/ppt/presProps.xml" Id="R3c6bddfb60be41ce" /><Relationship Type="http://schemas.openxmlformats.org/officeDocument/2006/relationships/tableStyles" Target="/ppt/tableStyles.xml" Id="R9bf78fa2c3474254" /><Relationship Type="http://schemas.openxmlformats.org/officeDocument/2006/relationships/slide" Target="/ppt/slides/slide1.xml" Id="R0bc48e5cb33e4fad" /><Relationship Type="http://schemas.openxmlformats.org/officeDocument/2006/relationships/slide" Target="/ppt/slides/slide2.xml" Id="Rff2c75d5903b441b" /><Relationship Type="http://schemas.openxmlformats.org/officeDocument/2006/relationships/slide" Target="/ppt/slides/slide3.xml" Id="R26895502abeb4d01" /><Relationship Type="http://schemas.openxmlformats.org/officeDocument/2006/relationships/slide" Target="/ppt/slides/slide4.xml" Id="Rfb1102dcaca549cb" /><Relationship Type="http://schemas.openxmlformats.org/officeDocument/2006/relationships/slide" Target="/ppt/slides/slide5.xml" Id="R4c0ddba890894827" /><Relationship Type="http://schemas.openxmlformats.org/officeDocument/2006/relationships/slide" Target="/ppt/slides/slide6.xml" Id="R0fe0800a8be0443e" /><Relationship Type="http://schemas.openxmlformats.org/officeDocument/2006/relationships/slide" Target="/ppt/slides/slide7.xml" Id="R07a18c22d167481a" /><Relationship Type="http://schemas.openxmlformats.org/officeDocument/2006/relationships/slide" Target="/ppt/slides/slide8.xml" Id="R5ce6752f0b574d26" /><Relationship Type="http://schemas.openxmlformats.org/officeDocument/2006/relationships/slide" Target="/ppt/slides/slide9.xml" Id="R499ffc7c7eda45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aa1535b36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fdfe7612844c1" /><Relationship Type="http://schemas.openxmlformats.org/officeDocument/2006/relationships/notesMaster" Target="/ppt/notesMasters/notesMaster1.xml" Id="R7c27e80ad18f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08620d9304776" /><Relationship Type="http://schemas.openxmlformats.org/officeDocument/2006/relationships/notesMaster" Target="/ppt/notesMasters/notesMaster1.xml" Id="R0ddafdecd346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79256c5c946ba" /><Relationship Type="http://schemas.openxmlformats.org/officeDocument/2006/relationships/notesMaster" Target="/ppt/notesMasters/notesMaster1.xml" Id="R9c57f549417747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de4b953da4003" /><Relationship Type="http://schemas.openxmlformats.org/officeDocument/2006/relationships/notesMaster" Target="/ppt/notesMasters/notesMaster1.xml" Id="Rde681b11b50748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365f33e39e47f6" /><Relationship Type="http://schemas.openxmlformats.org/officeDocument/2006/relationships/notesMaster" Target="/ppt/notesMasters/notesMaster1.xml" Id="Rb9f0abffbde842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88b8253cc646ab" /><Relationship Type="http://schemas.openxmlformats.org/officeDocument/2006/relationships/notesMaster" Target="/ppt/notesMasters/notesMaster1.xml" Id="R14bf89ef86a641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18f8fea4c44ca" /><Relationship Type="http://schemas.openxmlformats.org/officeDocument/2006/relationships/notesMaster" Target="/ppt/notesMasters/notesMaster1.xml" Id="R084ae50f2702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3e4ffeabd04fa2" /><Relationship Type="http://schemas.openxmlformats.org/officeDocument/2006/relationships/notesMaster" Target="/ppt/notesMasters/notesMaster1.xml" Id="Rdc69484e24c34f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5ec2fb81b94785" /><Relationship Type="http://schemas.openxmlformats.org/officeDocument/2006/relationships/notesMaster" Target="/ppt/notesMasters/notesMaster1.xml" Id="R8e54d328b4be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72ec94404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153a388a584e0a" /><Relationship Type="http://schemas.openxmlformats.org/officeDocument/2006/relationships/slideLayout" Target="/ppt/slideLayouts/slideLayout1.xml" Id="R7a7abe003fde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7abe003fde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0e41a276b4f00" /><Relationship Type="http://schemas.openxmlformats.org/officeDocument/2006/relationships/notesSlide" Target="/ppt/notesSlides/notesSlide1.xml" Id="R10d2b0afd4e643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76b3070e541c4" /><Relationship Type="http://schemas.openxmlformats.org/officeDocument/2006/relationships/notesSlide" Target="/ppt/notesSlides/notesSlide2.xml" Id="Rf291a155bf7840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992b7a9c24ece" /><Relationship Type="http://schemas.openxmlformats.org/officeDocument/2006/relationships/notesSlide" Target="/ppt/notesSlides/notesSlide3.xml" Id="Rf4603fa224f243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5f649e55a40a6" /><Relationship Type="http://schemas.openxmlformats.org/officeDocument/2006/relationships/notesSlide" Target="/ppt/notesSlides/notesSlide4.xml" Id="R7fd5d7d83c5d49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c7325d08b4c7a" /><Relationship Type="http://schemas.openxmlformats.org/officeDocument/2006/relationships/notesSlide" Target="/ppt/notesSlides/notesSlide5.xml" Id="R87999663508e4c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4761a07f4405" /><Relationship Type="http://schemas.openxmlformats.org/officeDocument/2006/relationships/notesSlide" Target="/ppt/notesSlides/notesSlide6.xml" Id="R1ec9e9a25d3f4d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f03456b5d4345" /><Relationship Type="http://schemas.openxmlformats.org/officeDocument/2006/relationships/notesSlide" Target="/ppt/notesSlides/notesSlide7.xml" Id="R077c16c449bd44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bd1116b564dfc" /><Relationship Type="http://schemas.openxmlformats.org/officeDocument/2006/relationships/notesSlide" Target="/ppt/notesSlides/notesSlide8.xml" Id="R735dd7bd89f9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aae5527748b3" /><Relationship Type="http://schemas.openxmlformats.org/officeDocument/2006/relationships/notesSlide" Target="/ppt/notesSlides/notesSlide9.xml" Id="R20c5d394f7e249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04F6A-E355-4F80-AD08-3510E5ED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30C6E-A799-4AF5-AD85-9291C953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Corrosion Science and E-waste Management Corrosion Chemistry: Introduction, electrochemical theory of corrosion, types 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F140F-34EB-4565-ABDE-4C598CB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95E86-3910-495E-8095-F748B76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0AF9-BE8B-49B2-AB83-3B178267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DA70-C6A7-4F91-A48E-1C0FDBC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FF8A4-5DD5-44EC-882F-301004F1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87BEC-3DB2-4337-908A-C0CB5E01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3AB39-AD78-4288-BA23-7BC340E8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5D23F-5030-4E00-9862-04854F0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283AE-49C6-42DC-969F-BD3ED79C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D3F58-B815-4217-B080-A1A6AB2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6070A-141E-4578-8BDE-88E76ACE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658EE-D7D1-47B7-8785-AB304CD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D4ABC-02EA-4644-A0DF-8B938962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921302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818AC-24D3-4833-8C51-04FAB9A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466A3-F877-4574-BAFD-824552BD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06EBC-995C-4CBB-94DF-D32103E3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F08E1-289E-4BD6-A631-476740D6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C6ECE-B58F-4929-9C8D-1E73D853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7B17C-6C52-42C6-9501-3AB18DE3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A3837-3463-43D2-813A-72200DBC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8F46-C43A-46B0-9D3D-A1610413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4A9AC-BA5E-497B-A5D4-AEE4D93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CD919-DEFD-4C76-A0D2-BE04F787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80EEB-38F3-4D54-982A-71F48C8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F33D9-18C3-4E78-ACD5-C7EC1479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8F8E2-C698-4476-96EE-A988AE4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Science and E-waste Management Corrosion Chemistry: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electrochemical theory of corrosion, types of corrosion, differential metal corrosion in electronic circuits and differential aeration corrosion - waterline and pitting corrosion.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control - galvanization, anodization, cathodic protection and impressed current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penetration rate (CPR) - definition, importance and weight loss method-numerical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Metal Finishing: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BB78F-44B0-4DC4-9AD0-69F0853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B6CC1-4A77-4166-9430-320142D1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514278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C1AE6-D06B-40B8-A79C-56CBC134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D0259-7356-4473-B12B-ED4C203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C9A1F-ABBD-4FA5-9404-160059FB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24BC5-E86B-459A-A734-B99B2C63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Corrosion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4C418-5690-4FD3-9E22-6A132C67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8E946-58FA-47E0-BB4B-0B11756A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E-waste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343D4-AA1F-4CD7-AB97-85302CCB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E79C0-2A82-4F21-B1DB-940AF2A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D0683-94F1-4D65-8AED-1AFDA80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electrochemical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40A00-3857-4E4D-ADAB-C4915BD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technological importance of metal finishing, difference between electroplating &amp; electroless plating, electroplating of chromium for hard and decorative coatings, electroless plating of copper on PCBs.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sources of e -waste, need of e -waste management &amp; effects of e -waste on environment and human health.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Extraction of gold from e-waste from bioleaching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E814B-BB8F-4FB8-99FA-F8766701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7DFEE-7BE1-4BB1-BBCC-9731B78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2016130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AC5CA-1ABD-4F0B-9A82-8742A19E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269D2-58B6-4388-99D4-56BDDD50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185D2-2764-4F05-8335-A97B1E83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6E5CA-491C-47B2-89FE-AAD0249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Science and E-waste Management Corrosion Chemistry: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electrochemical theory of corrosion, types of corrosion, differential metal corrosion in elec...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control - galvanization, anodization, cathodic protection and impressed current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penetration rate (CPR) - definition, importance and weight loss method-numerical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Metal Finishing: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technological importance of metal finishing, difference between electroplating &amp; electroless 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FF81C-3CAA-4610-BD0A-C4F3968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6275A-F2AB-4F18-B358-F9EBAF67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D152C-05D7-45D9-947C-A780036E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7332D-B8B5-4620-A94A-78DB5F5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EA8AB-9F34-4DD7-AD49-E66B7BAE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FE83A-2BDB-4B09-9CD8-363BA6E2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4447C-73B9-4A69-8A50-0BDD21CA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611D5-ADC9-40C6-AE74-946ACF2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74F26-CF65-490C-B964-D11D2764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CB688-9782-4D8F-8A68-D5DFD58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BA14C-42B4-4BBE-B769-3B4F9BEA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2BD33-8F61-4D6D-954C-26464ED4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49A72-16B2-4F83-A166-0B73935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85BF6-AC47-4E1A-887F-8EBB6346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802317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3FF61-1B79-45DB-BBA9-7B9366E1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9E4B2-11E9-4F2F-ABE7-D1C7B675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09A3F-28EB-4D30-A861-4364997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D4ECA-1028-4061-B3F8-2DB2052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C8734-08D9-4659-8090-65023179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565EC-AC7B-49D2-BC72-37DD578E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B4247-9F16-45CD-AC75-331E74DB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55C46-5414-4A02-B266-44CFF9FB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786B1-CACB-47D1-8127-9EEC180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C9EBD-727A-4AF4-BE25-32078F79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741F5-E149-41CA-9992-50028787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A0AA6-A2F4-44DA-B3D3-3ABAFAE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6DCE4-30D6-423A-869C-BE5D7140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B6250-9446-402F-A942-1DE8714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DDB05-86C1-43FC-87E6-497BD55E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585186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BE37E-7125-4682-967D-50B73FD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63AD5-F081-4299-9EDA-D712C9D3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7C285-A660-4CFC-8B90-9FC4A00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39F0-E426-4963-844B-8E4DDC3C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E440F-B86A-4C9F-985B-89F0CD68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Corrosion Science and E-waste Management Corrosion Chemistry: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2A4AA-5D47-4843-98C0-EE517969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Corrosion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F66C9-D588-45C4-90B6-B2BDFCB7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D3458-DF7F-4B5E-881B-5A3E93E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C7A52-FF5B-4DDF-9844-4C20897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598847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97FC9-02F3-4D6D-809E-7DD8717F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C27E5-9290-4A6F-8C58-4A71C51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C2EA8-DB51-4349-92CD-FADADF5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E7A81-0539-403C-93D4-F72F14B5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D2EB-1945-4354-873A-C5F9EF6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sources of e -waste, need of e -waste management &amp; effects of e -waste on environment and human health.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Extraction of gold from e-waste from bioleaching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89C1E-765A-47AE-8942-09DF4625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EE8C1-DA70-454E-A9C8-F35C8797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994C8-1E96-4F47-86B6-6AEE095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B1B06-FDD5-4DBD-8202-6A94B4B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635793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6A2A3-605E-4647-A802-B918D38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38F3B-A43B-4601-A977-3125B223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89698-1508-4EC9-8E29-672D90B7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7AC44-0151-4853-B8F5-558CC80A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C5C54-4703-4AF5-BA6D-0563192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1FC8F-8B4E-4B2B-A87E-6ABDFCCF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CD688-01CD-4917-98E6-3076245A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Corrosion Science and E-waste Management Corrosion Chemistry: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860E3-B0C0-473B-8463-CFCE512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410B9-D3A6-407A-9544-1A660C5D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7A2C4-9B0C-4490-948A-476A1BAB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electrochemical theory of corrosion, types of corrosion, differential metal corro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FBCCD-2B94-4A24-BEC7-4D0B8043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E0C5B-C08B-4246-BA7E-B0F034FD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E16BC-A0AC-4E46-AEBC-E07E39BF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Corrosion control - galvanization, anodization, cathodic protection and impressed current metho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77FEA-0E6C-4EC2-B75A-5B35ECD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F74D9-0477-4203-8C0E-6A6DB7D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B93A7-EA8F-4247-9D9D-5313AD71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Corrosion penetration rate (CPR) - definition, importance and weight loss method-numerical prob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1E898-C03C-4C90-8F0E-23125236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1F1F3-EA22-497B-A15C-F145873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BD747-4BC8-43BE-ACCB-BDB443EC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Metal Finishing: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D31E8-F588-43A1-8B6F-587A9F4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19736-8BA5-4C16-88BB-84361A48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A6396-8222-4152-B865-6F22433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technological importance of metal finishing, difference between electroplating &amp;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DBE79-0DCC-4F88-BAD0-8266AB60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EC295-D2A2-49CA-88A2-DF5205C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6AEA3-C3D9-4425-B72B-A48A455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sources of e -waste, need of e -waste management &amp; effects of e -waste on environ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14B9C-03D2-4879-84E6-BD9187C9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0BC55-FCF0-4E08-ABB2-A46EFC57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E5EB4-8160-4C41-9BCD-863862E8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3EA25-C0AD-4DBF-A70A-E006E1B3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703424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3D880-E0AD-4467-8604-EDA08F7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69DB6-B655-4B08-9870-8D80CEB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A6FDF-FA33-4214-91E6-50442A74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8B62C-5B1E-4D43-B8E2-6446EEBC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Corrosion, Science, E-waste, Management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7FF86-289E-4D8C-81AB-B98B4D77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F0F3-4D63-471A-93EB-EB7553D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F06F2-4A2D-43F1-B5EE-1EF511A9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1A9A6-EB89-49A3-90A8-04483C5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138685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2026-08-24T06:38:43.6030000Z</dcterms:created>
  <dcterms:modified xsi:type="dcterms:W3CDTF">2026-08-24T06:38:43.6030000Z</dcterms:modified>
</coreProperties>
</file>