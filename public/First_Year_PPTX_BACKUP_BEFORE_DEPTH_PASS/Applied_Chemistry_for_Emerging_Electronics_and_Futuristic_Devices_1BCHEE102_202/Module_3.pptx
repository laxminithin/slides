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19fd5d5d0491e" /><Relationship Type="http://schemas.openxmlformats.org/officeDocument/2006/relationships/extended-properties" Target="/docProps/app.xml" Id="Reeee55c2beaa4d78" /><Relationship Type="http://schemas.openxmlformats.org/officeDocument/2006/relationships/officeDocument" Target="/ppt/presentation.xml" Id="R1f43f05ccc6249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6ef013abe04d59"/>
  </p:sldMasterIdLst>
  <p:notesMasterIdLst>
    <p:notesMasterId xmlns:r="http://schemas.openxmlformats.org/officeDocument/2006/relationships" r:id="R4dbaf8fd1606463b"/>
  </p:notesMasterIdLst>
  <p:sldIdLst>
    <p:sldId xmlns:r="http://schemas.openxmlformats.org/officeDocument/2006/relationships" id="256" r:id="R2150303c6056428f"/>
    <p:sldId xmlns:r="http://schemas.openxmlformats.org/officeDocument/2006/relationships" id="257" r:id="R8161f25da1104162"/>
    <p:sldId xmlns:r="http://schemas.openxmlformats.org/officeDocument/2006/relationships" id="258" r:id="R17a81e650a7f4487"/>
    <p:sldId xmlns:r="http://schemas.openxmlformats.org/officeDocument/2006/relationships" id="259" r:id="R9bc84f14b7d74790"/>
    <p:sldId xmlns:r="http://schemas.openxmlformats.org/officeDocument/2006/relationships" id="260" r:id="R670495cb81a044ad"/>
    <p:sldId xmlns:r="http://schemas.openxmlformats.org/officeDocument/2006/relationships" id="261" r:id="R73c0570f860547de"/>
    <p:sldId xmlns:r="http://schemas.openxmlformats.org/officeDocument/2006/relationships" id="262" r:id="R337c98b04d9d4df5"/>
    <p:sldId xmlns:r="http://schemas.openxmlformats.org/officeDocument/2006/relationships" id="263" r:id="Rac1963075bbd4573"/>
    <p:sldId xmlns:r="http://schemas.openxmlformats.org/officeDocument/2006/relationships" id="264" r:id="Rd9de7b8d82fa47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8a6691d924a21" /><Relationship Type="http://schemas.openxmlformats.org/officeDocument/2006/relationships/slideMaster" Target="/ppt/slideMasters/slideMaster1.xml" Id="Re06ef013abe04d59" /><Relationship Type="http://schemas.openxmlformats.org/officeDocument/2006/relationships/notesMaster" Target="/ppt/notesMasters/notesMaster1.xml" Id="R4dbaf8fd1606463b" /><Relationship Type="http://schemas.openxmlformats.org/officeDocument/2006/relationships/presProps" Target="/ppt/presProps.xml" Id="R28f67938b8c24e85" /><Relationship Type="http://schemas.openxmlformats.org/officeDocument/2006/relationships/tableStyles" Target="/ppt/tableStyles.xml" Id="Rb4ee3f2776a64ad2" /><Relationship Type="http://schemas.openxmlformats.org/officeDocument/2006/relationships/slide" Target="/ppt/slides/slide1.xml" Id="R2150303c6056428f" /><Relationship Type="http://schemas.openxmlformats.org/officeDocument/2006/relationships/slide" Target="/ppt/slides/slide2.xml" Id="R8161f25da1104162" /><Relationship Type="http://schemas.openxmlformats.org/officeDocument/2006/relationships/slide" Target="/ppt/slides/slide3.xml" Id="R17a81e650a7f4487" /><Relationship Type="http://schemas.openxmlformats.org/officeDocument/2006/relationships/slide" Target="/ppt/slides/slide4.xml" Id="R9bc84f14b7d74790" /><Relationship Type="http://schemas.openxmlformats.org/officeDocument/2006/relationships/slide" Target="/ppt/slides/slide5.xml" Id="R670495cb81a044ad" /><Relationship Type="http://schemas.openxmlformats.org/officeDocument/2006/relationships/slide" Target="/ppt/slides/slide6.xml" Id="R73c0570f860547de" /><Relationship Type="http://schemas.openxmlformats.org/officeDocument/2006/relationships/slide" Target="/ppt/slides/slide7.xml" Id="R337c98b04d9d4df5" /><Relationship Type="http://schemas.openxmlformats.org/officeDocument/2006/relationships/slide" Target="/ppt/slides/slide8.xml" Id="Rac1963075bbd4573" /><Relationship Type="http://schemas.openxmlformats.org/officeDocument/2006/relationships/slide" Target="/ppt/slides/slide9.xml" Id="Rd9de7b8d82fa47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62977f63e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6558002a3e4e29" /><Relationship Type="http://schemas.openxmlformats.org/officeDocument/2006/relationships/notesMaster" Target="/ppt/notesMasters/notesMaster1.xml" Id="Ra4deea4936b445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03675a9504ea0" /><Relationship Type="http://schemas.openxmlformats.org/officeDocument/2006/relationships/notesMaster" Target="/ppt/notesMasters/notesMaster1.xml" Id="R4b6683ef3164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aad3bc2dd34ee8" /><Relationship Type="http://schemas.openxmlformats.org/officeDocument/2006/relationships/notesMaster" Target="/ppt/notesMasters/notesMaster1.xml" Id="R6d55e7a48923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39a165562e47fa" /><Relationship Type="http://schemas.openxmlformats.org/officeDocument/2006/relationships/notesMaster" Target="/ppt/notesMasters/notesMaster1.xml" Id="R14fd85e3972a44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ecd69967d43ff" /><Relationship Type="http://schemas.openxmlformats.org/officeDocument/2006/relationships/notesMaster" Target="/ppt/notesMasters/notesMaster1.xml" Id="R579a7d4fee47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1159aad704dd1" /><Relationship Type="http://schemas.openxmlformats.org/officeDocument/2006/relationships/notesMaster" Target="/ppt/notesMasters/notesMaster1.xml" Id="Rc555af3123d2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462046940c4298" /><Relationship Type="http://schemas.openxmlformats.org/officeDocument/2006/relationships/notesMaster" Target="/ppt/notesMasters/notesMaster1.xml" Id="R730767b5754f49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816f9648aa4afc" /><Relationship Type="http://schemas.openxmlformats.org/officeDocument/2006/relationships/notesMaster" Target="/ppt/notesMasters/notesMaster1.xml" Id="R3696aee6d61d4f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eaf791be5641bb" /><Relationship Type="http://schemas.openxmlformats.org/officeDocument/2006/relationships/notesMaster" Target="/ppt/notesMasters/notesMaster1.xml" Id="R45d1f656f821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b0f4d2f81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439336b8441d0" /><Relationship Type="http://schemas.openxmlformats.org/officeDocument/2006/relationships/slideLayout" Target="/ppt/slideLayouts/slideLayout1.xml" Id="R729ec570d104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ec570d104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2e2ee1edb4247" /><Relationship Type="http://schemas.openxmlformats.org/officeDocument/2006/relationships/notesSlide" Target="/ppt/notesSlides/notesSlide1.xml" Id="R59c09921aea4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cb80cc6b2409d" /><Relationship Type="http://schemas.openxmlformats.org/officeDocument/2006/relationships/notesSlide" Target="/ppt/notesSlides/notesSlide2.xml" Id="R954bacd1af51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1c8144f84d61" /><Relationship Type="http://schemas.openxmlformats.org/officeDocument/2006/relationships/notesSlide" Target="/ppt/notesSlides/notesSlide3.xml" Id="Rabe1cde5db0f4a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0c597b2b44f20" /><Relationship Type="http://schemas.openxmlformats.org/officeDocument/2006/relationships/notesSlide" Target="/ppt/notesSlides/notesSlide4.xml" Id="R81639920260d45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eec818f0f4ac8" /><Relationship Type="http://schemas.openxmlformats.org/officeDocument/2006/relationships/notesSlide" Target="/ppt/notesSlides/notesSlide5.xml" Id="R84e6f227684c48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0f85ca5d54551" /><Relationship Type="http://schemas.openxmlformats.org/officeDocument/2006/relationships/notesSlide" Target="/ppt/notesSlides/notesSlide6.xml" Id="R63dce640b83f4a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461a5f6344f71" /><Relationship Type="http://schemas.openxmlformats.org/officeDocument/2006/relationships/notesSlide" Target="/ppt/notesSlides/notesSlide7.xml" Id="R99f8f0c2577f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956cc7f0745c0" /><Relationship Type="http://schemas.openxmlformats.org/officeDocument/2006/relationships/notesSlide" Target="/ppt/notesSlides/notesSlide8.xml" Id="R7930414b56124f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4d8dac9c54029" /><Relationship Type="http://schemas.openxmlformats.org/officeDocument/2006/relationships/notesSlide" Target="/ppt/notesSlides/notesSlide9.xml" Id="Rf9818d167cd841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35EC2-CEF0-4598-B288-997F629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362D-EAF7-4330-95C6-B9EFBB42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Functional Polymers and Hybrid Composites in Flexible Electronics Stretchable and Wearable Microelectronics: Introductio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9EA03-4443-4A52-BFAA-17C7C51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F0FC7-0F15-41E6-9E28-35DB5A2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1832-E3FA-4C20-82B1-D05B4B3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37EEA-EB71-4E8B-AB19-7FE3D5E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3EC1-F7C3-422D-A1A6-492CB52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0446E-D49D-4DAB-907A-DB9F966B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9A83-70AF-4B90-9ABA-5D3D3942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0DB24-5A8E-42C9-97B1-DE8042D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90B82-EC5D-4AC7-A9DF-466F085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6A50C-A6B5-4375-9E68-21AE31B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73868-2683-4F03-98A0-5E7E5A5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61297-FFAE-4766-BF10-B6D7580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3424A-291D-4EB6-B654-1100254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375435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7C5D3-C4C3-4AB7-B8F8-36AB156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EFA03-EE12-4DEB-BCCE-60DA412B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4D1F7-01D6-44F4-9457-9E11D67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52B2-5CB7-49E9-99DA-71636A2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508FF-3688-492A-A7A0-AFA64E6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94845-8E74-4F06-BDFA-BAD44D7F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A2462-B46E-485E-B962-28BD93B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EBDAD-6D6C-4320-A6BB-908252E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90687-7339-4FAC-B3B4-E6CD20F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53657-E45C-49EC-8546-4180B864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02637-4EB3-48A0-A9EA-0B3A8277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09C20-B950-4B31-9DBC-ACD5905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830DD-9697-44C2-90B0-CDB49787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Functional Polymers and Hybrid Composites in Flexible Electronics Stretchable and Wearable Microelectronics: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basic principle and working of lithography for micro -patterned copper deposition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Synthesis, properties and applications of PDMS (Polydimethylsiloxane) and its uses in e-skin (electronic skin) and RFID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synthesis, conduction mechanism of polyaniline and its electronic devices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Molecular weight of polymers: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4DD7F-4B65-4B8D-8E9F-2B2A4196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3CF64-618A-427E-B5C6-39137B0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018667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94AF9-CBD1-4FC0-A6C1-2C56E29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DDD8-0671-454D-A990-9EC49A52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2922-1BE0-4F7C-8645-D6264A9C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7ED0E-AD8F-4912-BC10-A6A3BF86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Functional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DA052-8232-465B-8DEB-0D7453B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Polymers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60E54-624D-4100-8C01-19B6689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Hybrid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0A095-4B2F-4528-BEE7-5CDF7ED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Composites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656FD-20FB-41DB-B1F6-D54DDB7C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Flexible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B0148-A87E-427E-8BA1-8EBAB4E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23AC3-10B1-4829-BB38-DF621829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average and weight average molecular weight of polymers -numerical problems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Synthesis and properties of Polyvinylidene Fluoride (PVDF) and its applications in E-nose devices.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Polymer Composites: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 and properties of epoxy resin -magnetite (Fe₃O₄) composite (ultrasonication method) for sensors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F7536-EE47-4BE1-B0D0-F712AEA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82EEA-70FE-465A-9CC6-7633FB5D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669537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6EE61-F255-48AF-AF1E-D5BBC202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B8047-262C-4046-9D39-05575E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32627-D73D-48AC-BB4E-94F0B5F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5DBD8-6FCD-4543-B134-005657B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Functional Polymers and Hybrid Composites in Flexible Electronics Stretchable and Wearable Microelectronics: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basic principle and working of lithography for micro -patterned copper deposition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Synthesis, properties and applications of PDMS (Polydimethylsiloxane) and its uses in e-skin (electronic sk...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synthesis, conduction mechanism of polyaniline and its electronic devices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Molecular weight of polymers: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average and weight average molecular weight of polymers -numerical problems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F8301-7DA8-4645-9E3E-D8F9987D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4E887-F6B9-48AB-B04C-D62EE3A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B0C10-7170-4960-8774-63258B0C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5A775-D4BC-4ADA-97AE-0F9DB875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1EE7-5CAC-412D-81EA-6B3F043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6C569-08E7-421F-9D5E-478CBD18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FE9E0-EF69-490E-B930-8E20C85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F5225-2907-4736-B4E3-2C81748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63C06-0457-4BA8-9C1B-F10B1FC5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73BA1-3D2B-4642-A2AD-11163218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FDBFE-BFD5-473D-B898-13AF19B7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DF28E-AB33-4D3C-B1BA-B61E44B7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1972E-3E75-479A-A615-6212F84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703F4-C95D-4F32-A810-01F7994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506145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1AEC1-0BA7-4DAD-B6D4-35F02981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BFC71-87B8-4BFD-B901-3B091CB9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E384A-91D6-4A71-ABA8-7CF97EC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B60B8-A99C-4328-BC71-3AD719D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48427-E3A7-4C42-87B8-288D804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7D599-9E1F-442F-B462-4E341EA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7407A-DD3B-4F31-B6AE-0A3F9BF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5E502-65C4-4C94-9A0A-2DE3AE8E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7D8FE-5E40-4B8E-BD38-BBBB11B5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C9603-7ED8-43D7-BBEF-23D0317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04C87-FEC4-454E-947B-30DCB302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43880-CEE8-413C-AFBB-5F60F43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E6352-E576-4E72-92D2-D2A71F36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54A23-5EAE-4D3E-9064-E49F51FC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2439F-4947-41BF-80D5-3EC065C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658448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00B3F-E1E6-4217-A85B-A540B5B3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34E21-C743-4263-AD32-80DE0979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CD97-E71C-41A0-8395-5845A4E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EB089-F547-4D70-9629-49A9EB0E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BA5CA-C9FD-4B27-897C-25C02AF2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Functional Polymers and Hybrid Composites in Flexible Electronics Stretchable and Wearable Microelectronics: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3317E-53DE-4283-8103-2603516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Functional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CAB30-0432-4E8F-B84E-7169D000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A431F-04DB-4D86-BBFE-1B6CF591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A2B10-1CD9-4197-8D5B-CC0CD01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38627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3AF59-EFAD-401D-8B79-165342C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484B6-9124-4958-A4A8-E6EA396E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48D97-300D-48FB-8A62-51B0BBB0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12791-071D-45EF-98FA-7E10AEC4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F6B7C-C25D-4652-9A16-276FA3A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 and properties of Polyvinylidene Fluoride (PVDF) and its applications in E-nose devices.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Polymer Composites: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 and properties of epoxy resin -magnetite (Fe₃O₄) composite (ultrasonication method) for sensors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 and properties of Kevlar Fiber Reinforced Polymer (KFRP) for smart electronic devices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24727-3BB0-4267-8737-C6FB997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54F2D-98E0-4CB5-8F82-04FE1238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06E7F-5D16-46EF-8F3E-E57D35A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CD3BE-7589-4DCB-8CA0-D541449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44599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BAC87-18B3-4D9F-9522-D97AAF6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E0CBD-5517-4D2B-B7EC-ABC75695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B0764-7AE8-4D41-BBF2-FA57AAC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2A594-0F3E-4162-95AA-69B064E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3F6EC-6F67-43AE-B1EC-451EEEB6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9312F-8C69-4474-8C7E-4D67846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766F-F86F-48DD-9794-6038629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Functional Polymers and Hybrid Composites in Flexible Electronics Stretchable and Wearable Micr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84163-B194-4F90-B051-34A27297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9ED14-EE43-4E33-A091-96D5D69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F92DC-8D15-4843-B93F-5396611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basic principle and working of lithography for micro -patterned copper deposition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EFC2D-EED0-48E9-A62F-614CB34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EA958-A359-4E34-82E5-8BCEF450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61E2A-2371-40D1-8707-1BB40C5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Synthesis, properties and applications of PDMS (Polydimethylsiloxane) and its uses in e-skin (e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9CE20-8B64-4AD6-8A71-EAE9F308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48FAB-9E6C-44D7-B98D-7FCB26DA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79682-E4A6-486E-B883-89FF929A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synthesis, conduction mechanism of polyaniline and its electronic devices applica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5960-5B9B-4C77-91DD-37577B8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12BE8-A082-4AEF-B598-6FDD66C2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8A888-328E-4F93-A3ED-C57FFBE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Molecular weight of polymers: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F442F-A689-4CBF-9F8A-54B4CDDD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B6708-B76C-45B9-A17A-3BA28365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D65E1-1D82-4203-BC93-FD5186BE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average and weight average molecular weight of polymers -numerical problems 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2923E-50AB-4B7A-A340-2759871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2A306-D9C0-452E-A29C-9509517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D1CCA-C8AD-4065-A7F7-AC434108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Synthesis and properties of Polyvinylidene Fluoride (PVDF) and its applications in E-nose devic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DBA74-64F5-4786-848C-8FAE612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45E82-C344-46CB-B3B9-1CC7D56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C1FC9-022D-4AFE-8298-BFF0874E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43663F-BD42-4406-99B8-F697FC52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085732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F3ECB-1C44-4731-9AA8-22C1D6A7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7413D-3F3F-40EC-B068-13B11F2B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5D806-377F-42FA-ACDD-7AE0009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CF3B3-5052-4F57-B066-0751702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Functional, Polymers, Hybrid, Composites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03CA7-D1F1-4F8A-BD45-7DA6076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E3E91-16AD-4723-89EE-2A5EE437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275D-9712-4BB1-B88B-648EC99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FF5B1-2342-4F3F-AB96-FAEFEE7D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207377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2026-08-24T06:38:43.4580000Z</dcterms:created>
  <dcterms:modified xsi:type="dcterms:W3CDTF">2026-08-24T06:38:43.4580000Z</dcterms:modified>
</coreProperties>
</file>