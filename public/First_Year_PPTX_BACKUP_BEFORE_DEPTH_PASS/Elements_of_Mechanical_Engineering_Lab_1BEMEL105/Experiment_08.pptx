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efe0601f784ef4" /><Relationship Type="http://schemas.openxmlformats.org/officeDocument/2006/relationships/extended-properties" Target="/docProps/app.xml" Id="R5080c888c2104c18" /><Relationship Type="http://schemas.openxmlformats.org/officeDocument/2006/relationships/officeDocument" Target="/ppt/presentation.xml" Id="R1c499eebec22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d99981ade4b97"/>
  </p:sldMasterIdLst>
  <p:notesMasterIdLst>
    <p:notesMasterId xmlns:r="http://schemas.openxmlformats.org/officeDocument/2006/relationships" r:id="Rb0d497ae25d94afa"/>
  </p:notesMasterIdLst>
  <p:sldIdLst>
    <p:sldId xmlns:r="http://schemas.openxmlformats.org/officeDocument/2006/relationships" id="256" r:id="R01debf404f3e4107"/>
    <p:sldId xmlns:r="http://schemas.openxmlformats.org/officeDocument/2006/relationships" id="257" r:id="R1c7a1d250ba24dc1"/>
    <p:sldId xmlns:r="http://schemas.openxmlformats.org/officeDocument/2006/relationships" id="258" r:id="R589ec038df0e4cd1"/>
    <p:sldId xmlns:r="http://schemas.openxmlformats.org/officeDocument/2006/relationships" id="259" r:id="R68195b276bec4314"/>
    <p:sldId xmlns:r="http://schemas.openxmlformats.org/officeDocument/2006/relationships" id="260" r:id="Rd45be4b0cd764880"/>
    <p:sldId xmlns:r="http://schemas.openxmlformats.org/officeDocument/2006/relationships" id="261" r:id="R03268c55e4be4e51"/>
    <p:sldId xmlns:r="http://schemas.openxmlformats.org/officeDocument/2006/relationships" id="262" r:id="Rfb898c0a43334d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4924c2694344cc" /><Relationship Type="http://schemas.openxmlformats.org/officeDocument/2006/relationships/slideMaster" Target="/ppt/slideMasters/slideMaster1.xml" Id="Rf75d99981ade4b97" /><Relationship Type="http://schemas.openxmlformats.org/officeDocument/2006/relationships/notesMaster" Target="/ppt/notesMasters/notesMaster1.xml" Id="Rb0d497ae25d94afa" /><Relationship Type="http://schemas.openxmlformats.org/officeDocument/2006/relationships/presProps" Target="/ppt/presProps.xml" Id="Rd4c95421fc254ea5" /><Relationship Type="http://schemas.openxmlformats.org/officeDocument/2006/relationships/tableStyles" Target="/ppt/tableStyles.xml" Id="R56213f19c36f48f4" /><Relationship Type="http://schemas.openxmlformats.org/officeDocument/2006/relationships/slide" Target="/ppt/slides/slide1.xml" Id="R01debf404f3e4107" /><Relationship Type="http://schemas.openxmlformats.org/officeDocument/2006/relationships/slide" Target="/ppt/slides/slide2.xml" Id="R1c7a1d250ba24dc1" /><Relationship Type="http://schemas.openxmlformats.org/officeDocument/2006/relationships/slide" Target="/ppt/slides/slide3.xml" Id="R589ec038df0e4cd1" /><Relationship Type="http://schemas.openxmlformats.org/officeDocument/2006/relationships/slide" Target="/ppt/slides/slide4.xml" Id="R68195b276bec4314" /><Relationship Type="http://schemas.openxmlformats.org/officeDocument/2006/relationships/slide" Target="/ppt/slides/slide5.xml" Id="Rd45be4b0cd764880" /><Relationship Type="http://schemas.openxmlformats.org/officeDocument/2006/relationships/slide" Target="/ppt/slides/slide6.xml" Id="R03268c55e4be4e51" /><Relationship Type="http://schemas.openxmlformats.org/officeDocument/2006/relationships/slide" Target="/ppt/slides/slide7.xml" Id="Rfb898c0a43334d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f3febaf27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a78c2c9b349ec" /><Relationship Type="http://schemas.openxmlformats.org/officeDocument/2006/relationships/notesMaster" Target="/ppt/notesMasters/notesMaster1.xml" Id="R65232c8cdc72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7c9a743d54867" /><Relationship Type="http://schemas.openxmlformats.org/officeDocument/2006/relationships/notesMaster" Target="/ppt/notesMasters/notesMaster1.xml" Id="R3281653f5da6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550e47b95429f" /><Relationship Type="http://schemas.openxmlformats.org/officeDocument/2006/relationships/notesMaster" Target="/ppt/notesMasters/notesMaster1.xml" Id="R2559bd8e34834b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bb3e5b836f484f" /><Relationship Type="http://schemas.openxmlformats.org/officeDocument/2006/relationships/notesMaster" Target="/ppt/notesMasters/notesMaster1.xml" Id="Rf9768d6c1f34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48c1a745f648ec" /><Relationship Type="http://schemas.openxmlformats.org/officeDocument/2006/relationships/notesMaster" Target="/ppt/notesMasters/notesMaster1.xml" Id="Rfc7716c1378d40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5298602d4348cf" /><Relationship Type="http://schemas.openxmlformats.org/officeDocument/2006/relationships/notesMaster" Target="/ppt/notesMasters/notesMaster1.xml" Id="R326e5c53ba5e41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540d8492ac4ad8" /><Relationship Type="http://schemas.openxmlformats.org/officeDocument/2006/relationships/notesMaster" Target="/ppt/notesMasters/notesMaster1.xml" Id="R7988658d8ba8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69b048120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b0bb6f2fad4171" /><Relationship Type="http://schemas.openxmlformats.org/officeDocument/2006/relationships/slideLayout" Target="/ppt/slideLayouts/slideLayout1.xml" Id="R54762b165d1047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762b165d1047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fa74caa8d4311" /><Relationship Type="http://schemas.openxmlformats.org/officeDocument/2006/relationships/notesSlide" Target="/ppt/notesSlides/notesSlide1.xml" Id="R1eda8e1bab9a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169883344309" /><Relationship Type="http://schemas.openxmlformats.org/officeDocument/2006/relationships/notesSlide" Target="/ppt/notesSlides/notesSlide2.xml" Id="Ra5594508d4f446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7a7596be24da8" /><Relationship Type="http://schemas.openxmlformats.org/officeDocument/2006/relationships/notesSlide" Target="/ppt/notesSlides/notesSlide3.xml" Id="R22fde6c50e2142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779d544744f02" /><Relationship Type="http://schemas.openxmlformats.org/officeDocument/2006/relationships/notesSlide" Target="/ppt/notesSlides/notesSlide4.xml" Id="R5a11d3059e29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7c4fb8ec64b2e" /><Relationship Type="http://schemas.openxmlformats.org/officeDocument/2006/relationships/notesSlide" Target="/ppt/notesSlides/notesSlide5.xml" Id="Rd7b5fad62d934f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774aaa7a44223" /><Relationship Type="http://schemas.openxmlformats.org/officeDocument/2006/relationships/notesSlide" Target="/ppt/notesSlides/notesSlide6.xml" Id="Rce5313c63634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92280baad45d4" /><Relationship Type="http://schemas.openxmlformats.org/officeDocument/2006/relationships/notesSlide" Target="/ppt/notesSlides/notesSlide7.xml" Id="R30e3caa73eac4d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E4BDF-B734-4EC9-81DE-E1DF92D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84D1A-C2C2-47D3-BFC0-D5F7E4C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Comparative study of flash point and fire point of various fuels / oils using the closed cup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94E56-8D6C-4E95-9CF3-E50922F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7886B-DEFD-4CBE-8280-1CD9136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8EE63-751B-41DE-B42A-679A1771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90E08-7C71-48EE-A3D1-D5DBCBF6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FB623-4E6B-4FB7-98A9-904F989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B27D0-9533-48DC-B2D3-61F788F0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8CF89-7A0A-471F-B17E-8680CCE0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E99E4-3FE5-4493-89FB-8DB5053B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39523-2719-41CF-8D64-8C958BE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DAC0F-81FD-4BF6-AFFB-C360D8AA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BCBF2-D8F1-4C87-94FB-59DE009D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A444F-B638-4251-849B-00150E2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45790-61FF-40F0-A3DE-C904F11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1/7</a:t>
            </a:r>
          </a:p>
        </p:txBody>
      </p:sp>
    </p:spTree>
    <p:extLst>
      <p:ext uri="{BB962C8B-B14F-4D97-AF65-F5344CB8AC3E}">
        <p14:creationId xmlns:p14="http://schemas.microsoft.com/office/powerpoint/2010/main" val="1440202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388DD-17FC-41E6-B229-2660FE56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B2CAB-7D81-48ED-98D0-289D583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1F47D-201D-4626-9DD4-A2E909E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3D51F-2A33-451C-90FC-92F87CEE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Comparative study of flash point and fire point of various fuels / oils using the closed cup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87FF2-B33E-42DD-B963-58F1EC3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3816A-810C-4B9B-916E-C8DB1BFB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A56F8-0969-47CE-9104-68DF1767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76AA3-8F0E-4752-8AA6-2EE6620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0452-BCAA-49B6-A61E-F5D85BD9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5F6FC-0FB7-47E6-9AA2-FC58C67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785FE-48E2-4951-99BD-D93C0964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57706-A43B-4092-83EA-19DDAE04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6C067-AB87-41DF-9655-F4D2F5C1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6730-83BB-42F4-ACFE-DAE34BAA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D6E38-5082-4F7E-9ECB-C190C73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690D2-507C-45D5-B755-2C9D3E1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2/7</a:t>
            </a:r>
          </a:p>
        </p:txBody>
      </p:sp>
    </p:spTree>
    <p:extLst>
      <p:ext uri="{BB962C8B-B14F-4D97-AF65-F5344CB8AC3E}">
        <p14:creationId xmlns:p14="http://schemas.microsoft.com/office/powerpoint/2010/main" val="1732509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58784-926B-43A9-A7A3-C1E04A8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93C8F-8479-4E77-AA0E-A96F07B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9C7FC-EE27-4F02-9B9A-792D6EA7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61EE7-B251-4837-B653-8E51B93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Comparative study of flash point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fire point of various fuels / oils using the closed cup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58553-883A-4910-BA2D-21CD5BBB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Comparative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FC05-3C84-4C05-ADC4-8DE8CFD3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3E97-14A6-4110-9A27-3699C72C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DB44A-0613-4B52-93E2-88C75D37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BEE8A-71FC-473E-AD0F-07CA9C8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flash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D39FB-83A8-4117-8727-CEB1B729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96214-9DA4-4701-88A6-BC8C6FC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40F85-A082-4E58-B73B-BB08BAD7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F5782-7338-41DF-827A-B3A1225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3F56A-09CE-499F-94B4-499D5A4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2A2B9-64FC-4139-BFD5-AB4EC0A9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3/7</a:t>
            </a:r>
          </a:p>
        </p:txBody>
      </p:sp>
    </p:spTree>
    <p:extLst>
      <p:ext uri="{BB962C8B-B14F-4D97-AF65-F5344CB8AC3E}">
        <p14:creationId xmlns:p14="http://schemas.microsoft.com/office/powerpoint/2010/main" val="1252765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B44DF-975C-4B57-A5C3-C8B8AEB6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08528-FACA-44E5-B5EE-A6438BE7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77F2F-B2B6-497F-B67B-00013032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90294-3DB7-49D9-B6ED-F8061B55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372D-DC87-4620-B27D-076B415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4EB98-AB25-400C-A0C8-DEFF0A49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AFA64-B958-4506-99FA-AC39080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F2F09-6D70-4A68-9FC6-1B770212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4/7</a:t>
            </a:r>
          </a:p>
        </p:txBody>
      </p:sp>
    </p:spTree>
    <p:extLst>
      <p:ext uri="{BB962C8B-B14F-4D97-AF65-F5344CB8AC3E}">
        <p14:creationId xmlns:p14="http://schemas.microsoft.com/office/powerpoint/2010/main" val="369352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18AB9-4ED6-4EA7-BAF8-21CD29D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98186-C496-4D74-BAF5-89449803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8C815-B579-4CF7-9592-D5E80106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500D3-EE58-44A8-AE73-8911CC31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587EC-10CC-4483-A939-C07D0551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730C2-3A20-4917-9FC3-5757F4D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0EFAD-6442-4E39-A843-24D1ECF8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281BD-30C9-4153-A74E-CEB39A1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E5372-07C1-4FAA-AD5F-F7F16BB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3055C-F482-4595-8FF1-6F01F0DB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EEE0B-BD78-415A-999E-6B0AFC2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95FA2-493D-4BB5-9093-477FDF7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244E7-89B7-4CFB-B9F6-FF62A604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EB692-4A71-4286-9F1C-1A5C35FB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855BE-61AD-4DD8-9D39-B9B3FCF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5/7</a:t>
            </a:r>
          </a:p>
        </p:txBody>
      </p:sp>
    </p:spTree>
    <p:extLst>
      <p:ext uri="{BB962C8B-B14F-4D97-AF65-F5344CB8AC3E}">
        <p14:creationId xmlns:p14="http://schemas.microsoft.com/office/powerpoint/2010/main" val="1366997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A241A-8F6A-47E4-AE9D-15279AD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64950-2A68-45EF-95A6-EAB7CD32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54297-EB83-455B-A90E-1A3CC736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6DA23-5AF6-4B5B-9A55-89DF33B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FBB9B-271F-4C11-B398-7419CE48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FF3D4-8BDC-4099-A158-CC429AF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54CDE-1A4D-4D37-A326-030C1C5E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61A4E-494B-44A1-9FDB-A701579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75A57-125D-48BA-8689-61268AF5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83F5A-6169-4592-A4EC-41EAA23E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03EBB-C7BF-4956-B2D8-C09FA805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CA396-4A2B-4EBC-83DD-598BBB7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CF88B-D4B3-440E-A8EF-4F4CFE19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DB308-C3DA-4E73-BEFD-BCA272A9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C7B71-99B1-4FA3-8512-88F0DEAF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D07A9-DD9C-4424-9EF9-D231410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10354-E792-4979-860D-F0B8C28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47F70-3699-4DCE-83F1-D75C0D51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CE969-CB6C-4B14-A6BC-7D1E9EB2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CD7ED-0834-4013-BB8C-F615E25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C85C2-5843-4E22-A1B1-07C32AD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46A87-082C-4F18-8DFE-5D4F5223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B4824-4B12-4362-A529-174A1C9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15D12-2350-445A-BE00-0FD451F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2918B-B81F-4F3B-AA2E-7B6CD4BC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04B4C-5DCE-455C-971D-A83781C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6/7</a:t>
            </a:r>
          </a:p>
        </p:txBody>
      </p:sp>
    </p:spTree>
    <p:extLst>
      <p:ext uri="{BB962C8B-B14F-4D97-AF65-F5344CB8AC3E}">
        <p14:creationId xmlns:p14="http://schemas.microsoft.com/office/powerpoint/2010/main" val="2111627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B1BBC-0C51-4342-B5B3-91D6A62E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B45C0-5876-4241-8C09-338AAABB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6C22C-0504-45EA-A9F9-0963D6B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865CC-E4AF-44F8-B330-8B71EF5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7D1CA-F0EA-4B19-A077-8DD4A5C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E1E6D-99B0-49A0-8F68-461D7B7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39677-9691-4E3C-8ADC-1C3F39C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CE0A7-6A6B-4A57-8EC8-928847D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7/7</a:t>
            </a:r>
          </a:p>
        </p:txBody>
      </p:sp>
    </p:spTree>
    <p:extLst>
      <p:ext uri="{BB962C8B-B14F-4D97-AF65-F5344CB8AC3E}">
        <p14:creationId xmlns:p14="http://schemas.microsoft.com/office/powerpoint/2010/main" val="1936448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2026-08-24T06:38:46.9980000Z</dcterms:created>
  <dcterms:modified xsi:type="dcterms:W3CDTF">2026-08-24T06:38:46.9980000Z</dcterms:modified>
</coreProperties>
</file>