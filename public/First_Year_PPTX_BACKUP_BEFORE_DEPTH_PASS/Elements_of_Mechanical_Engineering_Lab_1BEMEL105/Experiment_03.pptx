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da4a0313ec4ecf" /><Relationship Type="http://schemas.openxmlformats.org/officeDocument/2006/relationships/extended-properties" Target="/docProps/app.xml" Id="R3f582c329f5d4439" /><Relationship Type="http://schemas.openxmlformats.org/officeDocument/2006/relationships/officeDocument" Target="/ppt/presentation.xml" Id="R04947869f1c143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8601557cc44829"/>
  </p:sldMasterIdLst>
  <p:notesMasterIdLst>
    <p:notesMasterId xmlns:r="http://schemas.openxmlformats.org/officeDocument/2006/relationships" r:id="Rf66e98b60e7e4a0d"/>
  </p:notesMasterIdLst>
  <p:sldIdLst>
    <p:sldId xmlns:r="http://schemas.openxmlformats.org/officeDocument/2006/relationships" id="256" r:id="Rac1e685cfb4c4aa9"/>
    <p:sldId xmlns:r="http://schemas.openxmlformats.org/officeDocument/2006/relationships" id="257" r:id="R5ff165026b824d97"/>
    <p:sldId xmlns:r="http://schemas.openxmlformats.org/officeDocument/2006/relationships" id="258" r:id="R942cb3892d2843a2"/>
    <p:sldId xmlns:r="http://schemas.openxmlformats.org/officeDocument/2006/relationships" id="259" r:id="R54bcadafac8845c3"/>
    <p:sldId xmlns:r="http://schemas.openxmlformats.org/officeDocument/2006/relationships" id="260" r:id="Rb4474f1e0e2b4ceb"/>
    <p:sldId xmlns:r="http://schemas.openxmlformats.org/officeDocument/2006/relationships" id="261" r:id="R30571de0f6464570"/>
    <p:sldId xmlns:r="http://schemas.openxmlformats.org/officeDocument/2006/relationships" id="262" r:id="R0c347a683ef34c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5e451cca4849b9" /><Relationship Type="http://schemas.openxmlformats.org/officeDocument/2006/relationships/slideMaster" Target="/ppt/slideMasters/slideMaster1.xml" Id="Re48601557cc44829" /><Relationship Type="http://schemas.openxmlformats.org/officeDocument/2006/relationships/notesMaster" Target="/ppt/notesMasters/notesMaster1.xml" Id="Rf66e98b60e7e4a0d" /><Relationship Type="http://schemas.openxmlformats.org/officeDocument/2006/relationships/presProps" Target="/ppt/presProps.xml" Id="Rd5463f941d634253" /><Relationship Type="http://schemas.openxmlformats.org/officeDocument/2006/relationships/tableStyles" Target="/ppt/tableStyles.xml" Id="R4667568ad4f045d1" /><Relationship Type="http://schemas.openxmlformats.org/officeDocument/2006/relationships/slide" Target="/ppt/slides/slide1.xml" Id="Rac1e685cfb4c4aa9" /><Relationship Type="http://schemas.openxmlformats.org/officeDocument/2006/relationships/slide" Target="/ppt/slides/slide2.xml" Id="R5ff165026b824d97" /><Relationship Type="http://schemas.openxmlformats.org/officeDocument/2006/relationships/slide" Target="/ppt/slides/slide3.xml" Id="R942cb3892d2843a2" /><Relationship Type="http://schemas.openxmlformats.org/officeDocument/2006/relationships/slide" Target="/ppt/slides/slide4.xml" Id="R54bcadafac8845c3" /><Relationship Type="http://schemas.openxmlformats.org/officeDocument/2006/relationships/slide" Target="/ppt/slides/slide5.xml" Id="Rb4474f1e0e2b4ceb" /><Relationship Type="http://schemas.openxmlformats.org/officeDocument/2006/relationships/slide" Target="/ppt/slides/slide6.xml" Id="R30571de0f6464570" /><Relationship Type="http://schemas.openxmlformats.org/officeDocument/2006/relationships/slide" Target="/ppt/slides/slide7.xml" Id="R0c347a683ef34c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046039ca7745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383b23d4dc46b2" /><Relationship Type="http://schemas.openxmlformats.org/officeDocument/2006/relationships/notesMaster" Target="/ppt/notesMasters/notesMaster1.xml" Id="Ra0f7c985f6bd48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715c08124d4e49" /><Relationship Type="http://schemas.openxmlformats.org/officeDocument/2006/relationships/notesMaster" Target="/ppt/notesMasters/notesMaster1.xml" Id="R23adb152e3764e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1e6587f3be449b" /><Relationship Type="http://schemas.openxmlformats.org/officeDocument/2006/relationships/notesMaster" Target="/ppt/notesMasters/notesMaster1.xml" Id="R388a134e79cf46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13e634d0c44667" /><Relationship Type="http://schemas.openxmlformats.org/officeDocument/2006/relationships/notesMaster" Target="/ppt/notesMasters/notesMaster1.xml" Id="Rb478c390a7f44c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77c276853c4510" /><Relationship Type="http://schemas.openxmlformats.org/officeDocument/2006/relationships/notesMaster" Target="/ppt/notesMasters/notesMaster1.xml" Id="Rdce657a72bf84e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2392b7e4434902" /><Relationship Type="http://schemas.openxmlformats.org/officeDocument/2006/relationships/notesMaster" Target="/ppt/notesMasters/notesMaster1.xml" Id="Rc8fd9821497d43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e64321e02e4990" /><Relationship Type="http://schemas.openxmlformats.org/officeDocument/2006/relationships/notesMaster" Target="/ppt/notesMasters/notesMaster1.xml" Id="Ra3074dec840447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da39fabd3444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57a9588434492c" /><Relationship Type="http://schemas.openxmlformats.org/officeDocument/2006/relationships/slideLayout" Target="/ppt/slideLayouts/slideLayout1.xml" Id="R25984c0d3fb74e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984c0d3fb74e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5903eb3594363" /><Relationship Type="http://schemas.openxmlformats.org/officeDocument/2006/relationships/notesSlide" Target="/ppt/notesSlides/notesSlide1.xml" Id="Ra05e7c8f081146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1914be12841a6" /><Relationship Type="http://schemas.openxmlformats.org/officeDocument/2006/relationships/notesSlide" Target="/ppt/notesSlides/notesSlide2.xml" Id="Rc1fc9d3e76e04f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12367fd764567" /><Relationship Type="http://schemas.openxmlformats.org/officeDocument/2006/relationships/notesSlide" Target="/ppt/notesSlides/notesSlide3.xml" Id="Rd571c439c44148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bc547f47b4154" /><Relationship Type="http://schemas.openxmlformats.org/officeDocument/2006/relationships/notesSlide" Target="/ppt/notesSlides/notesSlide4.xml" Id="Rd73aa79161fd40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fdb007fac45be" /><Relationship Type="http://schemas.openxmlformats.org/officeDocument/2006/relationships/notesSlide" Target="/ppt/notesSlides/notesSlide5.xml" Id="R7e1529e8c20a44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d577915bc422b" /><Relationship Type="http://schemas.openxmlformats.org/officeDocument/2006/relationships/notesSlide" Target="/ppt/notesSlides/notesSlide6.xml" Id="R780d0e3df2e446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df01ad4254c26" /><Relationship Type="http://schemas.openxmlformats.org/officeDocument/2006/relationships/notesSlide" Target="/ppt/notesSlides/notesSlide7.xml" Id="R503b457854b64a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9E79B-C3A4-4258-A374-706ED882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89AD3-8853-48E1-A885-B81F43D7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Preparation of welded joints using the arc welding process.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B45DF-5E9F-4774-B7CC-A6257635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AD74F-54CB-42CA-A319-DDB7EB9D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1799A-3CF2-4B64-9F6E-3B163454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C2280-EFA5-4160-931C-B521B0D3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E5736-4370-478C-A23E-E325E049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D900A-EB01-4E1E-8227-027493E9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B0556-D5B3-46A9-BC31-700CB88E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48E96-FB85-4ED5-BDE2-ECDC5CD6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C4306-3CD6-437F-9DE9-7C28DE70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683F4-0D9C-46B9-BBB5-8B48F26B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3AB43-CCA4-4436-AA1B-AE71AF42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79369-B987-48EB-A068-725213B2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981C8-0394-41EF-BC5D-058DC245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1/7</a:t>
            </a:r>
          </a:p>
        </p:txBody>
      </p:sp>
    </p:spTree>
    <p:extLst>
      <p:ext uri="{BB962C8B-B14F-4D97-AF65-F5344CB8AC3E}">
        <p14:creationId xmlns:p14="http://schemas.microsoft.com/office/powerpoint/2010/main" val="4720712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8ACE10-D1B8-49B7-9FA4-E46EBAB8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05C9C-58AF-40D4-BF03-29EB5FB9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C9ADF-39C5-428E-8918-C092E2DA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1837B-9395-4DB5-AF7F-4D8E5FC0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Preparation of welded joints using the arc welding process.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47AC2-1BB9-4A3D-86B7-382B5180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41BC5-DA81-4678-90DA-819821F3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EF9DD-9F8A-4CC2-8A72-EA4BDC43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ED49F-A48D-421F-9E75-CC5E4561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B2BB3-AAD7-4CDA-9E5B-BDE164F1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0C2D6-C600-4749-9BB7-1B146173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35715-767B-4051-B84C-406011F0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870C7-9EE5-432D-993E-03A8F982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6B45F-4178-43CE-9AE3-BC7F1055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A0AA8-EFE6-42FE-A341-0A9A6140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D64F85-ACFC-4CC4-AD66-0F365BEC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BC5F3B-1963-4F26-A30A-4991EB29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2/7</a:t>
            </a:r>
          </a:p>
        </p:txBody>
      </p:sp>
    </p:spTree>
    <p:extLst>
      <p:ext uri="{BB962C8B-B14F-4D97-AF65-F5344CB8AC3E}">
        <p14:creationId xmlns:p14="http://schemas.microsoft.com/office/powerpoint/2010/main" val="1172925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8A613D-6468-4505-82D3-E565127D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AA3E6-3BF3-483C-B9A1-28241A34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A99EC-BC75-487B-B90D-6E3CF4E8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7E052-E926-4831-8D27-DB44320C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Preparation of welded joints using the arc welding process.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698A6-FA5D-4090-9274-6C8C1BF9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016F2-41AC-4413-9410-3C6328A4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1B7FF-17B9-4082-919C-90066044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welded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F7CB8-9C05-4E6B-B168-041F8660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61C52-C771-4F24-B9C1-3B94B75A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joints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1A405-F4A9-48D6-848D-D9ABA66F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5D97E-E563-4983-95B9-2E5A7BD6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welding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2EC3C-A381-4261-A67D-AABB74AC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E86229-EA74-43BC-B55B-20E8C984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53969-66F2-44AA-A184-CF5B1393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A09B0F-E171-4C32-963C-4B5B290D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3/7</a:t>
            </a:r>
          </a:p>
        </p:txBody>
      </p:sp>
    </p:spTree>
    <p:extLst>
      <p:ext uri="{BB962C8B-B14F-4D97-AF65-F5344CB8AC3E}">
        <p14:creationId xmlns:p14="http://schemas.microsoft.com/office/powerpoint/2010/main" val="10396419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6E302-E4C8-4957-9450-1A2B894F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709EC-B01B-40F3-9619-1B464798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2820A-00B3-47BF-88C8-2491CA6E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27546-1BB7-4DEC-8739-45CB7226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D7608-5F93-4757-9910-0359F4B2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F90D8-0670-47E5-A2EE-CC53B4F1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2F593-15CF-4F14-9E45-CE318D4A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7F72C-3FBF-4BB5-A613-27C99002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4/7</a:t>
            </a:r>
          </a:p>
        </p:txBody>
      </p:sp>
    </p:spTree>
    <p:extLst>
      <p:ext uri="{BB962C8B-B14F-4D97-AF65-F5344CB8AC3E}">
        <p14:creationId xmlns:p14="http://schemas.microsoft.com/office/powerpoint/2010/main" val="3771462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CD78B-D76B-4865-9BB3-6B26F695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83636-186D-4250-BAE5-20B51492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A9CB1-4025-4FAB-8E60-5899D3D9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C6669-4FBA-4C81-B501-40A06F4D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1C442-F7A6-4353-B7A3-6528D522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BAD82-632F-4710-8D60-1CC0C97B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5FECF-3A49-4516-A0DC-A1EC0325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C346A-E092-4E62-9F99-76CB7932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6A557-DF4C-4960-9841-1D2BBD4F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6D1A1-7170-42F5-9211-AE8EB687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1B805-477F-4E7F-9ACF-F881C89E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DE909-8B84-47C3-9249-B3B9ECD8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5CA9A-EF5A-4FF1-9E93-2FFE3B14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5E7E2-F07A-4368-9E71-DFA7CAB1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5AFCC-8231-4A6B-9D17-BD219EB8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5/7</a:t>
            </a:r>
          </a:p>
        </p:txBody>
      </p:sp>
    </p:spTree>
    <p:extLst>
      <p:ext uri="{BB962C8B-B14F-4D97-AF65-F5344CB8AC3E}">
        <p14:creationId xmlns:p14="http://schemas.microsoft.com/office/powerpoint/2010/main" val="13321811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AE243D-FF4D-4C92-979D-D68CA454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420D6-1B27-48A0-B162-63766AC3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34434-7488-4066-8901-3119B951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1C1BD-706F-47DB-9517-2F9E8A2C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BB8FE-463E-4293-8DC6-A731F100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C9FC5-E490-4861-A635-15C4368B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3DE3B-FCFB-4B62-A633-A9789AAC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BF01F-BC3A-4D14-A3B7-09BC8C73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34B61-1BD1-4F63-BB76-55036E66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3FBAE-98BD-4261-948D-276FA85E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77723-AC92-483F-8ECA-44C4C055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98AD5-41EF-431B-9D7D-C1EC4897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025DF-223D-441B-9E1A-D8882EB2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DD880-5730-4383-8750-117762C2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62D6C-D7A8-48D2-97DD-7901DB60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A1363-6F32-4020-8108-29E20529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E776B-B1CA-4A92-AEE7-E1F56959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D3D05-8C58-4684-81D0-45B6CC90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A9454C-9A90-4454-8A75-1EA4B445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CE4B16-C615-4F93-A5D0-EBD19B43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E6A568-D1A2-404D-B9D3-F4E45917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C2FC1E-4804-4C77-A702-B175CAE5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5F1B10-CDB3-4080-B044-DE7B9167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1C4A5F-7B88-4F8A-B2DC-BE5134A4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39E1E9-98AB-42DD-8671-109784EF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3F71D3-76A8-46FF-A720-7B104443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6/7</a:t>
            </a:r>
          </a:p>
        </p:txBody>
      </p:sp>
    </p:spTree>
    <p:extLst>
      <p:ext uri="{BB962C8B-B14F-4D97-AF65-F5344CB8AC3E}">
        <p14:creationId xmlns:p14="http://schemas.microsoft.com/office/powerpoint/2010/main" val="14591419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FF8E2-3879-4331-A658-BECAB0E7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2587B-FA7B-4539-BC6A-28C924B0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908BA-9237-46F1-B762-CFACD072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B56FE-2F1A-49BC-BA2B-518E7BCD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395F1-C5B9-443D-A052-A3C41A58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55D61-65FD-48D6-BA9D-7D0E37D3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1B64B-A47B-4E48-9EAF-17244AE6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43852-73BC-4F2B-AC1D-9108E599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7/7</a:t>
            </a:r>
          </a:p>
        </p:txBody>
      </p:sp>
    </p:spTree>
    <p:extLst>
      <p:ext uri="{BB962C8B-B14F-4D97-AF65-F5344CB8AC3E}">
        <p14:creationId xmlns:p14="http://schemas.microsoft.com/office/powerpoint/2010/main" val="10912370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2026-08-24T06:38:46.7530000Z</dcterms:created>
  <dcterms:modified xsi:type="dcterms:W3CDTF">2026-08-24T06:38:46.7530000Z</dcterms:modified>
</coreProperties>
</file>