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bf0e7ddf448d9" /><Relationship Type="http://schemas.openxmlformats.org/officeDocument/2006/relationships/extended-properties" Target="/docProps/app.xml" Id="R1380430d31054657" /><Relationship Type="http://schemas.openxmlformats.org/officeDocument/2006/relationships/officeDocument" Target="/ppt/presentation.xml" Id="R5acc85b0ccea44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d8bb6865554e2d"/>
  </p:sldMasterIdLst>
  <p:notesMasterIdLst>
    <p:notesMasterId xmlns:r="http://schemas.openxmlformats.org/officeDocument/2006/relationships" r:id="R6e0ce33703c0498e"/>
  </p:notesMasterIdLst>
  <p:sldIdLst>
    <p:sldId xmlns:r="http://schemas.openxmlformats.org/officeDocument/2006/relationships" id="256" r:id="R723ec2e9e3b84d45"/>
    <p:sldId xmlns:r="http://schemas.openxmlformats.org/officeDocument/2006/relationships" id="257" r:id="R02befa8d107945be"/>
    <p:sldId xmlns:r="http://schemas.openxmlformats.org/officeDocument/2006/relationships" id="258" r:id="R98c3160a33ec44e2"/>
    <p:sldId xmlns:r="http://schemas.openxmlformats.org/officeDocument/2006/relationships" id="259" r:id="R220ee016f7aa4cd7"/>
    <p:sldId xmlns:r="http://schemas.openxmlformats.org/officeDocument/2006/relationships" id="260" r:id="Rac640c8c328243e2"/>
    <p:sldId xmlns:r="http://schemas.openxmlformats.org/officeDocument/2006/relationships" id="261" r:id="Rfa82e1b5f8944974"/>
    <p:sldId xmlns:r="http://schemas.openxmlformats.org/officeDocument/2006/relationships" id="262" r:id="Re50e2aadde6844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e9dff5618247d1" /><Relationship Type="http://schemas.openxmlformats.org/officeDocument/2006/relationships/slideMaster" Target="/ppt/slideMasters/slideMaster1.xml" Id="R92d8bb6865554e2d" /><Relationship Type="http://schemas.openxmlformats.org/officeDocument/2006/relationships/notesMaster" Target="/ppt/notesMasters/notesMaster1.xml" Id="R6e0ce33703c0498e" /><Relationship Type="http://schemas.openxmlformats.org/officeDocument/2006/relationships/presProps" Target="/ppt/presProps.xml" Id="R6a869bc800264c1f" /><Relationship Type="http://schemas.openxmlformats.org/officeDocument/2006/relationships/tableStyles" Target="/ppt/tableStyles.xml" Id="Rb4548ed9dcfd4aba" /><Relationship Type="http://schemas.openxmlformats.org/officeDocument/2006/relationships/slide" Target="/ppt/slides/slide1.xml" Id="R723ec2e9e3b84d45" /><Relationship Type="http://schemas.openxmlformats.org/officeDocument/2006/relationships/slide" Target="/ppt/slides/slide2.xml" Id="R02befa8d107945be" /><Relationship Type="http://schemas.openxmlformats.org/officeDocument/2006/relationships/slide" Target="/ppt/slides/slide3.xml" Id="R98c3160a33ec44e2" /><Relationship Type="http://schemas.openxmlformats.org/officeDocument/2006/relationships/slide" Target="/ppt/slides/slide4.xml" Id="R220ee016f7aa4cd7" /><Relationship Type="http://schemas.openxmlformats.org/officeDocument/2006/relationships/slide" Target="/ppt/slides/slide5.xml" Id="Rac640c8c328243e2" /><Relationship Type="http://schemas.openxmlformats.org/officeDocument/2006/relationships/slide" Target="/ppt/slides/slide6.xml" Id="Rfa82e1b5f8944974" /><Relationship Type="http://schemas.openxmlformats.org/officeDocument/2006/relationships/slide" Target="/ppt/slides/slide7.xml" Id="Re50e2aadde6844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599a16a52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a991b32c84d3a" /><Relationship Type="http://schemas.openxmlformats.org/officeDocument/2006/relationships/notesMaster" Target="/ppt/notesMasters/notesMaster1.xml" Id="Ra31217f7362049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97573dc564d64" /><Relationship Type="http://schemas.openxmlformats.org/officeDocument/2006/relationships/notesMaster" Target="/ppt/notesMasters/notesMaster1.xml" Id="Re05bc5fbedad4a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bd324385d04e5a" /><Relationship Type="http://schemas.openxmlformats.org/officeDocument/2006/relationships/notesMaster" Target="/ppt/notesMasters/notesMaster1.xml" Id="R01a47c68ab3449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75495e88ee4b8a" /><Relationship Type="http://schemas.openxmlformats.org/officeDocument/2006/relationships/notesMaster" Target="/ppt/notesMasters/notesMaster1.xml" Id="R7984cd7d7d27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6c7264a3a542c4" /><Relationship Type="http://schemas.openxmlformats.org/officeDocument/2006/relationships/notesMaster" Target="/ppt/notesMasters/notesMaster1.xml" Id="R00bf3a9655b342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aac756b98d4b16" /><Relationship Type="http://schemas.openxmlformats.org/officeDocument/2006/relationships/notesMaster" Target="/ppt/notesMasters/notesMaster1.xml" Id="Rc77ef70c8f7c46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177fb0f89c428f" /><Relationship Type="http://schemas.openxmlformats.org/officeDocument/2006/relationships/notesMaster" Target="/ppt/notesMasters/notesMaster1.xml" Id="Rb00b34c2cb1e45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d5742dbd644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ffb946ef614c1e" /><Relationship Type="http://schemas.openxmlformats.org/officeDocument/2006/relationships/slideLayout" Target="/ppt/slideLayouts/slideLayout1.xml" Id="R2c3521c8345047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521c8345047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1d242762540fb" /><Relationship Type="http://schemas.openxmlformats.org/officeDocument/2006/relationships/notesSlide" Target="/ppt/notesSlides/notesSlide1.xml" Id="R9cff0e3ff32b43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2be824d564cf1" /><Relationship Type="http://schemas.openxmlformats.org/officeDocument/2006/relationships/notesSlide" Target="/ppt/notesSlides/notesSlide2.xml" Id="R29138bb5689d4a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9641da43f42bc" /><Relationship Type="http://schemas.openxmlformats.org/officeDocument/2006/relationships/notesSlide" Target="/ppt/notesSlides/notesSlide3.xml" Id="R9e37d353504f41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4658ccddd45e8" /><Relationship Type="http://schemas.openxmlformats.org/officeDocument/2006/relationships/notesSlide" Target="/ppt/notesSlides/notesSlide4.xml" Id="R2a82efba73ed42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e23ec5f464c5d" /><Relationship Type="http://schemas.openxmlformats.org/officeDocument/2006/relationships/notesSlide" Target="/ppt/notesSlides/notesSlide5.xml" Id="Rc3d0b08d8a32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4d1e6288f4245" /><Relationship Type="http://schemas.openxmlformats.org/officeDocument/2006/relationships/notesSlide" Target="/ppt/notesSlides/notesSlide6.xml" Id="Rb361aad1af124e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ca73a96f24644" /><Relationship Type="http://schemas.openxmlformats.org/officeDocument/2006/relationships/notesSlide" Target="/ppt/notesSlides/notesSlide7.xml" Id="Rf3def76e3d624a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468F2-B4B4-40B3-94D8-FA72A0C1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98E08-46D3-4BF4-B07E-A0CC6C2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Determination of the angle of a specimen using a sine bar.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83C0B-F6FE-4CCA-AD6B-1DB1B63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B8ECA-2BA3-43F3-BA90-5E78EEAE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D8BAA-0327-4143-9DE1-ADC3C94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5DAE0-916B-4E5D-86F5-B2F3586C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F3DE0-0053-4D46-BB37-B0DAF63D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E77CC-46CD-4589-9DAF-3C5CEA9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C3B73-66CF-41DD-8ADB-ABFDACC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682E6-30BA-423C-BD55-7A133CC8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9A473-068F-4830-B2D8-E43F7BAD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1F3A3-1534-4947-B0ED-DCF7238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9A8E6-0C10-4E45-8EA0-3F308FE2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E9D99-88E5-4956-88DC-1F0BF165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B0C2D-EF4E-47BC-8A6D-14B75EC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1/7</a:t>
            </a:r>
          </a:p>
        </p:txBody>
      </p:sp>
    </p:spTree>
    <p:extLst>
      <p:ext uri="{BB962C8B-B14F-4D97-AF65-F5344CB8AC3E}">
        <p14:creationId xmlns:p14="http://schemas.microsoft.com/office/powerpoint/2010/main" val="970253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42BA7-E973-401C-995C-7AE77A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5B658-153A-44D6-A5D3-AFF0FD59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578ED-BA73-45D7-990E-3849241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1C4FC-C730-4DD6-9EAE-75F132D9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Determination of the angle of a specimen using a sine 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3B251-80A7-4FEA-8164-C5D1DCD9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AA93B-DDA9-41FE-A044-FE16880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444C1-C426-4DB2-8A38-F323621C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33729-7412-43D0-9E88-A54E15A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BF1E2-D2D9-43E9-813D-92EA466F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66356-2AAB-4BD6-8AA6-60C00337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13530-CF23-439A-AF42-8971D285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A2AEC-E840-413C-BAC2-CBBA65B6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8AB65-2F23-4721-88B7-5B8D800C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4B1DC-7A40-4C5E-B6F2-7C496BCF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4339E-F159-4DDE-9761-F02575C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64721-29B2-456F-94F0-4EA403C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2/7</a:t>
            </a:r>
          </a:p>
        </p:txBody>
      </p:sp>
    </p:spTree>
    <p:extLst>
      <p:ext uri="{BB962C8B-B14F-4D97-AF65-F5344CB8AC3E}">
        <p14:creationId xmlns:p14="http://schemas.microsoft.com/office/powerpoint/2010/main" val="627171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9619D-1294-4EBE-A909-882ADA0C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E1E68-4A5F-4296-BF98-2AF5AB4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6FC07-81AC-46A2-9C18-44A4A0AD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05FF-E4AD-4CC2-82E8-7CA33A41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Determination of the angle of a specimen using a sine 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83B88-1ED8-41A0-A8C0-23B7033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Determination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54A5E-05AF-4173-A0CD-63173CE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63F76-E700-4943-8A46-DCD5A8C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angle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58731-D182-469C-B2E7-3E5E37B0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3BBB2-3D68-4DD3-84BC-D3792215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specimen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0FCEE-CC76-4C5F-9000-4129CD8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97F1D-E2F1-42C9-9C83-7BB181E7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280E5-6994-49F8-A4DB-6EC5302A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3205D-6378-470B-98B2-FBA7FC2E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3/7</a:t>
            </a:r>
          </a:p>
        </p:txBody>
      </p:sp>
    </p:spTree>
    <p:extLst>
      <p:ext uri="{BB962C8B-B14F-4D97-AF65-F5344CB8AC3E}">
        <p14:creationId xmlns:p14="http://schemas.microsoft.com/office/powerpoint/2010/main" val="654599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0709C-9BA8-49D7-9547-7E3486E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C0984-3B33-4B1C-9E2F-2ACC2C1D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B4D92-6FB0-4CD6-B8ED-47423C4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18E71-A52B-4EC2-BB15-E944D8C2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AE78E-9242-48F2-981A-ECB97B91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45CBF-66EB-4828-AB14-A06C2DE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3B0F3-6593-4520-B294-BFF565A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0FB60-D31E-46BF-8D70-64848683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4/7</a:t>
            </a:r>
          </a:p>
        </p:txBody>
      </p:sp>
    </p:spTree>
    <p:extLst>
      <p:ext uri="{BB962C8B-B14F-4D97-AF65-F5344CB8AC3E}">
        <p14:creationId xmlns:p14="http://schemas.microsoft.com/office/powerpoint/2010/main" val="1705728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9F8F4-8D50-4ADD-B96D-2D6CFA92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B5420-1EFC-4FD4-A690-A2D8BE29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E003F-6CBC-41DD-9A9E-6CD3F57B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ED878-7095-485C-8671-55C1397B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7FA74-6E8F-441C-9AA2-884E669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4CADC-B16F-4B6D-98AF-06C08F75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6D1F-5662-4BD7-814F-C29061A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0D822-0E8A-417F-A800-6103B7C5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1678A-2E33-4418-852B-2651CE6E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F2885-DAD5-4A60-B990-157B1D4D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90848-0CF5-4717-98B2-CF3FAE17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01A3F-FE52-4613-A998-7BE5D4C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C3059-513D-4AD3-92F8-1B3E346F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D7099-3EBE-4114-81A6-A40BD742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7B2AB-6F6E-47E2-B7AF-B1F7675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5/7</a:t>
            </a:r>
          </a:p>
        </p:txBody>
      </p:sp>
    </p:spTree>
    <p:extLst>
      <p:ext uri="{BB962C8B-B14F-4D97-AF65-F5344CB8AC3E}">
        <p14:creationId xmlns:p14="http://schemas.microsoft.com/office/powerpoint/2010/main" val="617520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260BF-9C88-4F28-B511-FB37FA5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BC884-D967-47CB-BD36-DD5283C2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3DBD0-660A-4B7D-B031-4B26341F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00658-F5A7-4329-9E5C-7364D70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B8516-080B-447F-B324-9DB5426C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D9052-DA58-4630-95F0-01F12451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5CF03-2115-45B2-9E43-B41E49B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AE7EB-F293-452E-8F84-86C7FE05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FF4E5-D532-4CB4-9279-F9ED221C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0EF0F-F3F7-47A1-A39B-1EDC35E4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3D910-5B77-4405-B8FA-46438126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CCA16-4597-43B3-9410-4B18023F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6D84A-91C0-420E-999C-CE60EC8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5C3C6-3E2D-4FFD-A13E-FCFCB4DE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047B5-BF6F-462F-9033-6AB0CD9E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DFF37-FFA1-4C4F-85C6-225D1A23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95B01-4998-4B1B-A5CA-374B3E2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31102-3A54-44CE-9BD5-A64A1F8F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8437E-2B88-4139-9DDF-C4A99CD5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E59FA-FCC8-4FE8-A323-30639F7E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7FDCA-16AD-4C8B-8419-078FF3A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5200C-727A-4B4C-9759-981099CB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14015-C654-4E1F-B990-887D38B9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35C97-23B8-4010-B856-ED7A0574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B0EDD-240E-42E4-8BD0-B1054A14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C1113-D3D5-4921-9A0B-8C5E2D25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6/7</a:t>
            </a:r>
          </a:p>
        </p:txBody>
      </p:sp>
    </p:spTree>
    <p:extLst>
      <p:ext uri="{BB962C8B-B14F-4D97-AF65-F5344CB8AC3E}">
        <p14:creationId xmlns:p14="http://schemas.microsoft.com/office/powerpoint/2010/main" val="26707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F1100-6DC2-4DEF-A17C-6B49466B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44C62-E398-4638-859B-F08FD6C8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A3DDC-D468-40B0-95C2-59A27EA7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9E862-F179-42D2-99EE-D2CBE8BB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976D4-7B05-4ECE-A4E0-2CC1190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4357D-569D-484E-917A-139F86F1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50170-E34D-418F-BFB4-CB646AA0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21786-97B6-4569-A62C-E40EBA47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7/7</a:t>
            </a:r>
          </a:p>
        </p:txBody>
      </p:sp>
    </p:spTree>
    <p:extLst>
      <p:ext uri="{BB962C8B-B14F-4D97-AF65-F5344CB8AC3E}">
        <p14:creationId xmlns:p14="http://schemas.microsoft.com/office/powerpoint/2010/main" val="348086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2026-08-24T06:38:46.8480000Z</dcterms:created>
  <dcterms:modified xsi:type="dcterms:W3CDTF">2026-08-24T06:38:46.8480000Z</dcterms:modified>
</coreProperties>
</file>