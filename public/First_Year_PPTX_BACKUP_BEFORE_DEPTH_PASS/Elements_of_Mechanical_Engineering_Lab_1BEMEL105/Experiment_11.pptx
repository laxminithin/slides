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178149fd1847d3" /><Relationship Type="http://schemas.openxmlformats.org/officeDocument/2006/relationships/extended-properties" Target="/docProps/app.xml" Id="R77eb2dfb88a44c56" /><Relationship Type="http://schemas.openxmlformats.org/officeDocument/2006/relationships/officeDocument" Target="/ppt/presentation.xml" Id="Rdb9407d1f5df44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d34be52a614f08"/>
  </p:sldMasterIdLst>
  <p:notesMasterIdLst>
    <p:notesMasterId xmlns:r="http://schemas.openxmlformats.org/officeDocument/2006/relationships" r:id="R2108bf3fe44042b4"/>
  </p:notesMasterIdLst>
  <p:sldIdLst>
    <p:sldId xmlns:r="http://schemas.openxmlformats.org/officeDocument/2006/relationships" id="256" r:id="R0ee24f9841304e8a"/>
    <p:sldId xmlns:r="http://schemas.openxmlformats.org/officeDocument/2006/relationships" id="257" r:id="Rcf39712ef8a04760"/>
    <p:sldId xmlns:r="http://schemas.openxmlformats.org/officeDocument/2006/relationships" id="258" r:id="Rca8fec41d14e4f74"/>
    <p:sldId xmlns:r="http://schemas.openxmlformats.org/officeDocument/2006/relationships" id="259" r:id="R1fe4112964a4472e"/>
    <p:sldId xmlns:r="http://schemas.openxmlformats.org/officeDocument/2006/relationships" id="260" r:id="Ra63eb3506c4e457c"/>
    <p:sldId xmlns:r="http://schemas.openxmlformats.org/officeDocument/2006/relationships" id="261" r:id="R64ae2318a58c4bc0"/>
    <p:sldId xmlns:r="http://schemas.openxmlformats.org/officeDocument/2006/relationships" id="262" r:id="Rba2a48df605f45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a6c09e9664186" /><Relationship Type="http://schemas.openxmlformats.org/officeDocument/2006/relationships/slideMaster" Target="/ppt/slideMasters/slideMaster1.xml" Id="Re9d34be52a614f08" /><Relationship Type="http://schemas.openxmlformats.org/officeDocument/2006/relationships/notesMaster" Target="/ppt/notesMasters/notesMaster1.xml" Id="R2108bf3fe44042b4" /><Relationship Type="http://schemas.openxmlformats.org/officeDocument/2006/relationships/presProps" Target="/ppt/presProps.xml" Id="R502f233d865040fe" /><Relationship Type="http://schemas.openxmlformats.org/officeDocument/2006/relationships/tableStyles" Target="/ppt/tableStyles.xml" Id="R08181d3358504ef0" /><Relationship Type="http://schemas.openxmlformats.org/officeDocument/2006/relationships/slide" Target="/ppt/slides/slide1.xml" Id="R0ee24f9841304e8a" /><Relationship Type="http://schemas.openxmlformats.org/officeDocument/2006/relationships/slide" Target="/ppt/slides/slide2.xml" Id="Rcf39712ef8a04760" /><Relationship Type="http://schemas.openxmlformats.org/officeDocument/2006/relationships/slide" Target="/ppt/slides/slide3.xml" Id="Rca8fec41d14e4f74" /><Relationship Type="http://schemas.openxmlformats.org/officeDocument/2006/relationships/slide" Target="/ppt/slides/slide4.xml" Id="R1fe4112964a4472e" /><Relationship Type="http://schemas.openxmlformats.org/officeDocument/2006/relationships/slide" Target="/ppt/slides/slide5.xml" Id="Ra63eb3506c4e457c" /><Relationship Type="http://schemas.openxmlformats.org/officeDocument/2006/relationships/slide" Target="/ppt/slides/slide6.xml" Id="R64ae2318a58c4bc0" /><Relationship Type="http://schemas.openxmlformats.org/officeDocument/2006/relationships/slide" Target="/ppt/slides/slide7.xml" Id="Rba2a48df605f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a3b9d15ab4b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2691f1142f4d8a" /><Relationship Type="http://schemas.openxmlformats.org/officeDocument/2006/relationships/notesMaster" Target="/ppt/notesMasters/notesMaster1.xml" Id="Ra2fa3e71ab6843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1eafa01a51486b" /><Relationship Type="http://schemas.openxmlformats.org/officeDocument/2006/relationships/notesMaster" Target="/ppt/notesMasters/notesMaster1.xml" Id="R94698631ac6347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deb71dc02d475a" /><Relationship Type="http://schemas.openxmlformats.org/officeDocument/2006/relationships/notesMaster" Target="/ppt/notesMasters/notesMaster1.xml" Id="R747b7175b4e241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fbb4edcc074c81" /><Relationship Type="http://schemas.openxmlformats.org/officeDocument/2006/relationships/notesMaster" Target="/ppt/notesMasters/notesMaster1.xml" Id="R3782a589a86448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49b5be060c4230" /><Relationship Type="http://schemas.openxmlformats.org/officeDocument/2006/relationships/notesMaster" Target="/ppt/notesMasters/notesMaster1.xml" Id="R4de388e6bb3a4a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1e5f2660484f9a" /><Relationship Type="http://schemas.openxmlformats.org/officeDocument/2006/relationships/notesMaster" Target="/ppt/notesMasters/notesMaster1.xml" Id="R12d81ba4b4e942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03ee0e3ca14de3" /><Relationship Type="http://schemas.openxmlformats.org/officeDocument/2006/relationships/notesMaster" Target="/ppt/notesMasters/notesMaster1.xml" Id="R92f4c57bff2146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02753bc4246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0987dd7c954b0e" /><Relationship Type="http://schemas.openxmlformats.org/officeDocument/2006/relationships/slideLayout" Target="/ppt/slideLayouts/slideLayout1.xml" Id="R7a3db625f8d9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3db625f8d9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6a2fe77354cbc" /><Relationship Type="http://schemas.openxmlformats.org/officeDocument/2006/relationships/notesSlide" Target="/ppt/notesSlides/notesSlide1.xml" Id="R0974ed039d834f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b15b566f94406" /><Relationship Type="http://schemas.openxmlformats.org/officeDocument/2006/relationships/notesSlide" Target="/ppt/notesSlides/notesSlide2.xml" Id="R4e85691127c04e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581771921483b" /><Relationship Type="http://schemas.openxmlformats.org/officeDocument/2006/relationships/notesSlide" Target="/ppt/notesSlides/notesSlide3.xml" Id="Rad515d2dfafa49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2e1e0fb5e4aad" /><Relationship Type="http://schemas.openxmlformats.org/officeDocument/2006/relationships/notesSlide" Target="/ppt/notesSlides/notesSlide4.xml" Id="Rd876c20576dc42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8a9639bf8453a" /><Relationship Type="http://schemas.openxmlformats.org/officeDocument/2006/relationships/notesSlide" Target="/ppt/notesSlides/notesSlide5.xml" Id="R02b51653e9b74a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83fe45d0c4f00" /><Relationship Type="http://schemas.openxmlformats.org/officeDocument/2006/relationships/notesSlide" Target="/ppt/notesSlides/notesSlide6.xml" Id="R87340f239eee46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95c8fe14c4223" /><Relationship Type="http://schemas.openxmlformats.org/officeDocument/2006/relationships/notesSlide" Target="/ppt/notesSlides/notesSlide7.xml" Id="Rfc1f413ca7654b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7D576-1749-47CC-934A-FB26CC7E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61A67-DED3-4F86-AEF8-78558E3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Selection and justification of appropriate joining techniques for given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A45B8-3646-4415-91E6-554884A3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558A3-5850-40EB-BE93-E7733D33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666C4-5CF2-43AB-AD46-7E344075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3F5EE-0ED3-49E5-8174-EB325991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01DF5-1A23-4B4F-BE92-70BCF25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A9AB3-2DF5-46E3-AD53-EB70D86B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0E2F0-A9A0-4D92-BBCD-53047A64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B0F80-F7D6-4065-9661-674A9BA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56DBB-3581-4682-AA7F-C256B1AA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34C3D-FCAF-44BC-B7A4-1D5995CB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92503-DED5-4D8C-8FAB-9B8C1E08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073C1-BD9D-40D9-B509-111939D4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C4937-09DD-4ECA-9EF0-2FA2136A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1/7</a:t>
            </a:r>
          </a:p>
        </p:txBody>
      </p:sp>
    </p:spTree>
    <p:extLst>
      <p:ext uri="{BB962C8B-B14F-4D97-AF65-F5344CB8AC3E}">
        <p14:creationId xmlns:p14="http://schemas.microsoft.com/office/powerpoint/2010/main" val="259624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B4EAF-A31C-4C47-931C-48EA6D11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B0D40-FD30-4F69-8614-0AEAE141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A85A0-10E8-44A2-92EF-CCE36787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4E6AF-C46A-4141-A6F8-EB6DC134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Selection and justification of appropriate joining techniques for given 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DAF92-1E1B-43AA-94EE-2B5017D6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59BE9-78E6-437F-AB58-0EBB5BAE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03F71-23E8-4E71-BBF8-A69E15BF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0ACBB-926F-4C92-A5FB-72DB3FB1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D68E9-3E42-475C-A851-575C97B1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A3DE9-AEE4-4249-A831-E07CF936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F9789-A669-4BEC-934E-3F5C7BA2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9BA95-A4AC-499B-BEB5-20E23E51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0632E-EFD1-4767-94E9-C6AADC89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7FECD-7D53-4BEC-B7A7-C1E94650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D4868-8C12-469F-9A7F-BF1E5A0C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3CBAF-E6A6-4DD7-8EBD-67F0915E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2/7</a:t>
            </a:r>
          </a:p>
        </p:txBody>
      </p:sp>
    </p:spTree>
    <p:extLst>
      <p:ext uri="{BB962C8B-B14F-4D97-AF65-F5344CB8AC3E}">
        <p14:creationId xmlns:p14="http://schemas.microsoft.com/office/powerpoint/2010/main" val="956156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91B1E-DE65-470B-8144-E1E71D59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90AEA-DC17-463D-A589-CC2C0552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ED483-E62D-4556-8F00-4661D9F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D87BF-E12A-42FF-930C-44559430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Selection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justification of appropriate joining techniques for given 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54136-3994-4D30-B886-10763BE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E2F78-5318-42ED-BED8-B54E4421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31956-8493-4D52-9DBB-AD8CC3E4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justification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2243A-D5C7-4C39-891C-52735C3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4D313-396C-4432-998F-E5D86C1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appropriate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F159B-B07C-4B19-B193-B12FCCF9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87EFE-679A-4192-9A9B-E340CEF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joining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2DAAD-5B46-4AD6-B6F1-0920CB9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EB8C0-ECCF-4BE7-9C24-7CE5E7BA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techniques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83239-7374-4ABE-A0BA-E7F605A1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270ED-F424-4501-BA67-A03E5E10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3/7</a:t>
            </a:r>
          </a:p>
        </p:txBody>
      </p:sp>
    </p:spTree>
    <p:extLst>
      <p:ext uri="{BB962C8B-B14F-4D97-AF65-F5344CB8AC3E}">
        <p14:creationId xmlns:p14="http://schemas.microsoft.com/office/powerpoint/2010/main" val="827615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B795A-5E90-4D6E-BB1F-DD23CD19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BB98B-7575-4FC9-8F27-0D759FE2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5C821-ADDC-4E2D-8449-1968EA9D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28D75-D4C8-4C54-96FA-F3419815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53C71-4895-4316-B714-056D1D5A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B4433-C409-4939-BDB5-B1B861E4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E4347-D58D-4D98-B1C5-50A00B15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80F91-5B67-4083-A90A-78DF6743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4/7</a:t>
            </a:r>
          </a:p>
        </p:txBody>
      </p:sp>
    </p:spTree>
    <p:extLst>
      <p:ext uri="{BB962C8B-B14F-4D97-AF65-F5344CB8AC3E}">
        <p14:creationId xmlns:p14="http://schemas.microsoft.com/office/powerpoint/2010/main" val="167124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FE78B-3C11-481B-B0FD-6835D22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D14B7-F45D-4C49-BB15-A8ECC399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3AB5C-4EEB-4B75-AF16-B97E6BC7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835B5-76E5-490D-8074-C4D596AE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4B4BE-DC3F-4661-A5C5-75C0F8BD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04F34-D9B0-4488-8C0F-F80D8B31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67C30-EF07-4C71-B673-5F43BE60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A1E45-AE3D-45A3-8DF4-16C4804C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7F031-6156-4B16-B09B-335C26D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DF7D2-F924-4A1A-AD3C-BB526CB8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3D896-FC51-4D5B-8440-87E448E2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15D2D-9E73-4D5D-809F-64E92FBE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BAECE-494C-4FEB-8F58-2697A0D8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C43C6-EA67-427D-A4FD-2890FBAA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E4800-71B1-4BD8-B7F5-A6269FB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5/7</a:t>
            </a:r>
          </a:p>
        </p:txBody>
      </p:sp>
    </p:spTree>
    <p:extLst>
      <p:ext uri="{BB962C8B-B14F-4D97-AF65-F5344CB8AC3E}">
        <p14:creationId xmlns:p14="http://schemas.microsoft.com/office/powerpoint/2010/main" val="108769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75F4C-EA1A-497D-9586-0F520524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A1A25-BA09-4321-BB92-6419F35B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F3E41-3310-4B87-BD3C-8BCDD972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53045-B9FA-418C-AA16-A5BAE864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54FD6-079D-4A88-81AB-6A3D31B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B94B1-E75A-4E59-A437-A7B5F407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1947F-A25F-4EDA-A39E-4773891C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0A14C-1933-4D31-9124-5D0132DC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B3FD2-C6FE-4AA1-814C-E2A5375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14754-D4B1-405B-8561-499097B1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D67FC-6F02-4AA1-8C4B-8F9F132C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12B43-DC31-4B66-9AF5-1F0CAC2F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1BD49-00A6-4276-99B8-8541E81C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88B9E-9243-4770-9084-FD930590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CCF37-9880-4D23-9F94-0CCCC97A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DB081-B1B9-4754-8747-98DBBBD5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F1E55-14CD-41DD-A29B-F725C354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CAA3B-EF16-4B2F-9F4B-DD111C2D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26AB0-409B-4CFB-86B0-7595DCA5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93DCB-C26F-40BD-ABC3-64519CBE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34AE6-AA06-41C1-ADD5-8F46F85B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883B5-9896-4CF2-949A-7E949AB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9C540-6AD7-4C47-9874-A9F022A5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773CD-F313-481B-ABC9-A1A7FAD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27CAF-6E32-41EF-A45B-D8E1BE6C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4A672-79B3-4600-86C8-BE271420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6/7</a:t>
            </a:r>
          </a:p>
        </p:txBody>
      </p:sp>
    </p:spTree>
    <p:extLst>
      <p:ext uri="{BB962C8B-B14F-4D97-AF65-F5344CB8AC3E}">
        <p14:creationId xmlns:p14="http://schemas.microsoft.com/office/powerpoint/2010/main" val="539890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32E99-A27A-4A1A-9C66-91D3897F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0D8B0-36C6-4099-8694-C1AC57CE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47FF1-E8EE-46FF-8B7A-D8AA98A4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7B5C2-0F25-418E-BEB3-BA838C9F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9E2EF-D8B1-4E54-BD0E-83611475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6F8FB-F12D-40A0-A2A1-623A63A2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1B9F0-D83E-4390-8FA3-838D443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AFB42-0A64-4499-9C97-F080DD45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7/7</a:t>
            </a:r>
          </a:p>
        </p:txBody>
      </p:sp>
    </p:spTree>
    <p:extLst>
      <p:ext uri="{BB962C8B-B14F-4D97-AF65-F5344CB8AC3E}">
        <p14:creationId xmlns:p14="http://schemas.microsoft.com/office/powerpoint/2010/main" val="1409815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2026-08-24T06:38:47.1470000Z</dcterms:created>
  <dcterms:modified xsi:type="dcterms:W3CDTF">2026-08-24T06:38:47.1470000Z</dcterms:modified>
</coreProperties>
</file>