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d875e232744a1c" /><Relationship Type="http://schemas.openxmlformats.org/officeDocument/2006/relationships/extended-properties" Target="/docProps/app.xml" Id="R78f9a50f5ac74e78" /><Relationship Type="http://schemas.openxmlformats.org/officeDocument/2006/relationships/officeDocument" Target="/ppt/presentation.xml" Id="Re78da91da0fe45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f99f8b6bbd4460"/>
  </p:sldMasterIdLst>
  <p:notesMasterIdLst>
    <p:notesMasterId xmlns:r="http://schemas.openxmlformats.org/officeDocument/2006/relationships" r:id="R486ea6ba79604935"/>
  </p:notesMasterIdLst>
  <p:sldIdLst>
    <p:sldId xmlns:r="http://schemas.openxmlformats.org/officeDocument/2006/relationships" id="256" r:id="Rf3c53d6ebab74b26"/>
    <p:sldId xmlns:r="http://schemas.openxmlformats.org/officeDocument/2006/relationships" id="257" r:id="R03540a26d44749b1"/>
    <p:sldId xmlns:r="http://schemas.openxmlformats.org/officeDocument/2006/relationships" id="258" r:id="R415f4a9a582b4e77"/>
    <p:sldId xmlns:r="http://schemas.openxmlformats.org/officeDocument/2006/relationships" id="259" r:id="R900a77213b304ad4"/>
    <p:sldId xmlns:r="http://schemas.openxmlformats.org/officeDocument/2006/relationships" id="260" r:id="Re3897267160f4ae9"/>
    <p:sldId xmlns:r="http://schemas.openxmlformats.org/officeDocument/2006/relationships" id="261" r:id="R418de4edaece4bab"/>
    <p:sldId xmlns:r="http://schemas.openxmlformats.org/officeDocument/2006/relationships" id="262" r:id="R8ce8d087dfa24b3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1090a6c9504e9b" /><Relationship Type="http://schemas.openxmlformats.org/officeDocument/2006/relationships/slideMaster" Target="/ppt/slideMasters/slideMaster1.xml" Id="R8ef99f8b6bbd4460" /><Relationship Type="http://schemas.openxmlformats.org/officeDocument/2006/relationships/notesMaster" Target="/ppt/notesMasters/notesMaster1.xml" Id="R486ea6ba79604935" /><Relationship Type="http://schemas.openxmlformats.org/officeDocument/2006/relationships/presProps" Target="/ppt/presProps.xml" Id="R1b889c6d8a8642fa" /><Relationship Type="http://schemas.openxmlformats.org/officeDocument/2006/relationships/tableStyles" Target="/ppt/tableStyles.xml" Id="Rd99e2fe985f24285" /><Relationship Type="http://schemas.openxmlformats.org/officeDocument/2006/relationships/slide" Target="/ppt/slides/slide1.xml" Id="Rf3c53d6ebab74b26" /><Relationship Type="http://schemas.openxmlformats.org/officeDocument/2006/relationships/slide" Target="/ppt/slides/slide2.xml" Id="R03540a26d44749b1" /><Relationship Type="http://schemas.openxmlformats.org/officeDocument/2006/relationships/slide" Target="/ppt/slides/slide3.xml" Id="R415f4a9a582b4e77" /><Relationship Type="http://schemas.openxmlformats.org/officeDocument/2006/relationships/slide" Target="/ppt/slides/slide4.xml" Id="R900a77213b304ad4" /><Relationship Type="http://schemas.openxmlformats.org/officeDocument/2006/relationships/slide" Target="/ppt/slides/slide5.xml" Id="Re3897267160f4ae9" /><Relationship Type="http://schemas.openxmlformats.org/officeDocument/2006/relationships/slide" Target="/ppt/slides/slide6.xml" Id="R418de4edaece4bab" /><Relationship Type="http://schemas.openxmlformats.org/officeDocument/2006/relationships/slide" Target="/ppt/slides/slide7.xml" Id="R8ce8d087dfa24b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1f9f255adc44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2f7a26e5fa486c" /><Relationship Type="http://schemas.openxmlformats.org/officeDocument/2006/relationships/notesMaster" Target="/ppt/notesMasters/notesMaster1.xml" Id="Reb350f26547e470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b3ba2a2e834a14" /><Relationship Type="http://schemas.openxmlformats.org/officeDocument/2006/relationships/notesMaster" Target="/ppt/notesMasters/notesMaster1.xml" Id="Rd507beaedccf45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d4b79aee474a68" /><Relationship Type="http://schemas.openxmlformats.org/officeDocument/2006/relationships/notesMaster" Target="/ppt/notesMasters/notesMaster1.xml" Id="Rf7c4192e720748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b61afccab624ab1" /><Relationship Type="http://schemas.openxmlformats.org/officeDocument/2006/relationships/notesMaster" Target="/ppt/notesMasters/notesMaster1.xml" Id="Raf2aa64e0f76452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653b585f154439" /><Relationship Type="http://schemas.openxmlformats.org/officeDocument/2006/relationships/notesMaster" Target="/ppt/notesMasters/notesMaster1.xml" Id="Rc432ba7a04a347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db13a46da6843e5" /><Relationship Type="http://schemas.openxmlformats.org/officeDocument/2006/relationships/notesMaster" Target="/ppt/notesMasters/notesMaster1.xml" Id="R2a6c2efeace54cf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85423dffd7843d4" /><Relationship Type="http://schemas.openxmlformats.org/officeDocument/2006/relationships/notesMaster" Target="/ppt/notesMasters/notesMaster1.xml" Id="Re1620a5cc89349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9f180b625342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4f7969487a466c" /><Relationship Type="http://schemas.openxmlformats.org/officeDocument/2006/relationships/slideLayout" Target="/ppt/slideLayouts/slideLayout1.xml" Id="Rfcede885993a47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ede885993a47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272847a0384dc9" /><Relationship Type="http://schemas.openxmlformats.org/officeDocument/2006/relationships/notesSlide" Target="/ppt/notesSlides/notesSlide1.xml" Id="Rb446e2a4223443a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d8710da8b14f7e" /><Relationship Type="http://schemas.openxmlformats.org/officeDocument/2006/relationships/notesSlide" Target="/ppt/notesSlides/notesSlide2.xml" Id="R06ccf6b8bd604a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3e29238e24483d" /><Relationship Type="http://schemas.openxmlformats.org/officeDocument/2006/relationships/notesSlide" Target="/ppt/notesSlides/notesSlide3.xml" Id="R6031cd5e73fa44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28517140af4f58" /><Relationship Type="http://schemas.openxmlformats.org/officeDocument/2006/relationships/notesSlide" Target="/ppt/notesSlides/notesSlide4.xml" Id="R543ab1075b4f4c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8b85c0c06b42c2" /><Relationship Type="http://schemas.openxmlformats.org/officeDocument/2006/relationships/notesSlide" Target="/ppt/notesSlides/notesSlide5.xml" Id="R2d5fc8954f4943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bc862f02c84e1b" /><Relationship Type="http://schemas.openxmlformats.org/officeDocument/2006/relationships/notesSlide" Target="/ppt/notesSlides/notesSlide6.xml" Id="Raa833b745ecd4f3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018f51e0f14549" /><Relationship Type="http://schemas.openxmlformats.org/officeDocument/2006/relationships/notesSlide" Target="/ppt/notesSlides/notesSlide7.xml" Id="Rdf69ed32fed64db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8D631A-8E90-4586-B947-B5D5115A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392D78-74D4-417F-8BD4-73E5EF82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Comparative study on viscosity of different base fuels.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F07FFA-5869-4007-8C9B-DBA8AFE1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Elements of Mechanical Engineering Lab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1BEMEL105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 / 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F34DE3-919E-4EF8-93F1-BBB4C44A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F6C936-262B-4615-8E9C-34639F47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638AD4-C548-4238-AF90-36B93CE4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2C8C65-8217-47D3-9923-953FE4D5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599F1D-D74D-4BC6-A806-2318BCAD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2013D8-4712-465B-ABCA-562501F3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CAD972-2768-4D56-A025-66DACB1A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D10772-789B-4F97-8A1D-C77388F9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1328B7-2F4C-45ED-BD21-D8DA53AC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A08DCB-E496-402E-919D-0980EDE0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48E8EA-AEA8-48DE-B43D-6FDA0614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050528-5C9D-4BAA-ADA3-05B3A580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9 | 1/7</a:t>
            </a:r>
          </a:p>
        </p:txBody>
      </p:sp>
    </p:spTree>
    <p:extLst>
      <p:ext uri="{BB962C8B-B14F-4D97-AF65-F5344CB8AC3E}">
        <p14:creationId xmlns:p14="http://schemas.microsoft.com/office/powerpoint/2010/main" val="11973940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F75172-2A78-4CA2-BE53-2322B15B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E1F001-32CC-4D18-ADA1-8DE5005B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51B16E-6F89-44CC-A4E9-7C708C4E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7538B7-5FCA-4DEE-857D-50F633BC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Comparative study on viscosity of different base fuels.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2EFFCB-47C6-4AA5-B727-AD8BFD79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24C606-6FD0-468B-B8EE-83690956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B6EDFE-8112-4867-B452-907655E2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9C82EE-8F5A-407B-B8F7-5DD57D7AF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F595E7-ADFF-48BD-941A-0C51AE8C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7A2625-76F7-465D-9F8D-D3FB2E61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09C737-7179-42F9-B3FE-6D24744E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CD57B0-F4A1-4049-9743-653F8A55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733732-4B3C-4565-BC3A-11780873C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1D30E6-4FBD-4C6F-933D-134827A0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D0A174-A1E7-4A84-AA41-3E41FBC1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F9A98C-76AA-402B-8BF2-89D50188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9 | 2/7</a:t>
            </a:r>
          </a:p>
        </p:txBody>
      </p:sp>
    </p:spTree>
    <p:extLst>
      <p:ext uri="{BB962C8B-B14F-4D97-AF65-F5344CB8AC3E}">
        <p14:creationId xmlns:p14="http://schemas.microsoft.com/office/powerpoint/2010/main" val="2071576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29325E-6A79-47D4-A43A-3D64E10A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B646A0-EBA6-40B4-98E4-D8D286D7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6F7039-8E42-4DCD-AB98-4B906CAD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9118BA-C301-4BE5-9E8B-07FD0206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Comparative study on viscosity of different base fuels.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748DCC-C946-4CBB-965E-E4B762FE5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Comparative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6E5317-C04D-4BAE-B9FD-8B363F30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4202C3-406F-4814-88A0-F47D7F4D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study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A871D3-F873-4CEF-96E9-B07A38720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812993-15E5-40DE-965F-5F64C524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viscosity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CB3EF2-1F3A-4E83-B8A8-073663C7E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647B02-2398-4EC5-95C6-C8828AFB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different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3C3473-AD41-4CFE-AA00-F9E41787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C62229-5022-42A4-B627-F6DD9405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base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92DE2A-7B92-4E59-95C8-CF6D7E52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1348E5-1772-4988-BBB1-FC87F2A7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9 | 3/7</a:t>
            </a:r>
          </a:p>
        </p:txBody>
      </p:sp>
    </p:spTree>
    <p:extLst>
      <p:ext uri="{BB962C8B-B14F-4D97-AF65-F5344CB8AC3E}">
        <p14:creationId xmlns:p14="http://schemas.microsoft.com/office/powerpoint/2010/main" val="7341971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021E06-02BF-4CF7-9262-39F7C230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AE70F6-E096-4A14-B634-81D6BA48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2FDE21-1786-4865-A548-FFFCE40C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53F898-3CE7-4C74-9AF4-DE1A597C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3C5A6A-7812-44BC-B62D-93767214F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3A5327-B060-46C7-90E1-9B7518DA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881CD4-C090-46F5-B1DD-83494B29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0DAA38-6A0E-4D40-B538-0EB11EE0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9 | 4/7</a:t>
            </a:r>
          </a:p>
        </p:txBody>
      </p:sp>
    </p:spTree>
    <p:extLst>
      <p:ext uri="{BB962C8B-B14F-4D97-AF65-F5344CB8AC3E}">
        <p14:creationId xmlns:p14="http://schemas.microsoft.com/office/powerpoint/2010/main" val="18768395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AC187F-B0F5-4E11-A812-5E1784FA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27AFA5-ED87-4663-B399-CEECF4B5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5962B0-ED65-4E9E-88B1-9B5E877A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0375C1-1249-495E-A9A6-DD4FE8EF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A83201-A51B-474A-AD4A-9ECD4EFB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67A353-D556-47E3-AC6D-511CFE04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A8D222-99D6-4F02-BD09-B139B219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32EAB4-5350-4F3C-949D-536C9278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67BB67-3067-4609-A36E-E99A0EFE2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2D5E6B-AFBF-4F67-AEDA-E59E75C2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3899C5-9675-4B57-9A8E-9798E2FC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320862-E237-412B-8BCF-F5AC8467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A916FB-10CF-47F8-97E8-161C1199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94DEE5-406C-46B6-9ACE-C3A884397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63486A-C75F-4826-91BB-BB178D93C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9 | 5/7</a:t>
            </a:r>
          </a:p>
        </p:txBody>
      </p:sp>
    </p:spTree>
    <p:extLst>
      <p:ext uri="{BB962C8B-B14F-4D97-AF65-F5344CB8AC3E}">
        <p14:creationId xmlns:p14="http://schemas.microsoft.com/office/powerpoint/2010/main" val="4445434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2999ED-2151-4590-956F-24273A03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92141D-B872-4FEA-AD52-6B4F6D2E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845B5F-DD54-4009-ABD4-3D4A14B1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6C5441-5530-4A7E-A30C-32CDCBAF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7F9A78-BCF6-4352-B50A-ADEA84DC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3ACC2F-9A3A-4AEB-85B2-F793C1E9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3243AA-59CF-446B-9D47-1D31BEA3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837E29-8049-4E52-94C4-ADCC38D6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2FB4EE-8EA8-42E9-ADE3-F204700D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5E0175-E97B-4684-BCFD-85679D9C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ECE8B7-A363-45DE-8BD6-2AF775A5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867898-75F7-4C0B-A239-5F39652E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D4239B-2B73-4C50-8695-9928A525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9FBB49-4F3F-46CD-ADC4-5BC99053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3E3F74-D5CB-496A-825D-C81098C8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7718F3-D497-4554-91B0-585B8B85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C0EB8B-4ABC-47F3-A02E-98E15D86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49ECD5-CA4C-46BF-8A01-140FE5E7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7DF4E7-672A-415F-9E40-DE1BF23F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4FBF7F-E13A-4847-8646-A13A1B74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5B0EE5-968B-480F-A316-D3AFA0DFF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8E90DF-2098-43B6-8860-DC9B624E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8192F9-A793-4EE9-BA3B-2DDA9050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638503-3BFF-4EA1-B363-5A409335B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E0CC33-6161-4631-8D58-7841F101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349E10-78DB-4709-8C71-A2EAC5CF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9 | 6/7</a:t>
            </a:r>
          </a:p>
        </p:txBody>
      </p:sp>
    </p:spTree>
    <p:extLst>
      <p:ext uri="{BB962C8B-B14F-4D97-AF65-F5344CB8AC3E}">
        <p14:creationId xmlns:p14="http://schemas.microsoft.com/office/powerpoint/2010/main" val="13757579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36F93A-EB7A-4DDF-BA34-EDCD6E28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7C23A1-A087-4A9D-802C-620E8343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605A6-DFE9-4EA3-9B9E-8AFFCF89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2407CB-1AB4-4521-93C6-F17218AB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BFF2A5-C54D-44C4-9810-C3ADEE43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20EFD6-BEFA-4D3D-B8E9-2F4CBC8E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experiment?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B5EA93-88AA-48D9-9941-E7B5DC17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E2EAE8-BF59-4906-B301-9D2302F8D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9 | 7/7</a:t>
            </a:r>
          </a:p>
        </p:txBody>
      </p:sp>
    </p:spTree>
    <p:extLst>
      <p:ext uri="{BB962C8B-B14F-4D97-AF65-F5344CB8AC3E}">
        <p14:creationId xmlns:p14="http://schemas.microsoft.com/office/powerpoint/2010/main" val="19115219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2026-08-24T06:38:47.0460000Z</dcterms:created>
  <dcterms:modified xsi:type="dcterms:W3CDTF">2026-08-24T06:38:47.0460000Z</dcterms:modified>
</coreProperties>
</file>