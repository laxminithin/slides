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679bb73844397" /><Relationship Type="http://schemas.openxmlformats.org/officeDocument/2006/relationships/extended-properties" Target="/docProps/app.xml" Id="R5602a4d64f6e4425" /><Relationship Type="http://schemas.openxmlformats.org/officeDocument/2006/relationships/officeDocument" Target="/ppt/presentation.xml" Id="R49b67be984c6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e201fe307644bb"/>
  </p:sldMasterIdLst>
  <p:notesMasterIdLst>
    <p:notesMasterId xmlns:r="http://schemas.openxmlformats.org/officeDocument/2006/relationships" r:id="Rdad8b794de514044"/>
  </p:notesMasterIdLst>
  <p:sldIdLst>
    <p:sldId xmlns:r="http://schemas.openxmlformats.org/officeDocument/2006/relationships" id="256" r:id="R20a8d54a02904292"/>
    <p:sldId xmlns:r="http://schemas.openxmlformats.org/officeDocument/2006/relationships" id="257" r:id="R8544d04c04584e92"/>
    <p:sldId xmlns:r="http://schemas.openxmlformats.org/officeDocument/2006/relationships" id="258" r:id="R8d86e1d932a8437f"/>
    <p:sldId xmlns:r="http://schemas.openxmlformats.org/officeDocument/2006/relationships" id="259" r:id="Rf7494d7749844d6a"/>
    <p:sldId xmlns:r="http://schemas.openxmlformats.org/officeDocument/2006/relationships" id="260" r:id="Rabd59cce3294430e"/>
    <p:sldId xmlns:r="http://schemas.openxmlformats.org/officeDocument/2006/relationships" id="261" r:id="Reb9cd863037b4ba8"/>
    <p:sldId xmlns:r="http://schemas.openxmlformats.org/officeDocument/2006/relationships" id="262" r:id="R74aab3d73f4f48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8ff801c98406b" /><Relationship Type="http://schemas.openxmlformats.org/officeDocument/2006/relationships/slideMaster" Target="/ppt/slideMasters/slideMaster1.xml" Id="R6ce201fe307644bb" /><Relationship Type="http://schemas.openxmlformats.org/officeDocument/2006/relationships/notesMaster" Target="/ppt/notesMasters/notesMaster1.xml" Id="Rdad8b794de514044" /><Relationship Type="http://schemas.openxmlformats.org/officeDocument/2006/relationships/presProps" Target="/ppt/presProps.xml" Id="R36f31cbc56f7484e" /><Relationship Type="http://schemas.openxmlformats.org/officeDocument/2006/relationships/tableStyles" Target="/ppt/tableStyles.xml" Id="R44140cc107c14eb4" /><Relationship Type="http://schemas.openxmlformats.org/officeDocument/2006/relationships/slide" Target="/ppt/slides/slide1.xml" Id="R20a8d54a02904292" /><Relationship Type="http://schemas.openxmlformats.org/officeDocument/2006/relationships/slide" Target="/ppt/slides/slide2.xml" Id="R8544d04c04584e92" /><Relationship Type="http://schemas.openxmlformats.org/officeDocument/2006/relationships/slide" Target="/ppt/slides/slide3.xml" Id="R8d86e1d932a8437f" /><Relationship Type="http://schemas.openxmlformats.org/officeDocument/2006/relationships/slide" Target="/ppt/slides/slide4.xml" Id="Rf7494d7749844d6a" /><Relationship Type="http://schemas.openxmlformats.org/officeDocument/2006/relationships/slide" Target="/ppt/slides/slide5.xml" Id="Rabd59cce3294430e" /><Relationship Type="http://schemas.openxmlformats.org/officeDocument/2006/relationships/slide" Target="/ppt/slides/slide6.xml" Id="Reb9cd863037b4ba8" /><Relationship Type="http://schemas.openxmlformats.org/officeDocument/2006/relationships/slide" Target="/ppt/slides/slide7.xml" Id="R74aab3d73f4f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8393c4d93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9b9d677754fbd" /><Relationship Type="http://schemas.openxmlformats.org/officeDocument/2006/relationships/notesMaster" Target="/ppt/notesMasters/notesMaster1.xml" Id="R43d08fa82fdd40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24381390b4340" /><Relationship Type="http://schemas.openxmlformats.org/officeDocument/2006/relationships/notesMaster" Target="/ppt/notesMasters/notesMaster1.xml" Id="Ra24d23b053ec47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13941a0704da0" /><Relationship Type="http://schemas.openxmlformats.org/officeDocument/2006/relationships/notesMaster" Target="/ppt/notesMasters/notesMaster1.xml" Id="Rf131105c5fce49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72cb03556f4652" /><Relationship Type="http://schemas.openxmlformats.org/officeDocument/2006/relationships/notesMaster" Target="/ppt/notesMasters/notesMaster1.xml" Id="Rcee02a6ebf8d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37d6fa4c4c4ee1" /><Relationship Type="http://schemas.openxmlformats.org/officeDocument/2006/relationships/notesMaster" Target="/ppt/notesMasters/notesMaster1.xml" Id="Rc8de86e013cf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d65a3d103d432f" /><Relationship Type="http://schemas.openxmlformats.org/officeDocument/2006/relationships/notesMaster" Target="/ppt/notesMasters/notesMaster1.xml" Id="Rcc97cb8b76d34f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f7f2e865be4d56" /><Relationship Type="http://schemas.openxmlformats.org/officeDocument/2006/relationships/notesMaster" Target="/ppt/notesMasters/notesMaster1.xml" Id="R3fe7828299e1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879167f8d4e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039e54fb6462f" /><Relationship Type="http://schemas.openxmlformats.org/officeDocument/2006/relationships/slideLayout" Target="/ppt/slideLayouts/slideLayout1.xml" Id="R7be458209c0c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e458209c0c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26f437bf435d" /><Relationship Type="http://schemas.openxmlformats.org/officeDocument/2006/relationships/notesSlide" Target="/ppt/notesSlides/notesSlide1.xml" Id="R6533f8e41059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997287da0433c" /><Relationship Type="http://schemas.openxmlformats.org/officeDocument/2006/relationships/notesSlide" Target="/ppt/notesSlides/notesSlide2.xml" Id="R8f551c2ef65b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6d18c84bb458f" /><Relationship Type="http://schemas.openxmlformats.org/officeDocument/2006/relationships/notesSlide" Target="/ppt/notesSlides/notesSlide3.xml" Id="Rdea39e3b6b39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7b835e96c4f75" /><Relationship Type="http://schemas.openxmlformats.org/officeDocument/2006/relationships/notesSlide" Target="/ppt/notesSlides/notesSlide4.xml" Id="R6543b5f1b106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b370154941e7" /><Relationship Type="http://schemas.openxmlformats.org/officeDocument/2006/relationships/notesSlide" Target="/ppt/notesSlides/notesSlide5.xml" Id="R7e174a5856ef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c9f5165f94e42" /><Relationship Type="http://schemas.openxmlformats.org/officeDocument/2006/relationships/notesSlide" Target="/ppt/notesSlides/notesSlide6.xml" Id="R175f078998784b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7d5681cf449d2" /><Relationship Type="http://schemas.openxmlformats.org/officeDocument/2006/relationships/notesSlide" Target="/ppt/notesSlides/notesSlide7.xml" Id="R327fdf701d95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19269-821D-4820-985A-1E19E7F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FF5B8-C05C-491A-A430-676F8888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Performing facing, plain turning and step turning operations by using a lathe.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8B750-0B75-4E4D-9E74-FA8B45A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4E0BB-21CF-4A1E-BB1E-D1B0493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0340-9DED-4989-AABA-71A535D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80445-1A2C-4A53-8DC5-4E7942A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F9499-B605-40F0-8908-A3ABC5A5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9B2E1-CFE4-4AF9-B9CF-87219889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78651-AF7D-4F6D-8966-70F87A9A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2AB87-94C9-4F4F-9C93-0141588F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8A25C-1CBB-4436-A977-6D324BA9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59894-850E-4430-8C41-0C53A6F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ED433-76B4-4A4E-A07A-A07379B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48B10-E6A5-433D-B71C-20DF0E36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6FDEA-02E1-4E83-B7F0-37A7704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1/7</a:t>
            </a:r>
          </a:p>
        </p:txBody>
      </p:sp>
    </p:spTree>
    <p:extLst>
      <p:ext uri="{BB962C8B-B14F-4D97-AF65-F5344CB8AC3E}">
        <p14:creationId xmlns:p14="http://schemas.microsoft.com/office/powerpoint/2010/main" val="142228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75C32-EC33-4ED3-82BC-AD4C14E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35380-8D6F-4D6E-AC10-9DC4A37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0B231-3AB8-46DA-BF0B-602AEAE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0210B-4BA3-4210-9684-504EE857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Performing facing, plain turning and step turning operations by using a lathe.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45B59-AFC3-4546-BE21-D8503923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489C2-093F-4F9F-9CC4-EC0560F6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B204-C377-455E-B89E-4E0F01E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7A34-1931-4920-B2A1-E1D8329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1ADD0-C0D8-4C7B-A06A-4FEB7657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25B9-BD56-4461-B8DA-1F9E8ECC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454DF-D613-4EAE-94FB-BB474C7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5699B-FEAB-4692-92E2-D9ED23E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FD1CA-6A68-42CB-BAC3-D3519FD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DD4C8-7042-463C-8E42-CB43988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D8B3B-8096-4BB1-B6B1-2002021E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B9EBF-7693-4467-AB37-D773DB67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2/7</a:t>
            </a:r>
          </a:p>
        </p:txBody>
      </p:sp>
    </p:spTree>
    <p:extLst>
      <p:ext uri="{BB962C8B-B14F-4D97-AF65-F5344CB8AC3E}">
        <p14:creationId xmlns:p14="http://schemas.microsoft.com/office/powerpoint/2010/main" val="1729242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B472B-4F30-4B49-B9B0-3F2838DA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8B00F-D449-44AF-811A-47AC60BF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F7E34-D74F-4C0B-BBA3-EB8B0A9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2544E-646B-4BC5-A158-A8ED3AA6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Performing facing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plain turning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step turning operations by using a lathe.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50C77-10E2-425B-8EC9-D72DC44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4B399-A7F8-4393-89E6-793BFD7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17F0A-E3C4-45FC-AD4D-12422AF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facing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DEB3-484F-4121-B024-F0D1BEA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35F12-8B5E-4C02-8C8E-CBFBD6B8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DDAF5-7771-4B92-82FC-53CFE4A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0CD1F-C0BC-4BA7-96F9-D478355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turning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A3429-146E-432F-BAA1-EC90FCB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7A753-B398-4D15-9F25-74C73E3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78F10-1FEC-431C-B13C-9123873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9BA37-FF0C-4FD1-8E43-5D745B1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3/7</a:t>
            </a:r>
          </a:p>
        </p:txBody>
      </p:sp>
    </p:spTree>
    <p:extLst>
      <p:ext uri="{BB962C8B-B14F-4D97-AF65-F5344CB8AC3E}">
        <p14:creationId xmlns:p14="http://schemas.microsoft.com/office/powerpoint/2010/main" val="183937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3E604-E02A-4724-859C-3937E717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79B4B-4CBE-4915-A32B-A112D0F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4567E-6EE6-4D08-901E-9FFB4D30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43207-60B4-40C4-8CA8-B1C9D99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8243B-747B-471D-BC8C-030543F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DCBAC-7E76-4AC2-8D0D-78BCC7D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82224-94E8-49E6-A7A4-9410ED0B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30E1F-5757-4181-9DE5-9189796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4/7</a:t>
            </a:r>
          </a:p>
        </p:txBody>
      </p:sp>
    </p:spTree>
    <p:extLst>
      <p:ext uri="{BB962C8B-B14F-4D97-AF65-F5344CB8AC3E}">
        <p14:creationId xmlns:p14="http://schemas.microsoft.com/office/powerpoint/2010/main" val="1435233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9E3F4-A784-455A-9742-6808AE08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06E-5265-4E85-BDC3-251AB7B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1F8F-1584-4BFE-9AE9-4E7856CB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DD0A4-C0EB-433A-96D7-EBC80977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FBF0D-6D24-40B1-9E0F-02560D00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609B3-B2F4-4DF3-B920-82570274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EA1DF-1D85-4467-BD44-D1C807E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89B3A-2F5C-42FA-9EF8-1225CA83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EBF10-6ABE-474B-B96B-943AB9B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C02B6-45A6-467B-89C8-42D6A6E5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E7E09-D9A7-4319-8AA2-D9028702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4BCB0-4267-4ACB-9410-202F56C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51821-B8FA-4484-AA29-B4F95CD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A53C8-67A2-49DB-9461-B63B889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1A0AF-78A0-4ED6-8836-4E8F4DF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5/7</a:t>
            </a:r>
          </a:p>
        </p:txBody>
      </p:sp>
    </p:spTree>
    <p:extLst>
      <p:ext uri="{BB962C8B-B14F-4D97-AF65-F5344CB8AC3E}">
        <p14:creationId xmlns:p14="http://schemas.microsoft.com/office/powerpoint/2010/main" val="1727657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0B3C3A-8FAE-43CE-B95D-4810D2D7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6AF41-73E4-45BE-B4A2-65E6FE4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F5FA3-7E1F-4DDA-9A25-93171BAA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E968A-8024-4EC3-8EAF-E226AD22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BBF0B-6534-4E09-B9DD-1EC44C7B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B3014-DF12-42E2-9A95-89986E7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C370B-CAA6-4DF6-95FA-22CE319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87285-67FF-4E52-AFE1-EAD8F396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358DA-4E22-48C8-970F-9505DD69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8D830-7AE8-44D5-9435-884D5788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66BA9-548B-439B-946F-88E26E9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28DE6-F95E-4FFD-BD93-32E9A8E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621B8-9032-495D-9A1A-ADFB3227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86EAA-4E7D-46E0-B76A-B3E4200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19D3-5009-48AA-8700-9C7AFEE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F0D02-C4A0-4CAB-AE32-C8E6067C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12CD8-4C0F-49D6-8C45-61B47C7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C1E21-59D8-46D7-8330-BD46632A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C424C-0B3F-47CF-BAB8-322B9B0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18B43-C13F-4663-B411-24C97D6D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305B5-AB59-4FBB-948C-27023A2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24022-CFD6-42F9-8EF6-83B2EDDE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03142-AD47-490A-918B-8C3ADCD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B9EB5-5025-4D76-9A7F-E74E48E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5494B-89CF-44FF-B2E6-30B5136C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489EE-6C86-4906-81A2-B6C1BC3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6/7</a:t>
            </a:r>
          </a:p>
        </p:txBody>
      </p:sp>
    </p:spTree>
    <p:extLst>
      <p:ext uri="{BB962C8B-B14F-4D97-AF65-F5344CB8AC3E}">
        <p14:creationId xmlns:p14="http://schemas.microsoft.com/office/powerpoint/2010/main" val="375077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F2D76-F6A0-46DB-BC1E-004C3AE3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83340-40A7-46AC-8CB7-3589F45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F3DEE-AB32-49A6-87BC-5E8038CD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24AF-9786-47B9-89DB-5254AD64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793CD-108D-417D-97CF-16CEE983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70738-8805-411A-A41D-0E76235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65695-07D3-4EA5-ACDD-B221963E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7182E-9865-4686-A34D-A376DCDA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7/7</a:t>
            </a:r>
          </a:p>
        </p:txBody>
      </p:sp>
    </p:spTree>
    <p:extLst>
      <p:ext uri="{BB962C8B-B14F-4D97-AF65-F5344CB8AC3E}">
        <p14:creationId xmlns:p14="http://schemas.microsoft.com/office/powerpoint/2010/main" val="1900352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2026-08-24T06:38:46.6500000Z</dcterms:created>
  <dcterms:modified xsi:type="dcterms:W3CDTF">2026-08-24T06:38:46.6500000Z</dcterms:modified>
</coreProperties>
</file>