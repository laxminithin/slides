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d8bb3fd36444a" /><Relationship Type="http://schemas.openxmlformats.org/officeDocument/2006/relationships/extended-properties" Target="/docProps/app.xml" Id="Rca14cc5103a54bcd" /><Relationship Type="http://schemas.openxmlformats.org/officeDocument/2006/relationships/officeDocument" Target="/ppt/presentation.xml" Id="R1d6195e13a1c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684bfa4b14dc3"/>
  </p:sldMasterIdLst>
  <p:notesMasterIdLst>
    <p:notesMasterId xmlns:r="http://schemas.openxmlformats.org/officeDocument/2006/relationships" r:id="Rd6e1cd6ed3804562"/>
  </p:notesMasterIdLst>
  <p:sldIdLst>
    <p:sldId xmlns:r="http://schemas.openxmlformats.org/officeDocument/2006/relationships" id="256" r:id="R20bf84313ea6471f"/>
    <p:sldId xmlns:r="http://schemas.openxmlformats.org/officeDocument/2006/relationships" id="257" r:id="Rfb82cfb570e84bf1"/>
    <p:sldId xmlns:r="http://schemas.openxmlformats.org/officeDocument/2006/relationships" id="258" r:id="R2492e7e8ff3e47be"/>
    <p:sldId xmlns:r="http://schemas.openxmlformats.org/officeDocument/2006/relationships" id="259" r:id="Rcf665926821640fb"/>
    <p:sldId xmlns:r="http://schemas.openxmlformats.org/officeDocument/2006/relationships" id="260" r:id="R90d732b93d614d7d"/>
    <p:sldId xmlns:r="http://schemas.openxmlformats.org/officeDocument/2006/relationships" id="261" r:id="R4572b3e6efab4e58"/>
    <p:sldId xmlns:r="http://schemas.openxmlformats.org/officeDocument/2006/relationships" id="262" r:id="R2a036cb31d6e4a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c9891e020e4b20" /><Relationship Type="http://schemas.openxmlformats.org/officeDocument/2006/relationships/slideMaster" Target="/ppt/slideMasters/slideMaster1.xml" Id="R692684bfa4b14dc3" /><Relationship Type="http://schemas.openxmlformats.org/officeDocument/2006/relationships/notesMaster" Target="/ppt/notesMasters/notesMaster1.xml" Id="Rd6e1cd6ed3804562" /><Relationship Type="http://schemas.openxmlformats.org/officeDocument/2006/relationships/presProps" Target="/ppt/presProps.xml" Id="R2cbf677f90d94a7f" /><Relationship Type="http://schemas.openxmlformats.org/officeDocument/2006/relationships/tableStyles" Target="/ppt/tableStyles.xml" Id="Rac929354fe5e4e64" /><Relationship Type="http://schemas.openxmlformats.org/officeDocument/2006/relationships/slide" Target="/ppt/slides/slide1.xml" Id="R20bf84313ea6471f" /><Relationship Type="http://schemas.openxmlformats.org/officeDocument/2006/relationships/slide" Target="/ppt/slides/slide2.xml" Id="Rfb82cfb570e84bf1" /><Relationship Type="http://schemas.openxmlformats.org/officeDocument/2006/relationships/slide" Target="/ppt/slides/slide3.xml" Id="R2492e7e8ff3e47be" /><Relationship Type="http://schemas.openxmlformats.org/officeDocument/2006/relationships/slide" Target="/ppt/slides/slide4.xml" Id="Rcf665926821640fb" /><Relationship Type="http://schemas.openxmlformats.org/officeDocument/2006/relationships/slide" Target="/ppt/slides/slide5.xml" Id="R90d732b93d614d7d" /><Relationship Type="http://schemas.openxmlformats.org/officeDocument/2006/relationships/slide" Target="/ppt/slides/slide6.xml" Id="R4572b3e6efab4e58" /><Relationship Type="http://schemas.openxmlformats.org/officeDocument/2006/relationships/slide" Target="/ppt/slides/slide7.xml" Id="R2a036cb31d6e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67430c299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c0ada30b9486d" /><Relationship Type="http://schemas.openxmlformats.org/officeDocument/2006/relationships/notesMaster" Target="/ppt/notesMasters/notesMaster1.xml" Id="R808b4619844141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f3b8a75c734f9d" /><Relationship Type="http://schemas.openxmlformats.org/officeDocument/2006/relationships/notesMaster" Target="/ppt/notesMasters/notesMaster1.xml" Id="R58a62f72cce342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18aa906b54998" /><Relationship Type="http://schemas.openxmlformats.org/officeDocument/2006/relationships/notesMaster" Target="/ppt/notesMasters/notesMaster1.xml" Id="R9e8c948e6ae845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4a1aca9de4682" /><Relationship Type="http://schemas.openxmlformats.org/officeDocument/2006/relationships/notesMaster" Target="/ppt/notesMasters/notesMaster1.xml" Id="Rf00d5766cdd347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40938310804d32" /><Relationship Type="http://schemas.openxmlformats.org/officeDocument/2006/relationships/notesMaster" Target="/ppt/notesMasters/notesMaster1.xml" Id="R11d36303c2544d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657f722e849fb" /><Relationship Type="http://schemas.openxmlformats.org/officeDocument/2006/relationships/notesMaster" Target="/ppt/notesMasters/notesMaster1.xml" Id="R968114cf728f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4f97ef27044d2" /><Relationship Type="http://schemas.openxmlformats.org/officeDocument/2006/relationships/notesMaster" Target="/ppt/notesMasters/notesMaster1.xml" Id="R8c16492a2b18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193e40ee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ee98f771840fd" /><Relationship Type="http://schemas.openxmlformats.org/officeDocument/2006/relationships/slideLayout" Target="/ppt/slideLayouts/slideLayout1.xml" Id="Recedc80f50cb48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dc80f50cb48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02da5e4d45d3" /><Relationship Type="http://schemas.openxmlformats.org/officeDocument/2006/relationships/notesSlide" Target="/ppt/notesSlides/notesSlide1.xml" Id="Rad8a43b11ecb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40700d60449c6" /><Relationship Type="http://schemas.openxmlformats.org/officeDocument/2006/relationships/notesSlide" Target="/ppt/notesSlides/notesSlide2.xml" Id="R267c5c47e72346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1b59e4c941cf" /><Relationship Type="http://schemas.openxmlformats.org/officeDocument/2006/relationships/notesSlide" Target="/ppt/notesSlides/notesSlide3.xml" Id="R65eeec8504aa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acdd138e64adc" /><Relationship Type="http://schemas.openxmlformats.org/officeDocument/2006/relationships/notesSlide" Target="/ppt/notesSlides/notesSlide4.xml" Id="R6f21f2c2a14c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6021682f4c2b" /><Relationship Type="http://schemas.openxmlformats.org/officeDocument/2006/relationships/notesSlide" Target="/ppt/notesSlides/notesSlide5.xml" Id="Rf566f8ab92d8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785a60cdd4bd1" /><Relationship Type="http://schemas.openxmlformats.org/officeDocument/2006/relationships/notesSlide" Target="/ppt/notesSlides/notesSlide6.xml" Id="R1ae78f051579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1e611494948ca" /><Relationship Type="http://schemas.openxmlformats.org/officeDocument/2006/relationships/notesSlide" Target="/ppt/notesSlides/notesSlide7.xml" Id="Raddfeb0eaae749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0AD73-6AA9-4644-83C9-6AD2DAE0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8EF17-7BA3-4BD0-8BAE-CA20FBD9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Investigation of the effect of additives on the viscosity of base fuels.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0A51A-C9DD-4AAC-A550-1ABC2152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DCE42-DFAB-4F74-94CF-E757F77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48EED-DA46-409A-A77B-829E155E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FB10D-9C06-41C2-A933-027D2AF2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5226D-ADD6-4AF0-BDC8-A0D4F982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3DBA7-5D1C-4F1F-B6B3-7D58B39E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FD01E-88C5-442C-9F2C-7BA1570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2DDEB-A738-48F5-87D6-2426442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CE669-6AFD-4E53-A96D-EB02489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E37F8-39C8-4D9B-8DBB-E6731FE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4F330-D0E6-4A98-83CA-05572C49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6098C-82FD-4972-A8AE-FC95632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801A4-1BDD-4B3B-A30A-F36AB9D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1/7</a:t>
            </a:r>
          </a:p>
        </p:txBody>
      </p:sp>
    </p:spTree>
    <p:extLst>
      <p:ext uri="{BB962C8B-B14F-4D97-AF65-F5344CB8AC3E}">
        <p14:creationId xmlns:p14="http://schemas.microsoft.com/office/powerpoint/2010/main" val="472875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837C6-B432-4FDF-B9CB-A55213B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FA25F-2625-43F6-8896-B7BC862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87A87-ADDD-4DFB-987D-93A6797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DF684-C3E3-4809-A0B4-55FB879B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Investigation of the effect of additives on the viscosity of base fuels.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DA2B7-C3B6-4660-A645-E82F356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A3AEE-18A0-4C95-80ED-6AB1972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AB804-C469-4145-8956-8950E6A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460C8-8381-4DF4-BE8D-6F4D8F26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FB42C-8006-4079-8654-721AB4DD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38A6F-C14D-4BC1-96C2-4A00E28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39EA4-AB3F-45CC-B491-9C4FC3BD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73F02-8554-4BF3-899D-4EB9C88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7A489-5C49-4A7C-B6CB-3C28404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F31BC-9F5D-430B-87D6-E2FF410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29242-4743-45FC-9FA7-86BCE76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1142E-1775-40E7-BD66-08B426A8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2/7</a:t>
            </a:r>
          </a:p>
        </p:txBody>
      </p:sp>
    </p:spTree>
    <p:extLst>
      <p:ext uri="{BB962C8B-B14F-4D97-AF65-F5344CB8AC3E}">
        <p14:creationId xmlns:p14="http://schemas.microsoft.com/office/powerpoint/2010/main" val="1745648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F3CDD-AA89-476C-8746-72547F55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410F6-C466-4070-8195-2E4CAB2B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65B7C-2926-4C69-A6FF-0C904747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895E-DB12-4326-AE5D-FC3F7C1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Investigation of the effect of additives on the viscosity of base fuels.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4BF1D-0324-47D3-B1F5-0EE8DB0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2ABE-2FCB-4CD7-8CBE-9E8BDB7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FEC1D-F1C9-4917-B16D-AED070D4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99D39-3A72-43C3-9E1B-92B7FAA4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BFDB6-0F51-4BAC-9C86-8B234C4A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additives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57524-DB03-4411-870C-AF7A957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FC291-D0B1-4C85-9126-E9F689A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viscosity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3F37B-0A37-4DBC-94F9-02BB80C7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1B940-900D-46ED-A994-EFA393E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35F16-C337-4B38-B7CA-DA863C1D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9C1D4-456F-4C0F-AAB5-280B83F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3/7</a:t>
            </a:r>
          </a:p>
        </p:txBody>
      </p:sp>
    </p:spTree>
    <p:extLst>
      <p:ext uri="{BB962C8B-B14F-4D97-AF65-F5344CB8AC3E}">
        <p14:creationId xmlns:p14="http://schemas.microsoft.com/office/powerpoint/2010/main" val="807938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B6BD1-8AE3-4B26-AC7D-BA2D69E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8283B-35CE-47F2-9F58-CA0FE41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533D9-63B3-4FAA-91C9-0985F717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4A0F6-ACE1-4108-B792-60093FD0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87E4-4CBF-4826-AEB6-98C9E80E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7FF22-B245-4E39-8C19-94C341E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D4CE-2224-4938-8861-3064B46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681BE-97D8-4FE3-9FC6-B3B606D8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4/7</a:t>
            </a:r>
          </a:p>
        </p:txBody>
      </p:sp>
    </p:spTree>
    <p:extLst>
      <p:ext uri="{BB962C8B-B14F-4D97-AF65-F5344CB8AC3E}">
        <p14:creationId xmlns:p14="http://schemas.microsoft.com/office/powerpoint/2010/main" val="317414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30D08-3C31-4040-9841-522A0C1C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38C5E-2501-4B67-81FB-E260ADF3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05470-CC3A-4E67-8B92-78B8760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6268E-CE0A-45BB-B35B-F7D3945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05DB4-27B3-44AA-B772-570A67A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58C62-F9B5-4AF7-A056-55DC262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FBB6C-36D3-4991-ACC8-EF8E824F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C8B32-F3F2-4560-A47B-BFE5F7C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F9C1F-1152-48C6-AB92-D6A26ECC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67DCD-5E54-4D24-AB3A-C426ED23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8FC52-FFB8-4C14-804C-0DB00D43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49EF1-5C07-478D-BBC6-06367A6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BB1F9-997E-4B0F-BB41-00DE3AA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56F11-F118-4DA8-813F-1D8B2640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77432-AF1C-4A8F-9235-057FB6E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5/7</a:t>
            </a:r>
          </a:p>
        </p:txBody>
      </p:sp>
    </p:spTree>
    <p:extLst>
      <p:ext uri="{BB962C8B-B14F-4D97-AF65-F5344CB8AC3E}">
        <p14:creationId xmlns:p14="http://schemas.microsoft.com/office/powerpoint/2010/main" val="1481767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1AA4A-5270-436E-B81B-3974A88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05FC6-1CBF-4973-A33B-C48DCC74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F4291-72A2-4668-866A-752171B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682D5-7B2B-4FCB-99DD-C06D3108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B3A8-D448-4232-9F39-48B09C2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BF0E0-B046-4B67-82DF-7FCC226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E1011-4FBF-4E90-96EC-2AE837C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93CBB-3BB5-4954-9D32-3D59C8C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A6AEA-A84A-499A-82AE-67FE07C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4F2C0-3C9F-4FF2-8330-8D286793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C92FF-BF48-466A-B883-DC0481FB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D85D6-07EB-4888-BE04-783CF06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A0DC4-6627-44C4-9602-7774FDC7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F2D09-0D9A-4ABB-B299-0E4B2B0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6B001-5730-4A23-AB18-5C217B7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46964-7280-4330-AF85-5D16F05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24AA6-1EBB-4402-BA89-E7F77527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10813-A4CA-4920-9892-C74EA6A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87624-68D4-4DA6-99C9-C0AD67C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6FE44-BAF0-4FD3-99D6-F15A999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D0F7E-4DBE-4271-ABE7-374B7851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FB9FF-00EE-40DC-804D-B28F32C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FE51E-6F7F-4A52-8283-D96D49A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A6294-33E2-46E7-A47F-63B63AE6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91A4E-0D85-47BE-B7CF-765FBCC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96E5A-BF3A-4F75-A91C-A211FC7D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6/7</a:t>
            </a:r>
          </a:p>
        </p:txBody>
      </p:sp>
    </p:spTree>
    <p:extLst>
      <p:ext uri="{BB962C8B-B14F-4D97-AF65-F5344CB8AC3E}">
        <p14:creationId xmlns:p14="http://schemas.microsoft.com/office/powerpoint/2010/main" val="2136853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82113-12F2-4A0D-8678-62EC3C3A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38FB4-03BF-4A32-8D67-BE116C2A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5C6E9-78C7-438A-A0D5-0B4C5BC7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DBBD-063F-46DD-A857-F4DEB228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3EC03-5A88-4A26-B6DF-EE8FDC5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7F7D2-BB98-4A87-A69D-2EA94C4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B89AC-6E5B-4F34-9221-D3D4BEC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41682-B314-46FD-8FAB-BD79AE98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7/7</a:t>
            </a:r>
          </a:p>
        </p:txBody>
      </p:sp>
    </p:spTree>
    <p:extLst>
      <p:ext uri="{BB962C8B-B14F-4D97-AF65-F5344CB8AC3E}">
        <p14:creationId xmlns:p14="http://schemas.microsoft.com/office/powerpoint/2010/main" val="1896852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2026-08-24T06:38:47.0940000Z</dcterms:created>
  <dcterms:modified xsi:type="dcterms:W3CDTF">2026-08-24T06:38:47.0940000Z</dcterms:modified>
</coreProperties>
</file>