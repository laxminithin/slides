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7f6d3351fc4cc0" /><Relationship Type="http://schemas.openxmlformats.org/officeDocument/2006/relationships/extended-properties" Target="/docProps/app.xml" Id="Rca273113b9954deb" /><Relationship Type="http://schemas.openxmlformats.org/officeDocument/2006/relationships/officeDocument" Target="/ppt/presentation.xml" Id="R7f03176e3b484a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53f552e4dc4c61"/>
  </p:sldMasterIdLst>
  <p:notesMasterIdLst>
    <p:notesMasterId xmlns:r="http://schemas.openxmlformats.org/officeDocument/2006/relationships" r:id="R94fda1596a2d40c0"/>
  </p:notesMasterIdLst>
  <p:sldIdLst>
    <p:sldId xmlns:r="http://schemas.openxmlformats.org/officeDocument/2006/relationships" id="256" r:id="R157b13d65a0a47f5"/>
    <p:sldId xmlns:r="http://schemas.openxmlformats.org/officeDocument/2006/relationships" id="257" r:id="Rb20edf4b1d1a47e2"/>
    <p:sldId xmlns:r="http://schemas.openxmlformats.org/officeDocument/2006/relationships" id="258" r:id="Rd259f4fff6b34958"/>
    <p:sldId xmlns:r="http://schemas.openxmlformats.org/officeDocument/2006/relationships" id="259" r:id="R065c6bf022d5432a"/>
    <p:sldId xmlns:r="http://schemas.openxmlformats.org/officeDocument/2006/relationships" id="260" r:id="R45331eb239aa4b35"/>
    <p:sldId xmlns:r="http://schemas.openxmlformats.org/officeDocument/2006/relationships" id="261" r:id="R7b647e0f8867400b"/>
    <p:sldId xmlns:r="http://schemas.openxmlformats.org/officeDocument/2006/relationships" id="262" r:id="R42cac4c0c63c4f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254dec7e6f4182" /><Relationship Type="http://schemas.openxmlformats.org/officeDocument/2006/relationships/slideMaster" Target="/ppt/slideMasters/slideMaster1.xml" Id="R4753f552e4dc4c61" /><Relationship Type="http://schemas.openxmlformats.org/officeDocument/2006/relationships/notesMaster" Target="/ppt/notesMasters/notesMaster1.xml" Id="R94fda1596a2d40c0" /><Relationship Type="http://schemas.openxmlformats.org/officeDocument/2006/relationships/presProps" Target="/ppt/presProps.xml" Id="R352c596e4492411a" /><Relationship Type="http://schemas.openxmlformats.org/officeDocument/2006/relationships/tableStyles" Target="/ppt/tableStyles.xml" Id="Rf19b3f57b3324b2c" /><Relationship Type="http://schemas.openxmlformats.org/officeDocument/2006/relationships/slide" Target="/ppt/slides/slide1.xml" Id="R157b13d65a0a47f5" /><Relationship Type="http://schemas.openxmlformats.org/officeDocument/2006/relationships/slide" Target="/ppt/slides/slide2.xml" Id="Rb20edf4b1d1a47e2" /><Relationship Type="http://schemas.openxmlformats.org/officeDocument/2006/relationships/slide" Target="/ppt/slides/slide3.xml" Id="Rd259f4fff6b34958" /><Relationship Type="http://schemas.openxmlformats.org/officeDocument/2006/relationships/slide" Target="/ppt/slides/slide4.xml" Id="R065c6bf022d5432a" /><Relationship Type="http://schemas.openxmlformats.org/officeDocument/2006/relationships/slide" Target="/ppt/slides/slide5.xml" Id="R45331eb239aa4b35" /><Relationship Type="http://schemas.openxmlformats.org/officeDocument/2006/relationships/slide" Target="/ppt/slides/slide6.xml" Id="R7b647e0f8867400b" /><Relationship Type="http://schemas.openxmlformats.org/officeDocument/2006/relationships/slide" Target="/ppt/slides/slide7.xml" Id="R42cac4c0c63c4f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a55d80b53545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10707987d24cdc" /><Relationship Type="http://schemas.openxmlformats.org/officeDocument/2006/relationships/notesMaster" Target="/ppt/notesMasters/notesMaster1.xml" Id="Rfac00f5e6bad44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e0400360454ed3" /><Relationship Type="http://schemas.openxmlformats.org/officeDocument/2006/relationships/notesMaster" Target="/ppt/notesMasters/notesMaster1.xml" Id="R80cf849650804a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a474c828e14975" /><Relationship Type="http://schemas.openxmlformats.org/officeDocument/2006/relationships/notesMaster" Target="/ppt/notesMasters/notesMaster1.xml" Id="R574466b2d62643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1419e5f8e94713" /><Relationship Type="http://schemas.openxmlformats.org/officeDocument/2006/relationships/notesMaster" Target="/ppt/notesMasters/notesMaster1.xml" Id="R0009fde03f4643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2275572f3f43ab" /><Relationship Type="http://schemas.openxmlformats.org/officeDocument/2006/relationships/notesMaster" Target="/ppt/notesMasters/notesMaster1.xml" Id="Rb31c1e935f3541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5722c32f612465c" /><Relationship Type="http://schemas.openxmlformats.org/officeDocument/2006/relationships/notesMaster" Target="/ppt/notesMasters/notesMaster1.xml" Id="Rffea4e9cd9154f6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24db00def6c4b36" /><Relationship Type="http://schemas.openxmlformats.org/officeDocument/2006/relationships/notesMaster" Target="/ppt/notesMasters/notesMaster1.xml" Id="R9280ca748f4a4d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6bd3e0000148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d9b90b7cb64fcd" /><Relationship Type="http://schemas.openxmlformats.org/officeDocument/2006/relationships/slideLayout" Target="/ppt/slideLayouts/slideLayout1.xml" Id="R0ef6f42e1d044f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f6f42e1d044f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26a2cf317348e4" /><Relationship Type="http://schemas.openxmlformats.org/officeDocument/2006/relationships/notesSlide" Target="/ppt/notesSlides/notesSlide1.xml" Id="Rc115743ee1a345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8014e1ebe243f3" /><Relationship Type="http://schemas.openxmlformats.org/officeDocument/2006/relationships/notesSlide" Target="/ppt/notesSlides/notesSlide2.xml" Id="Rbed346b281dd42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5740d84b31455c" /><Relationship Type="http://schemas.openxmlformats.org/officeDocument/2006/relationships/notesSlide" Target="/ppt/notesSlides/notesSlide3.xml" Id="R7d2340301f1649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bc054665ec4943" /><Relationship Type="http://schemas.openxmlformats.org/officeDocument/2006/relationships/notesSlide" Target="/ppt/notesSlides/notesSlide4.xml" Id="R3499441c831b4f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abd370a5444f81" /><Relationship Type="http://schemas.openxmlformats.org/officeDocument/2006/relationships/notesSlide" Target="/ppt/notesSlides/notesSlide5.xml" Id="Rc779d2af7f9744c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71a63b30d64d66" /><Relationship Type="http://schemas.openxmlformats.org/officeDocument/2006/relationships/notesSlide" Target="/ppt/notesSlides/notesSlide6.xml" Id="R9c049c0323db4ec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66704331f34f35" /><Relationship Type="http://schemas.openxmlformats.org/officeDocument/2006/relationships/notesSlide" Target="/ppt/notesSlides/notesSlide7.xml" Id="R300d8251dd6d49d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87427A-05AC-451D-B5AA-A5A865FC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57E64D-4272-4EC0-964B-10328A19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Determination of the hardness of materials using hardness testing machine.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08FD3C-7E42-4447-BB15-FEA06009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Elements of Mechanical Engineering Lab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1BEMEL105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 / 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17E885-FF64-4D17-99C0-C5758C46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A8BBF9-6A10-4CF0-8CE9-F8ED4B76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01DFA1-FB0C-44B5-AABB-C99DF988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64861C-7D2C-4B8F-A24C-52820B7B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37BBE8-8D3F-458A-AE1B-D77E69D1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DDB007-5B11-4C94-8E29-A09422FE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B478D1-10EF-4CA5-BBB3-81562AD5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20CA56-7041-4EEE-B9A4-378B726F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C56E9C-7A68-4BE5-8386-646C3088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029E3C-0193-45E1-972E-815159F3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DEEBE4-B355-4424-B27C-41955560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EAB612-574E-4CB5-BEAA-0365E2C1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6 | 1/7</a:t>
            </a:r>
          </a:p>
        </p:txBody>
      </p:sp>
    </p:spTree>
    <p:extLst>
      <p:ext uri="{BB962C8B-B14F-4D97-AF65-F5344CB8AC3E}">
        <p14:creationId xmlns:p14="http://schemas.microsoft.com/office/powerpoint/2010/main" val="4232860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C14EAC-10BC-4FD5-843D-FF301D93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F53067-6A2A-4F91-A512-A7CB9229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931B0B-2C59-4B1C-8C3B-9B8E20F2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8FC610-EF3F-4A1F-86C7-7C1CB285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Determination of the hardness of materials using hardness testing machine.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D7F7CF-E89B-4FFD-AA0A-721A3587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4FBEBE-76D0-416F-9E9D-A3B52B33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56C1A7-B004-47DC-B8CD-5C05D9CB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01E8E9-D3DF-4EB5-BAD8-7955B4FE3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6DF23B-137E-44D2-AB5F-71A2CCFD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E429AB-2C62-4936-BFE0-D32CC67D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051F06-36CA-4DB8-9857-B47F6942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32DDB4-1753-4ECA-AB83-170AEFC1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00CE5C-5CD3-467A-8782-778489EF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17BF24-B6D4-4751-AA96-4845FA69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F3DD89-8DCF-464D-BE69-F04E0EAF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998BBC-2B99-4C51-B999-782B0745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6 | 2/7</a:t>
            </a:r>
          </a:p>
        </p:txBody>
      </p:sp>
    </p:spTree>
    <p:extLst>
      <p:ext uri="{BB962C8B-B14F-4D97-AF65-F5344CB8AC3E}">
        <p14:creationId xmlns:p14="http://schemas.microsoft.com/office/powerpoint/2010/main" val="4182973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039482-EEE5-459F-89C6-AE532274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99003A-A217-48CC-84AC-26365873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A6533C-29C9-432A-9A67-31771662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5EBE2C-CE32-432A-A2E0-36B53CB0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Determination of the hardness of materials using hardness testing machine.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882C97-8E22-4EA2-9B52-6F7FB28C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Determination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62E9E8-B468-446D-A060-3A2B2518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817A21-601D-476A-BEF2-FC7EF068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hardness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EE5D0B-0D0C-470F-8D01-03636E92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8A83D5-FDE4-48A2-8B12-9F03B570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materials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98DE57-D8E6-40F6-832E-BF6063EA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66614D-7413-4506-BBE8-C0CDF191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testing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772F4A-5CA4-48E1-B05A-E28A9A83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F7E684-945F-4226-9716-E0BC0EDB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machine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5CCBA0-D81C-4126-B080-D974551F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5130BA-CF72-4F42-8618-34F5A427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6 | 3/7</a:t>
            </a:r>
          </a:p>
        </p:txBody>
      </p:sp>
    </p:spTree>
    <p:extLst>
      <p:ext uri="{BB962C8B-B14F-4D97-AF65-F5344CB8AC3E}">
        <p14:creationId xmlns:p14="http://schemas.microsoft.com/office/powerpoint/2010/main" val="7463483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7E4BFE-3E8A-477C-9CAA-F7FF5972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6F4BC4-A06F-4C04-AEF2-EC0050A9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6D3BCE-6721-47A8-B6E9-B217C1EE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3C9E29-AFD8-47B3-A2E1-DF7B6CA5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A219AE-0BCE-4C56-93D6-ED502B69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F3D63C-652F-4186-916E-A112D906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94F532-83A1-4CF4-85D2-8EC92A57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E3D7C7-5B8B-427E-A6F3-B0A6CE35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6 | 4/7</a:t>
            </a:r>
          </a:p>
        </p:txBody>
      </p:sp>
    </p:spTree>
    <p:extLst>
      <p:ext uri="{BB962C8B-B14F-4D97-AF65-F5344CB8AC3E}">
        <p14:creationId xmlns:p14="http://schemas.microsoft.com/office/powerpoint/2010/main" val="7513572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A3EA19-BCEE-44DD-80A1-0E39E0DB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241B53-9BA6-4974-BAF7-9389A14B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699125-E8DD-4C2F-94C2-57BB23303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370C49-2B05-47EE-A46F-3EC16432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ED0342-1039-49FF-B00C-119C0C3A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7E81B3-7B6D-4F24-A96A-77CED9D84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0444C8-CF2F-4258-BCC8-0989D33A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9562C9-01B0-4314-966A-3D4BE0F3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AD2BC2-E950-4CC3-B188-56800501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10F74B-28ED-4482-B3EB-D2032948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7DF2ED-EA2B-4FA7-BC7B-BF4832B9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53E59A-2E5C-426F-9F5C-696CC380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9FCCCA-7F33-4D1F-BE9F-5FF176AA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D232E9-5AA5-45E9-8EED-F678FDF7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84B057-88E7-442E-B431-0304FB36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6 | 5/7</a:t>
            </a:r>
          </a:p>
        </p:txBody>
      </p:sp>
    </p:spTree>
    <p:extLst>
      <p:ext uri="{BB962C8B-B14F-4D97-AF65-F5344CB8AC3E}">
        <p14:creationId xmlns:p14="http://schemas.microsoft.com/office/powerpoint/2010/main" val="15840890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C0E81C-8AB6-48C2-AA6D-E488D706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23C65D-0C2D-4CEB-8915-B3DE6E740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E55525-FE08-484F-8323-970596A6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5E7B93-6553-49E0-A15E-EC9A6C7C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E9F114-1B2C-40E2-BE9B-7027D0BC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2BE2EA-E65C-47D3-9B8A-B9F968B2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5FA639-B6F7-446B-A868-252DBAEA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1ACEAC-80D6-4D7F-8A5A-6BF3AA45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CF9A3F-8CE9-4934-B031-8C56359F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DC4E8A-51C6-4901-9D89-8D0D3DA2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11B34C-EBE8-438A-9192-A6CB87D1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A9FAF1-6FF7-4833-8DCD-995DCCCC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FED7B3-2EF5-4EBB-A15D-55E08E0E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F1D528-AA28-4841-800E-7F8045E3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EA2744-9CBD-42C4-8CB7-87E9A7AA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5CA41D-9E54-464D-88A5-836237C4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E5F3B6-5A6F-4A13-8EE1-CC4DB5020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956493-21F2-4961-8113-FD9E750C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4BBF02-146F-42FD-A034-D42ACA0A3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5C7CFD-B3FF-4046-BC14-7E5AE9B2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B22593-F892-4400-981F-284C9F10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75E63B-F980-4A50-A257-CD662351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3AAB4C-B4CF-40C9-A9BD-96F2D727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4A100A-BB84-4462-9DD9-3157C968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750BA8-7A85-4B0C-8317-E58A8901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36E8C7-C78D-44D0-9A2E-3CB2675F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6 | 6/7</a:t>
            </a:r>
          </a:p>
        </p:txBody>
      </p:sp>
    </p:spTree>
    <p:extLst>
      <p:ext uri="{BB962C8B-B14F-4D97-AF65-F5344CB8AC3E}">
        <p14:creationId xmlns:p14="http://schemas.microsoft.com/office/powerpoint/2010/main" val="12075833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FF7CD1-FC05-4221-BCCD-D956F2722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30DE2B-7B48-4580-AF24-9DA933E5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68C2BD-8C9E-4FE1-A8E1-CEE4872B5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A0F97C-9D94-47FE-827F-5A4BC76B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4FE0E9-8A9A-4025-A7AD-3840F0FB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FA6E67-CD05-4069-A6FE-E95AEA78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experiment?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F1ECBC-7245-4E56-A6DA-C68D10F2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D41C3F-4502-4375-B619-C5D767FB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6 | 7/7</a:t>
            </a:r>
          </a:p>
        </p:txBody>
      </p:sp>
    </p:spTree>
    <p:extLst>
      <p:ext uri="{BB962C8B-B14F-4D97-AF65-F5344CB8AC3E}">
        <p14:creationId xmlns:p14="http://schemas.microsoft.com/office/powerpoint/2010/main" val="17054533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2026-08-24T06:38:46.8950000Z</dcterms:created>
  <dcterms:modified xsi:type="dcterms:W3CDTF">2026-08-24T06:38:46.8950000Z</dcterms:modified>
</coreProperties>
</file>