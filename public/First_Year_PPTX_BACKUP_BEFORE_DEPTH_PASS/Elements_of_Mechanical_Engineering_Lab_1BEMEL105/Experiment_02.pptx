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6c70a2c06482c" /><Relationship Type="http://schemas.openxmlformats.org/officeDocument/2006/relationships/extended-properties" Target="/docProps/app.xml" Id="Rd1a453cfa2c34836" /><Relationship Type="http://schemas.openxmlformats.org/officeDocument/2006/relationships/officeDocument" Target="/ppt/presentation.xml" Id="Ra0085dea5f0844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89067637b4215"/>
  </p:sldMasterIdLst>
  <p:notesMasterIdLst>
    <p:notesMasterId xmlns:r="http://schemas.openxmlformats.org/officeDocument/2006/relationships" r:id="R60117a46964349df"/>
  </p:notesMasterIdLst>
  <p:sldIdLst>
    <p:sldId xmlns:r="http://schemas.openxmlformats.org/officeDocument/2006/relationships" id="256" r:id="R0dfa64348cae460c"/>
    <p:sldId xmlns:r="http://schemas.openxmlformats.org/officeDocument/2006/relationships" id="257" r:id="R31aad4c665f149c5"/>
    <p:sldId xmlns:r="http://schemas.openxmlformats.org/officeDocument/2006/relationships" id="258" r:id="R06001d83352b4d50"/>
    <p:sldId xmlns:r="http://schemas.openxmlformats.org/officeDocument/2006/relationships" id="259" r:id="Re0c8f48638014e82"/>
    <p:sldId xmlns:r="http://schemas.openxmlformats.org/officeDocument/2006/relationships" id="260" r:id="R777a20937ac44a88"/>
    <p:sldId xmlns:r="http://schemas.openxmlformats.org/officeDocument/2006/relationships" id="261" r:id="Rf0f904eeab8d4fc9"/>
    <p:sldId xmlns:r="http://schemas.openxmlformats.org/officeDocument/2006/relationships" id="262" r:id="R7b1f518d01114f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90a738d7f74941" /><Relationship Type="http://schemas.openxmlformats.org/officeDocument/2006/relationships/slideMaster" Target="/ppt/slideMasters/slideMaster1.xml" Id="Rbd089067637b4215" /><Relationship Type="http://schemas.openxmlformats.org/officeDocument/2006/relationships/notesMaster" Target="/ppt/notesMasters/notesMaster1.xml" Id="R60117a46964349df" /><Relationship Type="http://schemas.openxmlformats.org/officeDocument/2006/relationships/presProps" Target="/ppt/presProps.xml" Id="Rad7fd914798f4f1f" /><Relationship Type="http://schemas.openxmlformats.org/officeDocument/2006/relationships/tableStyles" Target="/ppt/tableStyles.xml" Id="Re9d3f983ba6b4afc" /><Relationship Type="http://schemas.openxmlformats.org/officeDocument/2006/relationships/slide" Target="/ppt/slides/slide1.xml" Id="R0dfa64348cae460c" /><Relationship Type="http://schemas.openxmlformats.org/officeDocument/2006/relationships/slide" Target="/ppt/slides/slide2.xml" Id="R31aad4c665f149c5" /><Relationship Type="http://schemas.openxmlformats.org/officeDocument/2006/relationships/slide" Target="/ppt/slides/slide3.xml" Id="R06001d83352b4d50" /><Relationship Type="http://schemas.openxmlformats.org/officeDocument/2006/relationships/slide" Target="/ppt/slides/slide4.xml" Id="Re0c8f48638014e82" /><Relationship Type="http://schemas.openxmlformats.org/officeDocument/2006/relationships/slide" Target="/ppt/slides/slide5.xml" Id="R777a20937ac44a88" /><Relationship Type="http://schemas.openxmlformats.org/officeDocument/2006/relationships/slide" Target="/ppt/slides/slide6.xml" Id="Rf0f904eeab8d4fc9" /><Relationship Type="http://schemas.openxmlformats.org/officeDocument/2006/relationships/slide" Target="/ppt/slides/slide7.xml" Id="R7b1f518d0111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618d3a365e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03184ed6f405f" /><Relationship Type="http://schemas.openxmlformats.org/officeDocument/2006/relationships/notesMaster" Target="/ppt/notesMasters/notesMaster1.xml" Id="Rb1a9e2da6a4744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abb9b497dd4d54" /><Relationship Type="http://schemas.openxmlformats.org/officeDocument/2006/relationships/notesMaster" Target="/ppt/notesMasters/notesMaster1.xml" Id="R6d75dcea1a04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14ff3476f04626" /><Relationship Type="http://schemas.openxmlformats.org/officeDocument/2006/relationships/notesMaster" Target="/ppt/notesMasters/notesMaster1.xml" Id="R525d3593d69c46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aedd67e1224bef" /><Relationship Type="http://schemas.openxmlformats.org/officeDocument/2006/relationships/notesMaster" Target="/ppt/notesMasters/notesMaster1.xml" Id="R4a625599871348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4bb5efe4ad4d2e" /><Relationship Type="http://schemas.openxmlformats.org/officeDocument/2006/relationships/notesMaster" Target="/ppt/notesMasters/notesMaster1.xml" Id="R1951427ed28146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4bb853cb61417d" /><Relationship Type="http://schemas.openxmlformats.org/officeDocument/2006/relationships/notesMaster" Target="/ppt/notesMasters/notesMaster1.xml" Id="R4695b74bcd85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8db20b789c46c8" /><Relationship Type="http://schemas.openxmlformats.org/officeDocument/2006/relationships/notesMaster" Target="/ppt/notesMasters/notesMaster1.xml" Id="R4373d5f160ac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a389278db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9d70f823634335" /><Relationship Type="http://schemas.openxmlformats.org/officeDocument/2006/relationships/slideLayout" Target="/ppt/slideLayouts/slideLayout1.xml" Id="R8c61042f7c44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1042f7c44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8f31bd8394053" /><Relationship Type="http://schemas.openxmlformats.org/officeDocument/2006/relationships/notesSlide" Target="/ppt/notesSlides/notesSlide1.xml" Id="Rf9bdd39c892d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dbff098ba4448" /><Relationship Type="http://schemas.openxmlformats.org/officeDocument/2006/relationships/notesSlide" Target="/ppt/notesSlides/notesSlide2.xml" Id="Re43d2a38716b4a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3aaea0ab4432f" /><Relationship Type="http://schemas.openxmlformats.org/officeDocument/2006/relationships/notesSlide" Target="/ppt/notesSlides/notesSlide3.xml" Id="R105d17e48d8d44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644bafd194dcc" /><Relationship Type="http://schemas.openxmlformats.org/officeDocument/2006/relationships/notesSlide" Target="/ppt/notesSlides/notesSlide4.xml" Id="R2bd8b20cf3a5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fe93d95e744d4" /><Relationship Type="http://schemas.openxmlformats.org/officeDocument/2006/relationships/notesSlide" Target="/ppt/notesSlides/notesSlide5.xml" Id="R9798f8a18cd049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f88e50b984341" /><Relationship Type="http://schemas.openxmlformats.org/officeDocument/2006/relationships/notesSlide" Target="/ppt/notesSlides/notesSlide6.xml" Id="R3f6ee352baa546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2aaa4355d4c75" /><Relationship Type="http://schemas.openxmlformats.org/officeDocument/2006/relationships/notesSlide" Target="/ppt/notesSlides/notesSlide7.xml" Id="Ra9bf110a0d8342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B39D6-0B71-4F85-9116-8EBBEB44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97FD0-5018-41ED-AF70-992E535C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Performing facing, plain turning and knurling operations by using a lathe.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D6284-E33D-4B07-ABEC-1AD1463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1C433-5D7D-4DFB-80AF-23DF99D3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36831-CC6C-42B8-90BC-F5CD037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B26A1-F3ED-430D-A8BA-0660057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06089-427C-4F6E-A54A-D9F2CB5E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36146-0664-41AD-BCBD-EC03A18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03EF4-8B48-47D7-AFC5-6B8A0373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93D1F-F623-4070-A626-B2A847C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9F5BD-8188-46A7-9359-49763329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B4CA9-57D7-40BC-BB18-6DE52DE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1B5A0-DFC8-450C-B01C-CE4A99FB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508A5-89F1-49E6-B41C-2192AD4C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36EB9-AC12-42F6-B586-DAB695F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1/7</a:t>
            </a:r>
          </a:p>
        </p:txBody>
      </p:sp>
    </p:spTree>
    <p:extLst>
      <p:ext uri="{BB962C8B-B14F-4D97-AF65-F5344CB8AC3E}">
        <p14:creationId xmlns:p14="http://schemas.microsoft.com/office/powerpoint/2010/main" val="1458935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40C48-3CC1-48FD-A9C4-D21796A0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DF374-9324-495E-9C5B-F8C14E8B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7BD3D-6392-4190-9D7A-698604F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D67BF-21B8-472C-9B4D-BCA1A4E8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Performing facing, plain turning and knurling operations by using a lathe.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8654D-E8A5-4DA3-A1BC-497386D2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EBEA4-26D5-4BEF-B05F-169AF99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5B364-AF78-4236-BDA3-EEBFEE98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80DD5-5616-4D55-AECB-788431A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C8A3-9D8B-4A02-8192-5DC789E0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773EB-8001-4C0B-AB2C-577A3F6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67991-706B-46D2-942C-FCF4E0F1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497E5-33D3-4F1A-8C2E-2F087EB1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6BD01-0B16-4384-A7BE-AAB6709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DC5CA-F454-40FC-86C4-3F1ED2F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84E7B-96C9-4B1C-8B5D-FD680FF7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557F8-11FA-4765-A8C9-36B549CC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2/7</a:t>
            </a:r>
          </a:p>
        </p:txBody>
      </p:sp>
    </p:spTree>
    <p:extLst>
      <p:ext uri="{BB962C8B-B14F-4D97-AF65-F5344CB8AC3E}">
        <p14:creationId xmlns:p14="http://schemas.microsoft.com/office/powerpoint/2010/main" val="643122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15C8-1C7E-40D5-8C8E-A3C5BC71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ACD6-C96E-40AC-9F4C-8DFED40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4A2A5-302E-4219-BF48-BAD9830B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61728-A535-4722-8B72-56823749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Performing facing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plain turning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knurling operations by using a lathe.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07A95-CE70-4358-B0FB-3BD58599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ADE87-FCB0-4EC8-9B4A-10BF1FB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11754-A819-42C8-BEFB-761BAEA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facing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EAD2E-CD46-4A19-AA66-2C4534F1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800B9-3E24-4050-8B2D-D5DB3646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4B537-2DE4-4FF7-AD77-FC37931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2F5A6-A40D-43DB-9FE5-6EA4F496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turning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935A9-183A-4D14-BAF8-5377EAD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2D675-6DB0-463F-9842-21E51FF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knurling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F7E47-FA61-41EC-913D-DA03401D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E2D0A-ED9F-4D46-9B60-143F13B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3/7</a:t>
            </a:r>
          </a:p>
        </p:txBody>
      </p:sp>
    </p:spTree>
    <p:extLst>
      <p:ext uri="{BB962C8B-B14F-4D97-AF65-F5344CB8AC3E}">
        <p14:creationId xmlns:p14="http://schemas.microsoft.com/office/powerpoint/2010/main" val="141948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4FA90-8B11-4D36-BF0A-83560C4C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A15F2-AF9A-466F-AA8C-01735E16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98FB6-668E-4145-A62B-32E4CA6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5CCDA-7EC5-4FDE-BC8E-F5B1748B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CB09F-FBE1-4C5E-825B-A740E47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E398C-DF13-43D1-8CE4-EC77CD54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14251-232F-4074-BD6E-EED78FC4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C8BE5-D36B-4D92-9049-A29F6DF2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4/7</a:t>
            </a:r>
          </a:p>
        </p:txBody>
      </p:sp>
    </p:spTree>
    <p:extLst>
      <p:ext uri="{BB962C8B-B14F-4D97-AF65-F5344CB8AC3E}">
        <p14:creationId xmlns:p14="http://schemas.microsoft.com/office/powerpoint/2010/main" val="669445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D6643-489F-4885-B9F9-BE29C243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2F9A2-0DE4-4E82-BA17-3C9D0A1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307DA-4987-4EFF-8D3C-F9729D18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30375-1D84-4258-847E-F8A8953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1D73E-B1C9-404A-9BBD-861AA57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CA7A6-6EE0-4E7D-9C44-C457E25D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7708-E3CF-472D-A14B-AA426C4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27350-8C82-42A0-A2CD-017B606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80F98-7E38-497C-926B-135058D9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10401-E3E2-4361-A405-F8AC2C0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FB9D7-52AF-429B-B150-6E5E221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B4186-A749-48C8-BBC1-18A2696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2D220-12BC-4044-B802-35EB1B73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03622-C99C-4F7A-997F-8F49D4B2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C3CF5-7FC8-4BFB-86B9-A9FE60C8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5/7</a:t>
            </a:r>
          </a:p>
        </p:txBody>
      </p:sp>
    </p:spTree>
    <p:extLst>
      <p:ext uri="{BB962C8B-B14F-4D97-AF65-F5344CB8AC3E}">
        <p14:creationId xmlns:p14="http://schemas.microsoft.com/office/powerpoint/2010/main" val="964505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37CF1-DAB1-4D47-ADD0-BDFC70D0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FC6C1-3D00-4E27-B99A-A6402F0B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7A806-2E9B-491F-9FE8-2C5B6357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D5EA6-D40E-46CE-AC80-A1D5B906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3F8B3-8E16-49D8-93B6-7D933F5B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BD5E9-4105-41C9-91B7-92BEC69F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4F397-EC1E-433C-8FB6-94FE9C4C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047CC-47D8-4B11-B054-34124112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007E7-8F1A-4D8D-A49C-97C4BD11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A6087-A209-46B9-A4FF-FA5DA482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A3565-F7DD-45CE-89BB-9730AD6D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DE870-656A-42C2-81DB-D2CD838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5C6E1-A938-4CA0-A9C1-DF55E1CC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6341C-A15F-451E-AE16-DD17B864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77C6A-9ED8-4E7E-8265-05B337D3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067C3-86F8-4E2C-9456-72CAC469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08918-8080-48A6-A2F0-5B2351C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CC44D-3D2B-4482-B03B-F6262CAE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0FE62-AD1B-4268-A23B-975B4934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23C00-BD63-4107-BFF6-6A9BC25D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E228D-9978-4349-A624-86450B1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5840D-AD7F-4B8E-84A3-FC0B5779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48BF2-D24A-4BD6-ABB8-C33114F8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5AF4B-DBBA-4179-98CA-5E20F43C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DE61A-A10D-4535-8378-278C41A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C451F-EB2A-4FCF-ABF8-FDE2862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6/7</a:t>
            </a:r>
          </a:p>
        </p:txBody>
      </p:sp>
    </p:spTree>
    <p:extLst>
      <p:ext uri="{BB962C8B-B14F-4D97-AF65-F5344CB8AC3E}">
        <p14:creationId xmlns:p14="http://schemas.microsoft.com/office/powerpoint/2010/main" val="293944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C4EA9-AEBA-4710-9CD6-20137180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AA985-A9DA-45AA-9517-28C7888A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5354A-C863-4AEE-9C53-0A1FF693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4179A-FF2F-41F4-A1D1-554A1BE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EB653-9196-4E9D-A470-010551AE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E264A-2939-4D5C-B77D-07A3BD76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0E4D8-40C5-4698-A3C8-16A4838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47E16-063F-4ACD-A458-420F9C26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7/7</a:t>
            </a:r>
          </a:p>
        </p:txBody>
      </p:sp>
    </p:spTree>
    <p:extLst>
      <p:ext uri="{BB962C8B-B14F-4D97-AF65-F5344CB8AC3E}">
        <p14:creationId xmlns:p14="http://schemas.microsoft.com/office/powerpoint/2010/main" val="445342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2026-08-24T06:38:46.6990000Z</dcterms:created>
  <dcterms:modified xsi:type="dcterms:W3CDTF">2026-08-24T06:38:46.6990000Z</dcterms:modified>
</coreProperties>
</file>