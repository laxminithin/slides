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94453e7ee4479" /><Relationship Type="http://schemas.openxmlformats.org/officeDocument/2006/relationships/extended-properties" Target="/docProps/app.xml" Id="R99efae7bb18a453d" /><Relationship Type="http://schemas.openxmlformats.org/officeDocument/2006/relationships/officeDocument" Target="/ppt/presentation.xml" Id="Rb7a2ee2723914c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df9f064f64ce2"/>
  </p:sldMasterIdLst>
  <p:notesMasterIdLst>
    <p:notesMasterId xmlns:r="http://schemas.openxmlformats.org/officeDocument/2006/relationships" r:id="Rb7e9bb6b21f2446a"/>
  </p:notesMasterIdLst>
  <p:sldIdLst>
    <p:sldId xmlns:r="http://schemas.openxmlformats.org/officeDocument/2006/relationships" id="256" r:id="Re5f796ef48f54bd4"/>
    <p:sldId xmlns:r="http://schemas.openxmlformats.org/officeDocument/2006/relationships" id="257" r:id="Rc5b5b30b286a49b5"/>
    <p:sldId xmlns:r="http://schemas.openxmlformats.org/officeDocument/2006/relationships" id="258" r:id="Rf4258435d6d542cc"/>
    <p:sldId xmlns:r="http://schemas.openxmlformats.org/officeDocument/2006/relationships" id="259" r:id="Rdc83fa0e212d4842"/>
    <p:sldId xmlns:r="http://schemas.openxmlformats.org/officeDocument/2006/relationships" id="260" r:id="R6e76a487a53648e4"/>
    <p:sldId xmlns:r="http://schemas.openxmlformats.org/officeDocument/2006/relationships" id="261" r:id="R2c82690518aa43d8"/>
    <p:sldId xmlns:r="http://schemas.openxmlformats.org/officeDocument/2006/relationships" id="262" r:id="R9d4e48ce296e46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1b7abd7d74975" /><Relationship Type="http://schemas.openxmlformats.org/officeDocument/2006/relationships/slideMaster" Target="/ppt/slideMasters/slideMaster1.xml" Id="Re55df9f064f64ce2" /><Relationship Type="http://schemas.openxmlformats.org/officeDocument/2006/relationships/notesMaster" Target="/ppt/notesMasters/notesMaster1.xml" Id="Rb7e9bb6b21f2446a" /><Relationship Type="http://schemas.openxmlformats.org/officeDocument/2006/relationships/presProps" Target="/ppt/presProps.xml" Id="R28888d184d7940fb" /><Relationship Type="http://schemas.openxmlformats.org/officeDocument/2006/relationships/tableStyles" Target="/ppt/tableStyles.xml" Id="Rb6a697e9cfe246b2" /><Relationship Type="http://schemas.openxmlformats.org/officeDocument/2006/relationships/slide" Target="/ppt/slides/slide1.xml" Id="Re5f796ef48f54bd4" /><Relationship Type="http://schemas.openxmlformats.org/officeDocument/2006/relationships/slide" Target="/ppt/slides/slide2.xml" Id="Rc5b5b30b286a49b5" /><Relationship Type="http://schemas.openxmlformats.org/officeDocument/2006/relationships/slide" Target="/ppt/slides/slide3.xml" Id="Rf4258435d6d542cc" /><Relationship Type="http://schemas.openxmlformats.org/officeDocument/2006/relationships/slide" Target="/ppt/slides/slide4.xml" Id="Rdc83fa0e212d4842" /><Relationship Type="http://schemas.openxmlformats.org/officeDocument/2006/relationships/slide" Target="/ppt/slides/slide5.xml" Id="R6e76a487a53648e4" /><Relationship Type="http://schemas.openxmlformats.org/officeDocument/2006/relationships/slide" Target="/ppt/slides/slide6.xml" Id="R2c82690518aa43d8" /><Relationship Type="http://schemas.openxmlformats.org/officeDocument/2006/relationships/slide" Target="/ppt/slides/slide7.xml" Id="R9d4e48ce296e46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b447c73bfe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b410232bf42b6" /><Relationship Type="http://schemas.openxmlformats.org/officeDocument/2006/relationships/notesMaster" Target="/ppt/notesMasters/notesMaster1.xml" Id="Re658efa850ae4a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c8d8f3da2045f0" /><Relationship Type="http://schemas.openxmlformats.org/officeDocument/2006/relationships/notesMaster" Target="/ppt/notesMasters/notesMaster1.xml" Id="R4ccf116837134b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91005fc534023" /><Relationship Type="http://schemas.openxmlformats.org/officeDocument/2006/relationships/notesMaster" Target="/ppt/notesMasters/notesMaster1.xml" Id="R0ee98d31283e47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6e5c9075164c7e" /><Relationship Type="http://schemas.openxmlformats.org/officeDocument/2006/relationships/notesMaster" Target="/ppt/notesMasters/notesMaster1.xml" Id="R3b3423912b2b4f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762af3576f49a3" /><Relationship Type="http://schemas.openxmlformats.org/officeDocument/2006/relationships/notesMaster" Target="/ppt/notesMasters/notesMaster1.xml" Id="R5b8aa27c411c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9a55c298014436" /><Relationship Type="http://schemas.openxmlformats.org/officeDocument/2006/relationships/notesMaster" Target="/ppt/notesMasters/notesMaster1.xml" Id="R6bafc03585cd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a350fc5bb242c0" /><Relationship Type="http://schemas.openxmlformats.org/officeDocument/2006/relationships/notesMaster" Target="/ppt/notesMasters/notesMaster1.xml" Id="R1df8660aaa42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0a2f795824f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713048cb146be" /><Relationship Type="http://schemas.openxmlformats.org/officeDocument/2006/relationships/slideLayout" Target="/ppt/slideLayouts/slideLayout1.xml" Id="R21aaad86b2c944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aaad86b2c944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e7bbf293a42cf" /><Relationship Type="http://schemas.openxmlformats.org/officeDocument/2006/relationships/notesSlide" Target="/ppt/notesSlides/notesSlide1.xml" Id="R5f1f80f0a1eb45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3f728cf5d48cc" /><Relationship Type="http://schemas.openxmlformats.org/officeDocument/2006/relationships/notesSlide" Target="/ppt/notesSlides/notesSlide2.xml" Id="R613f8a9c02484a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8a18fb80840f6" /><Relationship Type="http://schemas.openxmlformats.org/officeDocument/2006/relationships/notesSlide" Target="/ppt/notesSlides/notesSlide3.xml" Id="R4533e2a24f7340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2116d5c014f52" /><Relationship Type="http://schemas.openxmlformats.org/officeDocument/2006/relationships/notesSlide" Target="/ppt/notesSlides/notesSlide4.xml" Id="R0bfdd46499974a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a730c6c3d48bb" /><Relationship Type="http://schemas.openxmlformats.org/officeDocument/2006/relationships/notesSlide" Target="/ppt/notesSlides/notesSlide5.xml" Id="R88432529381b4c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ff30537ae4f08" /><Relationship Type="http://schemas.openxmlformats.org/officeDocument/2006/relationships/notesSlide" Target="/ppt/notesSlides/notesSlide6.xml" Id="R9947f2cb71d3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30a4f05f4b17" /><Relationship Type="http://schemas.openxmlformats.org/officeDocument/2006/relationships/notesSlide" Target="/ppt/notesSlides/notesSlide7.xml" Id="R203197ed226d4b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217E0-1C72-463E-8A95-8C8B84D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963BC-C2C7-4E5B-8937-4AFEF3A5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Comparative study of flash point and fire point of various fuels / oils using the open cup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BBCFB-7E51-4EC1-A63B-587D269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D2EC1-8F88-4678-8E17-C24CAE9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E5F34-9702-4915-8FAD-CA9D2A28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A76F3-2799-492C-8B57-5638C2CE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DF062-9470-4012-8448-D1F73BA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C1BF-0D67-4BEB-B90A-2069E9CC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3147-1068-4721-A0B3-6C0F159D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CFC6B-E5BD-40C8-ACAD-4CEFFCD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25F8-2E95-4A62-A4B5-E9509F5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5953F-4CC6-41C0-A300-C1E5C0C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293D8-6E43-4408-BE99-C0AECC84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6740B-D2F6-4DDA-996C-BC41A66A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40119-E46B-4DD6-B446-2413426C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1/7</a:t>
            </a:r>
          </a:p>
        </p:txBody>
      </p:sp>
    </p:spTree>
    <p:extLst>
      <p:ext uri="{BB962C8B-B14F-4D97-AF65-F5344CB8AC3E}">
        <p14:creationId xmlns:p14="http://schemas.microsoft.com/office/powerpoint/2010/main" val="963393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F4CFC-4776-4E28-847E-5733079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9CA36-58E0-4B62-8AFA-B3B882E6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69191-6C5C-4EE7-8178-66828015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4635-05FD-4F43-B138-DF0BB6E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Comparative study of flash point and fire point of various fuels / oils using the open cup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88A16-FE09-46E8-B934-532A450F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12B7-1A82-43D0-BB04-A5FC8D77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FC9C4-A115-43F9-A729-CF38747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6E6F7-F275-49CA-98C3-7B54F5D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7D693-9D63-4461-8F4A-7456931E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194C2-CEA1-4027-A54B-1F7F9DC5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75702-CBE5-4501-BA1C-C0DCE442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981D5-641F-4A22-BD9E-45E31405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61E31-15B8-46F9-93FC-7B48916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9F508-1DC6-4454-A746-7970108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F5715-D7BA-4F48-8209-62BFBEE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E7D11-A698-4998-B1BD-A14456D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2/7</a:t>
            </a:r>
          </a:p>
        </p:txBody>
      </p:sp>
    </p:spTree>
    <p:extLst>
      <p:ext uri="{BB962C8B-B14F-4D97-AF65-F5344CB8AC3E}">
        <p14:creationId xmlns:p14="http://schemas.microsoft.com/office/powerpoint/2010/main" val="851547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E5488-1E77-45CF-A707-A9303D8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A203B-68B2-4A2B-BEE3-F97D85C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43282-9C9D-4AF4-B8F3-5741A829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D0A45-8A06-4754-AF13-09CED748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Comparative study of flash point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fire point of various fuels / oils using the open cup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EF443-39B3-491D-9B7D-34CE56BE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Comparative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B1241-ADEB-48DF-8794-F12D4367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984A1-52BE-49A7-8A65-0D9094C8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915AB-17FF-4D16-84FD-A7D6714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FEB06-3247-4D1B-A151-96478E67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flash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5D266-B767-4EE9-A525-B76851BE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95CD8-0729-4AF1-B02F-BFF8D1B5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6E15A-4E7C-4486-9FA1-365A3119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349C7-8308-4CDE-85C4-30769751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72340-ACDE-4D1E-9AE1-DD06CD2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FE14B-A17E-4A53-B948-973E7A8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3/7</a:t>
            </a:r>
          </a:p>
        </p:txBody>
      </p:sp>
    </p:spTree>
    <p:extLst>
      <p:ext uri="{BB962C8B-B14F-4D97-AF65-F5344CB8AC3E}">
        <p14:creationId xmlns:p14="http://schemas.microsoft.com/office/powerpoint/2010/main" val="42566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93D69-F210-4EC1-ACBF-F18C5D7E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2EEF0-D2E5-4CBB-B24F-F66AD990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82746-EFAC-49E0-A39A-44483ECD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C61B1-256B-4F0B-A62A-C65ABE03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901E1-A22B-4DBC-8EB6-D2BE815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AE6FE-34FC-4712-8C15-3668004F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EBEA5-8A3F-4171-B5DA-141A758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B8A31-8914-49F5-AC43-C0971508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4/7</a:t>
            </a:r>
          </a:p>
        </p:txBody>
      </p:sp>
    </p:spTree>
    <p:extLst>
      <p:ext uri="{BB962C8B-B14F-4D97-AF65-F5344CB8AC3E}">
        <p14:creationId xmlns:p14="http://schemas.microsoft.com/office/powerpoint/2010/main" val="1010409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90A1E-6494-43D1-9CEE-15108948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E115A-C3B4-418C-B2BA-29B8F552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E7113-F694-4740-B2A7-4D5C400E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486F6-6F0A-4F92-966B-3BA252ED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D1F27-F8D4-4FAC-86E1-E4E3E0E7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A298B-2DF4-4706-A661-9A59931B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38A8D-ED83-439D-A05E-A482EA3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97129-8D3D-44FD-8EDF-35E28FF7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C59A6-3C47-4BB5-A695-FB5E57E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AC56B-14C6-4DE2-B435-D96D1C00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D50A1-DAAB-4DC7-A93C-3E9643A2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A94CE-51C0-4A9A-9F41-26DE9B1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687EB-3D92-47B6-99D2-435C5F1D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A3281-DA01-4825-BF6A-5F8AF42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F9E46-4234-4A38-BA2C-3120FAB1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5/7</a:t>
            </a:r>
          </a:p>
        </p:txBody>
      </p:sp>
    </p:spTree>
    <p:extLst>
      <p:ext uri="{BB962C8B-B14F-4D97-AF65-F5344CB8AC3E}">
        <p14:creationId xmlns:p14="http://schemas.microsoft.com/office/powerpoint/2010/main" val="835556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0C97F-A457-49A0-A24A-183D0DEB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C3753-BBE0-4374-87A2-D532F27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E4521-76C7-4CCF-8668-4C44BB09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A6A90-DA9F-4ACD-AFDB-4CA8CC58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7E9AD-F9F7-40B3-9A41-C48654D3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5D59A-1A92-4ACB-B440-35E50CFE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DBD70-2FE7-4617-A30B-07E71E4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22FE8-C32D-4FCA-8BE1-7F7BDF7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CE873-F2EF-44E2-9991-CAA5921D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A664D-E74A-4472-BB43-E661D29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D42C1-2B6E-4C9A-8381-ACF376C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7AC33-1D2F-452C-ACAB-035519AD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DD23D-178B-4DBD-8742-188C199E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1D957-0EEE-4A61-998E-799BB6A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45E9E-3304-4B3D-A1DE-72569D6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34D98-F874-4F7E-95EC-0F3AA2B3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214C1-C1A6-47AA-A26D-D53308E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0C317-95A7-464F-88F4-6A3965EF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D578C-B609-49A0-8898-FEAC30B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53002-3803-4CA7-BD29-610A9B80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93BCF-D72B-45A2-9196-5F032FBD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A506F-5C78-4615-93D0-AEBD189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7C126-BDC1-4DCD-A2EE-D5B0A57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1CED1-8FD8-4171-B934-CFEFCA5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91F5D-C399-4581-9E4D-C8F709F3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0493A-ABA7-4C4C-9FDE-26959882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6/7</a:t>
            </a:r>
          </a:p>
        </p:txBody>
      </p:sp>
    </p:spTree>
    <p:extLst>
      <p:ext uri="{BB962C8B-B14F-4D97-AF65-F5344CB8AC3E}">
        <p14:creationId xmlns:p14="http://schemas.microsoft.com/office/powerpoint/2010/main" val="967334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04DD8-FD0B-4CAA-8E70-014DE959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E598-5D6E-4077-9BC5-89000FB1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5547C-C042-4531-8B7E-683BFEDC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74155-B524-4A5D-9FD9-2CA8993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6CA15-995B-4C60-AAF5-91EBA9D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D6F4B-47D5-4569-A116-4B3F1A91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B1781-BBE9-495F-8DC0-56151405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51D02-1D0F-48F0-9149-7037E1E4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7/7</a:t>
            </a:r>
          </a:p>
        </p:txBody>
      </p:sp>
    </p:spTree>
    <p:extLst>
      <p:ext uri="{BB962C8B-B14F-4D97-AF65-F5344CB8AC3E}">
        <p14:creationId xmlns:p14="http://schemas.microsoft.com/office/powerpoint/2010/main" val="800797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2026-08-24T06:38:46.9440000Z</dcterms:created>
  <dcterms:modified xsi:type="dcterms:W3CDTF">2026-08-24T06:38:46.9440000Z</dcterms:modified>
</coreProperties>
</file>