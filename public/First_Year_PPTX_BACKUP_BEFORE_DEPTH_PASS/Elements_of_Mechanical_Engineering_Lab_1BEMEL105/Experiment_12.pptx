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d5d754b1545f6" /><Relationship Type="http://schemas.openxmlformats.org/officeDocument/2006/relationships/extended-properties" Target="/docProps/app.xml" Id="Rc607f6878c2149a4" /><Relationship Type="http://schemas.openxmlformats.org/officeDocument/2006/relationships/officeDocument" Target="/ppt/presentation.xml" Id="R6826879864f9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18fb29c0e4c10"/>
  </p:sldMasterIdLst>
  <p:notesMasterIdLst>
    <p:notesMasterId xmlns:r="http://schemas.openxmlformats.org/officeDocument/2006/relationships" r:id="Raae7526cc2414494"/>
  </p:notesMasterIdLst>
  <p:sldIdLst>
    <p:sldId xmlns:r="http://schemas.openxmlformats.org/officeDocument/2006/relationships" id="256" r:id="Rfa5871c3b7084b57"/>
    <p:sldId xmlns:r="http://schemas.openxmlformats.org/officeDocument/2006/relationships" id="257" r:id="Ra40b35ea92f844e6"/>
    <p:sldId xmlns:r="http://schemas.openxmlformats.org/officeDocument/2006/relationships" id="258" r:id="R5c8e85d2294947b5"/>
    <p:sldId xmlns:r="http://schemas.openxmlformats.org/officeDocument/2006/relationships" id="259" r:id="R6cf2c86787e44f01"/>
    <p:sldId xmlns:r="http://schemas.openxmlformats.org/officeDocument/2006/relationships" id="260" r:id="R03df0f4b110c41b0"/>
    <p:sldId xmlns:r="http://schemas.openxmlformats.org/officeDocument/2006/relationships" id="261" r:id="R07906ba59411479f"/>
    <p:sldId xmlns:r="http://schemas.openxmlformats.org/officeDocument/2006/relationships" id="262" r:id="Rf9647e90d4b7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13e88876964201" /><Relationship Type="http://schemas.openxmlformats.org/officeDocument/2006/relationships/slideMaster" Target="/ppt/slideMasters/slideMaster1.xml" Id="Rbba18fb29c0e4c10" /><Relationship Type="http://schemas.openxmlformats.org/officeDocument/2006/relationships/notesMaster" Target="/ppt/notesMasters/notesMaster1.xml" Id="Raae7526cc2414494" /><Relationship Type="http://schemas.openxmlformats.org/officeDocument/2006/relationships/presProps" Target="/ppt/presProps.xml" Id="R4e2b4a46719f404a" /><Relationship Type="http://schemas.openxmlformats.org/officeDocument/2006/relationships/tableStyles" Target="/ppt/tableStyles.xml" Id="Rad59db29f0414e10" /><Relationship Type="http://schemas.openxmlformats.org/officeDocument/2006/relationships/slide" Target="/ppt/slides/slide1.xml" Id="Rfa5871c3b7084b57" /><Relationship Type="http://schemas.openxmlformats.org/officeDocument/2006/relationships/slide" Target="/ppt/slides/slide2.xml" Id="Ra40b35ea92f844e6" /><Relationship Type="http://schemas.openxmlformats.org/officeDocument/2006/relationships/slide" Target="/ppt/slides/slide3.xml" Id="R5c8e85d2294947b5" /><Relationship Type="http://schemas.openxmlformats.org/officeDocument/2006/relationships/slide" Target="/ppt/slides/slide4.xml" Id="R6cf2c86787e44f01" /><Relationship Type="http://schemas.openxmlformats.org/officeDocument/2006/relationships/slide" Target="/ppt/slides/slide5.xml" Id="R03df0f4b110c41b0" /><Relationship Type="http://schemas.openxmlformats.org/officeDocument/2006/relationships/slide" Target="/ppt/slides/slide6.xml" Id="R07906ba59411479f" /><Relationship Type="http://schemas.openxmlformats.org/officeDocument/2006/relationships/slide" Target="/ppt/slides/slide7.xml" Id="Rf9647e90d4b7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52784007b5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309555d0942f4" /><Relationship Type="http://schemas.openxmlformats.org/officeDocument/2006/relationships/notesMaster" Target="/ppt/notesMasters/notesMaster1.xml" Id="R5ddf9dad3cd3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3902ab105b46bc" /><Relationship Type="http://schemas.openxmlformats.org/officeDocument/2006/relationships/notesMaster" Target="/ppt/notesMasters/notesMaster1.xml" Id="Rabf421c5799d4c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7bc24280c14612" /><Relationship Type="http://schemas.openxmlformats.org/officeDocument/2006/relationships/notesMaster" Target="/ppt/notesMasters/notesMaster1.xml" Id="R7e115132a5e9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c0e444685436f" /><Relationship Type="http://schemas.openxmlformats.org/officeDocument/2006/relationships/notesMaster" Target="/ppt/notesMasters/notesMaster1.xml" Id="R6e07b46b5a2f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6ec7c9a4a4630" /><Relationship Type="http://schemas.openxmlformats.org/officeDocument/2006/relationships/notesMaster" Target="/ppt/notesMasters/notesMaster1.xml" Id="R264c1809d445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f78850e1c444e" /><Relationship Type="http://schemas.openxmlformats.org/officeDocument/2006/relationships/notesMaster" Target="/ppt/notesMasters/notesMaster1.xml" Id="Rf8ed11ad7f7d49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b84c8aa89645ef" /><Relationship Type="http://schemas.openxmlformats.org/officeDocument/2006/relationships/notesMaster" Target="/ppt/notesMasters/notesMaster1.xml" Id="Rdeed5ad333a3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7dac2761e40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cd661e67d4498" /><Relationship Type="http://schemas.openxmlformats.org/officeDocument/2006/relationships/slideLayout" Target="/ppt/slideLayouts/slideLayout1.xml" Id="R74148e99e22241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48e99e22241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7db4141dc4154" /><Relationship Type="http://schemas.openxmlformats.org/officeDocument/2006/relationships/notesSlide" Target="/ppt/notesSlides/notesSlide1.xml" Id="R4160dc39013747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2bde9053b4cec" /><Relationship Type="http://schemas.openxmlformats.org/officeDocument/2006/relationships/notesSlide" Target="/ppt/notesSlides/notesSlide2.xml" Id="Rc732659c6ea1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b902507d0440f" /><Relationship Type="http://schemas.openxmlformats.org/officeDocument/2006/relationships/notesSlide" Target="/ppt/notesSlides/notesSlide3.xml" Id="R4b8ef54d5402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551c500c5445f" /><Relationship Type="http://schemas.openxmlformats.org/officeDocument/2006/relationships/notesSlide" Target="/ppt/notesSlides/notesSlide4.xml" Id="R05a4572bcd614f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3d13bd08a442b" /><Relationship Type="http://schemas.openxmlformats.org/officeDocument/2006/relationships/notesSlide" Target="/ppt/notesSlides/notesSlide5.xml" Id="R6a48411a3771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9a9419e294b77" /><Relationship Type="http://schemas.openxmlformats.org/officeDocument/2006/relationships/notesSlide" Target="/ppt/notesSlides/notesSlide6.xml" Id="Rcc8279edfb85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0c97e79c445fb" /><Relationship Type="http://schemas.openxmlformats.org/officeDocument/2006/relationships/notesSlide" Target="/ppt/notesSlides/notesSlide7.xml" Id="R23b2043cd25b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D96EF-BA1F-40B3-A003-9BCEA65F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A25A2-598F-48C7-A773-2635180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Fabrication of a sheet metal part with simple geometry and soldering.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F783-5825-4E25-9207-615F501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940DD-623B-4676-B052-7D83C49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5B6C-450F-43F5-AC62-1FA5EDDA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98B5C-BB05-42B1-9515-9B9F5B4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90FAD-B00B-43E9-84D2-F41C7E7F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B7D6D-6EC1-4276-AB24-57ADC5C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DFEC3-A5D0-4C6B-B343-8ADE7703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9C76D-07BC-4402-8482-535E8C5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F2F40-F135-49DA-AFDD-FB1CE26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E5809-0606-4CFA-8A6E-73685B88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D7AE1-3355-44CE-9FA0-6437471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7F5C8-C5D8-4D95-84FA-F8304F1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C2D93-326F-46E1-8C5A-C01FE8A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1/7</a:t>
            </a:r>
          </a:p>
        </p:txBody>
      </p:sp>
    </p:spTree>
    <p:extLst>
      <p:ext uri="{BB962C8B-B14F-4D97-AF65-F5344CB8AC3E}">
        <p14:creationId xmlns:p14="http://schemas.microsoft.com/office/powerpoint/2010/main" val="940568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AA3C7-D284-4992-A6A2-4D9907B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22FEE-D059-4B9A-A385-6A2DA75B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F6C5F-49E4-4165-B083-99B4A5B8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AB123-7509-4DE2-8E55-03DF5A65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Fabrication of a sheet metal part with simple geometry and soldering.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C0D69-37E4-4906-AC3B-355BFB8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912F-C94A-4F22-9326-37D42C3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36833-B172-41EB-813B-9DD6E03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E65BE-EF5E-44A5-A228-4A988514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42E57-F432-4F85-86F8-CDB3F124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A4A45-F205-49B8-BFDC-48B830A9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7F504-7146-4FE2-A780-29A458E4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3DFD7-E72F-449D-BA7D-052630B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51D56-BB12-4FA1-BFC2-794C0238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C910E-6589-435B-994E-6DE1637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2EAB2-2C88-4357-8C00-CCB796E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217FC-B6A3-4E12-BCB1-BF302B9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2/7</a:t>
            </a:r>
          </a:p>
        </p:txBody>
      </p:sp>
    </p:spTree>
    <p:extLst>
      <p:ext uri="{BB962C8B-B14F-4D97-AF65-F5344CB8AC3E}">
        <p14:creationId xmlns:p14="http://schemas.microsoft.com/office/powerpoint/2010/main" val="1816550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2082D-6D7A-42FB-B42F-FD0CD04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0DD1E-98A3-4A98-8090-05690B4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9ECCC-6857-44F6-8AC4-91D6227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C272-6031-48B9-9D08-01E884F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Fabrication of a sheet metal part with simple geometry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soldering.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43CB6-6EB2-4E32-94F0-ECA6079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Fabrication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FCBA9-425B-48D0-8FB8-2871655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B4A5-0A9D-4506-A96E-B9D55B73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C435E-7BF6-4AAF-B1FE-585BC8D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11EAD-C219-428A-87D0-ECFE0DA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AB0D7-8273-4F4E-B7D4-F45F7FE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9A2F3-354B-4DA6-8023-7CFA6587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E26EB-32CA-45E1-A885-0A3D037A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6B6C4-BC67-49F8-BBDB-D9E86EB1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A9538-A355-4A07-B73A-94AB1CAD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EEDA7-1D4F-4543-A628-8AF4413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3/7</a:t>
            </a:r>
          </a:p>
        </p:txBody>
      </p:sp>
    </p:spTree>
    <p:extLst>
      <p:ext uri="{BB962C8B-B14F-4D97-AF65-F5344CB8AC3E}">
        <p14:creationId xmlns:p14="http://schemas.microsoft.com/office/powerpoint/2010/main" val="207747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324EA-F8F8-477A-9EB3-A383A3E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47590-16A2-431E-9571-6ADB89E7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A4E1E-7DC6-480D-96D2-2B47ADB1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90A5-0BED-43CE-B3AF-190F0A22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9FBE2-7CDA-4B59-99D8-B73DED23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9BADB-79FC-4836-95C5-3BC9772B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68E9C-2C12-4C3F-807F-25AEB9F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54444-2BCB-423D-A36F-64E7C3C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4/7</a:t>
            </a:r>
          </a:p>
        </p:txBody>
      </p:sp>
    </p:spTree>
    <p:extLst>
      <p:ext uri="{BB962C8B-B14F-4D97-AF65-F5344CB8AC3E}">
        <p14:creationId xmlns:p14="http://schemas.microsoft.com/office/powerpoint/2010/main" val="676492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B475B-4B71-418E-8D3B-8675461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8B883-2C71-4C81-AFFD-21F375D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95E9F-94F3-4609-892A-19E3A279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887D4-AF84-4BA1-BB0A-5C5CBE2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1D2D6-F9D6-4070-B5E9-3178512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B4FA6-5944-4472-AC44-1A8467C5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6CF07-7F18-4D96-BFE3-CF7C7C62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54319-724F-4C00-8D58-CB84AF09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B7826-DDDB-4F18-B36D-0564AB0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7A647-0DF3-428C-ADF3-537D7C3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34D94-E4B4-4F36-9E69-E1830E4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6A8F7-E187-4A91-BC71-32796C4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235AF-F75E-498B-82D0-C191B5F0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3FFF8-9CB2-4977-8F02-AC1DA2BC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E39E5-BC6B-4741-932D-4BE2BCC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5/7</a:t>
            </a:r>
          </a:p>
        </p:txBody>
      </p:sp>
    </p:spTree>
    <p:extLst>
      <p:ext uri="{BB962C8B-B14F-4D97-AF65-F5344CB8AC3E}">
        <p14:creationId xmlns:p14="http://schemas.microsoft.com/office/powerpoint/2010/main" val="460734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958B3-8AA9-451F-8D5C-B9F2C548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CD879-E1A0-4C93-8006-93C4D82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EA4D-AC5F-4975-8A6B-063821F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AAC82-2085-4E9E-8241-62C0D51C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1503B-3865-4A49-9BF2-D9D6BBE0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6A7F3-C4CE-4576-B095-EE3AE43A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71530-CA03-48B7-A700-A109551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ACBFD-4E30-40F0-BCBD-531E06C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AEB59-B782-4615-B17C-B21B0DE1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B77AA-C89F-4CD7-A47C-60E6E53F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689DA-3A5B-463E-B3F3-3B137085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7EDB5-EBF7-4DC9-89A4-633277D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3A5A3-B4AB-4AA6-9530-95795809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3AA1F-F176-4EB0-AFC1-5CFDF94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3A68B-7236-4C20-A16B-75002AA0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33C98-01CE-438E-8EE0-BCA2F674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E263A-D531-4CAB-BFA0-3C1B390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EA5DC-09F8-49DA-A667-59DEF31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16B5C-EDF7-4260-B125-577B684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DC827-CBC2-4C7F-B04A-74EC719D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A2547-C4BD-4965-8DD1-1E16458A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8B341-A307-49B2-9716-9A2DD93E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3C60F-E63D-454D-B562-C49F57E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45FC7-73DC-4152-8000-8CDBFC7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70517-E74B-4977-82A8-1A52909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256CD-DA7F-43FE-AF98-D4964180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6/7</a:t>
            </a:r>
          </a:p>
        </p:txBody>
      </p:sp>
    </p:spTree>
    <p:extLst>
      <p:ext uri="{BB962C8B-B14F-4D97-AF65-F5344CB8AC3E}">
        <p14:creationId xmlns:p14="http://schemas.microsoft.com/office/powerpoint/2010/main" val="361761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5C4F6-6C02-44EE-8701-5B51316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24201-DDC7-4CBB-AA0A-6710338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EEDE9-301D-4C9D-8656-EE7352FB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9232D-1D32-4C54-873E-08B22CD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90C94-6020-4C86-81C0-9ECBF224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83180-36D1-484C-8A39-403EB5C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044A-096D-499F-A946-4B75B1E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DEE7-11E6-470B-88AA-24DEB2A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7/7</a:t>
            </a:r>
          </a:p>
        </p:txBody>
      </p:sp>
    </p:spTree>
    <p:extLst>
      <p:ext uri="{BB962C8B-B14F-4D97-AF65-F5344CB8AC3E}">
        <p14:creationId xmlns:p14="http://schemas.microsoft.com/office/powerpoint/2010/main" val="373176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2026-08-24T06:38:47.1940000Z</dcterms:created>
  <dcterms:modified xsi:type="dcterms:W3CDTF">2026-08-24T06:38:47.1940000Z</dcterms:modified>
</coreProperties>
</file>