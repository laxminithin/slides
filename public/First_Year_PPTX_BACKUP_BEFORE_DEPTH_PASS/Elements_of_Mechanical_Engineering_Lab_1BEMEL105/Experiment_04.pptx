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ca3007dd594f13" /><Relationship Type="http://schemas.openxmlformats.org/officeDocument/2006/relationships/extended-properties" Target="/docProps/app.xml" Id="Rca431efe5fca4265" /><Relationship Type="http://schemas.openxmlformats.org/officeDocument/2006/relationships/officeDocument" Target="/ppt/presentation.xml" Id="Re7b5077dd4bf4d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b2cef030744d0e"/>
  </p:sldMasterIdLst>
  <p:notesMasterIdLst>
    <p:notesMasterId xmlns:r="http://schemas.openxmlformats.org/officeDocument/2006/relationships" r:id="R68356b11e4a7453c"/>
  </p:notesMasterIdLst>
  <p:sldIdLst>
    <p:sldId xmlns:r="http://schemas.openxmlformats.org/officeDocument/2006/relationships" id="256" r:id="Rd6a75deaf51a41a4"/>
    <p:sldId xmlns:r="http://schemas.openxmlformats.org/officeDocument/2006/relationships" id="257" r:id="Rffed638476ed4a2f"/>
    <p:sldId xmlns:r="http://schemas.openxmlformats.org/officeDocument/2006/relationships" id="258" r:id="Rcc0adae80e874ae3"/>
    <p:sldId xmlns:r="http://schemas.openxmlformats.org/officeDocument/2006/relationships" id="259" r:id="R3162675b495249bc"/>
    <p:sldId xmlns:r="http://schemas.openxmlformats.org/officeDocument/2006/relationships" id="260" r:id="R30be2edbfb3f4938"/>
    <p:sldId xmlns:r="http://schemas.openxmlformats.org/officeDocument/2006/relationships" id="261" r:id="R2cb009fd26f04f9f"/>
    <p:sldId xmlns:r="http://schemas.openxmlformats.org/officeDocument/2006/relationships" id="262" r:id="Rc217e13fbeb040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3b772899074a19" /><Relationship Type="http://schemas.openxmlformats.org/officeDocument/2006/relationships/slideMaster" Target="/ppt/slideMasters/slideMaster1.xml" Id="Rebb2cef030744d0e" /><Relationship Type="http://schemas.openxmlformats.org/officeDocument/2006/relationships/notesMaster" Target="/ppt/notesMasters/notesMaster1.xml" Id="R68356b11e4a7453c" /><Relationship Type="http://schemas.openxmlformats.org/officeDocument/2006/relationships/presProps" Target="/ppt/presProps.xml" Id="R2567011b6ee54972" /><Relationship Type="http://schemas.openxmlformats.org/officeDocument/2006/relationships/tableStyles" Target="/ppt/tableStyles.xml" Id="Rd022d54234c147ac" /><Relationship Type="http://schemas.openxmlformats.org/officeDocument/2006/relationships/slide" Target="/ppt/slides/slide1.xml" Id="Rd6a75deaf51a41a4" /><Relationship Type="http://schemas.openxmlformats.org/officeDocument/2006/relationships/slide" Target="/ppt/slides/slide2.xml" Id="Rffed638476ed4a2f" /><Relationship Type="http://schemas.openxmlformats.org/officeDocument/2006/relationships/slide" Target="/ppt/slides/slide3.xml" Id="Rcc0adae80e874ae3" /><Relationship Type="http://schemas.openxmlformats.org/officeDocument/2006/relationships/slide" Target="/ppt/slides/slide4.xml" Id="R3162675b495249bc" /><Relationship Type="http://schemas.openxmlformats.org/officeDocument/2006/relationships/slide" Target="/ppt/slides/slide5.xml" Id="R30be2edbfb3f4938" /><Relationship Type="http://schemas.openxmlformats.org/officeDocument/2006/relationships/slide" Target="/ppt/slides/slide6.xml" Id="R2cb009fd26f04f9f" /><Relationship Type="http://schemas.openxmlformats.org/officeDocument/2006/relationships/slide" Target="/ppt/slides/slide7.xml" Id="Rc217e13fbeb040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af8e41f3824f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af4b2d468c4f94" /><Relationship Type="http://schemas.openxmlformats.org/officeDocument/2006/relationships/notesMaster" Target="/ppt/notesMasters/notesMaster1.xml" Id="Rf3d272f1859440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e048985b96c4c98" /><Relationship Type="http://schemas.openxmlformats.org/officeDocument/2006/relationships/notesMaster" Target="/ppt/notesMasters/notesMaster1.xml" Id="R283d5d9a94f44af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13b116027545ad" /><Relationship Type="http://schemas.openxmlformats.org/officeDocument/2006/relationships/notesMaster" Target="/ppt/notesMasters/notesMaster1.xml" Id="R816f75984c1849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f235ad5581428f" /><Relationship Type="http://schemas.openxmlformats.org/officeDocument/2006/relationships/notesMaster" Target="/ppt/notesMasters/notesMaster1.xml" Id="Rb2c1b097f68743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804797ee6040a8" /><Relationship Type="http://schemas.openxmlformats.org/officeDocument/2006/relationships/notesMaster" Target="/ppt/notesMasters/notesMaster1.xml" Id="R1b3a5ff1bea94e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ac04abeb584ed9" /><Relationship Type="http://schemas.openxmlformats.org/officeDocument/2006/relationships/notesMaster" Target="/ppt/notesMasters/notesMaster1.xml" Id="R9f3cdd61702847e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1e81c7da20404a" /><Relationship Type="http://schemas.openxmlformats.org/officeDocument/2006/relationships/notesMaster" Target="/ppt/notesMasters/notesMaster1.xml" Id="Rf46dadfb680e4f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3043adc24948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9d857afdbe4229" /><Relationship Type="http://schemas.openxmlformats.org/officeDocument/2006/relationships/slideLayout" Target="/ppt/slideLayouts/slideLayout1.xml" Id="Ra1a50805cdae40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a50805cdae40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9156f09c14a79" /><Relationship Type="http://schemas.openxmlformats.org/officeDocument/2006/relationships/notesSlide" Target="/ppt/notesSlides/notesSlide1.xml" Id="Rf1e82e18e9b540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0e8be117944e1" /><Relationship Type="http://schemas.openxmlformats.org/officeDocument/2006/relationships/notesSlide" Target="/ppt/notesSlides/notesSlide2.xml" Id="Rc6a8e47b594d44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6e85237114e89" /><Relationship Type="http://schemas.openxmlformats.org/officeDocument/2006/relationships/notesSlide" Target="/ppt/notesSlides/notesSlide3.xml" Id="Re316780a9f7a43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1c00a441224f1f" /><Relationship Type="http://schemas.openxmlformats.org/officeDocument/2006/relationships/notesSlide" Target="/ppt/notesSlides/notesSlide4.xml" Id="R77ffadc919334b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b70565fad47a7" /><Relationship Type="http://schemas.openxmlformats.org/officeDocument/2006/relationships/notesSlide" Target="/ppt/notesSlides/notesSlide5.xml" Id="R14ce5b17dd034f5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b33c20a084a89" /><Relationship Type="http://schemas.openxmlformats.org/officeDocument/2006/relationships/notesSlide" Target="/ppt/notesSlides/notesSlide6.xml" Id="R010922e6a05845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230a6d7d83480e" /><Relationship Type="http://schemas.openxmlformats.org/officeDocument/2006/relationships/notesSlide" Target="/ppt/notesSlides/notesSlide7.xml" Id="Ra3ab006d70b144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835CA8-CC90-478E-BE54-D9BDFC684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AB8B0-F567-449D-A754-5F6F245E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Calibration of vernier caliper and micrometer using slip gauges.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717E0-F9BA-406A-A1EC-91DF882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 / 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2DDB39-6F0C-4326-87E2-574E7A546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075D5-B64A-4CD0-9234-1E4797C2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5F6C0-955C-497F-A1C4-A35DFACA2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7AA88E-BB72-4172-8643-16F88AAE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ED01A8-D580-43E9-B014-94C277FD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8B2A11-BA3A-4C15-9BEC-7DE49C76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1E342-7DD4-4F8D-9AA8-36066A2B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951B3-D255-4E54-B260-53CF00D7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A9462-665F-4539-9E9F-B8BFEB86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93D16-CCEE-4460-B888-5095B13CB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536073-7E01-4D36-A9D9-3B55FC05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47978-4A51-486A-9982-F1D1D1D7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1/7</a:t>
            </a:r>
          </a:p>
        </p:txBody>
      </p:sp>
    </p:spTree>
    <p:extLst>
      <p:ext uri="{BB962C8B-B14F-4D97-AF65-F5344CB8AC3E}">
        <p14:creationId xmlns:p14="http://schemas.microsoft.com/office/powerpoint/2010/main" val="1494651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18F70E-1F94-4824-93FB-9E44DC83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492772-6A6F-44C2-9FEA-901ABF96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156548-79EC-4F27-BBE7-1A02DEAB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15B1E0-A956-459A-B18B-66FFCC8E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Calibration of vernier caliper and micrometer using slip gauges.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61A08-E86D-4F5B-A198-B52A8F13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09DFD-0B44-42B4-887D-50FC00C9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9A05FE-2A6C-4637-A1B8-C432D654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13016-5826-42DE-B71D-BB148031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174D61-9415-4624-8457-B0B97BD2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952A8-C610-44A6-9480-2667DD89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25477C-EA6B-46DD-B5BC-FEBBF22D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57FC53-F220-40B0-BD01-87D936695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7E4032-1D0C-4918-8800-543C5E73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40F45A-231A-479C-8DDC-5A9D5DDA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35074A-51B8-453D-A43D-0A418F63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3C22AE-6F98-4A15-9978-373456C0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2/7</a:t>
            </a:r>
          </a:p>
        </p:txBody>
      </p:sp>
    </p:spTree>
    <p:extLst>
      <p:ext uri="{BB962C8B-B14F-4D97-AF65-F5344CB8AC3E}">
        <p14:creationId xmlns:p14="http://schemas.microsoft.com/office/powerpoint/2010/main" val="1756098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EAD758-CFBF-4373-9FFD-E1D98DFC2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E78C3-FE9B-4670-9DDE-3F8AAB26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AF366-0B23-4BC7-AD93-7D515D3A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77D3-DC07-4E3C-950A-DA0DBE90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Calibration of vernier caliper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micrometer using slip gauges.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5548A-A07C-454B-ADFD-B1C50307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Calibration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7E0BE-C7FD-42DA-A68F-A34F9EB6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2B0070-3872-46BE-8BDE-1C8E673E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vernier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07C5E-6277-464A-A154-E5A7A514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5CF586-F43E-4F63-BE12-43B2825C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caliper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231BA-A116-47A0-85AB-50E4F4DD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A83B47-927F-4614-AF48-4303F0D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micrometer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A4878-03BF-4D86-8CCD-4B62F15B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F6B575-72A2-4251-ACBC-CC0DD1CD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slip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1E6F55-D77D-4554-9C36-F8823328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6A6F66-EDC3-4DBD-A150-0E39EB86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3/7</a:t>
            </a:r>
          </a:p>
        </p:txBody>
      </p:sp>
    </p:spTree>
    <p:extLst>
      <p:ext uri="{BB962C8B-B14F-4D97-AF65-F5344CB8AC3E}">
        <p14:creationId xmlns:p14="http://schemas.microsoft.com/office/powerpoint/2010/main" val="14076354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E3445C-97F3-45FB-8DE9-637A0018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18A0BB-EACF-47E4-AC43-AB39E54B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FE177-6790-4358-A5D0-BF8BBAA0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9BF96-0DE4-4ECF-8D14-004C4B42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012FC-B286-4C73-8A01-4995D5859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775507-A0DF-49D9-8EBC-68CEAC02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63D37E-1293-4B6D-B245-EFBE6B75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91523-A127-40E1-8661-A3EC262F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4/7</a:t>
            </a:r>
          </a:p>
        </p:txBody>
      </p:sp>
    </p:spTree>
    <p:extLst>
      <p:ext uri="{BB962C8B-B14F-4D97-AF65-F5344CB8AC3E}">
        <p14:creationId xmlns:p14="http://schemas.microsoft.com/office/powerpoint/2010/main" val="438141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16B55-9AFE-440A-B056-C2FC6DDA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6820F-0D56-41DE-A4BD-95652E3F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6BCCF-EAB1-4115-A00B-92447DF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C23CE-7FEC-48D7-9C18-EF5D6090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492C28-FF3A-411F-A757-1411A3DC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C703A-660C-4E3D-B34B-C0465272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955291-E3B8-4229-9B21-C4DC3724C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4A137-A26D-4915-A5B3-658148A2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DE490-852F-4121-A218-CC110391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8FA14-25F9-4C35-BE25-E6F829E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9D3FD9-1A81-4F52-A55C-F84075941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E22341-4B89-417C-9EA2-4FF950689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056A4-9063-44D2-B9E4-B4B9C311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218B1-8667-45BF-A4D1-06475E54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4A04F-EC9F-4A2A-8517-3C430CF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5/7</a:t>
            </a:r>
          </a:p>
        </p:txBody>
      </p:sp>
    </p:spTree>
    <p:extLst>
      <p:ext uri="{BB962C8B-B14F-4D97-AF65-F5344CB8AC3E}">
        <p14:creationId xmlns:p14="http://schemas.microsoft.com/office/powerpoint/2010/main" val="18818448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0E4726-9A57-45ED-8242-04B1B049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8B5ADD-3CEE-4210-9671-8ABC6883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D579-5714-4AFA-8ACB-5FBA47BA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9DB653-9619-4084-A651-870F7FAB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2F3724-5AA1-43F8-BE59-AB414A0D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8E405-88A4-4A04-AF8C-AD9096C5B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FB0334-820A-42BE-8D52-68989962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CE93BD-E61F-4AA9-B580-80ED20D8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CBA1A3-1D9A-414A-BB6A-98BB7604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A6E236-60FF-48B9-BA30-3443ECF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CE1F9-671C-474F-B90A-AC8F9EEC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82C0E-3706-437F-8BFF-E576A43C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A0915-2D31-4191-9917-709DE69E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1A5FAE-96EE-4DDF-A05C-1F874594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9BC7C0-1458-420C-93BE-1B7627F5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BC72B5-E5C7-4D68-B97A-174C5A955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6AA156-5107-4E50-8547-E862FA1C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6A87E-EEC9-4ECD-86E0-670B8876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2EF84-D687-4783-80CB-7728846E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AC9BC5-0076-4C77-81FD-3E9C1B2E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19D2F-445B-4663-BA74-556C184D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C87698-291F-4B1E-BF9B-6B96BF08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39B471-2CA4-47D4-9BFC-4857CEC5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018091-0558-40A7-826F-CBE03671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14D144-A05E-4C3F-A546-23A0F309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90C10-5E39-4B58-9F63-DFC9ABA91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6/7</a:t>
            </a:r>
          </a:p>
        </p:txBody>
      </p:sp>
    </p:spTree>
    <p:extLst>
      <p:ext uri="{BB962C8B-B14F-4D97-AF65-F5344CB8AC3E}">
        <p14:creationId xmlns:p14="http://schemas.microsoft.com/office/powerpoint/2010/main" val="1850116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D4DAAB-4748-4388-8973-E467E2E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68713-8316-4433-A8E7-BD4252E8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9F832C-F4D2-421C-9681-FA7D4212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777F5-848C-4CED-897B-3FB60DA2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C4EB5-AAD2-40AB-9654-5024EBDD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7EF27-F75F-4EB8-9B36-0386049E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D0CE1E-EDE3-45E6-8B20-17090552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Elements of Mechanical Engineering Lab | 1BEMEL105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778B8-6A1A-4B02-9634-D257FF7F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4 | 7/7</a:t>
            </a:r>
          </a:p>
        </p:txBody>
      </p:sp>
    </p:spTree>
    <p:extLst>
      <p:ext uri="{BB962C8B-B14F-4D97-AF65-F5344CB8AC3E}">
        <p14:creationId xmlns:p14="http://schemas.microsoft.com/office/powerpoint/2010/main" val="328136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2026-08-24T06:38:46.8000000Z</dcterms:created>
  <dcterms:modified xsi:type="dcterms:W3CDTF">2026-08-24T06:38:46.8000000Z</dcterms:modified>
</coreProperties>
</file>