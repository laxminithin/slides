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aae898291b455a" /><Relationship Type="http://schemas.openxmlformats.org/officeDocument/2006/relationships/extended-properties" Target="/docProps/app.xml" Id="R176e71998fca4417" /><Relationship Type="http://schemas.openxmlformats.org/officeDocument/2006/relationships/officeDocument" Target="/ppt/presentation.xml" Id="Rd0d00274c4244e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1d18a2e2874a17"/>
  </p:sldMasterIdLst>
  <p:notesMasterIdLst>
    <p:notesMasterId xmlns:r="http://schemas.openxmlformats.org/officeDocument/2006/relationships" r:id="R9e96f456ef854c54"/>
  </p:notesMasterIdLst>
  <p:sldIdLst>
    <p:sldId xmlns:r="http://schemas.openxmlformats.org/officeDocument/2006/relationships" id="256" r:id="R1659ae38beab44fe"/>
    <p:sldId xmlns:r="http://schemas.openxmlformats.org/officeDocument/2006/relationships" id="257" r:id="Rae85e1817d4347c3"/>
    <p:sldId xmlns:r="http://schemas.openxmlformats.org/officeDocument/2006/relationships" id="258" r:id="R11b523b753e54bb5"/>
    <p:sldId xmlns:r="http://schemas.openxmlformats.org/officeDocument/2006/relationships" id="259" r:id="R0f8445efe8764b7a"/>
    <p:sldId xmlns:r="http://schemas.openxmlformats.org/officeDocument/2006/relationships" id="260" r:id="R0ce8611fd6104fb8"/>
    <p:sldId xmlns:r="http://schemas.openxmlformats.org/officeDocument/2006/relationships" id="261" r:id="Rc684c5263dd3498c"/>
    <p:sldId xmlns:r="http://schemas.openxmlformats.org/officeDocument/2006/relationships" id="262" r:id="R3b4095cc1be8450f"/>
    <p:sldId xmlns:r="http://schemas.openxmlformats.org/officeDocument/2006/relationships" id="263" r:id="R54988e4cc12d4e04"/>
    <p:sldId xmlns:r="http://schemas.openxmlformats.org/officeDocument/2006/relationships" id="264" r:id="R9fca9ea737394e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5e43d04f704ffe" /><Relationship Type="http://schemas.openxmlformats.org/officeDocument/2006/relationships/slideMaster" Target="/ppt/slideMasters/slideMaster1.xml" Id="Rc41d18a2e2874a17" /><Relationship Type="http://schemas.openxmlformats.org/officeDocument/2006/relationships/notesMaster" Target="/ppt/notesMasters/notesMaster1.xml" Id="R9e96f456ef854c54" /><Relationship Type="http://schemas.openxmlformats.org/officeDocument/2006/relationships/presProps" Target="/ppt/presProps.xml" Id="R811cacd3a12b4eca" /><Relationship Type="http://schemas.openxmlformats.org/officeDocument/2006/relationships/tableStyles" Target="/ppt/tableStyles.xml" Id="R328ad07833a14cd8" /><Relationship Type="http://schemas.openxmlformats.org/officeDocument/2006/relationships/slide" Target="/ppt/slides/slide1.xml" Id="R1659ae38beab44fe" /><Relationship Type="http://schemas.openxmlformats.org/officeDocument/2006/relationships/slide" Target="/ppt/slides/slide2.xml" Id="Rae85e1817d4347c3" /><Relationship Type="http://schemas.openxmlformats.org/officeDocument/2006/relationships/slide" Target="/ppt/slides/slide3.xml" Id="R11b523b753e54bb5" /><Relationship Type="http://schemas.openxmlformats.org/officeDocument/2006/relationships/slide" Target="/ppt/slides/slide4.xml" Id="R0f8445efe8764b7a" /><Relationship Type="http://schemas.openxmlformats.org/officeDocument/2006/relationships/slide" Target="/ppt/slides/slide5.xml" Id="R0ce8611fd6104fb8" /><Relationship Type="http://schemas.openxmlformats.org/officeDocument/2006/relationships/slide" Target="/ppt/slides/slide6.xml" Id="Rc684c5263dd3498c" /><Relationship Type="http://schemas.openxmlformats.org/officeDocument/2006/relationships/slide" Target="/ppt/slides/slide7.xml" Id="R3b4095cc1be8450f" /><Relationship Type="http://schemas.openxmlformats.org/officeDocument/2006/relationships/slide" Target="/ppt/slides/slide8.xml" Id="R54988e4cc12d4e04" /><Relationship Type="http://schemas.openxmlformats.org/officeDocument/2006/relationships/slide" Target="/ppt/slides/slide9.xml" Id="R9fca9ea737394e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35b02c24684a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a5a760d0b64e77" /><Relationship Type="http://schemas.openxmlformats.org/officeDocument/2006/relationships/notesMaster" Target="/ppt/notesMasters/notesMaster1.xml" Id="R4c79f488a29544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44ed3719db4135" /><Relationship Type="http://schemas.openxmlformats.org/officeDocument/2006/relationships/notesMaster" Target="/ppt/notesMasters/notesMaster1.xml" Id="R5d0356606acd42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17668d4f1043dd" /><Relationship Type="http://schemas.openxmlformats.org/officeDocument/2006/relationships/notesMaster" Target="/ppt/notesMasters/notesMaster1.xml" Id="R48899f4196614d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efc39bba5e42af" /><Relationship Type="http://schemas.openxmlformats.org/officeDocument/2006/relationships/notesMaster" Target="/ppt/notesMasters/notesMaster1.xml" Id="R8862d745101e4d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8bc315d2b34b3d" /><Relationship Type="http://schemas.openxmlformats.org/officeDocument/2006/relationships/notesMaster" Target="/ppt/notesMasters/notesMaster1.xml" Id="R58c872fff0ff4f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95695399c5435d" /><Relationship Type="http://schemas.openxmlformats.org/officeDocument/2006/relationships/notesMaster" Target="/ppt/notesMasters/notesMaster1.xml" Id="Rd4b95c47b1da48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e68de91de747a1" /><Relationship Type="http://schemas.openxmlformats.org/officeDocument/2006/relationships/notesMaster" Target="/ppt/notesMasters/notesMaster1.xml" Id="R50ed43c4aa134d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3fb28648a84b3a" /><Relationship Type="http://schemas.openxmlformats.org/officeDocument/2006/relationships/notesMaster" Target="/ppt/notesMasters/notesMaster1.xml" Id="R5867beae92ad4c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faa0de285b4e73" /><Relationship Type="http://schemas.openxmlformats.org/officeDocument/2006/relationships/notesMaster" Target="/ppt/notesMasters/notesMaster1.xml" Id="Rbca5ba1d516241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42ff39b6545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706d4eae934450" /><Relationship Type="http://schemas.openxmlformats.org/officeDocument/2006/relationships/slideLayout" Target="/ppt/slideLayouts/slideLayout1.xml" Id="Rda67005aa6994c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67005aa6994c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6d0c9f281470a" /><Relationship Type="http://schemas.openxmlformats.org/officeDocument/2006/relationships/notesSlide" Target="/ppt/notesSlides/notesSlide1.xml" Id="R141c3715417848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f70410b0a4bff" /><Relationship Type="http://schemas.openxmlformats.org/officeDocument/2006/relationships/notesSlide" Target="/ppt/notesSlides/notesSlide2.xml" Id="Rdaf52f90eaf741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9021df9c849cd" /><Relationship Type="http://schemas.openxmlformats.org/officeDocument/2006/relationships/notesSlide" Target="/ppt/notesSlides/notesSlide3.xml" Id="R143dc704727143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2c9cdae0542cc" /><Relationship Type="http://schemas.openxmlformats.org/officeDocument/2006/relationships/notesSlide" Target="/ppt/notesSlides/notesSlide4.xml" Id="R0f84c7074e204a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c9b06bc29416c" /><Relationship Type="http://schemas.openxmlformats.org/officeDocument/2006/relationships/notesSlide" Target="/ppt/notesSlides/notesSlide5.xml" Id="Re04f5a4165224b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0f80df794452a" /><Relationship Type="http://schemas.openxmlformats.org/officeDocument/2006/relationships/notesSlide" Target="/ppt/notesSlides/notesSlide6.xml" Id="Rbfb2f888dee348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66d9c0087427d" /><Relationship Type="http://schemas.openxmlformats.org/officeDocument/2006/relationships/notesSlide" Target="/ppt/notesSlides/notesSlide7.xml" Id="R056d2456158649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03209888947c6" /><Relationship Type="http://schemas.openxmlformats.org/officeDocument/2006/relationships/notesSlide" Target="/ppt/notesSlides/notesSlide8.xml" Id="R316a0c92ce0d42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4f155783443db" /><Relationship Type="http://schemas.openxmlformats.org/officeDocument/2006/relationships/notesSlide" Target="/ppt/notesSlides/notesSlide9.xml" Id="Re85ce2cafe8a42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592E5-A16E-4515-A906-470BB194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C3AAB-6741-4EA8-93DF-191C9E82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Numerical Methods - 2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29406-BB18-4BCF-AD8E-A743BED9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1BMATC201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BEEF5-3D5C-4BA7-BC01-7DA1D14C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9CEAE-EED6-45F5-B800-FEBCD05C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8AAC5-14BE-4788-BCE3-49496145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4496D-BC30-492D-B306-63DE4146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05D01-8227-4F92-B7BD-AE37548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9D2CA-D83A-4C5D-9D6E-5FEBD894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8DC77-6432-4419-8406-D9A6BBCB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A2ADB-5661-4395-A4BD-725B26BF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CBCE1-0357-4100-A84B-8A3C8B13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318075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4BECF-0117-4451-B573-89C5CC3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0E669-E592-48CC-9098-F6B46DDF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F8188-D0E3-48D5-9873-DB90740D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26E15-5AFA-44ED-84E1-F433BEF5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C442D-C8B3-4347-B570-0075DF25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4A4B1-60E3-480E-A051-162AA5EB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65BEE-5A54-432C-9CE9-202D7FCC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224DA-C6CA-476B-828A-680F9838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1F698-2F51-4611-9D34-1DBBBD40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841C4-F961-433E-BD6B-3C34FDB1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051A2-8554-453F-B25E-B6E0E8C8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A5B9C-62AE-4D9E-9671-47087DE9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885E5-EE98-488E-8125-0497156E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Methods - 2 (8 Hours Theory + 4 Hours Tutorial) Numerical solution of ordinary differential equations of first order and first degree: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Taylor's series method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Modified Euler's method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Runge-Kutta method of fourth order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Milne's predictor- corrector method and Adams-Bashforth predictor-corrector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9D6E2-DFBA-47D8-9BD3-F3C9469F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5A489-51C3-4DBE-8399-581DBA58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748521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E72E2-699B-4574-BCA5-FC9E566F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11311-DB7D-48C8-90E5-0E4A908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50379-5FB4-4744-A307-DC876EFF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856E5-9970-4DAA-9308-2ADE43F7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C4821-BD4A-4CA4-8044-3CD43F4D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18B92-8E2F-4C49-A979-68D66529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C9EB0-9119-494A-B725-D930F63F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D06B9-E07D-4122-9BD6-DB6E48F5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ordinary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5235F-231E-475D-B7C1-DB890DDF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5E106-3DED-43DC-AD3A-520B24B4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-1.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-28.1-30.8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6D929-AE1D-4EA0-9A8D-DB3F734D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04171-FD89-481D-AF8E-85C35049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494032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A6060-DB98-4C83-A53C-E134F397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A5A1C-59BC-4F99-AD19-F97A9034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55B1F-4C7B-41C7-A766-2BD15BA6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3C0AA-95B5-4414-A0C1-5D4A65F8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Methods - 2 (8 Hours Theory + 4 Hours Tutorial) Numerical solution of ordinary differential equat...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Taylor's series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Modified Euler's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Runge-Kutta method of fourth order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Milne's predictor- corrector method and Adams-Bashforth predictor-corrector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-1.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81EF2-F7F8-41A9-9DC3-A7CEAE04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C6E82-3580-4761-A597-8ABC5549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3A1C5-3849-47CF-B09F-46719695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04BEC-D2FC-4406-A8E3-6B03C1BA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11905-AD7D-4811-9397-E6F8C56C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3E3C4-3889-42D3-8146-B3E4482C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5ADDB-262A-4E63-9219-6EEC9C6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15C90-72B2-4B06-B828-56064D67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558F6-A808-4BD0-8848-CDE8689D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FBAAF-0487-4642-8AE9-7E0CCD2E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351EC-DBEF-4695-ADBB-CCB67EAE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270373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B9147-360D-4FAD-9B21-F0313631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63E4F-D258-4D15-B743-7CC628BA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BCE1C-3B2B-4605-881C-15D976CF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FA713-11DF-4638-9CB8-48B9E6EB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33A7E-C5D7-46DE-A0B7-90D21083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DD5AC-2B20-4891-BBBE-37A3898C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3F944-52FD-4E96-B516-75FBB358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50DCC-1273-4A4A-8B1B-183672D1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1A628-6906-4456-B23C-DF96E450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74A9E-01A5-4E9C-B6A5-EA2FA1A0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94426-E99D-4515-AB8F-601336A0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3B006-3BA9-4840-A7B3-0048448A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2D636-B6DE-4BDA-99C0-2EE9C944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A757C-23EF-450D-809F-E3FF8A06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040C3-DDA8-422C-8F72-061280F3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442045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77A92-3B5A-47D2-AB47-0CB61A51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AE5A8-622C-4705-B44E-360015B0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1C2F2-1D68-4D0C-AF7B-DFBEB1E9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AD157-CCD7-4F92-87E6-8BE5271C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529DD-F87D-4217-87C1-99F4453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Numerical Methods - 2 (8 Hours Theory + 4 Hours Tutorial) Numerical solution of ordinary differential equations of first order and first degree: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2A912-3B12-429F-B0CC-CEB46C16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Numerical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6B7A5-4357-423E-89A7-A3FBD75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25EE6-062B-4530-B088-E2D3EDD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4A7E9-7C9D-408D-9FB3-FC8755BD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4088391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965C2-F158-467E-BF7B-25454832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A5545-AD54-4F74-923E-C7128227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6523C-21E4-42DF-A7C5-4BF23AA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AA218-8542-4A0A-BE54-DE5C7CC4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2F678-5382-41E4-93DE-35F0E136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-28.1-30.8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F89E8-3854-4407-9644-628E9F0F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B6571-4801-4EA1-AF6A-3F6D9210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C5AD0-96C8-4A1A-A10E-3E529D96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DFC6D-4628-4320-98DB-11062909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7928402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C62EA8-10C6-4DD7-B919-56E36543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02A2F-993D-4BA7-9897-6009ED45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14994-38FF-47FF-9575-5E8F053B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45C91-CFE3-4EB8-AB23-BE9E818F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5334A-393B-4B9E-A4BA-E96AC714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6CF37-B269-4788-B91F-778BE222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4C4C0-C929-47B2-B110-7C06B7EE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Methods - 2 (8 Hours Theory + 4 Hours Tutorial) Numerical solution of ordinary differ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2BF2B-6FA3-4059-AC6A-EE86DB9E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50CBB-BEA2-411E-A127-F74CF59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7F7AF-98C5-4FB4-B178-ABB82666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Taylor's series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E62FA-D696-419D-9839-89FB535C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46911-56AA-4DE9-B7BA-382518FE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C201F-854A-4939-9AFF-456FE74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Modified Euler's 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C2023-9D8C-44BE-AF86-B4CC4F8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FA8EE-EB23-47EC-869C-0C62CA8B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0C04E-BF50-4427-B165-560D83E5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Runge-Kutta method of fourth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38CCA-39A2-4464-AC6A-4C062B7D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D1F88-1CDC-4ADD-9BE4-431D9B23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CBB1E-DB7C-4B51-BDAE-CECEE493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Milne's predictor- corrector method and Adams-Bashforth predictor-corrector method.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44D29-D520-4ACA-84F1-1F60E0BB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67A9B-1689-4807-81E6-29FD0223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2553F-4AC7-4A0D-847A-6DAB5D8D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-1.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E2DF8-DB93-4FF5-B03F-349ACC32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1A7A52-7CA7-4DD4-88F3-F8ECFB92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BE402-0176-42F4-A02D-7239AB55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-28.1-30.8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4AEAF-783A-47FE-A3CA-30149CF0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225941-2169-42D5-9FF7-F6E045E2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67CF0-1D21-4EA5-AA2A-0333877D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561BF9-5EE0-46AC-8AC8-1715E8BB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4237028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8974D-5357-46BB-A10D-59EB6BDC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76E26-C541-4B82-B708-D474265B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2661E-9423-41D2-BD14-E156396E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25B12-D4AF-48FF-A204-CCBEC15C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Numerical, Methods, Tutorial, solution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32327-F169-44EB-BC32-F6573C2C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34CB6-D6C2-4957-9E99-F1B086E6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0E33B-A617-4B75-A170-449CB6AB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37244-E525-4A7D-9ABD-3AE9A43B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2079774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2026-08-24T06:38:50.8130000Z</dcterms:created>
  <dcterms:modified xsi:type="dcterms:W3CDTF">2026-08-24T06:38:50.8130000Z</dcterms:modified>
</coreProperties>
</file>