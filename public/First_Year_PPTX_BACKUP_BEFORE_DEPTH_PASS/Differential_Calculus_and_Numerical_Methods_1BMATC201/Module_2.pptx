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453d000f34438" /><Relationship Type="http://schemas.openxmlformats.org/officeDocument/2006/relationships/extended-properties" Target="/docProps/app.xml" Id="Rf76a87a805fd41a5" /><Relationship Type="http://schemas.openxmlformats.org/officeDocument/2006/relationships/officeDocument" Target="/ppt/presentation.xml" Id="R5d29ed245d4e44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7ff317dfaf42da"/>
  </p:sldMasterIdLst>
  <p:notesMasterIdLst>
    <p:notesMasterId xmlns:r="http://schemas.openxmlformats.org/officeDocument/2006/relationships" r:id="R13cc7a5e4622478e"/>
  </p:notesMasterIdLst>
  <p:sldIdLst>
    <p:sldId xmlns:r="http://schemas.openxmlformats.org/officeDocument/2006/relationships" id="256" r:id="R5732ce9d774f40dc"/>
    <p:sldId xmlns:r="http://schemas.openxmlformats.org/officeDocument/2006/relationships" id="257" r:id="Rff2bb0b9a78a4af8"/>
    <p:sldId xmlns:r="http://schemas.openxmlformats.org/officeDocument/2006/relationships" id="258" r:id="R8b73b6722ae944fd"/>
    <p:sldId xmlns:r="http://schemas.openxmlformats.org/officeDocument/2006/relationships" id="259" r:id="R94921a6207664b2d"/>
    <p:sldId xmlns:r="http://schemas.openxmlformats.org/officeDocument/2006/relationships" id="260" r:id="Ra7280ca423a04374"/>
    <p:sldId xmlns:r="http://schemas.openxmlformats.org/officeDocument/2006/relationships" id="261" r:id="R69c2167c45e14e52"/>
    <p:sldId xmlns:r="http://schemas.openxmlformats.org/officeDocument/2006/relationships" id="262" r:id="R59d94df7b1864c42"/>
    <p:sldId xmlns:r="http://schemas.openxmlformats.org/officeDocument/2006/relationships" id="263" r:id="R9c657d0fd69d4618"/>
    <p:sldId xmlns:r="http://schemas.openxmlformats.org/officeDocument/2006/relationships" id="264" r:id="R83ce81a553314e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16a28e84654bc5" /><Relationship Type="http://schemas.openxmlformats.org/officeDocument/2006/relationships/slideMaster" Target="/ppt/slideMasters/slideMaster1.xml" Id="Ra57ff317dfaf42da" /><Relationship Type="http://schemas.openxmlformats.org/officeDocument/2006/relationships/notesMaster" Target="/ppt/notesMasters/notesMaster1.xml" Id="R13cc7a5e4622478e" /><Relationship Type="http://schemas.openxmlformats.org/officeDocument/2006/relationships/presProps" Target="/ppt/presProps.xml" Id="R8ea99cce59564bcb" /><Relationship Type="http://schemas.openxmlformats.org/officeDocument/2006/relationships/tableStyles" Target="/ppt/tableStyles.xml" Id="Rd5df807036694771" /><Relationship Type="http://schemas.openxmlformats.org/officeDocument/2006/relationships/slide" Target="/ppt/slides/slide1.xml" Id="R5732ce9d774f40dc" /><Relationship Type="http://schemas.openxmlformats.org/officeDocument/2006/relationships/slide" Target="/ppt/slides/slide2.xml" Id="Rff2bb0b9a78a4af8" /><Relationship Type="http://schemas.openxmlformats.org/officeDocument/2006/relationships/slide" Target="/ppt/slides/slide3.xml" Id="R8b73b6722ae944fd" /><Relationship Type="http://schemas.openxmlformats.org/officeDocument/2006/relationships/slide" Target="/ppt/slides/slide4.xml" Id="R94921a6207664b2d" /><Relationship Type="http://schemas.openxmlformats.org/officeDocument/2006/relationships/slide" Target="/ppt/slides/slide5.xml" Id="Ra7280ca423a04374" /><Relationship Type="http://schemas.openxmlformats.org/officeDocument/2006/relationships/slide" Target="/ppt/slides/slide6.xml" Id="R69c2167c45e14e52" /><Relationship Type="http://schemas.openxmlformats.org/officeDocument/2006/relationships/slide" Target="/ppt/slides/slide7.xml" Id="R59d94df7b1864c42" /><Relationship Type="http://schemas.openxmlformats.org/officeDocument/2006/relationships/slide" Target="/ppt/slides/slide8.xml" Id="R9c657d0fd69d4618" /><Relationship Type="http://schemas.openxmlformats.org/officeDocument/2006/relationships/slide" Target="/ppt/slides/slide9.xml" Id="R83ce81a553314e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fd62f7a23649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5da3efdf2248d0" /><Relationship Type="http://schemas.openxmlformats.org/officeDocument/2006/relationships/notesMaster" Target="/ppt/notesMasters/notesMaster1.xml" Id="Rd8a09d982eed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a25e58dfa34e8f" /><Relationship Type="http://schemas.openxmlformats.org/officeDocument/2006/relationships/notesMaster" Target="/ppt/notesMasters/notesMaster1.xml" Id="R9f6317307b5849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015a1e91734122" /><Relationship Type="http://schemas.openxmlformats.org/officeDocument/2006/relationships/notesMaster" Target="/ppt/notesMasters/notesMaster1.xml" Id="Rdcc5712cab3240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89358cce02496a" /><Relationship Type="http://schemas.openxmlformats.org/officeDocument/2006/relationships/notesMaster" Target="/ppt/notesMasters/notesMaster1.xml" Id="R9f96e895387542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2df49db1b545f5" /><Relationship Type="http://schemas.openxmlformats.org/officeDocument/2006/relationships/notesMaster" Target="/ppt/notesMasters/notesMaster1.xml" Id="Rdb29ee29561a49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cd2d893ddf4ee7" /><Relationship Type="http://schemas.openxmlformats.org/officeDocument/2006/relationships/notesMaster" Target="/ppt/notesMasters/notesMaster1.xml" Id="R227ee27517c748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fc06c6fb8b41f4" /><Relationship Type="http://schemas.openxmlformats.org/officeDocument/2006/relationships/notesMaster" Target="/ppt/notesMasters/notesMaster1.xml" Id="R3fe056fa39a64c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22543a86274ae4" /><Relationship Type="http://schemas.openxmlformats.org/officeDocument/2006/relationships/notesMaster" Target="/ppt/notesMasters/notesMaster1.xml" Id="R070aa676cf4040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b2b3965e94425a" /><Relationship Type="http://schemas.openxmlformats.org/officeDocument/2006/relationships/notesMaster" Target="/ppt/notesMasters/notesMaster1.xml" Id="Re07737cb5f9c4e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5b659d2be44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83b6d220a34c65" /><Relationship Type="http://schemas.openxmlformats.org/officeDocument/2006/relationships/slideLayout" Target="/ppt/slideLayouts/slideLayout1.xml" Id="R9b7c145d70134b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7c145d70134b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4bdf22d994e8a" /><Relationship Type="http://schemas.openxmlformats.org/officeDocument/2006/relationships/notesSlide" Target="/ppt/notesSlides/notesSlide1.xml" Id="Re616b14c2d9341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576409a404735" /><Relationship Type="http://schemas.openxmlformats.org/officeDocument/2006/relationships/notesSlide" Target="/ppt/notesSlides/notesSlide2.xml" Id="R9b83a19d194941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dd91ecf584342" /><Relationship Type="http://schemas.openxmlformats.org/officeDocument/2006/relationships/notesSlide" Target="/ppt/notesSlides/notesSlide3.xml" Id="Ra141da2a30614b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37e2b5d534264" /><Relationship Type="http://schemas.openxmlformats.org/officeDocument/2006/relationships/notesSlide" Target="/ppt/notesSlides/notesSlide4.xml" Id="R0b0f18caff394e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26309e1184c21" /><Relationship Type="http://schemas.openxmlformats.org/officeDocument/2006/relationships/notesSlide" Target="/ppt/notesSlides/notesSlide5.xml" Id="R8d3f5af437224d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d72e70aea45b1" /><Relationship Type="http://schemas.openxmlformats.org/officeDocument/2006/relationships/notesSlide" Target="/ppt/notesSlides/notesSlide6.xml" Id="Rf5287770a3f04a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f282a66d446cc" /><Relationship Type="http://schemas.openxmlformats.org/officeDocument/2006/relationships/notesSlide" Target="/ppt/notesSlides/notesSlide7.xml" Id="Ra4cef97aad044f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c3846d2d24d67" /><Relationship Type="http://schemas.openxmlformats.org/officeDocument/2006/relationships/notesSlide" Target="/ppt/notesSlides/notesSlide8.xml" Id="Rcbf152b7ba4f43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43b29b8d742cf" /><Relationship Type="http://schemas.openxmlformats.org/officeDocument/2006/relationships/notesSlide" Target="/ppt/notesSlides/notesSlide9.xml" Id="R545eead4280e4f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9ABC8-2BC2-41E7-B1E3-38872820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94426-B6DF-485D-A761-8026B50C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Partial Differential Equations (PDE)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196A6-8B4F-4E5C-9371-B298E893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2600F-F352-4665-8382-8CD96A0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A4B2F-8397-47E8-A9AE-AEE0B6C8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F8B31-0FB6-48F2-A596-52A5CCB0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4E0E0-9380-45C2-A237-27F9956E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A1D1D-5F35-42E4-B351-6A9CC019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65F38-E9AD-4C6D-9FB5-CD1CFD0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F1DDF-3B93-4B15-87E7-931311A0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9ABE1-526B-41C0-BB62-5D30EDE1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C9A0A-F25B-4359-A7B1-C3189018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764805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5369B-5690-428B-8D9D-C484684F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9BB10-D36F-404E-A6E6-F7543ADA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68FDE-C56E-4DF0-B066-C91D993B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7F66F-C5B1-46A6-B32A-05E49A2F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666EE-BF06-480A-A5A6-C8742D30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4ACB6-27D0-4821-8673-C3B1E323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9B42E-81F9-4F44-B95A-E6387B79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A0FEC-5072-4DFD-8144-18179A7A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4DD4F-1885-4413-9542-6FEBE0B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0849D-D0E6-443C-8038-8EC1CAAD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98665-DEEF-4272-B1C8-14BB19D7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5B1EE-CE1A-436C-A501-9F5D1AE0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AF015-2714-40A9-A9A2-25756A63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Partial Differential Equations (PDE) (8 Hours Theory + 4 Hours Tutorial) Formation of PDEs by elimination of arbitrary constants and functions.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Solution of non - homogeneous PDE by direct integration.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Homogeneous PDEs involving derivatives with respect to one independent variable only.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Method of Separation of variables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 of PDE: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1E33C-41CF-4585-830D-C92CC292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8E740-594F-4F48-A02C-5B25F870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549830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647A9-EA0F-4310-8E35-291D7819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720B1-96AF-4794-969C-8BA0568F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57099-499E-42E5-BE9F-5BEC0CE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FB5C0-6F07-49E9-870A-50AD4082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Partial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22B65-BC8F-4FAC-90B2-F7E098AB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879E3-8C53-430D-AD6E-60447A09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2BDC4-EA49-43FD-8C95-07755C4C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C943B-1CDC-4485-9F9E-64C7D6EF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FA3B0-4FB0-48BD-879E-5A602E71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C6232-2C12-4718-B442-948F0641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Derivation of one-dimensional heat equation and wave equation.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-1.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-17, 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18DA4-251C-4678-90D5-C7F5F29C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648AE-4DCE-4D8C-AE99-D05A80B2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305061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DE1E2-1237-4D43-B3BD-9EAFA523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DD0EB-A197-4719-AC82-9CC2C01D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738FA-FA96-46E6-8EC2-23D57A19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9FA53-CF48-43E3-BF15-FEDD608E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Partial Differential Equations (PDE) (8 Hours Theory + 4 Hours Tutorial) Formation of PDEs by elimination o...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Solution of non - homogeneous PDE by direct integration.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Homogeneous PDEs involving derivatives with respect to one independent variable only.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Method of Separation of variables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 of PDE: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Derivation of one-dimensional heat equation and wave equation.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56483-15E6-401D-AD21-027D3168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BDC1E-4BAB-4025-8D6B-62144194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AC775-54E5-4F62-B1C1-F70AB370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C9590-AE5B-4E26-B230-178EC1E5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2529E-5CF1-48BC-9AF4-9D48EFB8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374EF-3997-4B5D-BEA3-D9EFC6C2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2FC70-FBBE-45FF-834A-10EC312F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85BFE-BBC2-42CD-A452-FA7F1217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84288-CF9A-48BB-A760-A1ABF977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262F1-30D4-4468-B038-5D90E305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C6F3B-D091-4BA5-9FFE-C37C0DE4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130201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0D8AE-75C3-42FE-AB39-D033CFC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64753-C51F-4D60-9195-88290D0D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1838B-9CBE-4030-B435-80DDFBC6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F47AD-3F53-4114-BE74-37B53D04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9E1B7-044C-4276-A893-679E3C34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D0716-D094-4406-9B3D-A01C30E5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C5B88-C41E-4718-A48D-41371442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11320-69EF-4AF1-9A17-E167AC09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92B6E-4420-405B-ABD1-42F0E742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31D7F-46BF-4E26-BA5F-15819C63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9A8EA-3D99-4D5A-9799-54869457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00A28-657A-45A3-9214-9DE76B6F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8849E-F43B-4B8A-A3CA-5C7D4ACE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7BC7F-9DCF-432F-84CD-681AB36B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E7A67-F9FC-4228-BE2B-A6C7CC64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417635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E4277-4380-4509-A751-67F519B2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1C09F-B2D0-4A73-9371-CE521B0E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88BBF-EE06-4E27-866B-463C0BFE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49FA1-3804-4749-8E32-FC2B870E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42F1D-626A-43B3-95B1-370A6B98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Partial Differential Equations (PDE) (8 Hours Theory + 4 Hours Tutorial) Formation of PDEs by elimination of arbitrary constants and functions.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AA42B-42A6-4808-B089-94A71FA3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Partial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D8E54-4659-4AED-A61C-5419ACC9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E66AE-717C-4508-AFD4-06CA9910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3C0B2-6744-4FC6-9AE3-1E73B441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270788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B516B-F0B9-4DD4-A11C-2D7E9C8F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E0F12-0D5A-4C2A-8BB6-8D31F055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FC655-DC03-4C9D-8ECD-6BFD767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9C561-1BC4-4AF3-980C-F76FD538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5B076-5163-46DD-BD7D-D68544FB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-1.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-17,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F21F0-E641-432B-B1E7-8685838F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61731-C3AD-4596-99AE-EBDC765D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6B55B-5746-44F0-9000-6E685A3B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9BD96-8697-44B2-8767-52F9FFBB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24110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7F9077-B983-4594-B65B-82F3491A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235E2-8FC9-492E-8BD7-F7EA4E18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4A283-BE84-410B-B8D5-46AE33D7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AFEDB-45BD-4CB2-9675-9BA0969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0D56D-6375-4F6D-85A0-5BC01605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802C8-C90F-437A-A43B-1198AD50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F5DA9-FD38-4917-943A-8222D55B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Partial Differential Equations (PDE) (8 Hours Theory + 4 Hours Tutorial) Formation of PDEs by 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0A671-AD78-4F56-B2F5-4DEC0237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989D2-23DF-45B5-9752-759642C4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7DD25-CA9A-4500-99F5-8B5D3401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Solution of non - homogeneous PDE by direct integration.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6F678-C110-48FC-9859-7FDCE5A6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1A02B-7467-4C3A-BB49-C3F4B9BF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AA01F-02C1-41AD-A112-66142859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Homogeneous PDEs involving derivatives with respect to one independent variable only.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72B15-53D4-48FE-AD3B-3F65724C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82B22-AA97-4B07-A517-33A36736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73A96-9A89-4068-9A44-C895D2D9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Method of Separation of variables 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988C4-0F8C-4906-93B1-7103B2B2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31741-7DB8-4C68-846F-F95A8B19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62449-4B82-4903-BCC9-755D8251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 of PDE: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05F37-D7B2-480D-AFE9-192EDF2C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5831F-2D49-49A2-BE8B-09F369CF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AFE62-4C3B-4DBD-9155-647CE881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Derivation of one-dimensional heat equation and wave equation.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E84671-EDAE-4510-A68E-9CBBE3C3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2F6CA-1AC6-4DF4-89CE-C323D310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D463A-00C8-4C25-ABBA-78CC4869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-1.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4BBD2-EBAD-459D-8DEB-75914C46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845CE-7FD4-453D-B0AA-F117D50D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0277AB-5365-46DA-AF24-5C1B5943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9AA264-E206-4A63-901A-0152A743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413755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F1381-EF3A-43C2-8B05-4160914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78420-41ED-4DD5-8D03-CE01D647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6FBF4-0199-45DD-BDBF-B8D5265C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279D3-C76C-4F87-8FB0-4206DBA6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Partial, Differential, Equations, Tutorial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AA5D5-FBCB-4995-B75C-7E0F2F50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94609-EDE0-4FDE-B05E-B0CD014A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CC36E-F112-432A-BEAC-A8C6C48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0CD1-6345-49D6-A34E-F50ECEC0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289586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2026-08-24T06:38:50.6450000Z</dcterms:created>
  <dcterms:modified xsi:type="dcterms:W3CDTF">2026-08-24T06:38:50.6450000Z</dcterms:modified>
</coreProperties>
</file>