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844c1a5573453b" /><Relationship Type="http://schemas.openxmlformats.org/officeDocument/2006/relationships/extended-properties" Target="/docProps/app.xml" Id="Rc3c53ef9ba5f410f" /><Relationship Type="http://schemas.openxmlformats.org/officeDocument/2006/relationships/officeDocument" Target="/ppt/presentation.xml" Id="Ra70e4061f8dc44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ce028450404f97"/>
  </p:sldMasterIdLst>
  <p:notesMasterIdLst>
    <p:notesMasterId xmlns:r="http://schemas.openxmlformats.org/officeDocument/2006/relationships" r:id="R8046259899a74373"/>
  </p:notesMasterIdLst>
  <p:sldIdLst>
    <p:sldId xmlns:r="http://schemas.openxmlformats.org/officeDocument/2006/relationships" id="256" r:id="R48efe992c52546c9"/>
    <p:sldId xmlns:r="http://schemas.openxmlformats.org/officeDocument/2006/relationships" id="257" r:id="Ra64bfd7a031a4980"/>
    <p:sldId xmlns:r="http://schemas.openxmlformats.org/officeDocument/2006/relationships" id="258" r:id="R1ce558dd09714451"/>
    <p:sldId xmlns:r="http://schemas.openxmlformats.org/officeDocument/2006/relationships" id="259" r:id="Re0691cb3a2184a81"/>
    <p:sldId xmlns:r="http://schemas.openxmlformats.org/officeDocument/2006/relationships" id="260" r:id="R884b73864af24f07"/>
    <p:sldId xmlns:r="http://schemas.openxmlformats.org/officeDocument/2006/relationships" id="261" r:id="R1aa523f399c64c5c"/>
    <p:sldId xmlns:r="http://schemas.openxmlformats.org/officeDocument/2006/relationships" id="262" r:id="R9a8788216f924799"/>
    <p:sldId xmlns:r="http://schemas.openxmlformats.org/officeDocument/2006/relationships" id="263" r:id="Rd2d0d8ca09214d7f"/>
    <p:sldId xmlns:r="http://schemas.openxmlformats.org/officeDocument/2006/relationships" id="264" r:id="Ra5dbf12c61c74a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7781699620480d" /><Relationship Type="http://schemas.openxmlformats.org/officeDocument/2006/relationships/slideMaster" Target="/ppt/slideMasters/slideMaster1.xml" Id="Reace028450404f97" /><Relationship Type="http://schemas.openxmlformats.org/officeDocument/2006/relationships/notesMaster" Target="/ppt/notesMasters/notesMaster1.xml" Id="R8046259899a74373" /><Relationship Type="http://schemas.openxmlformats.org/officeDocument/2006/relationships/presProps" Target="/ppt/presProps.xml" Id="R1706082f3d0a473a" /><Relationship Type="http://schemas.openxmlformats.org/officeDocument/2006/relationships/tableStyles" Target="/ppt/tableStyles.xml" Id="Re221e33ed8c44793" /><Relationship Type="http://schemas.openxmlformats.org/officeDocument/2006/relationships/slide" Target="/ppt/slides/slide1.xml" Id="R48efe992c52546c9" /><Relationship Type="http://schemas.openxmlformats.org/officeDocument/2006/relationships/slide" Target="/ppt/slides/slide2.xml" Id="Ra64bfd7a031a4980" /><Relationship Type="http://schemas.openxmlformats.org/officeDocument/2006/relationships/slide" Target="/ppt/slides/slide3.xml" Id="R1ce558dd09714451" /><Relationship Type="http://schemas.openxmlformats.org/officeDocument/2006/relationships/slide" Target="/ppt/slides/slide4.xml" Id="Re0691cb3a2184a81" /><Relationship Type="http://schemas.openxmlformats.org/officeDocument/2006/relationships/slide" Target="/ppt/slides/slide5.xml" Id="R884b73864af24f07" /><Relationship Type="http://schemas.openxmlformats.org/officeDocument/2006/relationships/slide" Target="/ppt/slides/slide6.xml" Id="R1aa523f399c64c5c" /><Relationship Type="http://schemas.openxmlformats.org/officeDocument/2006/relationships/slide" Target="/ppt/slides/slide7.xml" Id="R9a8788216f924799" /><Relationship Type="http://schemas.openxmlformats.org/officeDocument/2006/relationships/slide" Target="/ppt/slides/slide8.xml" Id="Rd2d0d8ca09214d7f" /><Relationship Type="http://schemas.openxmlformats.org/officeDocument/2006/relationships/slide" Target="/ppt/slides/slide9.xml" Id="Ra5dbf12c61c74a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fc094876a647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adb92407854928" /><Relationship Type="http://schemas.openxmlformats.org/officeDocument/2006/relationships/notesMaster" Target="/ppt/notesMasters/notesMaster1.xml" Id="Rde7a27ce00d341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b28c70f16d4328" /><Relationship Type="http://schemas.openxmlformats.org/officeDocument/2006/relationships/notesMaster" Target="/ppt/notesMasters/notesMaster1.xml" Id="R17ebab1f15974f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410664d22e4c73" /><Relationship Type="http://schemas.openxmlformats.org/officeDocument/2006/relationships/notesMaster" Target="/ppt/notesMasters/notesMaster1.xml" Id="Rb6d8725d385c40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25164c61c34fa3" /><Relationship Type="http://schemas.openxmlformats.org/officeDocument/2006/relationships/notesMaster" Target="/ppt/notesMasters/notesMaster1.xml" Id="Rcd673ad087c246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02edcf394d4b09" /><Relationship Type="http://schemas.openxmlformats.org/officeDocument/2006/relationships/notesMaster" Target="/ppt/notesMasters/notesMaster1.xml" Id="R85d825a70cce45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dda17f63ce4eca" /><Relationship Type="http://schemas.openxmlformats.org/officeDocument/2006/relationships/notesMaster" Target="/ppt/notesMasters/notesMaster1.xml" Id="R1f66e36fd8fa44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65420616ff47aa" /><Relationship Type="http://schemas.openxmlformats.org/officeDocument/2006/relationships/notesMaster" Target="/ppt/notesMasters/notesMaster1.xml" Id="Ra869b08a539e4a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a1ab6510f24547" /><Relationship Type="http://schemas.openxmlformats.org/officeDocument/2006/relationships/notesMaster" Target="/ppt/notesMasters/notesMaster1.xml" Id="R852499cae4a446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468142b31c49dc" /><Relationship Type="http://schemas.openxmlformats.org/officeDocument/2006/relationships/notesMaster" Target="/ppt/notesMasters/notesMaster1.xml" Id="R5e986718f56640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693e8bb9b4a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73a891383443d5" /><Relationship Type="http://schemas.openxmlformats.org/officeDocument/2006/relationships/slideLayout" Target="/ppt/slideLayouts/slideLayout1.xml" Id="Rf8c14eff13b543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c14eff13b543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795c1cc2d4373" /><Relationship Type="http://schemas.openxmlformats.org/officeDocument/2006/relationships/notesSlide" Target="/ppt/notesSlides/notesSlide1.xml" Id="R3a58df1915374c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6b9411cdb404c" /><Relationship Type="http://schemas.openxmlformats.org/officeDocument/2006/relationships/notesSlide" Target="/ppt/notesSlides/notesSlide2.xml" Id="Rd34afb4c3bdf4e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6eff6c50b43bf" /><Relationship Type="http://schemas.openxmlformats.org/officeDocument/2006/relationships/notesSlide" Target="/ppt/notesSlides/notesSlide3.xml" Id="Ra9ab8ed849884c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9c20f67784d42" /><Relationship Type="http://schemas.openxmlformats.org/officeDocument/2006/relationships/notesSlide" Target="/ppt/notesSlides/notesSlide4.xml" Id="R2277547faea64d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9e7312857498e" /><Relationship Type="http://schemas.openxmlformats.org/officeDocument/2006/relationships/notesSlide" Target="/ppt/notesSlides/notesSlide5.xml" Id="R4215f380002149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37b75acc7493c" /><Relationship Type="http://schemas.openxmlformats.org/officeDocument/2006/relationships/notesSlide" Target="/ppt/notesSlides/notesSlide6.xml" Id="Rf22714b066dc44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76a31ea894ae7" /><Relationship Type="http://schemas.openxmlformats.org/officeDocument/2006/relationships/notesSlide" Target="/ppt/notesSlides/notesSlide7.xml" Id="R3fbfa0e41ba340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de4fb094f41be" /><Relationship Type="http://schemas.openxmlformats.org/officeDocument/2006/relationships/notesSlide" Target="/ppt/notesSlides/notesSlide8.xml" Id="Rb30a824bb7cb43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9299989504b4f" /><Relationship Type="http://schemas.openxmlformats.org/officeDocument/2006/relationships/notesSlide" Target="/ppt/notesSlides/notesSlide9.xml" Id="R91dfa7a5b0fe4a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7AAB3-9055-4F57-9579-B23018D9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6DE15-03CD-4795-A2F3-A28F360B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Vector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9AA62-2E70-44D6-98AC-3AFA4B68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and Numerical Methods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1BMATC201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92A05-BA5A-4E27-886A-B1C721AC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22592-EE82-4121-AFCD-9BBCDC74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D3216-0157-4CC1-96C4-DB7B3E72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0DB48-7C9C-43C0-99FA-1F0776E3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4B220-FDB1-4FD7-ADEE-57D4EDF2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32CE7-2AF5-4A65-8DBA-04E991A8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C66AA-3694-4461-8B50-9F6C08E8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7A4C8-4EF9-4D7A-BEA9-EDE871A1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CC2A4-D4DD-42E5-9694-4469E074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201308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6551C-F9E9-4567-9F48-362ED988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13A5B-E55B-4CE8-BB47-BBF8E8FC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C42C8-6F45-4209-9A92-28B58F88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2D827-BC90-45FF-A1F4-11BCD8F1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F7C8D-018D-46E2-85EE-C12E6F55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04DD9-0223-4887-A252-BB09EC56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1A923-70AD-4746-9199-D67D1E2D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1535D-3AC5-48F2-8958-D3BF565D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5BE0B-D4DD-4204-A7CE-5C4FAAEF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8D699-E9F3-454B-9208-A9C83B11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F7265-0BEA-41CB-A15E-034DD4AD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F9242-15AD-48BB-BCA1-058790A4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DC9FE-AB8B-41F6-92A2-837A4F86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Vector Calculus (8 Hours Theory + 4 Hours Tutorial) Scalar and vector fields.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Gradient, directional derivative, divergence and curl - physical interpretation, solenoidal vector fields, irrotational vector fields and scalar potential.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Vector Integration: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Line integrals, work done by a force and flux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Statements of Green's theorem and Stoke's theorem, problems without verification.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E231A-8B3B-491E-9F83-8E58FAC5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F9544-B312-4399-9BD9-A840877F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892277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9A9CB-3D19-4303-A8F2-A1199FE8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4F536-0437-4624-B650-75C9E5F1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56073-175D-48CD-BF1C-2B678A00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21341-967B-4A91-B85D-99692087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C9895-1BD5-4F17-98BA-8E53D870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Calculus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28255-C236-423D-BAE6-B0B672C1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E9875-A34C-4A63-B80B-9FD5D844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Scalar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5CFF2-C178-4081-B6EA-A769A541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fields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A9C53-2570-45C9-8C75-DF0A29D5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Gradient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A985F-2A90-4D0E-87D7-A381AFD0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-1.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-8.4-8.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EBF4A-617A-4275-AD0F-2295B42D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7EFE5-975B-4187-A806-66551B19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349364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60D51-800C-444B-A86B-718FC206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2D426-0923-4B7A-A821-2B01AFFD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8A553-BEC5-4ADB-B1FB-8D81E569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9F27B-B20E-49BB-8DF9-9CDAA516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Vector Calculus (8 Hours Theory + 4 Hours Tutorial) Scalar and vector fields.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Gradient, directional derivative, divergence and curl - physical interpretation, solenoidal vector fields, 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Vector Integration: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Line integrals, work done by a force and flux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Statements of Green's theorem and Stoke's theorem, problems without verification.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-1.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EE9B4-5A8B-4FCF-9933-C6F52C70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42459-0BA0-41E3-A459-3D8B5E88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35F9A-FF9E-4585-87A3-A0AD616D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02A25-0AAE-4FD6-8890-8A620F72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9BCC0-B7C8-4856-ADC3-1944D22D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25EA0-BB11-40C4-9EBF-824A1567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854A8-BE19-47D3-ACDF-82C96B95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1257B-BF50-438D-9772-7EF66429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A1B9A-7BF9-4083-A57D-230A4EA5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1CEC7-856C-4E81-B8BA-7989367A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CBC68-C9E6-4B63-90ED-EB64F2FD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2876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1A094-905E-45E9-978D-24C1A0B4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07DA5-D1AF-43AD-8247-C4C57A82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E9D48-E316-470E-BC23-F85F3D9F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BE4AD-871F-4F20-B672-499601B2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E0D5B-C9E2-4D05-B554-C4B6CE8F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DAECA-F971-4E61-97E2-17CF75BE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287FB-F56E-4D64-821A-02844A67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60C0E-B32F-4568-B98A-096E9D2D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ACF09-7144-4D8F-B3C9-D9EDE4DA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3EE7E-E595-49B7-99C5-55C52E10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292CF-07A0-437C-8A7F-3A4124EE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1B14B-D450-4841-8AD8-61CF6E71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55932-2808-4F94-828F-DB4C96FD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491A5-BD58-422D-B4C6-3C0B5F17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E95EA-D9B2-4EB4-A0E3-88347691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741510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5C2BF-7C4A-4647-B700-79FE4E9A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943C1-BD2A-4E69-809C-F752B611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A6D93-AD60-4C77-9AF0-33364B7D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7E3F2-0A82-4C95-A3C2-3462C9E3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CB188-D407-4AB3-9768-6F673F83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Vector Calculus (8 Hours Theory + 4 Hours Tutorial) Scalar and vector fields.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A0023-C4B9-4961-B6DD-C61D4B29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Vector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62B19-0CA9-4CCC-AD06-250A33D9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CEAAB-0949-46EE-8D29-2943A809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30F6B-FBD5-4E22-844F-3132EC0B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5691512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F9006-10E1-482A-B9BC-983F90B9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A054F-D70B-4C98-8081-257A9A56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E466E-34A3-496B-BBB0-17F297F3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F8AA7-B1AD-4898-A030-FF68E050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88305-E6B0-4E58-8310-53AD4EE2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-8.4-8.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D6650-D17F-41C4-84F0-86CCAC38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F637E-2EF8-462C-A770-3D47F00F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6C186-CF29-4341-BF72-D3ED41AF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F4216-3613-48F9-8DCA-0D4B7C55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62621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5A4064-2AE9-486C-A34D-31F66B8F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E424C-3F7C-4303-B61E-4440594F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B1AFE-79B9-4453-BC7A-16B57EE2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BF3AA-3429-4566-A0E6-72923ECF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7A49E-835E-46A5-A8A9-5BD9550C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E5B59-6A39-4F09-8A2E-8E80E7F1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181F4-9BC5-4772-8F63-CD7C776F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Vector Calculus (8 Hours Theory + 4 Hours Tutorial) Scalar and vector fields.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7A442-FE79-41F8-9EC5-5C921177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4457D-547B-42C1-AA6A-C7C14F5B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9742B-9287-4023-A835-1D4ED3CE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Gradient, directional derivative, divergence and curl - physical interpretation, solenoidal vec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66827-F4D2-499B-AB05-92B2321A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22024-160B-47E5-834B-AA2BBEAE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27669-954D-4F83-A102-473B9556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Vector Integration: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037B3-06E3-4F71-BFC6-AAB4B074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0B871-C705-4EDD-9C20-9BB43693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C5F2F-A418-47E9-A7C0-4D9C8951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Line integrals, work done by a force and flux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EADBC4-F1FC-438B-A849-18B4872D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2F030-ECBB-478A-BCF8-EE0A47F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CA6285-C2CE-4422-979F-EA8DE79E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Statements of Green's theorem and Stoke's theorem, problems without verification.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9B82C-CA1C-4BD0-B4B3-9F869BB3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924A0-0916-4B7D-88F0-CABD0C66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15CB2-A29B-4F62-8005-69AC7DCC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 -1.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F074C-47C9-4394-8241-536D4A7D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6B2A5B-8BB6-4AA9-AA44-61E01400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6A937-7B3D-40CC-8E75-FDCDE86C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 -8.4-8.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42FDAF-23F2-48BC-83F1-DCA059C9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EF89EA-AA92-4C8F-86E9-DB3E94E9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1D04F3-42D1-4064-A8F4-8B7576A2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F0CD0B-F8D2-4B06-897C-2DA39205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601173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C8FEC-FF98-4D51-9751-B2BBE749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86FBD-17BB-4C71-8442-84B3C3CA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30E04-AED9-42D6-9C6C-4EFA7DFD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4557F-6515-4392-A8D2-515170FE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Vector, Calculus, Tutorial, Scalar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18A9C-505F-46DE-92C6-D794976A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11925-A5F3-4207-A88B-BE3B2239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C6C13-6649-4431-99E7-F0CE3818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ABE7B-7F90-4E99-8DA0-3DFBE2F6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497451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2026-08-24T06:38:50.6980000Z</dcterms:created>
  <dcterms:modified xsi:type="dcterms:W3CDTF">2026-08-24T06:38:50.6980000Z</dcterms:modified>
</coreProperties>
</file>