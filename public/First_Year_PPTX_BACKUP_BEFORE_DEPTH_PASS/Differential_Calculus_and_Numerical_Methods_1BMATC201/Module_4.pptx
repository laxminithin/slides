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095e00ca5a46e9" /><Relationship Type="http://schemas.openxmlformats.org/officeDocument/2006/relationships/extended-properties" Target="/docProps/app.xml" Id="Re64f465636d742c9" /><Relationship Type="http://schemas.openxmlformats.org/officeDocument/2006/relationships/officeDocument" Target="/ppt/presentation.xml" Id="Rcf40216ad08b41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544642cfea4e40"/>
  </p:sldMasterIdLst>
  <p:notesMasterIdLst>
    <p:notesMasterId xmlns:r="http://schemas.openxmlformats.org/officeDocument/2006/relationships" r:id="R7e43497c26c542eb"/>
  </p:notesMasterIdLst>
  <p:sldIdLst>
    <p:sldId xmlns:r="http://schemas.openxmlformats.org/officeDocument/2006/relationships" id="256" r:id="R5d0b806af2eb494c"/>
    <p:sldId xmlns:r="http://schemas.openxmlformats.org/officeDocument/2006/relationships" id="257" r:id="R5d5836df41dd4c2d"/>
    <p:sldId xmlns:r="http://schemas.openxmlformats.org/officeDocument/2006/relationships" id="258" r:id="R095c19625a624641"/>
    <p:sldId xmlns:r="http://schemas.openxmlformats.org/officeDocument/2006/relationships" id="259" r:id="R1e6d02210b574dff"/>
    <p:sldId xmlns:r="http://schemas.openxmlformats.org/officeDocument/2006/relationships" id="260" r:id="Ra2a07e1ea355434a"/>
    <p:sldId xmlns:r="http://schemas.openxmlformats.org/officeDocument/2006/relationships" id="261" r:id="Rc20afbae1d2d4827"/>
    <p:sldId xmlns:r="http://schemas.openxmlformats.org/officeDocument/2006/relationships" id="262" r:id="R68dba07fedcb493c"/>
    <p:sldId xmlns:r="http://schemas.openxmlformats.org/officeDocument/2006/relationships" id="263" r:id="R21b884e6d1024563"/>
    <p:sldId xmlns:r="http://schemas.openxmlformats.org/officeDocument/2006/relationships" id="264" r:id="R03412ec9110245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ddc90ebdd44842" /><Relationship Type="http://schemas.openxmlformats.org/officeDocument/2006/relationships/slideMaster" Target="/ppt/slideMasters/slideMaster1.xml" Id="R7e544642cfea4e40" /><Relationship Type="http://schemas.openxmlformats.org/officeDocument/2006/relationships/notesMaster" Target="/ppt/notesMasters/notesMaster1.xml" Id="R7e43497c26c542eb" /><Relationship Type="http://schemas.openxmlformats.org/officeDocument/2006/relationships/presProps" Target="/ppt/presProps.xml" Id="Rc89b09de4daf48b3" /><Relationship Type="http://schemas.openxmlformats.org/officeDocument/2006/relationships/tableStyles" Target="/ppt/tableStyles.xml" Id="Ra9afc02fce854437" /><Relationship Type="http://schemas.openxmlformats.org/officeDocument/2006/relationships/slide" Target="/ppt/slides/slide1.xml" Id="R5d0b806af2eb494c" /><Relationship Type="http://schemas.openxmlformats.org/officeDocument/2006/relationships/slide" Target="/ppt/slides/slide2.xml" Id="R5d5836df41dd4c2d" /><Relationship Type="http://schemas.openxmlformats.org/officeDocument/2006/relationships/slide" Target="/ppt/slides/slide3.xml" Id="R095c19625a624641" /><Relationship Type="http://schemas.openxmlformats.org/officeDocument/2006/relationships/slide" Target="/ppt/slides/slide4.xml" Id="R1e6d02210b574dff" /><Relationship Type="http://schemas.openxmlformats.org/officeDocument/2006/relationships/slide" Target="/ppt/slides/slide5.xml" Id="Ra2a07e1ea355434a" /><Relationship Type="http://schemas.openxmlformats.org/officeDocument/2006/relationships/slide" Target="/ppt/slides/slide6.xml" Id="Rc20afbae1d2d4827" /><Relationship Type="http://schemas.openxmlformats.org/officeDocument/2006/relationships/slide" Target="/ppt/slides/slide7.xml" Id="R68dba07fedcb493c" /><Relationship Type="http://schemas.openxmlformats.org/officeDocument/2006/relationships/slide" Target="/ppt/slides/slide8.xml" Id="R21b884e6d1024563" /><Relationship Type="http://schemas.openxmlformats.org/officeDocument/2006/relationships/slide" Target="/ppt/slides/slide9.xml" Id="R03412ec9110245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cf490132454e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7d734d19864b3a" /><Relationship Type="http://schemas.openxmlformats.org/officeDocument/2006/relationships/notesMaster" Target="/ppt/notesMasters/notesMaster1.xml" Id="R16b4111ea9c644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6a81191a8d4618" /><Relationship Type="http://schemas.openxmlformats.org/officeDocument/2006/relationships/notesMaster" Target="/ppt/notesMasters/notesMaster1.xml" Id="R9c0b1be4a60543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3acf6712314f2e" /><Relationship Type="http://schemas.openxmlformats.org/officeDocument/2006/relationships/notesMaster" Target="/ppt/notesMasters/notesMaster1.xml" Id="R6a750da5ce904e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2e1a994e814799" /><Relationship Type="http://schemas.openxmlformats.org/officeDocument/2006/relationships/notesMaster" Target="/ppt/notesMasters/notesMaster1.xml" Id="Ree06da88fbf143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b9b79d3fec4e64" /><Relationship Type="http://schemas.openxmlformats.org/officeDocument/2006/relationships/notesMaster" Target="/ppt/notesMasters/notesMaster1.xml" Id="Reb6f8dfe32994d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b9a638e7f34240" /><Relationship Type="http://schemas.openxmlformats.org/officeDocument/2006/relationships/notesMaster" Target="/ppt/notesMasters/notesMaster1.xml" Id="Rf0f62244416f47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1a0e9d2f4845a1" /><Relationship Type="http://schemas.openxmlformats.org/officeDocument/2006/relationships/notesMaster" Target="/ppt/notesMasters/notesMaster1.xml" Id="R41d3cbb9f19344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2b0aaa912f4cd1" /><Relationship Type="http://schemas.openxmlformats.org/officeDocument/2006/relationships/notesMaster" Target="/ppt/notesMasters/notesMaster1.xml" Id="Ra783ea90eca14f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c48f39ebf6445c" /><Relationship Type="http://schemas.openxmlformats.org/officeDocument/2006/relationships/notesMaster" Target="/ppt/notesMasters/notesMaster1.xml" Id="Re8fcf14009b345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b20a768a648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83bab96cc54c07" /><Relationship Type="http://schemas.openxmlformats.org/officeDocument/2006/relationships/slideLayout" Target="/ppt/slideLayouts/slideLayout1.xml" Id="R659ab61d414f41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9ab61d414f41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0b83d18ba4809" /><Relationship Type="http://schemas.openxmlformats.org/officeDocument/2006/relationships/notesSlide" Target="/ppt/notesSlides/notesSlide1.xml" Id="R350936c6cd774b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4c7093b454a0b" /><Relationship Type="http://schemas.openxmlformats.org/officeDocument/2006/relationships/notesSlide" Target="/ppt/notesSlides/notesSlide2.xml" Id="R1e55f316bcb84d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a2863aa99406f" /><Relationship Type="http://schemas.openxmlformats.org/officeDocument/2006/relationships/notesSlide" Target="/ppt/notesSlides/notesSlide3.xml" Id="Rb314f242a30943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ba55fd2eb4e7f" /><Relationship Type="http://schemas.openxmlformats.org/officeDocument/2006/relationships/notesSlide" Target="/ppt/notesSlides/notesSlide4.xml" Id="R33f599804a914c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396865f0b747ca" /><Relationship Type="http://schemas.openxmlformats.org/officeDocument/2006/relationships/notesSlide" Target="/ppt/notesSlides/notesSlide5.xml" Id="Re071f37e1e914f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2e62034124150" /><Relationship Type="http://schemas.openxmlformats.org/officeDocument/2006/relationships/notesSlide" Target="/ppt/notesSlides/notesSlide6.xml" Id="Re92e4cb52ca641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709c3499d4da6" /><Relationship Type="http://schemas.openxmlformats.org/officeDocument/2006/relationships/notesSlide" Target="/ppt/notesSlides/notesSlide7.xml" Id="Ra83d1e8dd32442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3ed3c813c42ba" /><Relationship Type="http://schemas.openxmlformats.org/officeDocument/2006/relationships/notesSlide" Target="/ppt/notesSlides/notesSlide8.xml" Id="R3fbc3e3e283241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506e566a247ea" /><Relationship Type="http://schemas.openxmlformats.org/officeDocument/2006/relationships/notesSlide" Target="/ppt/notesSlides/notesSlide9.xml" Id="Re73f689fac0b4d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D10C5-9F78-4072-B00D-E6526CB2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CA34D-CA01-4143-A9AB-CA478FF1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Numerical Methods - 1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B6058-F422-4232-888B-4A49D11D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Numerical Methods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1BMATC201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B0432-00E9-4E0A-AD84-F64CAD8D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29E12-5CC6-4FEB-939E-5C0DAC12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BEEC4-BCA2-409E-B46A-DDCC19D0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FD3F1-C29D-49CD-B619-6E37C7DB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569D1-8DEC-4D1E-9838-5D2A7853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E17DA-DC2F-470F-89C9-4CBA16AB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A02EC-12AD-485B-B31C-BB08D567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605A2-F365-44B3-99B6-4CE0B8F3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EE820-EF01-4F30-8D8C-D1D7258C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3087206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FA176-C774-4A09-B97C-0F629041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044E0-76D1-4CE0-892C-93E95A22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89686-B6B1-495E-B95B-3371F9C9C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2EC8F-D19F-428C-B5E0-577C82AB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DC6A7-9477-46CA-97F9-3539E0C5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5F476-02ED-4CD5-9B17-E8150AE1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C77A1-4EC7-42F1-A64C-5BB5E9FD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B79C7-4924-4EEA-99B0-7E2BE148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09942-7734-4F38-BD9E-A03055AE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5B609-BE67-4563-9576-06A56951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60A42-8D1F-4140-8C2A-614BEBD9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DFFBF6-E18D-417D-98DA-EF0D600D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96D04-55C7-40ED-8249-690728E9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Methods - 1 (8 Hours Theory + 4 Hours Tutorial) Solution of algebraic and transcendental equations: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Regula-Falsi and Newton-Raphson methods, problems.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Interpolation: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Finite differences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Interpolation using Newton's forward and backward difference formulae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3F7F4-3429-41D3-80A3-CBA15DC3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58FCE-F682-46AE-9B04-0BE0009B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881605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FF25D-A10A-4360-9DC7-F0DC8584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4A6E7-CC81-4336-85EF-36D99344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2AA2B-BCEC-4427-8A43-34E89D09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9683FD-56F2-4637-9910-2C19E383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Numerical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9AAD2-461B-4023-BF21-D35A9BCE1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983F4-C4FF-4B2A-A3D5-5BC4F2CE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C781A-D03A-4C62-8F47-52702781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B9AA0-B588-41CD-9F54-5F6387AB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algebraic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616417-6F17-4E2F-99FB-5E70F0D6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transcendental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AC1F6-81F4-476D-801E-D3245295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Newton's divided difference formula and Lagrange's interpolation formula.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Numerical integration: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Trapezoidal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Simpson's 1/3rd and 3/8th rules.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3E3B0-386A-4EE4-9BAF-E526BCED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F2B62-3341-4D65-93CA-7C2FEB19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495837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137AB-FC3B-4A0B-8D6E-C93FB932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C1713-7F33-4281-9CD3-E794B5A3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81E3B-533D-4D8A-B6D2-63843C2E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64230-D48C-46F9-9E9C-2468E863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Methods - 1 (8 Hours Theory + 4 Hours Tutorial) Solution of algebraic and transcendental equations: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Regula-Falsi and Newton-Raphson methods, 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Interpolation: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Finite differences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Interpolation using Newton's forward and backward difference formulae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Newton's divided difference formula and Lagrange's interpolation formula.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29AD4-B049-4CC2-BFED-93CDD781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D6407-4870-4FC5-A613-04A1AAFA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9CFE9-0F0E-4A82-B0CB-66EE30CF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43617-B805-4428-AF54-951F0B59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A25C0-DAF0-45A1-8D63-3D9CE3F9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70B76-BA0D-4E79-A7AD-F98B8695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18828-D715-47EF-BF4F-7010C65F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DF713-0B23-4652-BF03-E97407EA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4834B-7AB4-4E98-8F26-AFB13B67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36A73-9DE0-4E84-A413-5CA84414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2E4637-3A74-4055-A0FF-F04363F4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7471442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83788-AE1F-43D6-939A-41891F9F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023052-9A15-4DA1-A6BC-25764EEF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1A191-FDD3-4B41-8E6F-038F1AF2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8728B-89C1-41C1-B5F0-D16D848E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7B335-1754-4BCF-B985-E2F3A1EE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A510F-7A29-4C12-AEE7-88624F7C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B5E3E-141C-4526-8028-3F51B203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03108-43B9-4095-B4AB-8F66818B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E4470-84B5-47B3-BA93-08813B5C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6561F-C1E9-4501-98C4-9E156B31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A3CB32-CD44-449C-987D-F95E027F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CBA94-D44D-463B-A2D7-8BCF1EA1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05892-9B0A-48AD-8544-0C5181E4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3CDB9-56F0-4C03-9D8A-4509E77B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2DFD4-C7DA-4BE5-8A01-2D985F57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3280407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FEF8F-6833-48B3-B4BE-72755DA7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85E67-2898-483D-B9AA-4CD527A1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26196-08CB-4232-9614-9479FCE3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45A64-FACA-486A-AE0F-AFA4D21B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098E7-A876-47A8-BC21-AE0732CD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Numerical Methods - 1 (8 Hours Theory + 4 Hours Tutorial) Solution of algebraic and transcendental equations: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EF52D-DD84-4BD1-AB53-A286D510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Numerical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8BF23-54B8-4C39-B8E7-630802ED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52018-47A3-49B9-B6FB-7D633A63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9D725-BBF3-43FC-B022-B86DCCA2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0663248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C58D5-E426-4B70-BB9C-F6C4E0A8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31550-967B-4767-A382-9996D726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2922C-E887-437A-A9D2-E33DC6EA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5E91E-3109-4B9C-862E-927ACD05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E12E0-AE1B-437D-B901-6D8E1BA8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integration: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Trapezoidal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Simpson's 1/3rd and 3/8th rules.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 Book -1.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6B5B4-2471-461D-86FF-095B3B92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AA9ABE-7DC7-4FFA-AEA9-916E3715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518E3-798F-485F-A9B0-CEC13BBE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EC2B8-5123-439D-8C2A-E93FF705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537749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995BBB-04BD-4601-99BC-F7213991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99BD6-B8E3-4A56-A1EC-C0BC90CB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82A71-0466-4C4A-8651-B2563F89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BB4D1-1203-4413-9AE8-C1A89ED4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8A29E4-4089-4722-AC12-2848A1D8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82501-CA64-465E-A58B-9F35FE02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496E3-681D-421B-976C-04631EC5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Methods - 1 (8 Hours Theory + 4 Hours Tutorial) Solution of algebraic and transcenden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35379-7386-4393-B4CF-8B628436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49BB8-3C24-4E63-86A1-F608562C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EFF90-ED2B-41C4-80E8-0FA05504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Regula-Falsi and Newton-Raphson methods, problems.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243FA7-1747-42DB-BEBD-D729D4B7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6BADB-3258-4F00-B7B0-D751E6E3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687DC-8184-4F1D-B0F0-D443A823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Interpolation: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226F4-D471-4EF8-BBFC-B4784290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65DFA-7383-4B2C-9653-A7575AE5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72FEB-F271-4EEF-A6A6-4324FB0C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Finite differences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B5690-EBAA-4891-9D2E-7EDC8936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59C42-D236-4F01-94F1-82CD08D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FAD5DD-200B-4700-B32B-3EE2C65F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Interpolation using Newton's forward and backward difference formulae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CFAB43-ACFF-44C1-AC61-C8C2C0BF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6204A5-DB9B-4568-B039-F26D74CE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F922D-9931-4EFA-A3E2-B0CE9100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Newton's divided difference formula and Lagrange's interpolation formula.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89DF72-187A-4547-B882-C02DCF3F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EC8EA2-BC41-4A01-A903-1AC96744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4474D-683C-4F5B-96A0-683D6B94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Numerical integration: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6B3A60-0958-4FD2-9DA7-563FE1AF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8755DD-3813-44A7-88ED-59533DC0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947E3C-133B-49B6-A800-37390160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1E739E-28C5-4DFC-A31A-111E189E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3381152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F1719-4ACA-4C80-8E92-C12BDC4A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1BMATC201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DEF9D-5F74-4E5A-803B-BADC05B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1F088-4B0B-4013-BD8F-6B047900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54451-CCEB-4B9F-B6CC-9DCE313B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Numerical, Methods, Tutorial, Solution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63E4E1-BE1D-415E-98DD-38628107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815BC-44C0-4A1F-A2DB-0BA3921B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BC5EC-8B82-4CB1-B347-DBDA493D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Numerical Methods | 1BMATC201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75290-1021-475C-B896-9503D0EF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769915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2026-08-24T06:38:50.7510000Z</dcterms:created>
  <dcterms:modified xsi:type="dcterms:W3CDTF">2026-08-24T06:38:50.7510000Z</dcterms:modified>
</coreProperties>
</file>