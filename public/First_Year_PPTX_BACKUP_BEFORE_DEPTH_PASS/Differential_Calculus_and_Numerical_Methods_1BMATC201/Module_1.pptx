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53054ed6394278" /><Relationship Type="http://schemas.openxmlformats.org/officeDocument/2006/relationships/extended-properties" Target="/docProps/app.xml" Id="Ref792888f812409a" /><Relationship Type="http://schemas.openxmlformats.org/officeDocument/2006/relationships/officeDocument" Target="/ppt/presentation.xml" Id="R1ea740a89e1643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917227e87a4dcb"/>
  </p:sldMasterIdLst>
  <p:notesMasterIdLst>
    <p:notesMasterId xmlns:r="http://schemas.openxmlformats.org/officeDocument/2006/relationships" r:id="Rd972756099e54d06"/>
  </p:notesMasterIdLst>
  <p:sldIdLst>
    <p:sldId xmlns:r="http://schemas.openxmlformats.org/officeDocument/2006/relationships" id="256" r:id="Rbeb571c3c02e4127"/>
    <p:sldId xmlns:r="http://schemas.openxmlformats.org/officeDocument/2006/relationships" id="257" r:id="R8d7409c0497f4241"/>
    <p:sldId xmlns:r="http://schemas.openxmlformats.org/officeDocument/2006/relationships" id="258" r:id="Re099c181c4c54d17"/>
    <p:sldId xmlns:r="http://schemas.openxmlformats.org/officeDocument/2006/relationships" id="259" r:id="R02bd05f72f18480c"/>
    <p:sldId xmlns:r="http://schemas.openxmlformats.org/officeDocument/2006/relationships" id="260" r:id="R162045ed9d854e56"/>
    <p:sldId xmlns:r="http://schemas.openxmlformats.org/officeDocument/2006/relationships" id="261" r:id="R3ad2d491b8f848e6"/>
    <p:sldId xmlns:r="http://schemas.openxmlformats.org/officeDocument/2006/relationships" id="262" r:id="R702f33435ce74058"/>
    <p:sldId xmlns:r="http://schemas.openxmlformats.org/officeDocument/2006/relationships" id="263" r:id="R5401564769ec4f5a"/>
    <p:sldId xmlns:r="http://schemas.openxmlformats.org/officeDocument/2006/relationships" id="264" r:id="R1ed6721fb6fd4a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acb8b9db9340db" /><Relationship Type="http://schemas.openxmlformats.org/officeDocument/2006/relationships/slideMaster" Target="/ppt/slideMasters/slideMaster1.xml" Id="Rbf917227e87a4dcb" /><Relationship Type="http://schemas.openxmlformats.org/officeDocument/2006/relationships/notesMaster" Target="/ppt/notesMasters/notesMaster1.xml" Id="Rd972756099e54d06" /><Relationship Type="http://schemas.openxmlformats.org/officeDocument/2006/relationships/presProps" Target="/ppt/presProps.xml" Id="Rbb52dacd70f7473d" /><Relationship Type="http://schemas.openxmlformats.org/officeDocument/2006/relationships/tableStyles" Target="/ppt/tableStyles.xml" Id="R15d66c1285634594" /><Relationship Type="http://schemas.openxmlformats.org/officeDocument/2006/relationships/slide" Target="/ppt/slides/slide1.xml" Id="Rbeb571c3c02e4127" /><Relationship Type="http://schemas.openxmlformats.org/officeDocument/2006/relationships/slide" Target="/ppt/slides/slide2.xml" Id="R8d7409c0497f4241" /><Relationship Type="http://schemas.openxmlformats.org/officeDocument/2006/relationships/slide" Target="/ppt/slides/slide3.xml" Id="Re099c181c4c54d17" /><Relationship Type="http://schemas.openxmlformats.org/officeDocument/2006/relationships/slide" Target="/ppt/slides/slide4.xml" Id="R02bd05f72f18480c" /><Relationship Type="http://schemas.openxmlformats.org/officeDocument/2006/relationships/slide" Target="/ppt/slides/slide5.xml" Id="R162045ed9d854e56" /><Relationship Type="http://schemas.openxmlformats.org/officeDocument/2006/relationships/slide" Target="/ppt/slides/slide6.xml" Id="R3ad2d491b8f848e6" /><Relationship Type="http://schemas.openxmlformats.org/officeDocument/2006/relationships/slide" Target="/ppt/slides/slide7.xml" Id="R702f33435ce74058" /><Relationship Type="http://schemas.openxmlformats.org/officeDocument/2006/relationships/slide" Target="/ppt/slides/slide8.xml" Id="R5401564769ec4f5a" /><Relationship Type="http://schemas.openxmlformats.org/officeDocument/2006/relationships/slide" Target="/ppt/slides/slide9.xml" Id="R1ed6721fb6fd4a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c9f1ec8a9f47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c786d6e5874722" /><Relationship Type="http://schemas.openxmlformats.org/officeDocument/2006/relationships/notesMaster" Target="/ppt/notesMasters/notesMaster1.xml" Id="Ra0237ca6952646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5646df466641c4" /><Relationship Type="http://schemas.openxmlformats.org/officeDocument/2006/relationships/notesMaster" Target="/ppt/notesMasters/notesMaster1.xml" Id="R1ae35c4f7fc04b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dfc18897bf4d4e" /><Relationship Type="http://schemas.openxmlformats.org/officeDocument/2006/relationships/notesMaster" Target="/ppt/notesMasters/notesMaster1.xml" Id="Rf617dd4db6e14b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8f47e3d86846e3" /><Relationship Type="http://schemas.openxmlformats.org/officeDocument/2006/relationships/notesMaster" Target="/ppt/notesMasters/notesMaster1.xml" Id="R434bcc1c78094b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8aebd46d4f41eb" /><Relationship Type="http://schemas.openxmlformats.org/officeDocument/2006/relationships/notesMaster" Target="/ppt/notesMasters/notesMaster1.xml" Id="R2a7cd82e462149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0bed10051642ef" /><Relationship Type="http://schemas.openxmlformats.org/officeDocument/2006/relationships/notesMaster" Target="/ppt/notesMasters/notesMaster1.xml" Id="R4392a506dcec4f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335bafd80e457a" /><Relationship Type="http://schemas.openxmlformats.org/officeDocument/2006/relationships/notesMaster" Target="/ppt/notesMasters/notesMaster1.xml" Id="R46832b19657f4f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2f79c848f04023" /><Relationship Type="http://schemas.openxmlformats.org/officeDocument/2006/relationships/notesMaster" Target="/ppt/notesMasters/notesMaster1.xml" Id="Rc54d14b7cfef40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14e47fd3764ca5" /><Relationship Type="http://schemas.openxmlformats.org/officeDocument/2006/relationships/notesMaster" Target="/ppt/notesMasters/notesMaster1.xml" Id="R5f1374b8a2c941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851de339841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e4cdb4695e4b1b" /><Relationship Type="http://schemas.openxmlformats.org/officeDocument/2006/relationships/slideLayout" Target="/ppt/slideLayouts/slideLayout1.xml" Id="R15ef4449084648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ef4449084648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78bb1af254f93" /><Relationship Type="http://schemas.openxmlformats.org/officeDocument/2006/relationships/notesSlide" Target="/ppt/notesSlides/notesSlide1.xml" Id="Re939cd8351d74e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402e423594005" /><Relationship Type="http://schemas.openxmlformats.org/officeDocument/2006/relationships/notesSlide" Target="/ppt/notesSlides/notesSlide2.xml" Id="R51cd8e89ae264f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ac80a51b14571" /><Relationship Type="http://schemas.openxmlformats.org/officeDocument/2006/relationships/notesSlide" Target="/ppt/notesSlides/notesSlide3.xml" Id="R8afa3fce33df44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2a0170af54004" /><Relationship Type="http://schemas.openxmlformats.org/officeDocument/2006/relationships/notesSlide" Target="/ppt/notesSlides/notesSlide4.xml" Id="Ref6aa991dcb143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f9ce115af4f85" /><Relationship Type="http://schemas.openxmlformats.org/officeDocument/2006/relationships/notesSlide" Target="/ppt/notesSlides/notesSlide5.xml" Id="R3f770e3dd4a147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23cd98f054729" /><Relationship Type="http://schemas.openxmlformats.org/officeDocument/2006/relationships/notesSlide" Target="/ppt/notesSlides/notesSlide6.xml" Id="Rd430c0d3b1f84d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75f233979492a" /><Relationship Type="http://schemas.openxmlformats.org/officeDocument/2006/relationships/notesSlide" Target="/ppt/notesSlides/notesSlide7.xml" Id="R9fe9425d5efb4a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ff0ba3672454c" /><Relationship Type="http://schemas.openxmlformats.org/officeDocument/2006/relationships/notesSlide" Target="/ppt/notesSlides/notesSlide8.xml" Id="R487f51ec61fa48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b3e8b9bc94800" /><Relationship Type="http://schemas.openxmlformats.org/officeDocument/2006/relationships/notesSlide" Target="/ppt/notesSlides/notesSlide9.xml" Id="Rebb465248be84d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E8C1F-89F4-4DC6-9FC0-EBFF7F7E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52F6C-863A-4970-AE91-CF99A9A8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Integral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07A23-6BE0-4CA4-B3AB-ECF78175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and Numerical Methods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1BMATC201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EDF2F-D2A5-4FD3-BB75-F418F922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87E82-EA4E-49EA-859C-C7013FF9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1C76C-04D1-408F-B2D8-61D4334E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08FF2-9246-40A4-94BA-F43FAACC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8D480-D9CA-4C57-ADDD-F799A88F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7C898-99D0-40E0-B989-9A343495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5659A-69D1-454F-A5A7-D96ACEB6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FDA80-49EC-4675-9728-2B5C7CFF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0D3A8-F330-4C6B-917E-3B4DD6B7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768481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A55BD-FC12-46FA-98CB-84DF04F7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9F618-0A67-42BF-BB0F-1CD33B5B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949F7-C71A-492F-A319-433D8CBE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3B71E-F3AA-4EF2-9E04-21D2FD81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8CD5F-E856-497A-87E9-790AD8AE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DAF9E-E1AA-4B92-8DE9-19841FDF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95924-36AE-42B8-BCC8-DC15D026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9C473-6B91-4C1F-9DA8-7850A3D6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A421E-2964-4F22-BC38-A920A439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B08FD-0F76-419B-9065-B2C0DC76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7BD4B-241E-4C4A-BCD8-61467C03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3FDED-57EE-4C51-9E81-138BF946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5D054-EFA1-41BC-9ADD-9CC611F2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Integral Calculus (8 Hours Theory + 4 Hours Tutorial) Multiple Integrals: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Evaluation of double and triple integrals, evaluation of double integrals by change of order of integration, changing into polar coordinates.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Applications to find Area and Volume by double integral.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Beta and Gamma functions: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Definitions, properties, relation between Beta and Gamma functions.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79D34-A3AF-48BF-A3F2-BBDC3F87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784C2-5889-41F2-A201-3293027C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575275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E0C53-1629-4D9C-A12A-9F6E886A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0EEA1-7743-4667-B870-DBECA484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2632B-02A9-4CA0-B7BB-20A787EF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EA907-844A-499E-9DDD-CA9926DA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Integral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21722-D23A-4DB0-899F-F74EF1A5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Calculus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0400D-183E-48F0-B7A5-49D91674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11991-7C8D-4F0A-9476-B261991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Multiple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2832B-24F3-4575-A6EB-D09A5F68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Integrals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C9C7C-DBDF-40E9-9CA9-DFAC0BAA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1FDA2-6FA1-4D99-BB13-6C2A5960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-1.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-7.1-7.16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500AC-9993-417B-A2B5-193FC78C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D80C2-77DB-40E4-BEFD-8E351E01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612911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D4A29-C706-43D4-B6B0-B688E102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2666E-D288-4011-919F-4DDF9E83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815AA-26CD-45A9-BF26-0F602FE0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4F163-AA23-4EC5-A01B-6C2CB16F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Integral Calculus (8 Hours Theory + 4 Hours Tutorial) Multiple Integrals: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Evaluation of double and triple integrals, evaluation of double integrals by change of order of integration...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Applications to find Area and Volume by double integral.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Beta and Gamma functions: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Definitions, properties, relation between Beta and Gamma functions.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-1.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C0CC0-D64A-47F9-A418-F23B60B9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BCB98-9914-4D0D-AD14-45DFF8F0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0BEB3-90E4-48B9-A3E9-559180FA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8DA54-B3B3-40BA-8C93-63ABA927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EE796-E60F-4C19-967D-ED4C4059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D912F-A3B8-44D0-9F12-90830296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FC4EC-F127-43BD-B408-B8BF0784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16BDA-CE0F-4DDF-853E-89203245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B1C9F-58AC-4E76-9E00-0A20AF32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4164C-6B76-4A5C-81D5-7B7C7504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9E08B-EB03-4852-8E26-FAD54D0A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7822209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DF5BB-AD33-496E-B028-2523960C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BD2C5-B6A1-4041-95C5-9CD729D8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C8368-62F0-42D4-B67C-A4150E1C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E30BF-E81F-4D35-BA98-CA5EEC3D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A2732-1F57-4014-B25E-6F582B11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936C9-83D3-499D-B979-74A30973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8D6A3-22AA-49AB-B554-A2296E7B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C9CD3-5582-4C38-8132-C31B5638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2D405-256E-45CF-8A77-3DCBB967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D04A8-EDB1-4791-8FF7-8478418C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283C2-E490-4014-B9A5-D4418B3B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A58B3-7F0E-4D5C-84F6-3FABEBDE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83FC0-2C88-4DB5-BCF0-AD988CDB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DDEAE-F346-40F0-9741-B9D0C099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BB36B-1902-436F-B3D9-2D801B71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649577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39023-4D5C-4DFA-BEAB-E1FDC0A7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D3D51-A3FD-495C-89D5-0E10CF89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8105C-B664-4130-B717-E9A0AEDA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6985A-8469-45C7-B78D-3E132B24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F8B1E-3D06-42B0-90A9-D4841A38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Integral Calculus (8 Hours Theory + 4 Hours Tutorial) Multiple Integrals: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CB178-3524-4D32-AE36-1C946039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Integral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141AD-4CA0-429C-A845-C6C80C36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DFDA6-7490-4CA7-9550-BB6D0AE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99B15-81CE-4BF3-87C0-F20460B3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7786828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6621C-291E-4064-855B-F7921474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345F2-65A6-4D67-A492-AD116FC2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F5C36-1996-4A15-85DE-0058F0CB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37540-EC29-444D-9EFB-8118CC38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3CABA-169D-4C55-AAD5-5C4106DB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-7.1-7.16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9200D-9E52-416B-96C2-5F168646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212C4-D258-4CDC-9F75-1FAC61F4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73A70-837A-4BC7-A5E6-DEE9CB91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F6A05-BD5D-47C7-A7EB-F8479E32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644285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F774EE-387C-4396-BA48-DB9265CB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C8E51-3D2E-4239-ABFE-29A997A6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6A40A-5A25-4E5B-AC7D-811E9941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AEF94-9931-4112-8A4D-3E9003D8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BBF2F-C1ED-4E50-A072-F11BEF3D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1676E-E0B5-4560-B855-66C44621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6777B-783E-4599-BE11-0F7D57D8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Integral Calculus (8 Hours Theory + 4 Hours Tutorial) Multiple Integrals: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AA19C-7274-44EF-A8CE-74D73C52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B8979-E69C-48DC-9527-C036FFBC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A9854-CDF4-41CA-AD9E-86CC7508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Evaluation of double and triple integrals, evaluation of double integrals by change of order 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748AB-9742-4D00-9320-10F8A2CA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6002C-F844-4AD0-AA5C-E1ADB665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A0C2E-AF77-4338-80D0-1D94E875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Applications to find Area and Volume by double integral.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CB035-51F3-4EE9-A35E-B20EDFA4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8B28B-68EC-4F8D-8F32-525E6BCE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F538C-388C-4D14-950F-9010F913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Beta and Gamma functions: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6AC34-09E1-4623-87E7-FF8FF193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107CA2-76C2-46A9-B7B4-3596D015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AD53C-3E95-4DE7-976D-456CBBF3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Definitions, properties, relation between Beta and Gamma functions.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DC66B-B344-41B6-A719-BB0FA1FD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DF2C3D-3E5D-4C21-920A-27EE893A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0FE67-EE53-40FA-8C62-B83BCAE8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 -1.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18F52-7026-4BA5-84AB-6716EC72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18783-D486-43BC-8F4F-7149176F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4246A8-BAD1-4A83-9B6D-7D831D45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 -7.1-7.16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E756D6-AB73-4522-949B-C7B3A678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9DB4C6-92BC-4A05-9AEE-FA2E0033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2BE62B-14EB-47E7-ACB3-58415898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7CD0BD-4430-492E-A592-88B7FBFA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655383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875A8-5C44-4AFD-A0C6-3E0F6AB7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1D8B5-CA8B-4D16-8D07-7057A57B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EC45C-20A8-45D0-9AE2-D1501DB3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318A7-F1DD-48B1-9729-2909873D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Integral, Calculus, Tutorial, Multiple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0EBBD-8D84-4EA3-A640-B1ECCA08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2F96C-36F4-456D-AA1E-7ECE3E8D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47879-7A18-44FB-BF85-68BDC416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165F1-6529-454F-A611-EC114390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176997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2026-08-24T06:38:50.5900000Z</dcterms:created>
  <dcterms:modified xsi:type="dcterms:W3CDTF">2026-08-24T06:38:50.5900000Z</dcterms:modified>
</coreProperties>
</file>