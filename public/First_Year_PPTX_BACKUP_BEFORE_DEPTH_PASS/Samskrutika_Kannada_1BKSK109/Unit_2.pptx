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b7955685304695" /><Relationship Type="http://schemas.openxmlformats.org/officeDocument/2006/relationships/extended-properties" Target="/docProps/app.xml" Id="R674bf6abe01b445b" /><Relationship Type="http://schemas.openxmlformats.org/officeDocument/2006/relationships/officeDocument" Target="/ppt/presentation.xml" Id="Rddb2232bbe7c41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d2aea9f9ac4ec7"/>
  </p:sldMasterIdLst>
  <p:notesMasterIdLst>
    <p:notesMasterId xmlns:r="http://schemas.openxmlformats.org/officeDocument/2006/relationships" r:id="Rafddf6352481406a"/>
  </p:notesMasterIdLst>
  <p:sldIdLst>
    <p:sldId xmlns:r="http://schemas.openxmlformats.org/officeDocument/2006/relationships" id="256" r:id="R6ad209b500d142d7"/>
    <p:sldId xmlns:r="http://schemas.openxmlformats.org/officeDocument/2006/relationships" id="257" r:id="R1b8ba4b9c7104bd1"/>
    <p:sldId xmlns:r="http://schemas.openxmlformats.org/officeDocument/2006/relationships" id="258" r:id="R6fc6309cf30d4448"/>
    <p:sldId xmlns:r="http://schemas.openxmlformats.org/officeDocument/2006/relationships" id="259" r:id="R7d7574c969f24a54"/>
    <p:sldId xmlns:r="http://schemas.openxmlformats.org/officeDocument/2006/relationships" id="260" r:id="Ra91318beadd242a9"/>
    <p:sldId xmlns:r="http://schemas.openxmlformats.org/officeDocument/2006/relationships" id="261" r:id="R2c41cc1352d44e35"/>
    <p:sldId xmlns:r="http://schemas.openxmlformats.org/officeDocument/2006/relationships" id="262" r:id="Rb2424df5eab14002"/>
    <p:sldId xmlns:r="http://schemas.openxmlformats.org/officeDocument/2006/relationships" id="263" r:id="R405f00de66064e1f"/>
    <p:sldId xmlns:r="http://schemas.openxmlformats.org/officeDocument/2006/relationships" id="264" r:id="Rc7e7ffe3b7d84c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291e79f0c41fe" /><Relationship Type="http://schemas.openxmlformats.org/officeDocument/2006/relationships/slideMaster" Target="/ppt/slideMasters/slideMaster1.xml" Id="R13d2aea9f9ac4ec7" /><Relationship Type="http://schemas.openxmlformats.org/officeDocument/2006/relationships/notesMaster" Target="/ppt/notesMasters/notesMaster1.xml" Id="Rafddf6352481406a" /><Relationship Type="http://schemas.openxmlformats.org/officeDocument/2006/relationships/presProps" Target="/ppt/presProps.xml" Id="R27d1174b95464693" /><Relationship Type="http://schemas.openxmlformats.org/officeDocument/2006/relationships/tableStyles" Target="/ppt/tableStyles.xml" Id="Ra57570c34fc34e28" /><Relationship Type="http://schemas.openxmlformats.org/officeDocument/2006/relationships/slide" Target="/ppt/slides/slide1.xml" Id="R6ad209b500d142d7" /><Relationship Type="http://schemas.openxmlformats.org/officeDocument/2006/relationships/slide" Target="/ppt/slides/slide2.xml" Id="R1b8ba4b9c7104bd1" /><Relationship Type="http://schemas.openxmlformats.org/officeDocument/2006/relationships/slide" Target="/ppt/slides/slide3.xml" Id="R6fc6309cf30d4448" /><Relationship Type="http://schemas.openxmlformats.org/officeDocument/2006/relationships/slide" Target="/ppt/slides/slide4.xml" Id="R7d7574c969f24a54" /><Relationship Type="http://schemas.openxmlformats.org/officeDocument/2006/relationships/slide" Target="/ppt/slides/slide5.xml" Id="Ra91318beadd242a9" /><Relationship Type="http://schemas.openxmlformats.org/officeDocument/2006/relationships/slide" Target="/ppt/slides/slide6.xml" Id="R2c41cc1352d44e35" /><Relationship Type="http://schemas.openxmlformats.org/officeDocument/2006/relationships/slide" Target="/ppt/slides/slide7.xml" Id="Rb2424df5eab14002" /><Relationship Type="http://schemas.openxmlformats.org/officeDocument/2006/relationships/slide" Target="/ppt/slides/slide8.xml" Id="R405f00de66064e1f" /><Relationship Type="http://schemas.openxmlformats.org/officeDocument/2006/relationships/slide" Target="/ppt/slides/slide9.xml" Id="Rc7e7ffe3b7d84c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33923fa26e45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90ec17e18547c9" /><Relationship Type="http://schemas.openxmlformats.org/officeDocument/2006/relationships/notesMaster" Target="/ppt/notesMasters/notesMaster1.xml" Id="Ra6a6e0b71cde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8483c09a04afc" /><Relationship Type="http://schemas.openxmlformats.org/officeDocument/2006/relationships/notesMaster" Target="/ppt/notesMasters/notesMaster1.xml" Id="R07c74723b2924d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6455eaaacf47e8" /><Relationship Type="http://schemas.openxmlformats.org/officeDocument/2006/relationships/notesMaster" Target="/ppt/notesMasters/notesMaster1.xml" Id="R2742ad899d31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3f20ce0304e7a" /><Relationship Type="http://schemas.openxmlformats.org/officeDocument/2006/relationships/notesMaster" Target="/ppt/notesMasters/notesMaster1.xml" Id="R8a5d787109b7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67173ad6141ab" /><Relationship Type="http://schemas.openxmlformats.org/officeDocument/2006/relationships/notesMaster" Target="/ppt/notesMasters/notesMaster1.xml" Id="R5be2586eed9645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bc7576a04f4b3a" /><Relationship Type="http://schemas.openxmlformats.org/officeDocument/2006/relationships/notesMaster" Target="/ppt/notesMasters/notesMaster1.xml" Id="Rdd3d41d0d2e54a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9cafd4e154ab2" /><Relationship Type="http://schemas.openxmlformats.org/officeDocument/2006/relationships/notesMaster" Target="/ppt/notesMasters/notesMaster1.xml" Id="R7b8e9fbafeba47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15bf83e5244e5c" /><Relationship Type="http://schemas.openxmlformats.org/officeDocument/2006/relationships/notesMaster" Target="/ppt/notesMasters/notesMaster1.xml" Id="R3f43306de8ec4c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5fc6ce49684f8d" /><Relationship Type="http://schemas.openxmlformats.org/officeDocument/2006/relationships/notesMaster" Target="/ppt/notesMasters/notesMaster1.xml" Id="R0660b3cd547d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c8c7c208844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35ea33d664b67" /><Relationship Type="http://schemas.openxmlformats.org/officeDocument/2006/relationships/slideLayout" Target="/ppt/slideLayouts/slideLayout1.xml" Id="R111038251a6a4b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1038251a6a4b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8a42ab8774e16" /><Relationship Type="http://schemas.openxmlformats.org/officeDocument/2006/relationships/notesSlide" Target="/ppt/notesSlides/notesSlide1.xml" Id="R3aa68149f3fd48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98ebfb680430f" /><Relationship Type="http://schemas.openxmlformats.org/officeDocument/2006/relationships/notesSlide" Target="/ppt/notesSlides/notesSlide2.xml" Id="Rc9b597c448be45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22bdd270243af" /><Relationship Type="http://schemas.openxmlformats.org/officeDocument/2006/relationships/notesSlide" Target="/ppt/notesSlides/notesSlide3.xml" Id="Rb4e543626f32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2405a21264fcf" /><Relationship Type="http://schemas.openxmlformats.org/officeDocument/2006/relationships/notesSlide" Target="/ppt/notesSlides/notesSlide4.xml" Id="R0698d6d2a05245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f01ce687a4018" /><Relationship Type="http://schemas.openxmlformats.org/officeDocument/2006/relationships/notesSlide" Target="/ppt/notesSlides/notesSlide5.xml" Id="R7a334d282c4f4a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0391404c342ef" /><Relationship Type="http://schemas.openxmlformats.org/officeDocument/2006/relationships/notesSlide" Target="/ppt/notesSlides/notesSlide6.xml" Id="Rc8685b946257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1d01a7b314c59" /><Relationship Type="http://schemas.openxmlformats.org/officeDocument/2006/relationships/notesSlide" Target="/ppt/notesSlides/notesSlide7.xml" Id="Rd130b0f967cd49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1de976d4f4aa4" /><Relationship Type="http://schemas.openxmlformats.org/officeDocument/2006/relationships/notesSlide" Target="/ppt/notesSlides/notesSlide8.xml" Id="R7a7f1957bf584e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7044dc485476e" /><Relationship Type="http://schemas.openxmlformats.org/officeDocument/2006/relationships/notesSlide" Target="/ppt/notesSlides/notesSlide9.xml" Id="Rebd7e10f9dd749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08652-DB9A-4A68-AE12-7EE78EF5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8B7D4-29E9-44C1-992D-C3416EE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ಆඎඛಕ තವბದ ౽ವ౲ ූಗ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4720E-B55A-4B1F-8109-65F4DA9C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2F925-D40E-4E8A-A60A-175E595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6E633-3A6C-4809-8627-98F185DC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5FBB6-FD2E-4446-AAF7-EFE590C8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5D20D-4FE9-4176-B038-3932AE5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BD6F5-A562-4F60-83BE-F8B23766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1E12C-D496-4D91-B647-DE261C1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A8E1A-22FC-4CD5-B316-ABD7DB19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08931-4765-4621-807C-C1DFF02A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43184-050B-4BEE-9C67-7765C39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37045-2468-4E00-AC62-E0B20B4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D1FC6-59E8-4CEC-9318-4AF1834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0C5FB-DF92-4557-B7EE-9C56C7A5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1/9</a:t>
            </a:r>
          </a:p>
        </p:txBody>
      </p:sp>
    </p:spTree>
    <p:extLst>
      <p:ext uri="{BB962C8B-B14F-4D97-AF65-F5344CB8AC3E}">
        <p14:creationId xmlns:p14="http://schemas.microsoft.com/office/powerpoint/2010/main" val="1809623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B768F-4BE5-4E15-8577-4D80040D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064A6-B03D-4749-8261-5BA18F9E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009C1-5C03-4F6A-BBEC-E894F53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2AA9B-8100-4DF6-942A-2520CE37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CA353-843C-4F35-9C25-E2CA567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9FAF4-F7F1-4FF4-93B6-925C6D6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810B1-16C5-4DE0-85B0-DB40690B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106BC-9DF6-47B9-AAB8-E3E1AE62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F5355-59BA-43B1-9756-A8D5E617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A7BD7-038D-400A-B921-EB090917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EFC30-314C-4597-98F8-81F5397E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17209-C4CB-42C9-B8C7-CD097914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FDEA5-A63D-4E8E-A9DC-D5460B16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ಆඎඛಕ තವბದ ౽ವ౲ ූಗ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ಬಸವಣ౧ , ಅಕ ౙಮ๻ඃเ, ಅಲ ౵ ಮಪ ౳ ෙ, ಆಯ ౪ ౾ ౙ ෥ರಯ ౲ , ೭ಡರർ๭ಮಯ౲ , ಆಯ౪౾ ౙ ಲಕ ౙಮ ౱.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ಅದคಂඃඝ ಫಲ ಇದคಂඃඝ ಫಲ - ඬฏದರർಸฆ ತಲ ౵൐ಸൽฆ ಉಡ౲ ൞ำ ಮನๆ - ಕನಕർಸฆ 3.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๬เರ ಆಡಗಳ ๯ഖ ౣ - ๏๑කಳ ಶคೕಫ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EAF0B-ADF0-44FC-9709-4B9CE04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ABE62-E772-423E-AB6A-D1E5B29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2/9</a:t>
            </a:r>
          </a:p>
        </p:txBody>
      </p:sp>
    </p:spTree>
    <p:extLst>
      <p:ext uri="{BB962C8B-B14F-4D97-AF65-F5344CB8AC3E}">
        <p14:creationId xmlns:p14="http://schemas.microsoft.com/office/powerpoint/2010/main" val="78182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D81D4-96B8-4B48-893C-447F8A58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4DF76-71E5-47CD-AFD4-4D55DACD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65AF9-124C-4E1D-943F-3CDCC75C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1CAC6-D9E0-4CC4-B0E7-2A609CBB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8E000-BA85-467F-B218-02056D1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C0CA-23E4-4D18-BC8E-9EC6141C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50407-DD28-4C4D-88F5-057422B5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3/9</a:t>
            </a:r>
          </a:p>
        </p:txBody>
      </p:sp>
    </p:spTree>
    <p:extLst>
      <p:ext uri="{BB962C8B-B14F-4D97-AF65-F5344CB8AC3E}">
        <p14:creationId xmlns:p14="http://schemas.microsoft.com/office/powerpoint/2010/main" val="1651343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A3278-83B1-4C76-8FBD-9F27643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38001-FCDE-4F33-AD35-9945D2A2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C2B1F-A9DA-454A-8834-1B8D73F2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BC523-8324-486A-BF47-926E0698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ಆඎඛಕ තವბದ ౽ವ౲ ූಗ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ಬಸವಣ౧ , ಅಕ ౙಮ๻ඃเ, ಅಲ ౵ ಮಪ ౳ ෙ, ಆಯ ౪ ౾ ౙ ෥ರಯ ౲ , ೭ಡರർ๭ಮಯ౲ , ಆಯ౪౾ ౙ ಲಕ ౙಮ ౱.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ಅದคಂඃඝ ಫಲ ಇದคಂඃඝ ಫಲ - ඬฏದರർಸฆ ತಲ ౵൐ಸൽฆ ಉಡ౲ ൞ำ ಮನๆ - ಕನಕർಸฆ 3.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๬เರ ಆಡಗಳ ๯ഖ ౣ - ๏๑කಳ ಶคೕಫ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D1F89-179C-4B0D-AA0F-74E6D7FE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D037F-2FEC-4E18-9673-DA7C9C3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4AE72-F10A-4A46-8B87-E403FED8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ABFC-4B71-4C46-AE96-111BCC98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6B686-BBC0-4135-842C-2B29AEFF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29BB8-C88E-47A7-A97B-D9E459DE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58EED-FFD7-4AA0-9F85-8D4A68C4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763FD-083C-488B-9008-6BA1EC5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4D722-DB31-43C3-B87A-E8434877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6C329-9E3A-4072-A84C-8AAA4732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7144C-A76F-4D70-8D9F-27572C7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4BA49-0D1D-4A9C-BB00-B79006A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6331D-0327-4AAB-A64B-6ED91A6A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E9B23-DBE7-4D3D-9778-E63CB1BA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4/9</a:t>
            </a:r>
          </a:p>
        </p:txBody>
      </p:sp>
    </p:spTree>
    <p:extLst>
      <p:ext uri="{BB962C8B-B14F-4D97-AF65-F5344CB8AC3E}">
        <p14:creationId xmlns:p14="http://schemas.microsoft.com/office/powerpoint/2010/main" val="1329545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3558F-4063-47DE-BECA-780EDEF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9173B-F83F-49C6-8D88-608C9414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365EB-E1BE-4FAF-B0A6-17611CBE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16DB3-7CAC-4C54-BF65-7BBC9EC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C7644-6F19-44E0-9CD4-C26A028A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3AF52-D0CA-46A5-A2EC-CF74F12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908B0-A83D-4FA2-88A0-DD2E69C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A2F7C-CDEA-4F51-94C7-80C172B5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FDA60-8B55-40BF-9853-07C14AEC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35E24-9672-46B0-B6A9-2B2424B2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6AC6F-DF93-4770-9FF4-EAFB356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B122C-CD2D-41A8-B848-A36E1900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45331-4EEF-4881-BFE0-D7923CBE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932E1-10FA-40FA-A579-18F85DE4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13AC2-811D-4179-878F-66142436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5/9</a:t>
            </a:r>
          </a:p>
        </p:txBody>
      </p:sp>
    </p:spTree>
    <p:extLst>
      <p:ext uri="{BB962C8B-B14F-4D97-AF65-F5344CB8AC3E}">
        <p14:creationId xmlns:p14="http://schemas.microsoft.com/office/powerpoint/2010/main" val="859788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ED3BF-80E7-4719-AFD0-EE97D89E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43767-B885-4FB3-A236-8D3C6A2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E298B-7881-4CDA-8015-81B2F1B9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896FC-9F88-4B65-8EAF-E2A6779D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471CC-2F89-450C-B5DE-FC8DF3FE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ಆඎඛಕ තವბದ ౽ವ౲ ූಗ 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4670F-53D3-44C8-AC49-9EDDC66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220B1-61AD-44D5-9A9D-69FBA1DA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5222D-3EBA-4BE5-A939-E0FBB97C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2B794-6F04-4C57-8717-60D5312A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6/9</a:t>
            </a:r>
          </a:p>
        </p:txBody>
      </p:sp>
    </p:spTree>
    <p:extLst>
      <p:ext uri="{BB962C8B-B14F-4D97-AF65-F5344CB8AC3E}">
        <p14:creationId xmlns:p14="http://schemas.microsoft.com/office/powerpoint/2010/main" val="823473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2BF76-2B4B-4874-B912-01258DC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57133-75E5-41D7-9E71-0246EC2B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48B07-C5B4-4A89-A67F-3D99B31A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8848D-6A67-4810-94A3-850A0048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2F542-C8D4-466E-BCF2-3BB1F084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33670-E862-4F8C-98B8-6178D0A7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D5622-2FCB-463F-932C-F83C62F4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7BF6-7F7A-46F8-B6D1-B03E1B64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D1E88-7BA5-4331-B23B-0D1801EF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7/9</a:t>
            </a:r>
          </a:p>
        </p:txBody>
      </p:sp>
    </p:spTree>
    <p:extLst>
      <p:ext uri="{BB962C8B-B14F-4D97-AF65-F5344CB8AC3E}">
        <p14:creationId xmlns:p14="http://schemas.microsoft.com/office/powerpoint/2010/main" val="267136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9BF1E-3628-461E-80A1-7BABE27F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AA475-802C-4F19-8295-74BB2C88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F7765-AD3D-4290-B4DD-74632ED9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BA1F8-0E7B-49DE-AFC6-342C35B0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9772E-C818-4F26-ADAC-AA2CECC2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6E897-8616-450D-A693-4385BA49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67105-4328-4937-AF50-389FCC6C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ಆඎඛಕ තವბದ ౽ವ౲ ූಗ 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7ED03-9A81-4C3E-ABFC-CD0873E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0E6DF-C564-4B4B-9E69-8924E770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3ECC2-89BB-450E-BB3B-4855E64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ಬಸವಣ౧ , ಅಕ ౙಮ๻ඃเ, ಅಲ ౵ ಮಪ ౳ ෙ, ಆಯ ౪ ౾ ౙ ෥ರಯ ౲ , ೭ಡರർ๭ಮಯ౲ , ಆಯ౪౾ ౙ ಲಕ ౙಮ 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9C624-77F7-406A-90A3-5454667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E5E15-646D-44F2-A816-72A0409B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4BE92-ABF9-4979-86E5-EFEC1CC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ಅದคಂඃඝ ಫಲ ಇದคಂඃඝ ಫಲ - ඬฏದರർಸฆ ತಲ ౵൐ಸൽฆ ಉಡ౲ ൞ำ ಮನๆ - ಕನಕർಸฆ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3DB74-973F-4918-9739-B5F3520E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753F2-F184-4EB7-B69D-9F1A8011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0C908-F3FE-43F0-9259-0DF40D9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๬เರ ಆಡಗಳ ๯ഖ ౣ - ๏๑කಳ ಶคೕಫ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A572C-A6DF-4857-9493-1C90AB2A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E176-A6B1-46C6-B69A-611FC4F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965A3-58AB-4BAA-8BCB-BF3B906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28ADC-F394-4D85-B9B7-34E6FDB0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8/9</a:t>
            </a:r>
          </a:p>
        </p:txBody>
      </p:sp>
    </p:spTree>
    <p:extLst>
      <p:ext uri="{BB962C8B-B14F-4D97-AF65-F5344CB8AC3E}">
        <p14:creationId xmlns:p14="http://schemas.microsoft.com/office/powerpoint/2010/main" val="1971301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CFAB4-25E5-4406-9BCA-BC2CA5E7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24C7D-43E0-46C1-88AC-EDC97D04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97428-8B78-44FF-B61C-DEA26889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62200-A812-48EA-A5F0-3548FE3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B53EF-3D0D-41F0-9BF2-CE6EF9D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677EC-15B8-4A87-B887-3719FC52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BE434-B74C-4C7F-BCA5-03F2567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D0494-F45D-4633-93A2-BFF47557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9/9</a:t>
            </a:r>
          </a:p>
        </p:txBody>
      </p:sp>
    </p:spTree>
    <p:extLst>
      <p:ext uri="{BB962C8B-B14F-4D97-AF65-F5344CB8AC3E}">
        <p14:creationId xmlns:p14="http://schemas.microsoft.com/office/powerpoint/2010/main" val="1231495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2026-08-24T06:38:50.1140000Z</dcterms:created>
  <dcterms:modified xsi:type="dcterms:W3CDTF">2026-08-24T06:38:50.1140000Z</dcterms:modified>
</coreProperties>
</file>