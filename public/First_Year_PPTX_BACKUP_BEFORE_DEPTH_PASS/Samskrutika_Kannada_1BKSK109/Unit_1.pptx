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63ca41d73e40e5" /><Relationship Type="http://schemas.openxmlformats.org/officeDocument/2006/relationships/extended-properties" Target="/docProps/app.xml" Id="R3dd58226646747c4" /><Relationship Type="http://schemas.openxmlformats.org/officeDocument/2006/relationships/officeDocument" Target="/ppt/presentation.xml" Id="R3598a44b63bd42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495eab01564509"/>
  </p:sldMasterIdLst>
  <p:notesMasterIdLst>
    <p:notesMasterId xmlns:r="http://schemas.openxmlformats.org/officeDocument/2006/relationships" r:id="Rc022a52fbd73440e"/>
  </p:notesMasterIdLst>
  <p:sldIdLst>
    <p:sldId xmlns:r="http://schemas.openxmlformats.org/officeDocument/2006/relationships" id="256" r:id="Rdeef251663d94388"/>
    <p:sldId xmlns:r="http://schemas.openxmlformats.org/officeDocument/2006/relationships" id="257" r:id="R27135afa0d4d4305"/>
    <p:sldId xmlns:r="http://schemas.openxmlformats.org/officeDocument/2006/relationships" id="258" r:id="R18cff46309c84a12"/>
    <p:sldId xmlns:r="http://schemas.openxmlformats.org/officeDocument/2006/relationships" id="259" r:id="Rb2a909bad287492c"/>
    <p:sldId xmlns:r="http://schemas.openxmlformats.org/officeDocument/2006/relationships" id="260" r:id="R0dbbd4f12abd4a77"/>
    <p:sldId xmlns:r="http://schemas.openxmlformats.org/officeDocument/2006/relationships" id="261" r:id="Rf303e79cba174f08"/>
    <p:sldId xmlns:r="http://schemas.openxmlformats.org/officeDocument/2006/relationships" id="262" r:id="Rfc5a2802a1ec44e3"/>
    <p:sldId xmlns:r="http://schemas.openxmlformats.org/officeDocument/2006/relationships" id="263" r:id="Reb254ee29f48441f"/>
    <p:sldId xmlns:r="http://schemas.openxmlformats.org/officeDocument/2006/relationships" id="264" r:id="R3eac53a9c4a241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0ab871a2fc41cc" /><Relationship Type="http://schemas.openxmlformats.org/officeDocument/2006/relationships/slideMaster" Target="/ppt/slideMasters/slideMaster1.xml" Id="R01495eab01564509" /><Relationship Type="http://schemas.openxmlformats.org/officeDocument/2006/relationships/notesMaster" Target="/ppt/notesMasters/notesMaster1.xml" Id="Rc022a52fbd73440e" /><Relationship Type="http://schemas.openxmlformats.org/officeDocument/2006/relationships/presProps" Target="/ppt/presProps.xml" Id="R59b5c0842aff46a3" /><Relationship Type="http://schemas.openxmlformats.org/officeDocument/2006/relationships/tableStyles" Target="/ppt/tableStyles.xml" Id="Rf5f92a0413954eab" /><Relationship Type="http://schemas.openxmlformats.org/officeDocument/2006/relationships/slide" Target="/ppt/slides/slide1.xml" Id="Rdeef251663d94388" /><Relationship Type="http://schemas.openxmlformats.org/officeDocument/2006/relationships/slide" Target="/ppt/slides/slide2.xml" Id="R27135afa0d4d4305" /><Relationship Type="http://schemas.openxmlformats.org/officeDocument/2006/relationships/slide" Target="/ppt/slides/slide3.xml" Id="R18cff46309c84a12" /><Relationship Type="http://schemas.openxmlformats.org/officeDocument/2006/relationships/slide" Target="/ppt/slides/slide4.xml" Id="Rb2a909bad287492c" /><Relationship Type="http://schemas.openxmlformats.org/officeDocument/2006/relationships/slide" Target="/ppt/slides/slide5.xml" Id="R0dbbd4f12abd4a77" /><Relationship Type="http://schemas.openxmlformats.org/officeDocument/2006/relationships/slide" Target="/ppt/slides/slide6.xml" Id="Rf303e79cba174f08" /><Relationship Type="http://schemas.openxmlformats.org/officeDocument/2006/relationships/slide" Target="/ppt/slides/slide7.xml" Id="Rfc5a2802a1ec44e3" /><Relationship Type="http://schemas.openxmlformats.org/officeDocument/2006/relationships/slide" Target="/ppt/slides/slide8.xml" Id="Reb254ee29f48441f" /><Relationship Type="http://schemas.openxmlformats.org/officeDocument/2006/relationships/slide" Target="/ppt/slides/slide9.xml" Id="R3eac53a9c4a241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0067ad2ea04f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baa4824d82476b" /><Relationship Type="http://schemas.openxmlformats.org/officeDocument/2006/relationships/notesMaster" Target="/ppt/notesMasters/notesMaster1.xml" Id="R1985b91150364a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ac797afbf54903" /><Relationship Type="http://schemas.openxmlformats.org/officeDocument/2006/relationships/notesMaster" Target="/ppt/notesMasters/notesMaster1.xml" Id="Re1959d14f86f40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d0fef0fbbd4293" /><Relationship Type="http://schemas.openxmlformats.org/officeDocument/2006/relationships/notesMaster" Target="/ppt/notesMasters/notesMaster1.xml" Id="Rc90e849c22974c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ec60b2088942ab" /><Relationship Type="http://schemas.openxmlformats.org/officeDocument/2006/relationships/notesMaster" Target="/ppt/notesMasters/notesMaster1.xml" Id="Rf55f8508762646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7fac1a25d04851" /><Relationship Type="http://schemas.openxmlformats.org/officeDocument/2006/relationships/notesMaster" Target="/ppt/notesMasters/notesMaster1.xml" Id="R603c820154e048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a1f76015e14fcd" /><Relationship Type="http://schemas.openxmlformats.org/officeDocument/2006/relationships/notesMaster" Target="/ppt/notesMasters/notesMaster1.xml" Id="R8adf46cebdee41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2af5396f5641eb" /><Relationship Type="http://schemas.openxmlformats.org/officeDocument/2006/relationships/notesMaster" Target="/ppt/notesMasters/notesMaster1.xml" Id="Rff8d83a0fb864e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2c44b8af924ebc" /><Relationship Type="http://schemas.openxmlformats.org/officeDocument/2006/relationships/notesMaster" Target="/ppt/notesMasters/notesMaster1.xml" Id="R973547c03dd84a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57387912704d64" /><Relationship Type="http://schemas.openxmlformats.org/officeDocument/2006/relationships/notesMaster" Target="/ppt/notesMasters/notesMaster1.xml" Id="R83d6ea0a12f449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d66f932e64a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792641451044b4" /><Relationship Type="http://schemas.openxmlformats.org/officeDocument/2006/relationships/slideLayout" Target="/ppt/slideLayouts/slideLayout1.xml" Id="R8d28922a140249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28922a140249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dd6e7419a44de" /><Relationship Type="http://schemas.openxmlformats.org/officeDocument/2006/relationships/notesSlide" Target="/ppt/notesSlides/notesSlide1.xml" Id="Re652794e03ea41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c68a1c8b84729" /><Relationship Type="http://schemas.openxmlformats.org/officeDocument/2006/relationships/notesSlide" Target="/ppt/notesSlides/notesSlide2.xml" Id="R1cc71dd7dfd94d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b5e1ebecc4cf4" /><Relationship Type="http://schemas.openxmlformats.org/officeDocument/2006/relationships/notesSlide" Target="/ppt/notesSlides/notesSlide3.xml" Id="Rb56fd17ce8b64f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09c8c6fc548d0" /><Relationship Type="http://schemas.openxmlformats.org/officeDocument/2006/relationships/notesSlide" Target="/ppt/notesSlides/notesSlide4.xml" Id="R4388dd7e671f4c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3bd86f33d4153" /><Relationship Type="http://schemas.openxmlformats.org/officeDocument/2006/relationships/notesSlide" Target="/ppt/notesSlides/notesSlide5.xml" Id="R6c8993a5fd9942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38043eb88443d" /><Relationship Type="http://schemas.openxmlformats.org/officeDocument/2006/relationships/notesSlide" Target="/ppt/notesSlides/notesSlide6.xml" Id="R3a5bc34b865149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59e3b59484f15" /><Relationship Type="http://schemas.openxmlformats.org/officeDocument/2006/relationships/notesSlide" Target="/ppt/notesSlides/notesSlide7.xml" Id="R7050a9f44ff547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2d19ffa2041f8" /><Relationship Type="http://schemas.openxmlformats.org/officeDocument/2006/relationships/notesSlide" Target="/ppt/notesSlides/notesSlide8.xml" Id="R130bb15553a44c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2ed2143064611" /><Relationship Type="http://schemas.openxmlformats.org/officeDocument/2006/relationships/notesSlide" Target="/ppt/notesSlides/notesSlide9.xml" Id="Rd85fc7b4f14848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6066A-F1F8-4162-A5A2-9ACAB261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99606-7159-4441-9EBE-B80F70F6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ಕನ౬ಡ ๸ಸౙ ೃൟ ಮൡ ౨ ූ๣ ಀค൞ದ ศಖನಗำ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2428D-4FF6-466A-9B92-D8A4618D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Samskrutika Kannada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1BKSK109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05D8C-F1FD-4A16-A4D5-EA0D7DA7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B3932-55CE-4603-853F-316FC39A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D4159-2ACF-4EA6-BACE-DA646688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BEB56-E4D5-4C80-BC41-AFFCAF67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81017-077E-4EBC-99CA-DC5DB5CE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C0BC8-B30A-4DA2-931B-1F02B406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60776-94BD-4771-8A2C-CE6A3A27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C21B0-803F-4796-9A84-1EF5156E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2F50B-B52B-4432-8659-BB463603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8A52F-BF16-4418-90A5-E9980199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3B59F-EEA3-459A-84D1-DCDFD154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8C623-7B85-41E2-AF8C-5D0CF92A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1/9</a:t>
            </a:r>
          </a:p>
        </p:txBody>
      </p:sp>
    </p:spTree>
    <p:extLst>
      <p:ext uri="{BB962C8B-B14F-4D97-AF65-F5344CB8AC3E}">
        <p14:creationId xmlns:p14="http://schemas.microsoft.com/office/powerpoint/2010/main" val="652325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4BD07-3452-4912-BAE5-709C61DD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D1DB5-DFC0-4F1B-8D9D-784AF9F4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6A1DB-994B-4E02-9460-09AD5391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0A3CD-2F9E-4AD4-A118-E5C0C63C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76709-AD20-4358-B940-A7F6D172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9DC89-DFFC-40C1-B8D5-33B6D1D6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61F30-0794-421C-BAC4-F8BA74C2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5EC67-5289-4ACA-A763-F46B1689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31D1C-6C8C-460C-848E-73F8F5A3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D988B-BF5C-41E7-95DC-A0F3238D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C2AA4-E317-4BE9-BEEF-531AA30E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0CAF5-917C-47F8-9387-9C669F34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DC615-F310-4362-9947-91122DF0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ಕನ౬ಡ ๸ಸౙ ೃൟ ಮൡ ౨ ූ๣ ಀค൞ದ ศಖನಗำ (03 hours of pedagogy) 1.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ಕකბಟಕ ๸ಸౙ ೃൟ - ງಪ කಗฃಜ ಯ ౲ 2.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ಕකბಟಕದ ಏ౾ೕಕರಣ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ಒಂൿ ಅතವბ ಚค൤ ౳ - ೧.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ๅಂಕಟ๯ಬ ౯ ಯ ౲ 3 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EB2B0-C45E-4FFA-88FB-A3188984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4E1B8-2D78-481E-AC1D-7F46AECF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2/9</a:t>
            </a:r>
          </a:p>
        </p:txBody>
      </p:sp>
    </p:spTree>
    <p:extLst>
      <p:ext uri="{BB962C8B-B14F-4D97-AF65-F5344CB8AC3E}">
        <p14:creationId xmlns:p14="http://schemas.microsoft.com/office/powerpoint/2010/main" val="1955466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97432-9EB3-48C4-934A-35B4F37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598B1-FFF9-4246-993B-DB21E3BD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3601D-FA77-4AF4-B0BD-84AF799D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5A2E1-EE77-425E-8221-1466706D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pedagogy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1552B-9903-443D-8390-71BE03A9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ಆಡัತ ූ๣෴ಜ ಕನ౬ ಡ - റ.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ൟ෫౱ ೕಶ ಮൡ ౨ ඲ ౳ ೕ.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68860-C4A4-4514-AD39-E3F1DE14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38412-1EB4-4998-89CB-71412453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3/9</a:t>
            </a:r>
          </a:p>
        </p:txBody>
      </p:sp>
    </p:spTree>
    <p:extLst>
      <p:ext uri="{BB962C8B-B14F-4D97-AF65-F5344CB8AC3E}">
        <p14:creationId xmlns:p14="http://schemas.microsoft.com/office/powerpoint/2010/main" val="1799802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EB418-EF86-4685-8B83-A80C0362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3960B-A8F2-4CCC-A7F3-984D6553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ECF0D-8D10-44AC-95A5-26E669CF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B0B45-1059-416C-9ECD-870DBF79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ಕನ౬ಡ ๸ಸౙ ೃൟ ಮൡ ౨ ූ๣ ಀค൞ದ ศಖನಗำ (03 hours of pedagogy) 1.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ಕකბಟಕ ๸ಸౙ ೃൟ - ງಪ කಗฃಜ ಯ ౲ 2.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ಕකბಟಕದ ಏ౾ೕಕರಣ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ಒಂൿ ಅතವბ ಚค൤ ౳ - ೧.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ๅಂಕಟ๯ಬ ౯ ಯ ౲ 3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ಆಡัತ ූ๣෴ಜ ಕನ౬ ಡ - 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F5890-CE53-4717-93AC-0023D15A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607C8-173E-475D-89B9-0FA7C7F6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B657E-22D3-4995-9FD5-A65D2812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7F48D-C57F-46D6-A4E0-7A049497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B9FC2-6C89-4D52-9449-FE7CB2F5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9E038-1983-43AF-84E6-A967DF28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95D96-23E6-4B44-BB14-31081BDC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062AC-7BC7-4206-AC91-E4CFB5FD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D5143-7FC0-49FA-BB52-7FEF0344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9FF6C-3DD0-4843-979E-1F931D10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057FF-BFAC-4746-8FF9-F4FDD0CA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AA138-B031-4EFD-BBA1-6EAC1119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F06A7-F5A8-4FD8-94AF-A0720200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4A317-BD97-44AD-966E-B445085E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4/9</a:t>
            </a:r>
          </a:p>
        </p:txBody>
      </p:sp>
    </p:spTree>
    <p:extLst>
      <p:ext uri="{BB962C8B-B14F-4D97-AF65-F5344CB8AC3E}">
        <p14:creationId xmlns:p14="http://schemas.microsoft.com/office/powerpoint/2010/main" val="780696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00460-A030-462F-98A6-315D5662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F0C0B-1C32-4E92-8959-471B9A20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F2A5C-EB34-41FF-8902-C925CF06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211A8-DE13-4EE6-96C8-6B48BDE4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75896-097B-415D-95A9-F57EDB37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DEB7A-9108-425A-BFBC-F85A2805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822D2-2BAD-4A97-9604-B4331369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DDAE0-5DD1-48EA-A38E-E80848D0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1634F-7EAD-47DE-9928-2F77730D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BE971-4EF1-4027-B46C-A9B776AD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55201-D173-42EF-8970-B7218B30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708FD-65DE-4F3F-A71E-0A4BBE74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5EB6F-3327-4B53-914F-32526437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29256-8C0C-4528-9647-615E7196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6DFEC-3B08-4D2A-8ECD-0C3BF20B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5/9</a:t>
            </a:r>
          </a:p>
        </p:txBody>
      </p:sp>
    </p:spTree>
    <p:extLst>
      <p:ext uri="{BB962C8B-B14F-4D97-AF65-F5344CB8AC3E}">
        <p14:creationId xmlns:p14="http://schemas.microsoft.com/office/powerpoint/2010/main" val="138086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6FF2B-C243-40CE-96AE-8050C214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08522-8D78-4A1E-B549-238B5753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39643-FB87-49DE-BC57-5E3900A6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80FB6-9E32-4D28-A834-6AC17438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8BB90-B103-49BE-B6F4-8976A723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ಕನ౬ಡ ๸ಸౙ ೃൟ ಮൡ ౨ ූ๣ ಀค൞ದ ศಖನಗำ (03 hours of pedagogy) 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A96F7-71A9-4BF6-BF22-125738A8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1CFEC-B31E-4529-8B56-8395D75D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00BD3-95E0-4CA0-B870-2C210DB5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CE16F-FE8B-45C5-9D77-692BC037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6/9</a:t>
            </a:r>
          </a:p>
        </p:txBody>
      </p:sp>
    </p:spTree>
    <p:extLst>
      <p:ext uri="{BB962C8B-B14F-4D97-AF65-F5344CB8AC3E}">
        <p14:creationId xmlns:p14="http://schemas.microsoft.com/office/powerpoint/2010/main" val="20236791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C9CB3-CF85-4D52-835D-E1E4A81D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A72EE-EB6E-4C84-AA6D-476F3259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1C554-7AED-4BF2-96FD-A90475B8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74E39-BB38-4AB0-90EE-9C82D33B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E5152-24C2-443A-9D0D-1878A898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ൟ෫౱ ೕಶ ಮൡ ౨ ඲ ౳ ೕ.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5C9EA-D55A-4052-9EE9-755B76C7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5AC0A-2BE3-4658-90D1-05761A11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1B825-2C28-4612-B89A-830569E6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A2350-EA75-4500-9025-68BD648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7/9</a:t>
            </a:r>
          </a:p>
        </p:txBody>
      </p:sp>
    </p:spTree>
    <p:extLst>
      <p:ext uri="{BB962C8B-B14F-4D97-AF65-F5344CB8AC3E}">
        <p14:creationId xmlns:p14="http://schemas.microsoft.com/office/powerpoint/2010/main" val="15743406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75ED75-3ED8-47A9-8C41-9B215EEE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C8016-7813-467C-A212-56865448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91165-6FE5-4D89-8934-5BE2108C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67C45-D586-40F5-B84E-D4D9C029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57FC5-BC5E-44C6-B82B-3D5E1B75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6FA2A-6F66-4EB8-8F7A-1187809A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E1FC0-7804-455B-87C0-F65286A8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ಕನ౬ಡ ๸ಸౙ ೃൟ ಮൡ ౨ ූ๣ ಀค൞ದ ศಖನಗำ (03 hours of pedagogy) 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16E53-2CAC-44D5-B4EB-9C21D6B1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FD1E4-380A-4C20-AC73-3B17AE21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CFCF9-9732-468D-9ECC-F1BA947D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ಕකბಟಕ ๸ಸౙ ೃൟ - ງಪ කಗฃಜ ಯ ౲ 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7E931-F75D-45C6-85EB-95E7C49C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AEF7B-8DF2-45C6-93E3-8B5A8BB6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CEAE0-F7DC-480B-AE0E-3B123D7A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ಕකბಟಕದ ಏ౾ೕಕರಣ 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70AE4-6988-4B4D-9B7E-9D20691B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4F881-28D1-4DD9-A4EE-D22CD93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9141B-D0CD-4E2D-8D66-1FCE601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ಒಂൿ ಅතವბ ಚค൤ ౳ - ೧.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353C1-9901-4B42-8A59-9F20ADA6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84750-49EC-4B34-9FEE-5E981726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DA606-1DB2-48B6-A24D-5944C15F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ๅಂಕಟ๯ಬ ౯ ಯ ౲ 3 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90C5B-37F3-4730-9490-B0303DCF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F1C90-7E42-4277-9898-C1DA6E10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E557DD-27E5-463D-A663-01E0B144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ಆಡัತ ූ๣෴ಜ ಕನ౬ ಡ - റ.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90551-D646-4D94-A321-EAFE815A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BB90C-5520-4FBC-B883-395B2884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BC8AD-BCE5-4804-BC7E-FE062FC7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ൟ෫౱ ೕಶ ಮൡ ౨ ඲ ౳ ೕ.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C50CF-6CED-42A5-AEFD-ADB94C8D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5710BB-4999-4589-A410-462CFCA8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77B440-58F3-4085-AD0F-202892EB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5FE193-4DB6-4233-B5F3-32F2971E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8/9</a:t>
            </a:r>
          </a:p>
        </p:txBody>
      </p:sp>
    </p:spTree>
    <p:extLst>
      <p:ext uri="{BB962C8B-B14F-4D97-AF65-F5344CB8AC3E}">
        <p14:creationId xmlns:p14="http://schemas.microsoft.com/office/powerpoint/2010/main" val="5946009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FC219-BE9F-463A-9487-BAA9D7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55BAE-3813-4553-9DF0-5E9309C5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2A453-8A0D-415A-B47E-2DE1DDEF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3A878-9DB4-4683-A4F1-480D3D0F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3B5F9-5AD5-4720-8729-D9AD4E24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6B715-DBD7-4548-805F-94455DFE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C06E5-1A3E-41C3-9E35-A9E2AA21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BA88F-4674-44FF-8902-C62E164C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9/9</a:t>
            </a:r>
          </a:p>
        </p:txBody>
      </p:sp>
    </p:spTree>
    <p:extLst>
      <p:ext uri="{BB962C8B-B14F-4D97-AF65-F5344CB8AC3E}">
        <p14:creationId xmlns:p14="http://schemas.microsoft.com/office/powerpoint/2010/main" val="546876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2026-08-24T06:38:50.0600000Z</dcterms:created>
  <dcterms:modified xsi:type="dcterms:W3CDTF">2026-08-24T06:38:50.0600000Z</dcterms:modified>
</coreProperties>
</file>