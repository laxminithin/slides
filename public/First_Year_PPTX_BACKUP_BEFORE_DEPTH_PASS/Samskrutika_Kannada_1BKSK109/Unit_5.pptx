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470601990d44e1" /><Relationship Type="http://schemas.openxmlformats.org/officeDocument/2006/relationships/extended-properties" Target="/docProps/app.xml" Id="R5e4e3745b9684799" /><Relationship Type="http://schemas.openxmlformats.org/officeDocument/2006/relationships/officeDocument" Target="/ppt/presentation.xml" Id="Rebb4cacb5d67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343cc32c34b1d"/>
  </p:sldMasterIdLst>
  <p:notesMasterIdLst>
    <p:notesMasterId xmlns:r="http://schemas.openxmlformats.org/officeDocument/2006/relationships" r:id="Rf8691558e00f4a4e"/>
  </p:notesMasterIdLst>
  <p:sldIdLst>
    <p:sldId xmlns:r="http://schemas.openxmlformats.org/officeDocument/2006/relationships" id="256" r:id="Reec0f0d438e3416f"/>
    <p:sldId xmlns:r="http://schemas.openxmlformats.org/officeDocument/2006/relationships" id="257" r:id="R6dc62ddcd6294fd2"/>
    <p:sldId xmlns:r="http://schemas.openxmlformats.org/officeDocument/2006/relationships" id="258" r:id="Rb4a9b7a236bd4b3a"/>
    <p:sldId xmlns:r="http://schemas.openxmlformats.org/officeDocument/2006/relationships" id="259" r:id="R9dd69fde9f534166"/>
    <p:sldId xmlns:r="http://schemas.openxmlformats.org/officeDocument/2006/relationships" id="260" r:id="R25428845f71b4993"/>
    <p:sldId xmlns:r="http://schemas.openxmlformats.org/officeDocument/2006/relationships" id="261" r:id="Rb982a199d911409c"/>
    <p:sldId xmlns:r="http://schemas.openxmlformats.org/officeDocument/2006/relationships" id="262" r:id="R11e859263afe4f44"/>
    <p:sldId xmlns:r="http://schemas.openxmlformats.org/officeDocument/2006/relationships" id="263" r:id="R66148fb84d504884"/>
    <p:sldId xmlns:r="http://schemas.openxmlformats.org/officeDocument/2006/relationships" id="264" r:id="R0c6323fa93cc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bf666d6aa4492" /><Relationship Type="http://schemas.openxmlformats.org/officeDocument/2006/relationships/slideMaster" Target="/ppt/slideMasters/slideMaster1.xml" Id="R4a8343cc32c34b1d" /><Relationship Type="http://schemas.openxmlformats.org/officeDocument/2006/relationships/notesMaster" Target="/ppt/notesMasters/notesMaster1.xml" Id="Rf8691558e00f4a4e" /><Relationship Type="http://schemas.openxmlformats.org/officeDocument/2006/relationships/presProps" Target="/ppt/presProps.xml" Id="R0586e9c7cda14668" /><Relationship Type="http://schemas.openxmlformats.org/officeDocument/2006/relationships/tableStyles" Target="/ppt/tableStyles.xml" Id="R23abb7187a8b449f" /><Relationship Type="http://schemas.openxmlformats.org/officeDocument/2006/relationships/slide" Target="/ppt/slides/slide1.xml" Id="Reec0f0d438e3416f" /><Relationship Type="http://schemas.openxmlformats.org/officeDocument/2006/relationships/slide" Target="/ppt/slides/slide2.xml" Id="R6dc62ddcd6294fd2" /><Relationship Type="http://schemas.openxmlformats.org/officeDocument/2006/relationships/slide" Target="/ppt/slides/slide3.xml" Id="Rb4a9b7a236bd4b3a" /><Relationship Type="http://schemas.openxmlformats.org/officeDocument/2006/relationships/slide" Target="/ppt/slides/slide4.xml" Id="R9dd69fde9f534166" /><Relationship Type="http://schemas.openxmlformats.org/officeDocument/2006/relationships/slide" Target="/ppt/slides/slide5.xml" Id="R25428845f71b4993" /><Relationship Type="http://schemas.openxmlformats.org/officeDocument/2006/relationships/slide" Target="/ppt/slides/slide6.xml" Id="Rb982a199d911409c" /><Relationship Type="http://schemas.openxmlformats.org/officeDocument/2006/relationships/slide" Target="/ppt/slides/slide7.xml" Id="R11e859263afe4f44" /><Relationship Type="http://schemas.openxmlformats.org/officeDocument/2006/relationships/slide" Target="/ppt/slides/slide8.xml" Id="R66148fb84d504884" /><Relationship Type="http://schemas.openxmlformats.org/officeDocument/2006/relationships/slide" Target="/ppt/slides/slide9.xml" Id="R0c6323fa93cc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c95b60bb945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f4421cffb4adc" /><Relationship Type="http://schemas.openxmlformats.org/officeDocument/2006/relationships/notesMaster" Target="/ppt/notesMasters/notesMaster1.xml" Id="R0a59d3b63fd2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151af335734791" /><Relationship Type="http://schemas.openxmlformats.org/officeDocument/2006/relationships/notesMaster" Target="/ppt/notesMasters/notesMaster1.xml" Id="Rf36dcbb7a6514d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026ce52a03429c" /><Relationship Type="http://schemas.openxmlformats.org/officeDocument/2006/relationships/notesMaster" Target="/ppt/notesMasters/notesMaster1.xml" Id="R66b3ab72fbd1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7c587a5e514172" /><Relationship Type="http://schemas.openxmlformats.org/officeDocument/2006/relationships/notesMaster" Target="/ppt/notesMasters/notesMaster1.xml" Id="R85a7c39552e349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25894c6ae0432e" /><Relationship Type="http://schemas.openxmlformats.org/officeDocument/2006/relationships/notesMaster" Target="/ppt/notesMasters/notesMaster1.xml" Id="R6edf7a88600f48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3edd5640d6426e" /><Relationship Type="http://schemas.openxmlformats.org/officeDocument/2006/relationships/notesMaster" Target="/ppt/notesMasters/notesMaster1.xml" Id="Rc58f160dbaa747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49dc08209e4804" /><Relationship Type="http://schemas.openxmlformats.org/officeDocument/2006/relationships/notesMaster" Target="/ppt/notesMasters/notesMaster1.xml" Id="Re811866f4da44e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1a6b06d5eb4267" /><Relationship Type="http://schemas.openxmlformats.org/officeDocument/2006/relationships/notesMaster" Target="/ppt/notesMasters/notesMaster1.xml" Id="Reb3bebe9dbe2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c4f6b3c8df4607" /><Relationship Type="http://schemas.openxmlformats.org/officeDocument/2006/relationships/notesMaster" Target="/ppt/notesMasters/notesMaster1.xml" Id="Rfa67e5aae11f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a085f58fb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f4e13f8f7444e" /><Relationship Type="http://schemas.openxmlformats.org/officeDocument/2006/relationships/slideLayout" Target="/ppt/slideLayouts/slideLayout1.xml" Id="R048055e651d0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055e651d0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073a7c2d7478e" /><Relationship Type="http://schemas.openxmlformats.org/officeDocument/2006/relationships/notesSlide" Target="/ppt/notesSlides/notesSlide1.xml" Id="R4083769d1e3e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f336b530b4684" /><Relationship Type="http://schemas.openxmlformats.org/officeDocument/2006/relationships/notesSlide" Target="/ppt/notesSlides/notesSlide2.xml" Id="Rfc20b2bff5b2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6917bbc9f4b0d" /><Relationship Type="http://schemas.openxmlformats.org/officeDocument/2006/relationships/notesSlide" Target="/ppt/notesSlides/notesSlide3.xml" Id="R7574801dbbb6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87ae122cb481a" /><Relationship Type="http://schemas.openxmlformats.org/officeDocument/2006/relationships/notesSlide" Target="/ppt/notesSlides/notesSlide4.xml" Id="R330f20d6de9543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25b75cb0349cf" /><Relationship Type="http://schemas.openxmlformats.org/officeDocument/2006/relationships/notesSlide" Target="/ppt/notesSlides/notesSlide5.xml" Id="Reae34eea130f45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791d098fc462e" /><Relationship Type="http://schemas.openxmlformats.org/officeDocument/2006/relationships/notesSlide" Target="/ppt/notesSlides/notesSlide6.xml" Id="R95a2d31b317647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c970d8afd4297" /><Relationship Type="http://schemas.openxmlformats.org/officeDocument/2006/relationships/notesSlide" Target="/ppt/notesSlides/notesSlide7.xml" Id="Re49b040a8a51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17bde134c47a7" /><Relationship Type="http://schemas.openxmlformats.org/officeDocument/2006/relationships/notesSlide" Target="/ppt/notesSlides/notesSlide8.xml" Id="Rd2835ebdb1cf4a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05e56217f46de" /><Relationship Type="http://schemas.openxmlformats.org/officeDocument/2006/relationships/notesSlide" Target="/ppt/notesSlides/notesSlide9.xml" Id="Ra505a723aeaf4a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C8AD7-0991-4DDA-993D-4AC78A7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3941A-1788-4338-8154-BDCAD90A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๬ಂಸ ౙ ೃൟಕ, ಜನಪದ ಕ൳ ಮൡ ౨ ಪ ౳฿ಸ ಕಥನ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31B02-AC73-4684-996C-FC009C4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41DE2-DAAC-4E45-ADD2-220758A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5D24-91A4-4BA5-B29A-046F58AA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CEF85-DB5D-4683-8FAD-97FC23F7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88391-5C43-4D67-A445-D165154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06167-E188-4EE4-A637-E61256FB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8E11A-5F13-4337-8EF9-93253A5D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F0A9E-7A33-4DFB-AD85-4A5DB6B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9DAA4-EF77-449B-AAEF-EB283CE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5A18-FE39-4D17-9EA9-C963C6A7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585FA-F977-4C9E-B58F-31D6C97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76CEC-534F-4BDF-8A10-824878E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ADEBE-7CB6-4BE4-B13C-6102FED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1/9</a:t>
            </a:r>
          </a:p>
        </p:txBody>
      </p:sp>
    </p:spTree>
    <p:extLst>
      <p:ext uri="{BB962C8B-B14F-4D97-AF65-F5344CB8AC3E}">
        <p14:creationId xmlns:p14="http://schemas.microsoft.com/office/powerpoint/2010/main" val="275705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E2F71-06A2-49BF-B70E-98193618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12DB-8121-4928-BF53-F37D4D4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F55FD-57F8-469B-9C6E-2629906C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0DE30-7AF2-4223-A83C-BC341FDD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5B7A-FB6A-4375-8185-36D5D87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EA37-3A51-4F44-A360-88FFE38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47110-B369-4EEF-ADDF-79D10361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7DCF-1D39-4FCA-85FB-8E31FBC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DD2A1-CF97-44E2-889B-D8636FAA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6A519-3E53-48EE-BB51-0B847072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7B43F-1BA9-45A2-B5FE-94409EE4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06E11-02A1-44C2-80FD-21523FE7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9664C-B827-4232-B77F-32CFE1A8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๬ಂಸ ౙ ೃൟಕ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ಜನಪದ ಕ൳ ಮൡ ౨ ಪ ౳฿ಸ ಕಥನ (03 hours of pedagogy) 1. ෷ಛൽ : ವ๯ඒಂದ ౳ 2. ෫ಛච ಎಂಬ ಜคಜನ ಪವბತ : ๼.೉. ැೕರยಂಗಯ౲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1E6D0-99B9-4B08-9B47-22CBE53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F69BD-6C0D-4E71-93B0-FBDB8787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2/9</a:t>
            </a:r>
          </a:p>
        </p:txBody>
      </p:sp>
    </p:spTree>
    <p:extLst>
      <p:ext uri="{BB962C8B-B14F-4D97-AF65-F5344CB8AC3E}">
        <p14:creationId xmlns:p14="http://schemas.microsoft.com/office/powerpoint/2010/main" val="1396228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D9FCC-5AAE-4255-B244-739A5E7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CF72B-D662-47E9-A99E-C2AE7A85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C4224-74AF-40D0-9933-B23D5B1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2758F-45CB-4AC7-B5A8-94111E6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FB5AB-DC03-4288-923A-92239AC3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EA67D-EDE4-495F-8B0D-1BA9419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13C7E-8A8E-489B-9195-E6E1B7E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3/9</a:t>
            </a:r>
          </a:p>
        </p:txBody>
      </p:sp>
    </p:spTree>
    <p:extLst>
      <p:ext uri="{BB962C8B-B14F-4D97-AF65-F5344CB8AC3E}">
        <p14:creationId xmlns:p14="http://schemas.microsoft.com/office/powerpoint/2010/main" val="1024671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C7E49-6E3A-4904-8D1E-B8112167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0F9E3-0904-469B-9BAB-BC19E64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EE25A-F2AE-4820-8A27-F8DF79C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FFEE-5E68-4A7E-BFB5-CF700A3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๬ಂಸ ౙ ೃൟಕ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ಜನಪದ ಕ൳ ಮൡ ౨ ಪ ౳฿ಸ ಕಥನ (03 hours of pedagogy) 1. ෷ಛൽ : ವ๯ඒಂದ ౳ 2. ෫ಛච ಎಂಬ ಜคಜನ ಪವბತ : ๼.೉. ැೕರยಂಗಯ౲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8F80A-C672-448F-930E-E151AFC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25185-2E7C-4C66-BAE6-7CF23253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4A069-21D1-4D72-B8B2-5636AD13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E341A-1546-42D9-B260-82DAB25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38BA7-5DF6-4262-AFE4-0545DFB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D69F0-0DE3-4C8B-A38B-FE210A9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33B80-C3F1-43F6-813B-CB9E0076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A5317-E117-4502-BB2B-7A151CB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32857-2BA9-46C4-BCA5-A285C208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B49B4-4AEC-46F5-B94C-BAEE7A6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5DCB1-6136-457F-BFE8-73AE976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4E553-D2FC-4847-BE66-9C904D6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13E19-8604-40DB-B230-1BBCA32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1EEAF-3F20-464C-9660-EB7FB98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4/9</a:t>
            </a:r>
          </a:p>
        </p:txBody>
      </p:sp>
    </p:spTree>
    <p:extLst>
      <p:ext uri="{BB962C8B-B14F-4D97-AF65-F5344CB8AC3E}">
        <p14:creationId xmlns:p14="http://schemas.microsoft.com/office/powerpoint/2010/main" val="1096866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7D3C6-0A82-4B48-BA95-A0A80152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72E61-88BE-4AEB-AD1B-C9DA0CB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850A4-1F61-4C13-9A79-F88ABF0B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2D635-21A5-4D7D-AAA5-DD44DEBA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0D3E1-3444-4608-AFC1-C2417CC5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2C03-8E03-478A-9E4D-4263D71C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584A4-42C6-45EE-9FBC-54B298FE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C8464-B426-4855-BAB4-926F16F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42120-3318-429D-BA08-5E4A6069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2A99B-1DCF-48C8-9E05-77DCF91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9B35D-78F9-4192-9300-BE53856E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21D73-EE5C-4AE0-A62B-16F268A3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5A757-04C3-4CE0-B87D-4D1B6A9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327D-0D70-4AC0-87E1-2ABC634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F5EBC-7DC4-43D4-ABD9-8D410445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5/9</a:t>
            </a:r>
          </a:p>
        </p:txBody>
      </p:sp>
    </p:spTree>
    <p:extLst>
      <p:ext uri="{BB962C8B-B14F-4D97-AF65-F5344CB8AC3E}">
        <p14:creationId xmlns:p14="http://schemas.microsoft.com/office/powerpoint/2010/main" val="146268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E502C-B074-432F-9E5A-5E1E2B6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5C68-7565-4B1C-A0BF-C3B4DB59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7A010-7076-4147-A85E-5BA222D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1BF46-964F-4B2D-A867-028D8A8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6F445-9824-45D8-9744-B8C96318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๬ಂಸ ౙ ೃൟಕ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6AED-6117-4D6D-B109-C62F2F4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8959C-DB10-4E10-80B0-2A842EF1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6D7B1-D9DC-4EC6-98E2-A0F7EBD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0D006-B255-4C50-A009-22952AE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6/9</a:t>
            </a:r>
          </a:p>
        </p:txBody>
      </p:sp>
    </p:spTree>
    <p:extLst>
      <p:ext uri="{BB962C8B-B14F-4D97-AF65-F5344CB8AC3E}">
        <p14:creationId xmlns:p14="http://schemas.microsoft.com/office/powerpoint/2010/main" val="276388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4A5DF-6700-49B1-98E3-EA14E10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1D8C4-F233-49CD-A51C-0C3CAF15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37638-26C6-4FC5-944B-C0E8B7DF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BFB99-7D3F-4DC4-BF73-7FC0228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7A19-CE11-4AA3-B693-B84BF2B7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4C8D4-CF86-4EBC-BDDB-68ABCE7E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75A5-E90A-4D32-81BD-3EAE2284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7C5F2-FA1C-413A-B074-2D3B1856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9A9E4-D135-45DE-9FA0-9F1F4E79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7/9</a:t>
            </a:r>
          </a:p>
        </p:txBody>
      </p:sp>
    </p:spTree>
    <p:extLst>
      <p:ext uri="{BB962C8B-B14F-4D97-AF65-F5344CB8AC3E}">
        <p14:creationId xmlns:p14="http://schemas.microsoft.com/office/powerpoint/2010/main" val="1522921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2DC94-E269-495C-A36E-BBAA4F4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0CC9-DDB6-4B29-B3C9-029953C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9292C-88B7-4435-91C2-F31E254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6A9F8-B95F-4312-B6D5-5A556A9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7AAA4-E82F-4EDF-BA3E-C30F92C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D503F-3576-43D2-96CD-4C65212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48764-3928-4053-A081-0180E56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๬ಂಸ ౙ ೃൟಕ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83AB1-DBC7-41CF-ABCE-68481017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32FAA-8B80-473B-A7A3-1CEA9B8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5C49B-C596-43C8-B550-B848B69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ಜನಪದ ಕ൳ ಮൡ ౨ ಪ ౳฿ಸ ಕಥನ (03 hours of pedagogy) 1. ෷ಛൽ : ವ๯ඒಂದ ౳ 2. ෫ಛච ಎಂಬ ಜคಜನ ಪವბತ : ๼.೉. ැೕರย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1511B-EBEB-479A-B315-18002796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9C320-1012-4686-A267-8A8CBE2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8C736-E8F0-4B4F-9222-43C3839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83621-A2DC-4609-84B5-778663D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8/9</a:t>
            </a:r>
          </a:p>
        </p:txBody>
      </p:sp>
    </p:spTree>
    <p:extLst>
      <p:ext uri="{BB962C8B-B14F-4D97-AF65-F5344CB8AC3E}">
        <p14:creationId xmlns:p14="http://schemas.microsoft.com/office/powerpoint/2010/main" val="1400375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4A7EB-3E8B-493D-B8CA-75590F5A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9446B-1DD8-4291-AC9F-15DE87F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AED48-6191-49F5-A588-885332BB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274A-457D-4BCD-8088-486204F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3275C-9B73-47F5-92EA-CD66F3D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71D6D-62E8-43F5-A525-F429E95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37EA7-54E5-4EBA-9E63-C3C7E15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9A3F-47DD-438F-A8F4-F7CFAAA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9/9</a:t>
            </a:r>
          </a:p>
        </p:txBody>
      </p:sp>
    </p:spTree>
    <p:extLst>
      <p:ext uri="{BB962C8B-B14F-4D97-AF65-F5344CB8AC3E}">
        <p14:creationId xmlns:p14="http://schemas.microsoft.com/office/powerpoint/2010/main" val="1788100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2026-08-24T06:38:50.2660000Z</dcterms:created>
  <dcterms:modified xsi:type="dcterms:W3CDTF">2026-08-24T06:38:50.2660000Z</dcterms:modified>
</coreProperties>
</file>