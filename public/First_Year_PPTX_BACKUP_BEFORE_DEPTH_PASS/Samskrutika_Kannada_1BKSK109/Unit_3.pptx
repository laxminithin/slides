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ba78db5d984357" /><Relationship Type="http://schemas.openxmlformats.org/officeDocument/2006/relationships/extended-properties" Target="/docProps/app.xml" Id="Re64ecba69272488e" /><Relationship Type="http://schemas.openxmlformats.org/officeDocument/2006/relationships/officeDocument" Target="/ppt/presentation.xml" Id="Rde483f8329154a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8d179c63a14217"/>
  </p:sldMasterIdLst>
  <p:notesMasterIdLst>
    <p:notesMasterId xmlns:r="http://schemas.openxmlformats.org/officeDocument/2006/relationships" r:id="Rd34c191231b04a7e"/>
  </p:notesMasterIdLst>
  <p:sldIdLst>
    <p:sldId xmlns:r="http://schemas.openxmlformats.org/officeDocument/2006/relationships" id="256" r:id="Rd3ea27c06eb54c97"/>
    <p:sldId xmlns:r="http://schemas.openxmlformats.org/officeDocument/2006/relationships" id="257" r:id="R011fb6dd7bac4682"/>
    <p:sldId xmlns:r="http://schemas.openxmlformats.org/officeDocument/2006/relationships" id="258" r:id="Rb258e8e3af0c4ab3"/>
    <p:sldId xmlns:r="http://schemas.openxmlformats.org/officeDocument/2006/relationships" id="259" r:id="Re49bcaf9354d41d8"/>
    <p:sldId xmlns:r="http://schemas.openxmlformats.org/officeDocument/2006/relationships" id="260" r:id="Re7bac7a868d6478c"/>
    <p:sldId xmlns:r="http://schemas.openxmlformats.org/officeDocument/2006/relationships" id="261" r:id="R1d03151ef7604158"/>
    <p:sldId xmlns:r="http://schemas.openxmlformats.org/officeDocument/2006/relationships" id="262" r:id="R6658b48e414c4c48"/>
    <p:sldId xmlns:r="http://schemas.openxmlformats.org/officeDocument/2006/relationships" id="263" r:id="Re71b79ebfc264302"/>
    <p:sldId xmlns:r="http://schemas.openxmlformats.org/officeDocument/2006/relationships" id="264" r:id="Rdeadb1a7e67e45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5111163224410f" /><Relationship Type="http://schemas.openxmlformats.org/officeDocument/2006/relationships/slideMaster" Target="/ppt/slideMasters/slideMaster1.xml" Id="R7a8d179c63a14217" /><Relationship Type="http://schemas.openxmlformats.org/officeDocument/2006/relationships/notesMaster" Target="/ppt/notesMasters/notesMaster1.xml" Id="Rd34c191231b04a7e" /><Relationship Type="http://schemas.openxmlformats.org/officeDocument/2006/relationships/presProps" Target="/ppt/presProps.xml" Id="Re99049011a4341bf" /><Relationship Type="http://schemas.openxmlformats.org/officeDocument/2006/relationships/tableStyles" Target="/ppt/tableStyles.xml" Id="R90128d7551724ba0" /><Relationship Type="http://schemas.openxmlformats.org/officeDocument/2006/relationships/slide" Target="/ppt/slides/slide1.xml" Id="Rd3ea27c06eb54c97" /><Relationship Type="http://schemas.openxmlformats.org/officeDocument/2006/relationships/slide" Target="/ppt/slides/slide2.xml" Id="R011fb6dd7bac4682" /><Relationship Type="http://schemas.openxmlformats.org/officeDocument/2006/relationships/slide" Target="/ppt/slides/slide3.xml" Id="Rb258e8e3af0c4ab3" /><Relationship Type="http://schemas.openxmlformats.org/officeDocument/2006/relationships/slide" Target="/ppt/slides/slide4.xml" Id="Re49bcaf9354d41d8" /><Relationship Type="http://schemas.openxmlformats.org/officeDocument/2006/relationships/slide" Target="/ppt/slides/slide5.xml" Id="Re7bac7a868d6478c" /><Relationship Type="http://schemas.openxmlformats.org/officeDocument/2006/relationships/slide" Target="/ppt/slides/slide6.xml" Id="R1d03151ef7604158" /><Relationship Type="http://schemas.openxmlformats.org/officeDocument/2006/relationships/slide" Target="/ppt/slides/slide7.xml" Id="R6658b48e414c4c48" /><Relationship Type="http://schemas.openxmlformats.org/officeDocument/2006/relationships/slide" Target="/ppt/slides/slide8.xml" Id="Re71b79ebfc264302" /><Relationship Type="http://schemas.openxmlformats.org/officeDocument/2006/relationships/slide" Target="/ppt/slides/slide9.xml" Id="Rdeadb1a7e67e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2e1da9657742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67c13dba354a5a" /><Relationship Type="http://schemas.openxmlformats.org/officeDocument/2006/relationships/notesMaster" Target="/ppt/notesMasters/notesMaster1.xml" Id="Rcd419e9709224f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836f88d0944c35" /><Relationship Type="http://schemas.openxmlformats.org/officeDocument/2006/relationships/notesMaster" Target="/ppt/notesMasters/notesMaster1.xml" Id="Ra48ca4ac3acd4f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82cb64a51c40b7" /><Relationship Type="http://schemas.openxmlformats.org/officeDocument/2006/relationships/notesMaster" Target="/ppt/notesMasters/notesMaster1.xml" Id="R91142555690b4a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5ae21582d94ca8" /><Relationship Type="http://schemas.openxmlformats.org/officeDocument/2006/relationships/notesMaster" Target="/ppt/notesMasters/notesMaster1.xml" Id="R26cb9d34fc4a42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526caa356c424b" /><Relationship Type="http://schemas.openxmlformats.org/officeDocument/2006/relationships/notesMaster" Target="/ppt/notesMasters/notesMaster1.xml" Id="R7087ba35e5c04e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d23e79ec3445a4" /><Relationship Type="http://schemas.openxmlformats.org/officeDocument/2006/relationships/notesMaster" Target="/ppt/notesMasters/notesMaster1.xml" Id="R166f1f89154b4f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b05d1945fb4cbd" /><Relationship Type="http://schemas.openxmlformats.org/officeDocument/2006/relationships/notesMaster" Target="/ppt/notesMasters/notesMaster1.xml" Id="R308c1260e5954f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4e77bf2a694bd4" /><Relationship Type="http://schemas.openxmlformats.org/officeDocument/2006/relationships/notesMaster" Target="/ppt/notesMasters/notesMaster1.xml" Id="Rd0ed9292b92e45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9bfbd15eb946fe" /><Relationship Type="http://schemas.openxmlformats.org/officeDocument/2006/relationships/notesMaster" Target="/ppt/notesMasters/notesMaster1.xml" Id="R7bce3268eb0445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a37b95c7e43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15cfb964c64ee2" /><Relationship Type="http://schemas.openxmlformats.org/officeDocument/2006/relationships/slideLayout" Target="/ppt/slideLayouts/slideLayout1.xml" Id="R937e1fe38b0e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e1fe38b0e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817259ce64e03" /><Relationship Type="http://schemas.openxmlformats.org/officeDocument/2006/relationships/notesSlide" Target="/ppt/notesSlides/notesSlide1.xml" Id="Rd12b39bcad5b49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6878a562d4ce6" /><Relationship Type="http://schemas.openxmlformats.org/officeDocument/2006/relationships/notesSlide" Target="/ppt/notesSlides/notesSlide2.xml" Id="Re3b7213f30244b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a1def992e4b4a" /><Relationship Type="http://schemas.openxmlformats.org/officeDocument/2006/relationships/notesSlide" Target="/ppt/notesSlides/notesSlide3.xml" Id="R4460ce95d32d45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b2c67dfcd42ba" /><Relationship Type="http://schemas.openxmlformats.org/officeDocument/2006/relationships/notesSlide" Target="/ppt/notesSlides/notesSlide4.xml" Id="R215a94d6c0d84d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7697060fb4b76" /><Relationship Type="http://schemas.openxmlformats.org/officeDocument/2006/relationships/notesSlide" Target="/ppt/notesSlides/notesSlide5.xml" Id="R0b89a731b4e947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0512bbc9e4806" /><Relationship Type="http://schemas.openxmlformats.org/officeDocument/2006/relationships/notesSlide" Target="/ppt/notesSlides/notesSlide6.xml" Id="R42355811921a4e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7503169bc4931" /><Relationship Type="http://schemas.openxmlformats.org/officeDocument/2006/relationships/notesSlide" Target="/ppt/notesSlides/notesSlide7.xml" Id="R6b79bfadaa2f40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b9074a7394b21" /><Relationship Type="http://schemas.openxmlformats.org/officeDocument/2006/relationships/notesSlide" Target="/ppt/notesSlides/notesSlide8.xml" Id="R09c43472f0854b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ced31171b4cf5" /><Relationship Type="http://schemas.openxmlformats.org/officeDocument/2006/relationships/notesSlide" Target="/ppt/notesSlides/notesSlide9.xml" Id="R7e6d0633e56247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C658B-5537-4860-8645-705F630D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8FA1D-F94E-4297-AEB6-09CD1D5A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ಆඎඛಕ ౽ವ౲ ූಗ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EABC7-E3B8-4DEE-9BD5-6B31D623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A37DF-1F29-4A61-8C20-08856435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48797-7951-488D-8D28-881507CF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9DEDF-FFC3-4703-A2CC-847A516C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9C640-F215-4E20-9D85-19B24917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04418-D7D6-477B-80E7-74F9651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7C03D-7ED1-413D-B966-9122A0B6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C2687-9EFA-4047-8D2D-55F6FCAA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4F5AA-D0BC-4CBC-ADF2-8E51ADA3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43E4C-9B6C-45CA-8740-93B27A0A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8B68B-1BAD-4B5F-83C7-BAD612A0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56B0E-8EC0-4CA7-A4CD-F5EF79BF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FA3B0-AB08-4028-8333-A46A6A99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1/9</a:t>
            </a:r>
          </a:p>
        </p:txBody>
      </p:sp>
    </p:spTree>
    <p:extLst>
      <p:ext uri="{BB962C8B-B14F-4D97-AF65-F5344CB8AC3E}">
        <p14:creationId xmlns:p14="http://schemas.microsoft.com/office/powerpoint/2010/main" val="186293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E89F8-5263-4428-B2B9-6A27FF9B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ABB8C-A740-4AE4-A9BB-4B74EA56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84720-C79A-4896-8FB6-55E59230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C5D0F-40CA-4952-9621-881F633A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3B92C-BCF3-4490-A346-4DE2867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9E016-B4E0-4575-8154-DD4B2E2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19B24-B2C2-489B-9D0B-5368BE68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B9AD6-C020-4AE2-8625-A2139344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3DE1C-CBC2-4A21-9335-8206B25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D1C5C-75B7-4A89-8675-F7C42BC8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2CB2C-1C05-4554-AB4C-8F1C4752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2FF14-2BC2-42C7-BE96-B9E32950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A1A71-5EE5-4DE5-819E-92F9124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ಆඎඛಕ ౽ವ౲ ූಗ (03 hours of pedagogy) 1. ലเ೧ ರವರ ෱ಀൟಮ౱ ನ ಕಗ ౛ൽಂದ ಅಯ౪ ಃಲโ ූಗಗำ 2. ಀฆഴ ౽ಂೈಣ : ർ.ฃ. ෎ಂං ౳ 3. ຄಸ෇ัನ ಜೕ൤ : ಀๅಂඬ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1C276-B961-4F05-BE99-8AA0AE77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2C2D9-42CE-4C19-87D3-83CAD0E9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2/9</a:t>
            </a:r>
          </a:p>
        </p:txBody>
      </p:sp>
    </p:spTree>
    <p:extLst>
      <p:ext uri="{BB962C8B-B14F-4D97-AF65-F5344CB8AC3E}">
        <p14:creationId xmlns:p14="http://schemas.microsoft.com/office/powerpoint/2010/main" val="1051766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FF748-5684-477A-B749-6985B6B0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6CB4C-F2F2-405A-AE6F-FF8346C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D0C22-B8AE-4492-A2AF-4059A7CE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E2694-96D4-4F54-90B8-57AC1115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8D019-7EA7-461C-8A1C-D9B8E319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EA8C4-572C-4963-AAD0-DC7276D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6D59A-972E-4A9E-804B-8E02A8C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3/9</a:t>
            </a:r>
          </a:p>
        </p:txBody>
      </p:sp>
    </p:spTree>
    <p:extLst>
      <p:ext uri="{BB962C8B-B14F-4D97-AF65-F5344CB8AC3E}">
        <p14:creationId xmlns:p14="http://schemas.microsoft.com/office/powerpoint/2010/main" val="1849275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9B59D-8493-490A-B455-B143E7BC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9332F-21EF-40E9-AFBC-2B995BDD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FCCEF-4069-4934-9C57-82E7B3C4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EDAD4-DE4F-488F-AE20-E6325CD5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ಆඎඛಕ ౽ವ౲ ූಗ (03 hours of pedagogy) 1. ലเ೧ ರವರ ෱ಀൟಮ౱ ನ ಕಗ ౛ൽಂದ ಅಯ౪ ಃಲโ ූಗಗำ 2. ಀฆഴ ౽ಂೈಣ : ർ.ฃ. ෎ಂං ౳ 3. ຄಸ෇ั...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AC877-3B07-408D-8C33-30D4BB74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0AFEA-BA0E-4A24-BE18-65F72317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90A6E-B7AF-4F01-8D4B-0E6F0D23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E863C-2723-45E8-8C4A-5D91F364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B1D3C-C726-4D7D-833B-414374F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395BC-0D24-4AB3-856B-AD846B71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85864-CDCC-4D0E-A301-40A3013E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BDEED-3C68-474B-998C-49E8000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82EE3-17CC-42B5-9589-7E23DA81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F6FAF-272E-458E-88BB-2F5D372E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94863-B3A0-4869-B8D5-1535269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A5F3D-2BC0-4FE1-8C66-FF708448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5958F-B8C8-4E2F-AC5A-9867BDD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D0946-74B7-477D-9787-222CA7B5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4/9</a:t>
            </a:r>
          </a:p>
        </p:txBody>
      </p:sp>
    </p:spTree>
    <p:extLst>
      <p:ext uri="{BB962C8B-B14F-4D97-AF65-F5344CB8AC3E}">
        <p14:creationId xmlns:p14="http://schemas.microsoft.com/office/powerpoint/2010/main" val="1028010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3F9A8-784F-4F69-9C15-BE364BB2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E52B3-3D85-4D2D-A303-59C1BAC4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9EE91-4396-49EE-831F-A33660A1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BC62E-5048-4569-9751-3E8C8946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04D52-DD35-4428-8D40-4E4ED272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71A4C-8851-4AC5-88FC-096EFD63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E38E3-ED67-44CC-BF99-3B1F857D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ED285-2287-4173-B134-703E2805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165A3-85BD-4EC4-996D-0B332F87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F7AFD-5C6C-43B3-84A8-2029FF6C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E8AE8-7CAC-4AC0-9B5E-A801AB4C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BFDD7-D43B-4EF7-BD11-C1BE2492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B912A-8C09-4F2C-B22D-FA88DB2F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C5F10-2A59-4DE7-AA69-B8EDCB88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30F7E-F99B-466E-A678-B8FBAF9B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5/9</a:t>
            </a:r>
          </a:p>
        </p:txBody>
      </p:sp>
    </p:spTree>
    <p:extLst>
      <p:ext uri="{BB962C8B-B14F-4D97-AF65-F5344CB8AC3E}">
        <p14:creationId xmlns:p14="http://schemas.microsoft.com/office/powerpoint/2010/main" val="1058546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FC2CA-84AF-4E36-AEA7-ADA86325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977D5-A9F3-4A05-8EB1-4CD5BFF1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39E5-8F2F-42E6-B556-511BCB2C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66437-1217-4703-A0CF-8E76D2B6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AA3FC-1E86-4937-BB2D-72A64086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ಆඎඛಕ ౽ವ౲ ූಗ (03 hours of pedagogy) 1. ലเ೧ ರವರ ෱ಀൟಮ౱ ನ ಕಗ ౛ൽಂದ ಅಯ౪ ಃಲโ ූಗಗำ 2. ಀฆഴ ౽ಂೈಣ : ർ.ฃ. ෎ಂං ౳ 3. ຄಸ෇ัನ ಜೕ൤ : ಀๅಂඬ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C45EC-6789-4F5B-9987-5CA6FE60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55C20-6B2B-4092-9074-1B8EF83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0946B-DEBA-4B79-B88B-BCAD9315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4C5E1-5174-4AEE-93DC-3D05EB1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6/9</a:t>
            </a:r>
          </a:p>
        </p:txBody>
      </p:sp>
    </p:spTree>
    <p:extLst>
      <p:ext uri="{BB962C8B-B14F-4D97-AF65-F5344CB8AC3E}">
        <p14:creationId xmlns:p14="http://schemas.microsoft.com/office/powerpoint/2010/main" val="717189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71290-4C2D-46A6-A01B-42933D16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AAF96-7DEA-4833-8B86-6E7053C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A1B1E-43D0-434C-8149-767DB55B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93CF9-F029-4BB0-A659-CEE72688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C363D-3E95-43D4-8E7A-3C46E9B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1AC02-BBA6-4581-8A7E-89E85A9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D9251-F27F-44D6-B4A5-DF5C18EB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E6066-06D3-4D2F-ABC1-7926D16A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7891A-FD01-4F29-A3B9-0F113E95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7/9</a:t>
            </a:r>
          </a:p>
        </p:txBody>
      </p:sp>
    </p:spTree>
    <p:extLst>
      <p:ext uri="{BB962C8B-B14F-4D97-AF65-F5344CB8AC3E}">
        <p14:creationId xmlns:p14="http://schemas.microsoft.com/office/powerpoint/2010/main" val="5714366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E08AE-9786-4BD2-BF8C-25CF8BD3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2FD17-D265-4B4E-BA0B-8FF461B3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711D3-B291-4858-9DFA-4AD12FDF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DD853-2DEA-4687-AE3E-A0D456E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7D950-E4F3-453E-BEFD-DD28FF4C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E9129-1956-4908-9A05-574E1DB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30109-970D-4586-9AAF-2339358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ಆඎඛಕ ౽ವ౲ ූಗ (03 hours of pedagogy) 1. ലเ೧ ರವರ ෱ಀൟಮ౱ ನ ಕಗ ౛ൽಂದ ಅಯ౪ ಃಲโ ූಗಗำ 2. ಀฆഴ ౽ಂೈಣ : ർ.ฃ. 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52317-70EB-4A6A-B210-DA2FBF85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16A58-488D-4762-B2C8-1C57F141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22E6E-E864-4D9D-8707-379D6B73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7EDC1-957A-4627-9E67-1893819B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8/9</a:t>
            </a:r>
          </a:p>
        </p:txBody>
      </p:sp>
    </p:spTree>
    <p:extLst>
      <p:ext uri="{BB962C8B-B14F-4D97-AF65-F5344CB8AC3E}">
        <p14:creationId xmlns:p14="http://schemas.microsoft.com/office/powerpoint/2010/main" val="1013119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699D4-B55D-4E53-9187-DFA9E41E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F8224-2220-43AA-B993-A4AEC97F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EE928-ACF3-4C3E-9137-B580D9AD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4344C-E9A3-4A31-B34A-C95D74A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BB35D-C73F-48DE-AD8C-68D1EEA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6CCF9-EFEF-47B9-B136-53040D6B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CDAC9-D4DC-414F-859C-B1610022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6D04B-0F89-41E5-A1BF-EA6F39F7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9/9</a:t>
            </a:r>
          </a:p>
        </p:txBody>
      </p:sp>
    </p:spTree>
    <p:extLst>
      <p:ext uri="{BB962C8B-B14F-4D97-AF65-F5344CB8AC3E}">
        <p14:creationId xmlns:p14="http://schemas.microsoft.com/office/powerpoint/2010/main" val="1594219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2026-08-24T06:38:50.1630000Z</dcterms:created>
  <dcterms:modified xsi:type="dcterms:W3CDTF">2026-08-24T06:38:50.1630000Z</dcterms:modified>
</coreProperties>
</file>