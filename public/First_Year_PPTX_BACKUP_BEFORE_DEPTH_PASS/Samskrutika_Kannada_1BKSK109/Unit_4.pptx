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ff03c585344880" /><Relationship Type="http://schemas.openxmlformats.org/officeDocument/2006/relationships/extended-properties" Target="/docProps/app.xml" Id="R4a8808a467f24bf2" /><Relationship Type="http://schemas.openxmlformats.org/officeDocument/2006/relationships/officeDocument" Target="/ppt/presentation.xml" Id="R5fa16c6290a440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7c2aa1066948f5"/>
  </p:sldMasterIdLst>
  <p:notesMasterIdLst>
    <p:notesMasterId xmlns:r="http://schemas.openxmlformats.org/officeDocument/2006/relationships" r:id="Rc62695ca30cb46c8"/>
  </p:notesMasterIdLst>
  <p:sldIdLst>
    <p:sldId xmlns:r="http://schemas.openxmlformats.org/officeDocument/2006/relationships" id="256" r:id="Rebc3f01bd9204fcd"/>
    <p:sldId xmlns:r="http://schemas.openxmlformats.org/officeDocument/2006/relationships" id="257" r:id="Rd507b76697024a11"/>
    <p:sldId xmlns:r="http://schemas.openxmlformats.org/officeDocument/2006/relationships" id="258" r:id="Rd00b586399e443e2"/>
    <p:sldId xmlns:r="http://schemas.openxmlformats.org/officeDocument/2006/relationships" id="259" r:id="Rc55b25dd2d4d4f71"/>
    <p:sldId xmlns:r="http://schemas.openxmlformats.org/officeDocument/2006/relationships" id="260" r:id="Rbe3f9815f4254801"/>
    <p:sldId xmlns:r="http://schemas.openxmlformats.org/officeDocument/2006/relationships" id="261" r:id="Ra6c3b7ddeeaa48d5"/>
    <p:sldId xmlns:r="http://schemas.openxmlformats.org/officeDocument/2006/relationships" id="262" r:id="Rfbb959566ea14b5c"/>
    <p:sldId xmlns:r="http://schemas.openxmlformats.org/officeDocument/2006/relationships" id="263" r:id="Rf1aeda37713e4305"/>
    <p:sldId xmlns:r="http://schemas.openxmlformats.org/officeDocument/2006/relationships" id="264" r:id="R9aa4cc9897a345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57f6f7aacb40ec" /><Relationship Type="http://schemas.openxmlformats.org/officeDocument/2006/relationships/slideMaster" Target="/ppt/slideMasters/slideMaster1.xml" Id="R8a7c2aa1066948f5" /><Relationship Type="http://schemas.openxmlformats.org/officeDocument/2006/relationships/notesMaster" Target="/ppt/notesMasters/notesMaster1.xml" Id="Rc62695ca30cb46c8" /><Relationship Type="http://schemas.openxmlformats.org/officeDocument/2006/relationships/presProps" Target="/ppt/presProps.xml" Id="R2b371b16e4f54a38" /><Relationship Type="http://schemas.openxmlformats.org/officeDocument/2006/relationships/tableStyles" Target="/ppt/tableStyles.xml" Id="Rbf42b6905ffb4945" /><Relationship Type="http://schemas.openxmlformats.org/officeDocument/2006/relationships/slide" Target="/ppt/slides/slide1.xml" Id="Rebc3f01bd9204fcd" /><Relationship Type="http://schemas.openxmlformats.org/officeDocument/2006/relationships/slide" Target="/ppt/slides/slide2.xml" Id="Rd507b76697024a11" /><Relationship Type="http://schemas.openxmlformats.org/officeDocument/2006/relationships/slide" Target="/ppt/slides/slide3.xml" Id="Rd00b586399e443e2" /><Relationship Type="http://schemas.openxmlformats.org/officeDocument/2006/relationships/slide" Target="/ppt/slides/slide4.xml" Id="Rc55b25dd2d4d4f71" /><Relationship Type="http://schemas.openxmlformats.org/officeDocument/2006/relationships/slide" Target="/ppt/slides/slide5.xml" Id="Rbe3f9815f4254801" /><Relationship Type="http://schemas.openxmlformats.org/officeDocument/2006/relationships/slide" Target="/ppt/slides/slide6.xml" Id="Ra6c3b7ddeeaa48d5" /><Relationship Type="http://schemas.openxmlformats.org/officeDocument/2006/relationships/slide" Target="/ppt/slides/slide7.xml" Id="Rfbb959566ea14b5c" /><Relationship Type="http://schemas.openxmlformats.org/officeDocument/2006/relationships/slide" Target="/ppt/slides/slide8.xml" Id="Rf1aeda37713e4305" /><Relationship Type="http://schemas.openxmlformats.org/officeDocument/2006/relationships/slide" Target="/ppt/slides/slide9.xml" Id="R9aa4cc9897a345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782d6bfc0b43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c204862d184f78" /><Relationship Type="http://schemas.openxmlformats.org/officeDocument/2006/relationships/notesMaster" Target="/ppt/notesMasters/notesMaster1.xml" Id="R83cd634ff54246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f793cc67284e30" /><Relationship Type="http://schemas.openxmlformats.org/officeDocument/2006/relationships/notesMaster" Target="/ppt/notesMasters/notesMaster1.xml" Id="R3002850d57d846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85229e90804752" /><Relationship Type="http://schemas.openxmlformats.org/officeDocument/2006/relationships/notesMaster" Target="/ppt/notesMasters/notesMaster1.xml" Id="R63f9e60137114a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b8ecc3b27f4a79" /><Relationship Type="http://schemas.openxmlformats.org/officeDocument/2006/relationships/notesMaster" Target="/ppt/notesMasters/notesMaster1.xml" Id="R5b3570e8e8af48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604b59940f4f1c" /><Relationship Type="http://schemas.openxmlformats.org/officeDocument/2006/relationships/notesMaster" Target="/ppt/notesMasters/notesMaster1.xml" Id="Reca5fee434c442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3998f6c15641a2" /><Relationship Type="http://schemas.openxmlformats.org/officeDocument/2006/relationships/notesMaster" Target="/ppt/notesMasters/notesMaster1.xml" Id="R05c6cafe928841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a10c86bd6f4fb1" /><Relationship Type="http://schemas.openxmlformats.org/officeDocument/2006/relationships/notesMaster" Target="/ppt/notesMasters/notesMaster1.xml" Id="Rd2b4d4e0c84649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06431d10e240bc" /><Relationship Type="http://schemas.openxmlformats.org/officeDocument/2006/relationships/notesMaster" Target="/ppt/notesMasters/notesMaster1.xml" Id="R90e966cd230044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2ce1ea3c5741ba" /><Relationship Type="http://schemas.openxmlformats.org/officeDocument/2006/relationships/notesMaster" Target="/ppt/notesMasters/notesMaster1.xml" Id="R7e6a42c36cd344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399db398a41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1f80a25a6b487e" /><Relationship Type="http://schemas.openxmlformats.org/officeDocument/2006/relationships/slideLayout" Target="/ppt/slideLayouts/slideLayout1.xml" Id="Rf149a4973c9e4b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49a4973c9e4b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46e40332443fd" /><Relationship Type="http://schemas.openxmlformats.org/officeDocument/2006/relationships/notesSlide" Target="/ppt/notesSlides/notesSlide1.xml" Id="R3cfdafc7ab8e45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baaa7786741cb" /><Relationship Type="http://schemas.openxmlformats.org/officeDocument/2006/relationships/notesSlide" Target="/ppt/notesSlides/notesSlide2.xml" Id="Rc39f3509a59b4f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c87d0b758475d" /><Relationship Type="http://schemas.openxmlformats.org/officeDocument/2006/relationships/notesSlide" Target="/ppt/notesSlides/notesSlide3.xml" Id="R0cb6ba6d699247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d01df6c394cf3" /><Relationship Type="http://schemas.openxmlformats.org/officeDocument/2006/relationships/notesSlide" Target="/ppt/notesSlides/notesSlide4.xml" Id="R2c0de466849b4c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99846fee34aa8" /><Relationship Type="http://schemas.openxmlformats.org/officeDocument/2006/relationships/notesSlide" Target="/ppt/notesSlides/notesSlide5.xml" Id="R7c8ce802c91948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4b24e8b8145e7" /><Relationship Type="http://schemas.openxmlformats.org/officeDocument/2006/relationships/notesSlide" Target="/ppt/notesSlides/notesSlide6.xml" Id="R335c7816414c4f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9cf392f034f66" /><Relationship Type="http://schemas.openxmlformats.org/officeDocument/2006/relationships/notesSlide" Target="/ppt/notesSlides/notesSlide7.xml" Id="R701d5b40201f4f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874a120664888" /><Relationship Type="http://schemas.openxmlformats.org/officeDocument/2006/relationships/notesSlide" Target="/ppt/notesSlides/notesSlide8.xml" Id="R1030f2bdfda54b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04f586ab44c15" /><Relationship Type="http://schemas.openxmlformats.org/officeDocument/2006/relationships/notesSlide" Target="/ppt/notesSlides/notesSlide9.xml" Id="R1cb9a279de6c44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FAE46E-A6A1-4A47-9E59-6D675DE4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2EE13-F5DF-47FA-9510-80B41D7C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൞ಂൟ ౳ ಕ ವ౲౾ ౨ಗಳ ಪคಚಯ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79178-FDEE-443B-8790-5B3B9B22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Samskrutika Kannada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1BKSK109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AA44B-E741-49F9-8563-32B3D736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C542B-CDBA-4260-8401-231B14E2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335D8-8FEB-4B02-97B3-C06121D8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0D55D-64A6-432E-B87A-3F466B32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13F20-C74C-424E-88F7-6B838271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5298A-17D9-47DA-9ADC-1BAD0C74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FA619-81A7-48BA-9B3D-C8179749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9CBE1-C90A-4BCC-A69A-325CD253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6A160-07FB-42E2-A022-148705C3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8C9047-1868-4EFD-BCB1-0ACA8D4E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0EB6A-DB76-42A9-BC23-FE8925FC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2BB10-E488-4278-BB8F-069370C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4 | 1/9</a:t>
            </a:r>
          </a:p>
        </p:txBody>
      </p:sp>
    </p:spTree>
    <p:extLst>
      <p:ext uri="{BB962C8B-B14F-4D97-AF65-F5344CB8AC3E}">
        <p14:creationId xmlns:p14="http://schemas.microsoft.com/office/powerpoint/2010/main" val="638777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81997-82A6-4915-B4E0-49720E26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A6F9E-8AAB-4D3C-AC7A-9994AA65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52AC5-CFE7-4D85-8AC6-E7682574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411C2-0F78-4A27-A661-6D28A34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64038-2BAF-471F-A0CA-5EE2E505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CF27A-EF6A-418F-8E41-4E7DC26A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90E88-B008-4754-9546-551D1016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37BE5-2B16-400F-B88C-74E19128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1B5AA-2164-4EF7-8FA6-F08C70CE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90DC6-BCFE-43CA-AAE7-DB7998DA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67624-21E5-47CF-96A1-E2229DE8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27373-12FE-4B1B-AC94-A45E67C6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08501-FC83-4F7E-863B-D12ED8D6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൞ಂൟ ౳ ಕ ವ౲౾ ౨ಗಳ ಪคಚಯ (03 hours of pedagogy) 1.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เ๔ ౷ ೕ ಶ౷ರ ಯ౲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ವ౲౾ ౨ ಮൡ ౨ ಐൟಹ౲ - ಎ.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ಕರಀಶಲ ಕวಗำ ಮൡ ౨ ಪฏಪฉಯ เ೦ ౢ ನ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ಕคೕದಡ ෈ೕಚನಹั 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BACFA-DEE6-4ACE-92F6-82C37FB2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3CDFD-C08B-4C4F-8749-6D637DB5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4 | 2/9</a:t>
            </a:r>
          </a:p>
        </p:txBody>
      </p:sp>
    </p:spTree>
    <p:extLst>
      <p:ext uri="{BB962C8B-B14F-4D97-AF65-F5344CB8AC3E}">
        <p14:creationId xmlns:p14="http://schemas.microsoft.com/office/powerpoint/2010/main" val="18616924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C21B4-907B-48E1-A60B-65D96924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E059C-C851-4E40-B05E-71D4279C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547A4-ED93-45F8-823F-B0D1393A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AE131-8E66-4EE5-8030-5BDF358B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pedagogy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001BD-A949-4102-B4F7-2FC1234C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CD561-2B98-4962-884A-75544840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10979-CA4D-4D12-B371-A71E9696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4 | 3/9</a:t>
            </a:r>
          </a:p>
        </p:txBody>
      </p:sp>
    </p:spTree>
    <p:extLst>
      <p:ext uri="{BB962C8B-B14F-4D97-AF65-F5344CB8AC3E}">
        <p14:creationId xmlns:p14="http://schemas.microsoft.com/office/powerpoint/2010/main" val="1373527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A8AE10-5DFC-4A78-A0EC-B48F0BC1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52BAD-692B-4552-AF7D-37701D9E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DCC5F-B772-4511-A7AF-411926F8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C1F89-7F93-495D-84BC-1CE5FD15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൞ಂൟ ౳ ಕ ವ౲౾ ౨ಗಳ ಪคಚಯ (03 hours of pedagogy) 1.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เ๔ ౷ ೕ ಶ౷ರ ಯ౲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ವ౲౾ ౨ ಮൡ ౨ ಐൟಹ౲ - ಎ.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ಕರಀಶಲ ಕวಗำ ಮൡ ౨ ಪฏಪฉಯ เ೦ ౢ ನ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ಕคೕದಡ ෈ೕಚನಹั 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E1C1E-3BA3-4FF9-A04C-B02CF8BA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3AD0B-AE30-4CF3-B3A7-84E5C8A3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2CA7E-4A94-4510-A5A5-83EB3397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39CE8-F773-4BBE-8D05-57E018C6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70155-6171-4F18-825E-A4C40559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B149B-2FD7-4AAF-AB80-8E4C0161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11195-5CE9-4EB4-9137-6C06FD93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4CA71-7E17-4550-A836-8C91F21B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78199-42C7-4A7C-8F18-325E6080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1B580-9425-487D-AD3B-DEC323B0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6BE2D-7A7F-4BD2-9469-E44D049A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24BFD-F6EF-4A9A-846B-313E01E2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FA1FD-0673-4D83-8077-FB8837B6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C65BC-E51F-4F15-8F09-D44B94E7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4 | 4/9</a:t>
            </a:r>
          </a:p>
        </p:txBody>
      </p:sp>
    </p:spTree>
    <p:extLst>
      <p:ext uri="{BB962C8B-B14F-4D97-AF65-F5344CB8AC3E}">
        <p14:creationId xmlns:p14="http://schemas.microsoft.com/office/powerpoint/2010/main" val="271223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2F583-F8BB-41C7-B8EF-6A41CEA7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55110-CD8E-4328-92A2-25100F4D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D8136-CEF3-46C0-9713-7FF0DD9A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0E01A-9111-4188-BBF8-8C353F6C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22C0B-33EB-4515-A052-053E77E0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36CEB-59BF-4AC4-B2C6-4985C20B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CCBD4-3F41-4D0B-9FDF-930E37DC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852EB-5933-4793-B6E3-C03C5C4B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F0F05-AE72-4091-B13C-A5C45F86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4D6EA-1082-4304-8056-1F278A60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06FB0-3E84-4AF1-ADCA-97B5C769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77EBC-AB41-4856-AC4C-835BC139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04165-3B9B-4820-A963-F1BA9704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7CDCC-2E33-4958-B242-B9D6423B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F52F4-D747-45B4-9D30-9A4C7D1D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4 | 5/9</a:t>
            </a:r>
          </a:p>
        </p:txBody>
      </p:sp>
    </p:spTree>
    <p:extLst>
      <p:ext uri="{BB962C8B-B14F-4D97-AF65-F5344CB8AC3E}">
        <p14:creationId xmlns:p14="http://schemas.microsoft.com/office/powerpoint/2010/main" val="4403913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6CFCF-33AA-440F-8E00-7F91C593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27236-AC80-4E20-B9D9-40175003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6F9D4-A380-4A65-A3B7-FE0B10B3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2BAFD-2319-4964-BE5D-E8DCE9B9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1D3B5-E925-4F53-AACD-0712E534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൞ಂൟ ౳ ಕ ವ౲౾ ౨ಗಳ ಪคಚಯ (03 hours of pedagogy) 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C9AB6-27B8-4D81-9F6E-D3C10682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pedagogy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0AD28-3238-46B1-927F-4F14B1B2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21B15-5BBE-428C-AA19-8A67A5B0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026DA-6D8D-43D6-B3B4-786F3AD3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4 | 6/9</a:t>
            </a:r>
          </a:p>
        </p:txBody>
      </p:sp>
    </p:spTree>
    <p:extLst>
      <p:ext uri="{BB962C8B-B14F-4D97-AF65-F5344CB8AC3E}">
        <p14:creationId xmlns:p14="http://schemas.microsoft.com/office/powerpoint/2010/main" val="588822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E3D4A-6AF0-43AF-8B1B-9CF60C10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71DC9-A845-462D-8D1C-B74DBCA3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D1B90-24F2-444C-A83B-971F56A9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0B653-36CC-4432-8082-E8FA70F9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71211-0330-4253-9D54-AABBA6AE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C07CF-73EC-4A89-BACC-14C9C617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E1BD2-69EC-4BE3-A5B6-2D08D77F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721BA-5161-428C-BDC4-6F2B0BEC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2125A-FDD6-42F1-9EFA-A8E5C6D4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4 | 7/9</a:t>
            </a:r>
          </a:p>
        </p:txBody>
      </p:sp>
    </p:spTree>
    <p:extLst>
      <p:ext uri="{BB962C8B-B14F-4D97-AF65-F5344CB8AC3E}">
        <p14:creationId xmlns:p14="http://schemas.microsoft.com/office/powerpoint/2010/main" val="3621335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DEEB37-C0CB-4A72-8554-387ED984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8941D-B87A-4B86-B88C-6A763EA6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F1FDB-FB56-47BB-ADFE-FD35C392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AEDC0-013D-4A4A-B7BE-08970D3E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961CD-F6CB-42A1-9733-F97CF972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5A2B7-B0C4-4712-8FD4-8D6FDAD0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8710D-0A98-424A-A790-E827D22D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൞ಂൟ ౳ ಕ ವ౲౾ ౨ಗಳ ಪคಚಯ (03 hours of pedagogy) 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6E10A-41D7-4D8F-8844-614F2C15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0E83B-4C9A-4156-AA8D-DCFD7DC9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679D0-380E-4D26-B99D-0292EADB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เ๔ ౷ ೕ ಶ౷ರ ಯ౲ 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F6787-34FE-4696-AACE-95BD1261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33504-511D-4501-B931-7F3A51BE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ECA1D-E7A7-4364-B538-58CE81E7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ವ౲౾ ౨ ಮൡ ౨ ಐൟಹ౲ - ಎ.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CB1E1-D70F-453A-8CCF-67930AA2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80BC43-ED95-4502-96B7-A262906B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92BBA-7221-4607-B015-298F5FEB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ಕರಀಶಲ ಕวಗำ ಮൡ ౨ ಪฏಪฉಯ เ೦ ౢ ನ 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32ECA2-2330-48CF-ACA3-DA96CD06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01C70-3199-4CAA-808F-03E485CE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B56BA0-92B4-4CA4-AEDD-1D07772D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ಕคೕದಡ ෈ೕಚನಹั 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AE4F5-8FF4-457D-A8B6-D8AF9CB4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202F0B-045F-4FD5-9416-0E184CAE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4711F2-E88C-4592-B58A-F154B61F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471F36-D0F8-4D43-A32A-B302C83E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4 | 8/9</a:t>
            </a:r>
          </a:p>
        </p:txBody>
      </p:sp>
    </p:spTree>
    <p:extLst>
      <p:ext uri="{BB962C8B-B14F-4D97-AF65-F5344CB8AC3E}">
        <p14:creationId xmlns:p14="http://schemas.microsoft.com/office/powerpoint/2010/main" val="13011939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1AAA7-19CB-4D2B-AB48-51D09EE0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50174-A83C-45C1-89B9-3F37E32D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1CC81-BBCD-4CEC-8868-F05AFB47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5BFF2-9E14-45F4-9FB6-5F620C28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pedagogy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28E92-5A6A-4B78-86C9-6CDF9147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9E90D-5885-448C-98C9-1DC56FFA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18347-A612-41AB-8EE9-0914AB39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Samskrutika Kannada | 1BKSK109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1D240-CC27-4B8B-989A-83CCC54D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4 | 9/9</a:t>
            </a:r>
          </a:p>
        </p:txBody>
      </p:sp>
    </p:spTree>
    <p:extLst>
      <p:ext uri="{BB962C8B-B14F-4D97-AF65-F5344CB8AC3E}">
        <p14:creationId xmlns:p14="http://schemas.microsoft.com/office/powerpoint/2010/main" val="564182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2026-08-24T06:38:50.2120000Z</dcterms:created>
  <dcterms:modified xsi:type="dcterms:W3CDTF">2026-08-24T06:38:50.2120000Z</dcterms:modified>
</coreProperties>
</file>