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a8afdefeb6433d" /><Relationship Type="http://schemas.openxmlformats.org/officeDocument/2006/relationships/extended-properties" Target="/docProps/app.xml" Id="R0c5471ea0ae04f8c" /><Relationship Type="http://schemas.openxmlformats.org/officeDocument/2006/relationships/officeDocument" Target="/ppt/presentation.xml" Id="R1e6216b53c1a44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1cb854ef643de"/>
  </p:sldMasterIdLst>
  <p:notesMasterIdLst>
    <p:notesMasterId xmlns:r="http://schemas.openxmlformats.org/officeDocument/2006/relationships" r:id="Rfe8f362599d6447e"/>
  </p:notesMasterIdLst>
  <p:sldIdLst>
    <p:sldId xmlns:r="http://schemas.openxmlformats.org/officeDocument/2006/relationships" id="256" r:id="Rc47d9430fe024e49"/>
    <p:sldId xmlns:r="http://schemas.openxmlformats.org/officeDocument/2006/relationships" id="257" r:id="R308b1780a4524259"/>
    <p:sldId xmlns:r="http://schemas.openxmlformats.org/officeDocument/2006/relationships" id="258" r:id="R160b57b166a144ec"/>
    <p:sldId xmlns:r="http://schemas.openxmlformats.org/officeDocument/2006/relationships" id="259" r:id="Re01f99572616487b"/>
    <p:sldId xmlns:r="http://schemas.openxmlformats.org/officeDocument/2006/relationships" id="260" r:id="R17215ba37bef487b"/>
    <p:sldId xmlns:r="http://schemas.openxmlformats.org/officeDocument/2006/relationships" id="261" r:id="Re154d9aeb106462f"/>
    <p:sldId xmlns:r="http://schemas.openxmlformats.org/officeDocument/2006/relationships" id="262" r:id="Rcf8ab5f1479c48f8"/>
    <p:sldId xmlns:r="http://schemas.openxmlformats.org/officeDocument/2006/relationships" id="263" r:id="Rf293f21b514f4220"/>
    <p:sldId xmlns:r="http://schemas.openxmlformats.org/officeDocument/2006/relationships" id="264" r:id="Rfc1994e2713147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d9808de5e040c4" /><Relationship Type="http://schemas.openxmlformats.org/officeDocument/2006/relationships/slideMaster" Target="/ppt/slideMasters/slideMaster1.xml" Id="Ra631cb854ef643de" /><Relationship Type="http://schemas.openxmlformats.org/officeDocument/2006/relationships/notesMaster" Target="/ppt/notesMasters/notesMaster1.xml" Id="Rfe8f362599d6447e" /><Relationship Type="http://schemas.openxmlformats.org/officeDocument/2006/relationships/presProps" Target="/ppt/presProps.xml" Id="R30dbb0560c574f86" /><Relationship Type="http://schemas.openxmlformats.org/officeDocument/2006/relationships/tableStyles" Target="/ppt/tableStyles.xml" Id="Rc00c06554f564cdd" /><Relationship Type="http://schemas.openxmlformats.org/officeDocument/2006/relationships/slide" Target="/ppt/slides/slide1.xml" Id="Rc47d9430fe024e49" /><Relationship Type="http://schemas.openxmlformats.org/officeDocument/2006/relationships/slide" Target="/ppt/slides/slide2.xml" Id="R308b1780a4524259" /><Relationship Type="http://schemas.openxmlformats.org/officeDocument/2006/relationships/slide" Target="/ppt/slides/slide3.xml" Id="R160b57b166a144ec" /><Relationship Type="http://schemas.openxmlformats.org/officeDocument/2006/relationships/slide" Target="/ppt/slides/slide4.xml" Id="Re01f99572616487b" /><Relationship Type="http://schemas.openxmlformats.org/officeDocument/2006/relationships/slide" Target="/ppt/slides/slide5.xml" Id="R17215ba37bef487b" /><Relationship Type="http://schemas.openxmlformats.org/officeDocument/2006/relationships/slide" Target="/ppt/slides/slide6.xml" Id="Re154d9aeb106462f" /><Relationship Type="http://schemas.openxmlformats.org/officeDocument/2006/relationships/slide" Target="/ppt/slides/slide7.xml" Id="Rcf8ab5f1479c48f8" /><Relationship Type="http://schemas.openxmlformats.org/officeDocument/2006/relationships/slide" Target="/ppt/slides/slide8.xml" Id="Rf293f21b514f4220" /><Relationship Type="http://schemas.openxmlformats.org/officeDocument/2006/relationships/slide" Target="/ppt/slides/slide9.xml" Id="Rfc1994e27131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ac9da50694e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4391169da465c" /><Relationship Type="http://schemas.openxmlformats.org/officeDocument/2006/relationships/notesMaster" Target="/ppt/notesMasters/notesMaster1.xml" Id="Ra8ac88746424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eea8496da4996" /><Relationship Type="http://schemas.openxmlformats.org/officeDocument/2006/relationships/notesMaster" Target="/ppt/notesMasters/notesMaster1.xml" Id="R29dcae7bc58d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b9fbe5b5484c15" /><Relationship Type="http://schemas.openxmlformats.org/officeDocument/2006/relationships/notesMaster" Target="/ppt/notesMasters/notesMaster1.xml" Id="R1d6e858b89a947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9c48d76f4c4351" /><Relationship Type="http://schemas.openxmlformats.org/officeDocument/2006/relationships/notesMaster" Target="/ppt/notesMasters/notesMaster1.xml" Id="Rae2dd6496bbb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77fe8fd7b49b1" /><Relationship Type="http://schemas.openxmlformats.org/officeDocument/2006/relationships/notesMaster" Target="/ppt/notesMasters/notesMaster1.xml" Id="R0c48c43f2ef545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89666ec5b48ca" /><Relationship Type="http://schemas.openxmlformats.org/officeDocument/2006/relationships/notesMaster" Target="/ppt/notesMasters/notesMaster1.xml" Id="R1887fdc12e65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53a5bfa4584b1a" /><Relationship Type="http://schemas.openxmlformats.org/officeDocument/2006/relationships/notesMaster" Target="/ppt/notesMasters/notesMaster1.xml" Id="Rca2c9ae9dbcd4a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e494c28c314420" /><Relationship Type="http://schemas.openxmlformats.org/officeDocument/2006/relationships/notesMaster" Target="/ppt/notesMasters/notesMaster1.xml" Id="Raf42b506fb16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d814b7cd844710" /><Relationship Type="http://schemas.openxmlformats.org/officeDocument/2006/relationships/notesMaster" Target="/ppt/notesMasters/notesMaster1.xml" Id="Rda763089e88b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95c8ff18f46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ecb77e0104139" /><Relationship Type="http://schemas.openxmlformats.org/officeDocument/2006/relationships/slideLayout" Target="/ppt/slideLayouts/slideLayout1.xml" Id="R923f97b82564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3f97b82564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0122ea8c44586" /><Relationship Type="http://schemas.openxmlformats.org/officeDocument/2006/relationships/notesSlide" Target="/ppt/notesSlides/notesSlide1.xml" Id="Rb138fb7df40d41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e81be1de14444" /><Relationship Type="http://schemas.openxmlformats.org/officeDocument/2006/relationships/notesSlide" Target="/ppt/notesSlides/notesSlide2.xml" Id="R6ccfc835b785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ecc42291b4097" /><Relationship Type="http://schemas.openxmlformats.org/officeDocument/2006/relationships/notesSlide" Target="/ppt/notesSlides/notesSlide3.xml" Id="Re2e12c56b3df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16bc2a3da450b" /><Relationship Type="http://schemas.openxmlformats.org/officeDocument/2006/relationships/notesSlide" Target="/ppt/notesSlides/notesSlide4.xml" Id="R6d7a50b5bab144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bf47718144fa3" /><Relationship Type="http://schemas.openxmlformats.org/officeDocument/2006/relationships/notesSlide" Target="/ppt/notesSlides/notesSlide5.xml" Id="R3b7247908ea44d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80a9f32904255" /><Relationship Type="http://schemas.openxmlformats.org/officeDocument/2006/relationships/notesSlide" Target="/ppt/notesSlides/notesSlide6.xml" Id="Rf220fc39e14043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e175dcd7c43d6" /><Relationship Type="http://schemas.openxmlformats.org/officeDocument/2006/relationships/notesSlide" Target="/ppt/notesSlides/notesSlide7.xml" Id="R8f124051f924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6d1c20f5a4100" /><Relationship Type="http://schemas.openxmlformats.org/officeDocument/2006/relationships/notesSlide" Target="/ppt/notesSlides/notesSlide8.xml" Id="R60009f6462a542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4ab5139f14d7c" /><Relationship Type="http://schemas.openxmlformats.org/officeDocument/2006/relationships/notesSlide" Target="/ppt/notesSlides/notesSlide9.xml" Id="Rcf39effc9f0245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BE1B0-70BF-45A2-B51A-A57066A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18D60-0890-4DEB-B8FC-6D69782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2FC3F-BDCC-4142-A8BF-DD91807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9DC8B-6A3E-4430-AEF8-AF498F01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7083F-37F8-4DFA-8882-85EEBE5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9873D-83E2-411F-A1B1-ABCE41D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DE42C-A39D-44A9-A75D-027C8689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20FD6-2DC3-474C-8C70-B7DF172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14F57-760D-4CE9-922B-5D799517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F2041-4641-486E-AD4E-C7572F0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DDEF2-5B0E-4854-B3EF-DB81A317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12D05-61E6-40FF-86A9-BED421C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BEDE1-AEF7-4780-8C57-72636EF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DA2CA-6D89-4D22-9C16-BCA97A24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D825F-7159-413A-B5B3-8778473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447898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0E5CE-0652-4ACC-81E0-B0374D54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B1570-0D51-4F10-81A2-FB1CD83D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F1CB7-163F-426D-9880-79059F04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0B82B-5B97-4EC4-8606-3CD7D3AE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978D3-5104-4BA0-AAA2-E0E74E4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024D6-5199-4FE6-B5E0-2E08CFBE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4FAFD-6AF8-4312-A3AF-0D816AF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F748D-864B-42C8-AEFB-AFD07B8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9BE72-0562-4FA6-8D15-F8B08A0E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59B8E-8B37-4F6A-B4F7-01EAE76E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52EC3-2677-498E-A1E8-459CC07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6269B-A475-43E6-806D-921D6983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89C53-0804-4172-9A05-DD174F8F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apparent shapes and true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BF6BD-7163-47A0-B528-02BB751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0EC75-6EF9-4417-8C7E-94D7E9C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880059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467D1-B1FC-488C-A302-7BB1DB31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9E3B1-1325-4BD5-8358-C22ACB61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F5D0F-E1D0-43CC-AFA2-A828B84F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1A66F-A926-44DC-8ADA-D3910121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FED0F-3577-472E-8CCA-2C2E7EA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5C382-3D89-4D52-A04A-C7F10A0E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9D4B5-E894-44C3-96E1-9D8AB7E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DB6B7-5FD4-4C7F-A421-D6CC49E1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5569-0320-4903-B72F-AF1131C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2E600-A4B2-4A18-85D6-8D87A0C7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 and their frustums and truncations.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185D9-393A-40FD-85CC-BE7D9E8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8CA7D-B153-4682-9807-82D398F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894518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ED08A-9B06-4BD2-BBB9-034633D3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D3506-6021-4791-9CCA-66C9D7F3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63163-2909-4B71-96B0-3D38AEA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7A263-D94D-4D00-8439-3EEC368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apparent shapes and true shapes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D02FC-AC99-4A57-B3A8-53CB8B67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42D67-D036-4715-8F8B-9A49E44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6169E-1B7B-4DF9-9B8C-6824DE8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C6E67-8A53-4893-9BD9-2B6775FE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59C46-E0BB-4ED9-9763-8506358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EFB81-5E49-4E9A-B984-3B3020A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D5EE1-C93F-4225-9DEF-6881AD0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F1C1E-2A85-4D6C-B2CE-2AAF8FB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1F317-B104-4780-8672-E4E060DD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49BC7-14EA-4BCF-96C4-9BC194E6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3F03E-133E-477D-B191-F432F37D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5AC2A-5C4B-4F8E-AFFD-D4E0F193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097C3-507C-4088-B8EE-908EE1E4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88D4E-601D-4442-A7D5-FE64142C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664866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D7E93-996F-4F0A-BC72-32D7D28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1FA42-73A7-4363-AE33-45388C1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09887-A5C1-4A51-B104-BC5FAED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12175-C3A4-4095-B9AB-F76ABE84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276C1-C9F3-446B-90A8-A4951E0A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999B-6735-433F-97CE-EC282E78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E9A6-B3A3-47CA-B68A-4B3DF2EE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9EC6F-CC50-4FC8-846E-544630F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B3FDC-D1D6-4A7E-8982-2E3B892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F1F43-395F-462A-B551-867DCF7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D646E-89B9-451E-B4A7-909A1196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0E477-594F-4DA5-BB72-EC17D7EA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30E64-778C-4F42-A257-3BB0F90D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B8772-2E8F-453B-B916-F77181C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35E41-7C13-4BC0-99A7-2774B45A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31920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129FF-4EDB-4D82-8BF3-A3A605A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A33AD-F1CC-4103-972C-9BC2013A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51F06-A1D1-4651-B96A-D4E2E34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49125-2518-4B03-BFBE-8C7B869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2DDEA-2989-4C04-9753-AD7C485D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8122D-D741-41B6-A412-22BB064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1791E-6B67-4974-BCEE-D2963501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00EF0-0468-4A11-A482-051CEB93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FE2CD-316E-46AD-A17F-8BE77C5C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475351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120E9-D223-42B9-8236-EC14372D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B961E-ACD2-4D91-8D6D-04CB554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9F75B-9A81-4238-86CC-5DE336D8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E7AA7-D8D8-4287-897A-769E9C7D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C9205-6105-4A38-A4CA-06063D47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 and their frustums and truncations.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applications of development of lateral surfaces like funnels and trays.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736FE-8BCD-4302-B602-2BE4A48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570FE-763D-4183-895D-86B6534A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426A2-6E87-4E6E-9E62-96179C20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20D31-EAE1-4162-8186-AE1E5D4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91591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B2BD1-DCB1-4639-A9DF-931E29E7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2F88-B579-4F0E-B408-D094BF4C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8945D-003C-43E4-8D9A-5C4D46A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7F404-7EA4-44A1-B30A-09E1006E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C35FE-5DF0-4A05-A349-D74FDD1F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A8508-B56B-4C2F-BF7D-AE65E266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66372-A0F1-4AAB-9982-70699D37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3B113-B263-4A8C-9836-C0DF442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783A8-F4B4-42ED-861E-E8489AA4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92793-1470-4DEC-9F41-B9A6B01D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7505C-BF67-4F9F-A43D-DDC55942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780E-9295-4A51-9A40-FF8A4D40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A78DD-6A43-4F8C-82A8-DF1DAE51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62597-1052-4345-BBC2-87B1150B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9C925-2268-4E0C-BEFF-7C19579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77A59-9774-4DA9-BB13-23F0E2BF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Sectional views: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BBBAE-9B05-4D22-B8E7-7101ED79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79496-15DB-423E-937C-73EE101B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C6CA4-48CB-4273-9B08-35C195B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apparent shapes and true shapes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568E0-B23A-4CB2-AAC6-053F9436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89AE7-A727-4B40-BF64-2DCD47EB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4261F-B659-4C4E-AC99-AD0EBC11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of right regular prisms, pyramids, cylinders and cones resting with their base on HP.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A2171-DE9D-4608-BF40-50A5640B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3057C-FAF0-4EF6-877E-FFD66CB6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5AC97-7436-41F3-AEAE-5AD98BA8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(Concepts only and No Problems for practice) Development of Lateral Surfaces of Solids: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B3D59-B3CF-4C91-8FBF-2E359C8C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000D5-B5C3-4FEA-81C2-74C6A09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2491D-C23B-4B3E-B40A-FDA30808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047562-1C36-40F8-8A93-7D9EF66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14425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60A96-634E-4AD4-B679-FBA2D589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F08E-85A8-40C7-9668-1CC8643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AE39-D437-482F-8254-02483545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5460E-19AA-4D2B-9A81-1F627406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Section, Solids, planes, Sectional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FCAD5-F2B4-43C4-B6AA-4B41F75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B36A7-1063-4E42-88FF-FE6DF1D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37807-5F18-4E2E-87CC-A203190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D7B24-EADC-4490-BE89-E69659A1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402145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2026-08-24T06:38:41.8660000Z</dcterms:created>
  <dcterms:modified xsi:type="dcterms:W3CDTF">2026-08-24T06:38:41.8660000Z</dcterms:modified>
</coreProperties>
</file>