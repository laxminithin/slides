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32482c6abf49b2" /><Relationship Type="http://schemas.openxmlformats.org/officeDocument/2006/relationships/extended-properties" Target="/docProps/app.xml" Id="R6fa3a3a2222b4ec1" /><Relationship Type="http://schemas.openxmlformats.org/officeDocument/2006/relationships/officeDocument" Target="/ppt/presentation.xml" Id="R2e80041e722548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b0ce8fd6ea4822"/>
  </p:sldMasterIdLst>
  <p:notesMasterIdLst>
    <p:notesMasterId xmlns:r="http://schemas.openxmlformats.org/officeDocument/2006/relationships" r:id="R81b6582f9ee1426f"/>
  </p:notesMasterIdLst>
  <p:sldIdLst>
    <p:sldId xmlns:r="http://schemas.openxmlformats.org/officeDocument/2006/relationships" id="256" r:id="Rec4167c8a5424edf"/>
    <p:sldId xmlns:r="http://schemas.openxmlformats.org/officeDocument/2006/relationships" id="257" r:id="R3f72f8c4d9cf4a51"/>
    <p:sldId xmlns:r="http://schemas.openxmlformats.org/officeDocument/2006/relationships" id="258" r:id="R8f4f10f5ef044aba"/>
    <p:sldId xmlns:r="http://schemas.openxmlformats.org/officeDocument/2006/relationships" id="259" r:id="R121cdaa2287a4248"/>
    <p:sldId xmlns:r="http://schemas.openxmlformats.org/officeDocument/2006/relationships" id="260" r:id="R93f1e904a0d14206"/>
    <p:sldId xmlns:r="http://schemas.openxmlformats.org/officeDocument/2006/relationships" id="261" r:id="R556b364d99464b4b"/>
    <p:sldId xmlns:r="http://schemas.openxmlformats.org/officeDocument/2006/relationships" id="262" r:id="Reb0194fda6644563"/>
    <p:sldId xmlns:r="http://schemas.openxmlformats.org/officeDocument/2006/relationships" id="263" r:id="R636de86b97a14c02"/>
    <p:sldId xmlns:r="http://schemas.openxmlformats.org/officeDocument/2006/relationships" id="264" r:id="Rc2d299f997e244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f857151dd44924" /><Relationship Type="http://schemas.openxmlformats.org/officeDocument/2006/relationships/slideMaster" Target="/ppt/slideMasters/slideMaster1.xml" Id="R2bb0ce8fd6ea4822" /><Relationship Type="http://schemas.openxmlformats.org/officeDocument/2006/relationships/notesMaster" Target="/ppt/notesMasters/notesMaster1.xml" Id="R81b6582f9ee1426f" /><Relationship Type="http://schemas.openxmlformats.org/officeDocument/2006/relationships/presProps" Target="/ppt/presProps.xml" Id="R33ee1bf7a18d464f" /><Relationship Type="http://schemas.openxmlformats.org/officeDocument/2006/relationships/tableStyles" Target="/ppt/tableStyles.xml" Id="R79606c563d6a4565" /><Relationship Type="http://schemas.openxmlformats.org/officeDocument/2006/relationships/slide" Target="/ppt/slides/slide1.xml" Id="Rec4167c8a5424edf" /><Relationship Type="http://schemas.openxmlformats.org/officeDocument/2006/relationships/slide" Target="/ppt/slides/slide2.xml" Id="R3f72f8c4d9cf4a51" /><Relationship Type="http://schemas.openxmlformats.org/officeDocument/2006/relationships/slide" Target="/ppt/slides/slide3.xml" Id="R8f4f10f5ef044aba" /><Relationship Type="http://schemas.openxmlformats.org/officeDocument/2006/relationships/slide" Target="/ppt/slides/slide4.xml" Id="R121cdaa2287a4248" /><Relationship Type="http://schemas.openxmlformats.org/officeDocument/2006/relationships/slide" Target="/ppt/slides/slide5.xml" Id="R93f1e904a0d14206" /><Relationship Type="http://schemas.openxmlformats.org/officeDocument/2006/relationships/slide" Target="/ppt/slides/slide6.xml" Id="R556b364d99464b4b" /><Relationship Type="http://schemas.openxmlformats.org/officeDocument/2006/relationships/slide" Target="/ppt/slides/slide7.xml" Id="Reb0194fda6644563" /><Relationship Type="http://schemas.openxmlformats.org/officeDocument/2006/relationships/slide" Target="/ppt/slides/slide8.xml" Id="R636de86b97a14c02" /><Relationship Type="http://schemas.openxmlformats.org/officeDocument/2006/relationships/slide" Target="/ppt/slides/slide9.xml" Id="Rc2d299f997e244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679bc8bcbe40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fdd1aad4d54fc5" /><Relationship Type="http://schemas.openxmlformats.org/officeDocument/2006/relationships/notesMaster" Target="/ppt/notesMasters/notesMaster1.xml" Id="Rf1dd7aebd43d45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9b2ec130fb43c5" /><Relationship Type="http://schemas.openxmlformats.org/officeDocument/2006/relationships/notesMaster" Target="/ppt/notesMasters/notesMaster1.xml" Id="R19f97095938548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d940c3773d4521" /><Relationship Type="http://schemas.openxmlformats.org/officeDocument/2006/relationships/notesMaster" Target="/ppt/notesMasters/notesMaster1.xml" Id="Ra54fe9bd9d8740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5455984bef4d44" /><Relationship Type="http://schemas.openxmlformats.org/officeDocument/2006/relationships/notesMaster" Target="/ppt/notesMasters/notesMaster1.xml" Id="R45d31e8fc85c40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e5c9da936749e8" /><Relationship Type="http://schemas.openxmlformats.org/officeDocument/2006/relationships/notesMaster" Target="/ppt/notesMasters/notesMaster1.xml" Id="Rc7fedda519594a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fae00e88e1449d" /><Relationship Type="http://schemas.openxmlformats.org/officeDocument/2006/relationships/notesMaster" Target="/ppt/notesMasters/notesMaster1.xml" Id="Rf045e1aa76de43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3c747a0b8e410d" /><Relationship Type="http://schemas.openxmlformats.org/officeDocument/2006/relationships/notesMaster" Target="/ppt/notesMasters/notesMaster1.xml" Id="R363ff22173b142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7d8d49ffe34659" /><Relationship Type="http://schemas.openxmlformats.org/officeDocument/2006/relationships/notesMaster" Target="/ppt/notesMasters/notesMaster1.xml" Id="Red1bbc7c85904c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0ff52cc0994a30" /><Relationship Type="http://schemas.openxmlformats.org/officeDocument/2006/relationships/notesMaster" Target="/ppt/notesMasters/notesMaster1.xml" Id="R67148c764fe7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a5c4d881b742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a5999c61a342ff" /><Relationship Type="http://schemas.openxmlformats.org/officeDocument/2006/relationships/slideLayout" Target="/ppt/slideLayouts/slideLayout1.xml" Id="R4179a2cb4bc24b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79a2cb4bc24b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db3c495104323" /><Relationship Type="http://schemas.openxmlformats.org/officeDocument/2006/relationships/notesSlide" Target="/ppt/notesSlides/notesSlide1.xml" Id="Rd6e26a81ea324e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efb8128054b3a" /><Relationship Type="http://schemas.openxmlformats.org/officeDocument/2006/relationships/notesSlide" Target="/ppt/notesSlides/notesSlide2.xml" Id="R321d35d55d114a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aededca2747a4" /><Relationship Type="http://schemas.openxmlformats.org/officeDocument/2006/relationships/notesSlide" Target="/ppt/notesSlides/notesSlide3.xml" Id="R68f18f718ca54e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3a51284ba48d5" /><Relationship Type="http://schemas.openxmlformats.org/officeDocument/2006/relationships/notesSlide" Target="/ppt/notesSlides/notesSlide4.xml" Id="R6b5db753e6da45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d8d5c2b5748af" /><Relationship Type="http://schemas.openxmlformats.org/officeDocument/2006/relationships/notesSlide" Target="/ppt/notesSlides/notesSlide5.xml" Id="Rc90a11c6eac149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04f76275746f6" /><Relationship Type="http://schemas.openxmlformats.org/officeDocument/2006/relationships/notesSlide" Target="/ppt/notesSlides/notesSlide6.xml" Id="R50a97f59e1354e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2ac2112e349d8" /><Relationship Type="http://schemas.openxmlformats.org/officeDocument/2006/relationships/notesSlide" Target="/ppt/notesSlides/notesSlide7.xml" Id="Rf85cbe5ff8ba43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f132dec1a410e" /><Relationship Type="http://schemas.openxmlformats.org/officeDocument/2006/relationships/notesSlide" Target="/ppt/notesSlides/notesSlide8.xml" Id="R8d8ca0659e0b4c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fba2854484833" /><Relationship Type="http://schemas.openxmlformats.org/officeDocument/2006/relationships/notesSlide" Target="/ppt/notesSlides/notesSlide9.xml" Id="Rff19bff215984f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E684D-D4A4-4350-86ED-9EF97B33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44E74-8091-45FD-BE19-1ADC83CA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Electrical Drawing (For CIE Only): 2D drawing of switches, sockets, panels, junction boxes, antenna, electric circuits.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57788-EAED-427F-ADD5-8AAE2220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EE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1BCEDE103/203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9F6F3-DB4A-42A7-AA37-D7655199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Electrical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D847F-9DEE-4A86-AB0B-A3DA0BD9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6250C-B778-4CAC-B3E8-EEF7D4B9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65E0A-A2D9-4C75-BA24-E3EC73AC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75A2F-BE64-4D55-86A2-6B3212AA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6E48A-6922-4AE2-9BD1-E46B5B88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88B6B-B320-4030-A675-0D98DE1D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switches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0C832-7F7F-4AC4-9598-2C96E10C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3BCFF-8E99-429E-AF35-0F19ACBA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sockets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EA113-7B52-408F-AF03-6034D5C9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0FED3-E297-4933-B7BB-BE795A65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36BEF-68FE-4711-B6D6-53C6DA5C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836063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0C0F6-0481-438E-B7DB-12356284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676D1-A237-4409-9052-2DC0F685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015E5-3830-412D-9CA9-C66A567D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C0EA7-55C2-4052-87BE-B05E363F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C7F1C-D2A9-4687-9BC5-0BFF7E74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0788B-C7C1-4C36-9E39-FF5FD575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15640-E57E-4C84-AA01-3881E989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222F2-DBF0-4354-923B-FFA15BFF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A642F-E376-4605-8362-3FB5511A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F3128-25F2-438D-AF50-F7704780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FDF86-8505-44A3-84AC-464B9E83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3A00F-458A-4BCB-BB44-DC981416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EAFFD-74BA-4FA4-9EBB-EF925FAC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Electrical Drawing (For CIE Only):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2D drawing of switches, sockets, panels, junction boxes, antenna, electric circuits.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Schematic diagrams of Automatic fire alarm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Call bell system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Basic power system diagram.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70E71-757B-4DE3-B364-346E6553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929D4-48CD-40EB-B346-1F3D2D4C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5189603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50BE6-60FC-40B6-8D1D-76DEF73A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DFE14-39BC-4BC9-8B7A-104DA800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3A0BA-1899-4323-93A8-87DF3042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E901C-813C-49B6-9FB8-B38CC35E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Electrical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380B4-AC50-4C11-8817-B8F88E98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EE7A0-0E24-4A65-8FBF-C20CC312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3882E-26F1-45F4-BD38-841B8E76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switches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35BC5-BC28-4076-B273-3A324352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sockets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BEEA7-0C1F-48A3-9AE7-AA1F249A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panels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7E0EF-BC8E-44EA-AF20-F5941487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Concept of Industrial drawing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BEB11-4E7E-4A09-A019-921CD3C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0EEF8-33D5-4CC5-AA27-B108885B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801974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317331-4DC8-471E-AE28-33641E54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22B21-DBB8-4652-A01F-407AEA3D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93D46-3A49-4E22-81D6-FCDCF364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A7EDB-B8C2-4037-AAFF-3AAA10CE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Electrical Drawing (For CIE Only):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2D drawing of switches, sockets, panels, junction boxes, antenna, electric circuits.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Schematic diagrams of Automatic fire alarm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Call bell system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Basic power system diagram.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Concept of Industrial drawing Number of Hours: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0B280-C5BE-4089-881E-459FC014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31745-4F85-4EEE-9C44-637F775D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6F03F-D9A8-4867-85F9-D276B4F1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Electrical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9E46F-EC0E-40F7-8A01-32916AD2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FB3D9-20A0-4B7C-A407-6E592E57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2F777-B4CB-456E-8F0E-7FCCC958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7C622-3A0B-4B5E-9390-B8F871E2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4491B-B668-44F3-B055-CD651C17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0BD75-0DB6-418B-8B37-402A95F5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switches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9644D-3BA1-4093-A68C-654C6D74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6AAB1-2894-4E09-905A-C7D68E07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sockets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CDE42-3882-4712-837B-5C94050B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43F93-468B-4B54-8709-7DF11371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B2156-D089-4ACB-BE73-057AB22E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547262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6D4FB-9335-4641-9D51-530FDB97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0661E-2BD4-4448-97FA-671EDAA9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DA543-E51A-450F-9CA3-A3FE111A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4EF3E-0BA5-431F-AF04-7D4B8AF3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BCAFD-6550-410F-943F-0F763EC1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C3DF2-1480-4F83-A2E6-C6640B72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C273A-0901-4462-8BE1-ACAC2FA2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4121B-D478-4329-9988-1CBF005C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38668-B819-4639-9EFC-EB532077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4AD83-423F-48D9-BF0D-732C605D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4AC48-5EBC-4343-AAA5-9EAD5C27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26B5D-0E33-43C7-BB3B-C188FCAE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F2126-236C-47C9-B5DF-4DEA1C3E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C6618-5FFC-4755-AC4C-04A85F7D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0F36A-F9D2-40AB-8724-35FEBBCE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4653251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064B1-A742-440A-B493-DC2DF3E8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3C1B0-30FA-41CC-80DC-F722584C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9AB7C-3A81-4171-B69A-73CB25E0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024CA-8128-47C9-87E7-B8B47123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62125-098A-4698-904A-3A505E27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Electrical Drawing (For CIE Only):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7431F-D0E2-4C4F-B5CD-F6A8F05A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Electrical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A8999-1D22-462E-A41F-1B6384BA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349B3-993F-4CA1-84E0-70930989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97754-C102-4A0D-8CA1-ACE144AD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7501858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65DAF-5960-4A9A-9E88-AD3E8909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8F8FA-9F6B-40BF-9D0D-8961FE8F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E74D7-AC25-4C4A-8AEE-6DE9237E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0C902-3431-40CE-91A9-EF87831C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5E6E5-5592-4420-9CB5-C0EC24A9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3646B-9C49-4919-8FF1-D32E7954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0DFEA-9C00-4195-825D-73D0FE92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899F0-5E80-401E-A642-158214BE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AA73E-5058-4B7E-B2DF-01A48CB4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11147975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91D44A-FB91-410E-8E0A-85C2799E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A8418-DFBB-4FD5-B303-6CF83AB3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7711F-BE1D-4054-93B2-900B3B3B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2F0D6-AB63-433D-83E8-1EE03B74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AEDA1-C388-406E-9177-664A12B0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A40D6-FFE9-449E-9F3B-9F1AEC82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BED5D-4A3D-4FA2-9AE2-A3586EDB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Electrical Drawing (For CIE Only):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BD3AB-C792-49C7-9978-1825DB13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1DE2C-4627-4BE6-A938-D049F6C6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72047-9281-4974-AE65-DEA4F302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2D drawing of switches, sockets, panels, junction boxes, antenna, electric circuits.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00D57-80EA-44EC-928F-38B349A3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29648-DE63-4966-844D-E7306907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AE22F-04B5-4035-9B35-5615B19E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Schematic diagrams of Automatic fire alarm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8893F-E525-44DA-AA2C-9BF9E7AB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9F0F2-3D96-4B30-93D6-6B7DFBD7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5FC17-B6AE-4435-BACE-3C674A79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Call bell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95F82-4F67-424E-900D-59EBC17F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87974-272E-4BC5-AA43-09193552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4EFA91-6578-4414-B661-4BD2D56A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Basic power system diagram.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09DCDA-C1D5-48EE-8A86-13531142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3A7D2B-D6B5-4E7F-A3CF-B199FA8C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734F1-0A99-4A8B-803E-251EFD44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Concept of Industrial drawing Number of Hours: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4FA6CA-4C1B-4309-AAD9-1E146125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C60E8D-22F7-4D52-A134-2F94ABD2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E89979-39FB-4EFE-A3F3-51D6B1A5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C7BEEE-A03D-469D-AA06-830968A6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636626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39736-3F0C-4515-8FD7-88BD1C9E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16CBC-DB8C-4526-A5AB-97FD3953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530FF-A217-4FDD-BB97-AE6D3AEE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05E4E-FCF0-4A0B-8F80-6522345B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Electrical, Drawing, Only, switches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72D23-CA72-4969-8CA3-61D4DC8C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92A8F-B8D8-486B-89F1-5431FC07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58382-969B-402D-B2D2-9421CDBA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A06AE-F560-423D-8153-A8BA7790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344391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2026-08-24T06:38:41.9950000Z</dcterms:created>
  <dcterms:modified xsi:type="dcterms:W3CDTF">2026-08-24T06:38:41.9950000Z</dcterms:modified>
</coreProperties>
</file>