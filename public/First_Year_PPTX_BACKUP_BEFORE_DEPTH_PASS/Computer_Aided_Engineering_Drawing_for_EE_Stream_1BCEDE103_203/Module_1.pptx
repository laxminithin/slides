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d6c34184c49b3" /><Relationship Type="http://schemas.openxmlformats.org/officeDocument/2006/relationships/extended-properties" Target="/docProps/app.xml" Id="Reffdcd99271f4b13" /><Relationship Type="http://schemas.openxmlformats.org/officeDocument/2006/relationships/officeDocument" Target="/ppt/presentation.xml" Id="R80afc831936347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6138da66fc49c1"/>
  </p:sldMasterIdLst>
  <p:notesMasterIdLst>
    <p:notesMasterId xmlns:r="http://schemas.openxmlformats.org/officeDocument/2006/relationships" r:id="Re4c398d2c9ca4dfa"/>
  </p:notesMasterIdLst>
  <p:sldIdLst>
    <p:sldId xmlns:r="http://schemas.openxmlformats.org/officeDocument/2006/relationships" id="256" r:id="R02bae4ab359e41f7"/>
    <p:sldId xmlns:r="http://schemas.openxmlformats.org/officeDocument/2006/relationships" id="257" r:id="Ra296d733f637408a"/>
    <p:sldId xmlns:r="http://schemas.openxmlformats.org/officeDocument/2006/relationships" id="258" r:id="R44b0e78d07434323"/>
    <p:sldId xmlns:r="http://schemas.openxmlformats.org/officeDocument/2006/relationships" id="259" r:id="R3935bdabcf214a3e"/>
    <p:sldId xmlns:r="http://schemas.openxmlformats.org/officeDocument/2006/relationships" id="260" r:id="R13643946d8aa475b"/>
    <p:sldId xmlns:r="http://schemas.openxmlformats.org/officeDocument/2006/relationships" id="261" r:id="R8fb2e5937b794907"/>
    <p:sldId xmlns:r="http://schemas.openxmlformats.org/officeDocument/2006/relationships" id="262" r:id="Re43828593e0c45cd"/>
    <p:sldId xmlns:r="http://schemas.openxmlformats.org/officeDocument/2006/relationships" id="263" r:id="R1b13369ad52a435d"/>
    <p:sldId xmlns:r="http://schemas.openxmlformats.org/officeDocument/2006/relationships" id="264" r:id="Rd0d8001fedd443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0f6fabd0f8415d" /><Relationship Type="http://schemas.openxmlformats.org/officeDocument/2006/relationships/slideMaster" Target="/ppt/slideMasters/slideMaster1.xml" Id="R1d6138da66fc49c1" /><Relationship Type="http://schemas.openxmlformats.org/officeDocument/2006/relationships/notesMaster" Target="/ppt/notesMasters/notesMaster1.xml" Id="Re4c398d2c9ca4dfa" /><Relationship Type="http://schemas.openxmlformats.org/officeDocument/2006/relationships/presProps" Target="/ppt/presProps.xml" Id="R6c9aa04cb8e84952" /><Relationship Type="http://schemas.openxmlformats.org/officeDocument/2006/relationships/tableStyles" Target="/ppt/tableStyles.xml" Id="R320d2b78872e4bec" /><Relationship Type="http://schemas.openxmlformats.org/officeDocument/2006/relationships/slide" Target="/ppt/slides/slide1.xml" Id="R02bae4ab359e41f7" /><Relationship Type="http://schemas.openxmlformats.org/officeDocument/2006/relationships/slide" Target="/ppt/slides/slide2.xml" Id="Ra296d733f637408a" /><Relationship Type="http://schemas.openxmlformats.org/officeDocument/2006/relationships/slide" Target="/ppt/slides/slide3.xml" Id="R44b0e78d07434323" /><Relationship Type="http://schemas.openxmlformats.org/officeDocument/2006/relationships/slide" Target="/ppt/slides/slide4.xml" Id="R3935bdabcf214a3e" /><Relationship Type="http://schemas.openxmlformats.org/officeDocument/2006/relationships/slide" Target="/ppt/slides/slide5.xml" Id="R13643946d8aa475b" /><Relationship Type="http://schemas.openxmlformats.org/officeDocument/2006/relationships/slide" Target="/ppt/slides/slide6.xml" Id="R8fb2e5937b794907" /><Relationship Type="http://schemas.openxmlformats.org/officeDocument/2006/relationships/slide" Target="/ppt/slides/slide7.xml" Id="Re43828593e0c45cd" /><Relationship Type="http://schemas.openxmlformats.org/officeDocument/2006/relationships/slide" Target="/ppt/slides/slide8.xml" Id="R1b13369ad52a435d" /><Relationship Type="http://schemas.openxmlformats.org/officeDocument/2006/relationships/slide" Target="/ppt/slides/slide9.xml" Id="Rd0d8001fedd4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4f10a0d460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1154ec75a431e" /><Relationship Type="http://schemas.openxmlformats.org/officeDocument/2006/relationships/notesMaster" Target="/ppt/notesMasters/notesMaster1.xml" Id="Rb3d52287f4964d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53d2069d74bef" /><Relationship Type="http://schemas.openxmlformats.org/officeDocument/2006/relationships/notesMaster" Target="/ppt/notesMasters/notesMaster1.xml" Id="Rf360ed25d5a9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0916a885f4a41" /><Relationship Type="http://schemas.openxmlformats.org/officeDocument/2006/relationships/notesMaster" Target="/ppt/notesMasters/notesMaster1.xml" Id="R7ce4c3efca0e41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952aafaf874ab1" /><Relationship Type="http://schemas.openxmlformats.org/officeDocument/2006/relationships/notesMaster" Target="/ppt/notesMasters/notesMaster1.xml" Id="R7013b178f3c2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572430c2974ffe" /><Relationship Type="http://schemas.openxmlformats.org/officeDocument/2006/relationships/notesMaster" Target="/ppt/notesMasters/notesMaster1.xml" Id="R0ec6fe9a3aec48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cba1c5b6904830" /><Relationship Type="http://schemas.openxmlformats.org/officeDocument/2006/relationships/notesMaster" Target="/ppt/notesMasters/notesMaster1.xml" Id="Rd49f473dc3b148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9b4ee524554047" /><Relationship Type="http://schemas.openxmlformats.org/officeDocument/2006/relationships/notesMaster" Target="/ppt/notesMasters/notesMaster1.xml" Id="R242674aa0fba4f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03f0dd9834e1d" /><Relationship Type="http://schemas.openxmlformats.org/officeDocument/2006/relationships/notesMaster" Target="/ppt/notesMasters/notesMaster1.xml" Id="Rf5b404b4e21040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3a61563daa4b72" /><Relationship Type="http://schemas.openxmlformats.org/officeDocument/2006/relationships/notesMaster" Target="/ppt/notesMasters/notesMaster1.xml" Id="R48a1a14289fe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45413486441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09a4c09a2d4296" /><Relationship Type="http://schemas.openxmlformats.org/officeDocument/2006/relationships/slideLayout" Target="/ppt/slideLayouts/slideLayout1.xml" Id="Rbbaad0b6d670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aad0b6d670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17c751a104a90" /><Relationship Type="http://schemas.openxmlformats.org/officeDocument/2006/relationships/notesSlide" Target="/ppt/notesSlides/notesSlide1.xml" Id="Rf39233ce7809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5ba198986454b" /><Relationship Type="http://schemas.openxmlformats.org/officeDocument/2006/relationships/notesSlide" Target="/ppt/notesSlides/notesSlide2.xml" Id="R98deb1024aff44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8799776ec458b" /><Relationship Type="http://schemas.openxmlformats.org/officeDocument/2006/relationships/notesSlide" Target="/ppt/notesSlides/notesSlide3.xml" Id="R651fbbaf5fdb49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6ea55d3fe44b0" /><Relationship Type="http://schemas.openxmlformats.org/officeDocument/2006/relationships/notesSlide" Target="/ppt/notesSlides/notesSlide4.xml" Id="Rd5e62039a21a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0a126f9c141d1" /><Relationship Type="http://schemas.openxmlformats.org/officeDocument/2006/relationships/notesSlide" Target="/ppt/notesSlides/notesSlide5.xml" Id="R2445608c142b45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e94c740a34331" /><Relationship Type="http://schemas.openxmlformats.org/officeDocument/2006/relationships/notesSlide" Target="/ppt/notesSlides/notesSlide6.xml" Id="Rfab21e451c2c41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55c2277cc4fb8" /><Relationship Type="http://schemas.openxmlformats.org/officeDocument/2006/relationships/notesSlide" Target="/ppt/notesSlides/notesSlide7.xml" Id="Rd0b9350447d34b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95c1aa2a04ac4" /><Relationship Type="http://schemas.openxmlformats.org/officeDocument/2006/relationships/notesSlide" Target="/ppt/notesSlides/notesSlide8.xml" Id="R8eb164e9b24e40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734204a4b4c9b" /><Relationship Type="http://schemas.openxmlformats.org/officeDocument/2006/relationships/notesSlide" Target="/ppt/notesSlides/notesSlide9.xml" Id="R0907a319813248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AE60D-A5EE-48FA-8780-FF10B6DB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D0649-ADA1-4AC4-B643-9B99106F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416DC-6905-4807-B91E-FC8733C7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02514-F565-4513-B3B6-001E4279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26C7B-5045-4419-8121-28635E7E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9E877-8264-4FAD-A17C-5792F43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126E2-26DB-4929-AF77-A175BC7B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F42FD-527E-467D-8C6D-23030D83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3C8B4-089D-44D2-93D8-1B4C7567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B521B-4DD4-4B0F-93B8-EC42CF0D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57C9D-072D-4941-A589-C0A0C58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6C851-5E52-4527-8C87-1A66DC2B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51AA7-5411-444C-AA44-364AB891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9C7C8-8CD0-4009-8EC7-3A94E7CB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21CCA-AD25-43E3-B292-0DCFB03C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748829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A0331-3575-4342-82EB-7D5E9A18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D0F76-9A13-45B2-99B0-87B91215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0A6EE-2DB5-441D-84F0-E358B95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B7BFE-0379-423F-8B26-50FC5079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9921D-6D2A-4B4A-B590-9614C24D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AF278-B0AF-45A8-80BB-BB64911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DB420-B2F4-4121-B29A-822498E6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568F8-760D-4317-A4CD-19EBAF6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F01BA-6816-4C3E-AE4F-0D350EE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73209-A3BC-4515-8C21-97215FF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162CF-B568-47E7-BB55-8A117FF8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BB484-34AE-4AA4-93D1-708FCC31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7DBFD-DBBD-49C4-93B8-2F3D908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Computer Aided Drafting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65B61-393D-4526-BD84-CFCEE291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27E78-B902-4885-B0B9-FFB7E4F5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560746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6D70F-E8E1-402F-ADEF-3B7477C9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B929-CEE4-4A20-8F4D-D48EBC18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09FD5-9EA7-4F9D-8346-8DC7A607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1C5F4-1938-4668-BA5F-C2C35C7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E0826-3EAC-4811-91DE-AE22AB7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E3A21-3E5C-4405-9935-04EB0CFD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251C4-12F1-4297-8C4F-7720814C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D3803-FEC2-4907-B959-5BE52BA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B05F5-7083-48C4-B632-595997A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32144-B950-45A5-B451-EA4D44F9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 -ordinate system and reference planes HP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FA99A-8789-4AE4-BA5B-69D99599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4A9DA-FDEC-489B-AAE6-523E8B2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967827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0D6E9-6CBA-4FAC-9E45-6F417F71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A5AAD-B348-442E-826B-40A90FF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A524F-61DB-4EFB-A83E-CEA0683D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664E6-1BD0-49B1-856B-5311E49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Computer Aided Drafting software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 -ordinate system and reference planes HP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DF1E8-E9D7-4930-BB42-31A1878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F7519-C98D-467C-B067-6A53F45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44EF9-D504-4A83-85C6-825963B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95F03-71AB-489F-9AE8-D7DC4D4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69996-3763-40E5-963F-73D22E7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85CB1-2E8B-4707-9F55-F789E112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D0DEC-8EDD-4F17-83C2-75F8A3ED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72699-AA25-484E-B067-2286371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B7C97-6243-41C3-968B-7181831A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1A1B3-4711-4FD9-850A-72D6EEA1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B7EC-FFEA-467B-87BE-33F5A77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EDD4D-EBC6-4590-B5D3-17E3F60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379BF-B67D-4EBE-ADA9-71F839D0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3E6C2-D3DC-4886-BC54-7BDF015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2041236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EDEF5-9432-4FE1-B283-8897E84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17E76-0CB8-442F-B6E2-1A3CCCFF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F2E8F-ECC9-475C-9FF0-20FA3083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6D861-6A9D-4BCE-BBCB-4333FC4C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B11C-5484-4A19-8D48-063063AA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16EFA-CEB6-4B54-942E-41A85FE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27A0E-AE3D-4C52-950A-570809B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7E6C-BF1D-4F62-A572-50E7AEC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74030-E683-4871-9767-6ED828C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2C00-EC7F-4793-8912-D9DA3D8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2508D-4C37-427F-AC14-4AEABCF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BD130-4870-4683-9C79-4DB4D62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7EB6E-98B6-4949-A2C9-DD1912A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C6656-4D7F-4C43-BD8A-5ADD196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57854-E849-4549-8828-FF2DE379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651797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B8F52-1B02-46C9-8C66-0FB1A506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F8B87-80D6-4FC2-B345-566B2651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C6F7-77AB-4ACC-B74B-2A23192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CBB1E-CE3E-4272-9455-D23A774F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F3379-B423-4F1B-B656-7A9F417F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2CA82-4532-4AFC-AAE2-526CEEE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Significance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D0A1C-4D96-46D7-886E-AD8ECB7E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82059-A6A0-4C58-868C-25410067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2D19-FA90-4827-BA18-33864FE5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884379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EF8D3-14B1-43B1-B1D0-FD2AAA23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03000-F7EC-455B-BA0D-6E72995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8FD3A-7316-4E1D-9EF4-9E77618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38DC2-D2DD-477B-8DC5-A4DA38F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B25B5-259C-403E-B5C2-B030201C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328EF-882A-4ECD-BC7C-FD271D1C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762C8-0761-4381-AC71-3EDDF89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141AC-DC86-49ED-953F-84820E5E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C95F-7345-48A4-BE62-57A0B23D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999907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456B55-D323-490D-AD67-0835097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A0085-FF78-4085-9589-E2AA343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D62C0-A08C-4A7D-B468-5F7E957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11AED-719C-4B33-843B-7105EFA1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F28D5-6BE1-43A0-951B-4AE95EAA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69621-4D09-4911-A07A-9D39C73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70AAE-43EA-4F34-A114-C94E89C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45EF5-6A1F-47B3-82DC-92547F4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737C5-1A05-4D1D-BC85-EA56499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9C4CF-59B4-4073-B4FC-03DF551B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Engineering drawing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48E5B-89E5-40E5-BDEE-15EAE33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222D5-A44D-4247-9097-EC046D5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A0160-851A-4122-9463-F64E03E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BIS Conventions of Engineering Drawing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8E6D3-31A9-4114-8F51-85B04AA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AA20B-1EEE-4D20-B394-086F4CB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2FE3-7A3B-4DD1-9388-FADFABEF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Free hand sketching of engineering drawing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C5AFB-2C2D-43B7-AD9C-4A784257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CE905-A162-4BC5-9C0C-301CF94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89DAD-B620-4025-9606-8057DAF1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Computer Aided Drafting software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98725-3F8B-424A-82D0-B10CACB4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3E6CA-DDB9-4294-BE8A-82167509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C2C23-EBCC-455A-9048-29F683B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 -ordinate system and reference planes HP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4C059-57CE-4B5C-AE42-C782DB8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49895-CD8C-414B-96C0-5FFB0F0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7C545-F37E-44C7-9E2F-80BC9445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RPP &amp; LPP of 2D/3D environment.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65A86-45FF-4B71-B886-4A207FF1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4A874-9BAD-4E9E-A4E8-BC617E5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4345C-F636-4684-A885-FB11076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B4461-12B4-478C-B9E1-252DF7DF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994453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FFD89-4CFB-4719-AFAF-695DC415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FC341-1666-4C7D-9EC5-91AC87CD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FFF66-789E-472C-9353-E2EA637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34622-BD11-4AA4-B947-359E1296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Significance, Engineering, drawing, Conventions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ED786-25F4-4D85-B3E4-DB1AF13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5EFAD-4A13-4BB5-B892-47145C44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DD3F7-A117-48D5-9195-A25F215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DCFBE-2987-4C58-996F-187F334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18533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2026-08-24T06:38:41.7390000Z</dcterms:created>
  <dcterms:modified xsi:type="dcterms:W3CDTF">2026-08-24T06:38:41.7390000Z</dcterms:modified>
</coreProperties>
</file>