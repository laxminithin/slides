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3799e7461c4814" /><Relationship Type="http://schemas.openxmlformats.org/officeDocument/2006/relationships/extended-properties" Target="/docProps/app.xml" Id="R8754cccb4720447f" /><Relationship Type="http://schemas.openxmlformats.org/officeDocument/2006/relationships/officeDocument" Target="/ppt/presentation.xml" Id="R6e3e8afbcc9047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44c838942a460d"/>
  </p:sldMasterIdLst>
  <p:notesMasterIdLst>
    <p:notesMasterId xmlns:r="http://schemas.openxmlformats.org/officeDocument/2006/relationships" r:id="R20ebc7c4cbf74c9b"/>
  </p:notesMasterIdLst>
  <p:sldIdLst>
    <p:sldId xmlns:r="http://schemas.openxmlformats.org/officeDocument/2006/relationships" id="256" r:id="R433f11ddaa9a4d71"/>
    <p:sldId xmlns:r="http://schemas.openxmlformats.org/officeDocument/2006/relationships" id="257" r:id="Rb0d4565de0f84a71"/>
    <p:sldId xmlns:r="http://schemas.openxmlformats.org/officeDocument/2006/relationships" id="258" r:id="Ra03b5497fd4e4bbd"/>
    <p:sldId xmlns:r="http://schemas.openxmlformats.org/officeDocument/2006/relationships" id="259" r:id="R819c8e084c0f4894"/>
    <p:sldId xmlns:r="http://schemas.openxmlformats.org/officeDocument/2006/relationships" id="260" r:id="R061320af6dda4f75"/>
    <p:sldId xmlns:r="http://schemas.openxmlformats.org/officeDocument/2006/relationships" id="261" r:id="R53cfb9f26db04372"/>
    <p:sldId xmlns:r="http://schemas.openxmlformats.org/officeDocument/2006/relationships" id="262" r:id="R5906f5a2767a438c"/>
    <p:sldId xmlns:r="http://schemas.openxmlformats.org/officeDocument/2006/relationships" id="263" r:id="R7d263dab6419474f"/>
    <p:sldId xmlns:r="http://schemas.openxmlformats.org/officeDocument/2006/relationships" id="264" r:id="R8c99cb92cba04c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96e80e7b024d78" /><Relationship Type="http://schemas.openxmlformats.org/officeDocument/2006/relationships/slideMaster" Target="/ppt/slideMasters/slideMaster1.xml" Id="R7844c838942a460d" /><Relationship Type="http://schemas.openxmlformats.org/officeDocument/2006/relationships/notesMaster" Target="/ppt/notesMasters/notesMaster1.xml" Id="R20ebc7c4cbf74c9b" /><Relationship Type="http://schemas.openxmlformats.org/officeDocument/2006/relationships/presProps" Target="/ppt/presProps.xml" Id="Rea49c6c79c53452f" /><Relationship Type="http://schemas.openxmlformats.org/officeDocument/2006/relationships/tableStyles" Target="/ppt/tableStyles.xml" Id="R9ed7fc63bd8a4b93" /><Relationship Type="http://schemas.openxmlformats.org/officeDocument/2006/relationships/slide" Target="/ppt/slides/slide1.xml" Id="R433f11ddaa9a4d71" /><Relationship Type="http://schemas.openxmlformats.org/officeDocument/2006/relationships/slide" Target="/ppt/slides/slide2.xml" Id="Rb0d4565de0f84a71" /><Relationship Type="http://schemas.openxmlformats.org/officeDocument/2006/relationships/slide" Target="/ppt/slides/slide3.xml" Id="Ra03b5497fd4e4bbd" /><Relationship Type="http://schemas.openxmlformats.org/officeDocument/2006/relationships/slide" Target="/ppt/slides/slide4.xml" Id="R819c8e084c0f4894" /><Relationship Type="http://schemas.openxmlformats.org/officeDocument/2006/relationships/slide" Target="/ppt/slides/slide5.xml" Id="R061320af6dda4f75" /><Relationship Type="http://schemas.openxmlformats.org/officeDocument/2006/relationships/slide" Target="/ppt/slides/slide6.xml" Id="R53cfb9f26db04372" /><Relationship Type="http://schemas.openxmlformats.org/officeDocument/2006/relationships/slide" Target="/ppt/slides/slide7.xml" Id="R5906f5a2767a438c" /><Relationship Type="http://schemas.openxmlformats.org/officeDocument/2006/relationships/slide" Target="/ppt/slides/slide8.xml" Id="R7d263dab6419474f" /><Relationship Type="http://schemas.openxmlformats.org/officeDocument/2006/relationships/slide" Target="/ppt/slides/slide9.xml" Id="R8c99cb92cba04c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c794a7417a4a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5a30ea96224ab3" /><Relationship Type="http://schemas.openxmlformats.org/officeDocument/2006/relationships/notesMaster" Target="/ppt/notesMasters/notesMaster1.xml" Id="R078bddcba30840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17f66579f5435c" /><Relationship Type="http://schemas.openxmlformats.org/officeDocument/2006/relationships/notesMaster" Target="/ppt/notesMasters/notesMaster1.xml" Id="Ref06f355a19843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27f350aed34f91" /><Relationship Type="http://schemas.openxmlformats.org/officeDocument/2006/relationships/notesMaster" Target="/ppt/notesMasters/notesMaster1.xml" Id="R0cd539f34ace4c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21e68922a246be" /><Relationship Type="http://schemas.openxmlformats.org/officeDocument/2006/relationships/notesMaster" Target="/ppt/notesMasters/notesMaster1.xml" Id="R06cc335883154b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26538702cd4aa3" /><Relationship Type="http://schemas.openxmlformats.org/officeDocument/2006/relationships/notesMaster" Target="/ppt/notesMasters/notesMaster1.xml" Id="R1d9cfd213a7f46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d0739ad14b439e" /><Relationship Type="http://schemas.openxmlformats.org/officeDocument/2006/relationships/notesMaster" Target="/ppt/notesMasters/notesMaster1.xml" Id="Rf8e0c5e71df14a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0a803e19eb487a" /><Relationship Type="http://schemas.openxmlformats.org/officeDocument/2006/relationships/notesMaster" Target="/ppt/notesMasters/notesMaster1.xml" Id="R042f4262e1244f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3d72b04b674ef9" /><Relationship Type="http://schemas.openxmlformats.org/officeDocument/2006/relationships/notesMaster" Target="/ppt/notesMasters/notesMaster1.xml" Id="Rb9d9cab4a4084d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5cb5bbe4744c4e" /><Relationship Type="http://schemas.openxmlformats.org/officeDocument/2006/relationships/notesMaster" Target="/ppt/notesMasters/notesMaster1.xml" Id="Rfb5e11a0ed7549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57683bc07440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2562af060c42aa" /><Relationship Type="http://schemas.openxmlformats.org/officeDocument/2006/relationships/slideLayout" Target="/ppt/slideLayouts/slideLayout1.xml" Id="R77ea808441d049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ea808441d049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40a4a119b429e" /><Relationship Type="http://schemas.openxmlformats.org/officeDocument/2006/relationships/notesSlide" Target="/ppt/notesSlides/notesSlide1.xml" Id="R0fb6c1c7f2874c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57725a99c40e2" /><Relationship Type="http://schemas.openxmlformats.org/officeDocument/2006/relationships/notesSlide" Target="/ppt/notesSlides/notesSlide2.xml" Id="R2a83148f677a44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0b251bbf84ba5" /><Relationship Type="http://schemas.openxmlformats.org/officeDocument/2006/relationships/notesSlide" Target="/ppt/notesSlides/notesSlide3.xml" Id="R5e56941021c14e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4198cdab084619" /><Relationship Type="http://schemas.openxmlformats.org/officeDocument/2006/relationships/notesSlide" Target="/ppt/notesSlides/notesSlide4.xml" Id="R9887450e57b645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74b561ce5c4a50" /><Relationship Type="http://schemas.openxmlformats.org/officeDocument/2006/relationships/notesSlide" Target="/ppt/notesSlides/notesSlide5.xml" Id="R7646f57e9c2f41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22f32858104dde" /><Relationship Type="http://schemas.openxmlformats.org/officeDocument/2006/relationships/notesSlide" Target="/ppt/notesSlides/notesSlide6.xml" Id="Raf23ea7f8a7340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36bfeb0fc44a8" /><Relationship Type="http://schemas.openxmlformats.org/officeDocument/2006/relationships/notesSlide" Target="/ppt/notesSlides/notesSlide7.xml" Id="R5187bacb71da4c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9bca2070f64f4d" /><Relationship Type="http://schemas.openxmlformats.org/officeDocument/2006/relationships/notesSlide" Target="/ppt/notesSlides/notesSlide8.xml" Id="Re88cc91f37784c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a1b379e6724be0" /><Relationship Type="http://schemas.openxmlformats.org/officeDocument/2006/relationships/notesSlide" Target="/ppt/notesSlides/notesSlide9.xml" Id="R154e48e5fea947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9E1D33-25F7-4643-8C55-8B4F8FF5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77FB33-83FA-4D55-AF7D-62FF1F71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Orthographic Projection of Solids: Orthographic projection of right regular solids (Resting on HP only and inclined to 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96FD5-A566-480F-AF07-D01B4287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Computer Aided Engineering Drawing for EE Stream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1BCEDE103/203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398156-5B8C-4DD8-B936-7E5713FD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Orthographic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2B46A0-D824-4794-A080-70BB6689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CE4CA-7F3F-4717-B554-95C43C46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Projection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F336C-44F4-4443-AFD7-79845648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D0C404-FE7C-40C6-BD26-234D8197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Solids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16B4B7-4738-433C-A094-459B296E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F7448A-C449-4856-87C9-8007999C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right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55659E-B1E5-431B-8A4D-E7B68AFA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CEC771-D64F-4865-B041-7DEFEA8E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regular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FB217E-745E-474F-BA15-4B0B0ADA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B448A8-4315-4A52-88B5-64808E18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EE Stream | 1BCEDE103/203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BDF075-1426-416A-8826-B816221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1/9</a:t>
            </a:r>
          </a:p>
        </p:txBody>
      </p:sp>
    </p:spTree>
    <p:extLst>
      <p:ext uri="{BB962C8B-B14F-4D97-AF65-F5344CB8AC3E}">
        <p14:creationId xmlns:p14="http://schemas.microsoft.com/office/powerpoint/2010/main" val="4528368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EF934C-6777-4709-86D2-6D5E2B01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96ACC-C1B0-4F16-91E4-59429E58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759CFA-C69D-4D70-BBE4-C33649E2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8F92B6-0944-4F82-AD5B-C31EA363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71910-E639-4834-A4A9-E759D053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3B153-E0AB-4D11-8CEB-93B25ED0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CAB146-0581-47A2-BE18-AD35C502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B3FC7D-0554-4CF1-B813-BECB6349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A600DB-5564-4104-9135-EE409BAC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121AC9-EC81-44F8-A5F0-99E8582C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4C7E32-FA99-4D91-9DCE-59EC0046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199826-3C91-4ABE-A1A2-83865AF4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A57E70-3D04-4BBC-94A4-0DBBFDE0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Orthographic Projection of Solids: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Orthographic projection of right regular solids (Resting on HP only and inclined to both the planes);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Cylinders &amp; Cones.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Number of Hours: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42CDAE-F5AA-4983-B4BB-CB6AB259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EE Stream | 1BCEDE103/203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039C1A-46B9-4EC8-8B69-C563921F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2/9</a:t>
            </a:r>
          </a:p>
        </p:txBody>
      </p:sp>
    </p:spTree>
    <p:extLst>
      <p:ext uri="{BB962C8B-B14F-4D97-AF65-F5344CB8AC3E}">
        <p14:creationId xmlns:p14="http://schemas.microsoft.com/office/powerpoint/2010/main" val="11725381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782D1A-6A21-4CED-9587-EFA86E7F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A59D8-085B-430B-B83F-BFB732A1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5ED5D-6381-40A5-B3E9-E435C63B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EDAB26-5526-429D-99DD-A2A77ABE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Orthographic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7C356B-6E96-48B6-9C89-1E681DE3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Projection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4A9947-D5AE-4ECB-A2D9-BAB4D1AE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Solids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C0E3FB-B2C5-48B8-976C-8521052F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92A7C-EA8E-4540-A061-5FE5D7AC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regular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478042-D574-4D4E-AC18-BE2488AA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Resting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CCB58-24DB-4746-AA3B-99FD520E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AFF796-B1AB-43AB-ACE3-11A71DA1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EE Stream | 1BCEDE103/203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4F9DAC-1FC2-4D3A-890D-C921E69E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3/9</a:t>
            </a:r>
          </a:p>
        </p:txBody>
      </p:sp>
    </p:spTree>
    <p:extLst>
      <p:ext uri="{BB962C8B-B14F-4D97-AF65-F5344CB8AC3E}">
        <p14:creationId xmlns:p14="http://schemas.microsoft.com/office/powerpoint/2010/main" val="9151889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4BE5F3-75D8-4B09-B22D-4A1CBC64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CCB0F-CD9D-4EC5-AB29-E171B41F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F2D35D-5FA6-4FEE-B65F-45D52002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566B73-D844-4A7F-99FA-3F000385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Orthographic Projection of Solids: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Orthographic projection of right regular solids (Resting on HP only and inclined to both the planes);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Cylinders &amp; Cones.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Number of Hours: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D39069-9990-4867-825A-9B6D09E8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D7E7C-1465-4AB7-9B78-2DC8AE5B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75BF49-6A71-4812-A5C9-4A9198DE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Orthographic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E30763-B5EC-4568-96E0-DBA49A58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7D449F-F64B-4C85-9491-1696BBA0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Projection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609BD7-42BB-4B93-93D9-74E90D46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20BA81-57A8-499B-8B6D-51C47AFB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Solids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BBEC62-841C-48C5-94E3-A076C090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5F6D5A-62F4-47EA-B9FE-668A9059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right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05ABA0-8A10-4785-BA7F-61E05DF1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0AC48A-5381-415D-A6B9-80834AB7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regular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2C9810-E9A4-4756-8F49-BAD2E046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12F632-5670-428C-9B38-205A129B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EE Stream | 1BCEDE103/203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27142E-5D2E-41D5-AE98-15119043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4/9</a:t>
            </a:r>
          </a:p>
        </p:txBody>
      </p:sp>
    </p:spTree>
    <p:extLst>
      <p:ext uri="{BB962C8B-B14F-4D97-AF65-F5344CB8AC3E}">
        <p14:creationId xmlns:p14="http://schemas.microsoft.com/office/powerpoint/2010/main" val="6984070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68A988-377C-48B8-B798-35A805D4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CEA02-0047-44AD-BA0F-F7125ECD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74FAA-2B94-478E-ABEC-4C624E43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5CDCBA-1B8D-45F8-8F43-272BF92C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7E194-4128-4CE3-A7CA-D516B91D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C5F13-6A32-4153-A16E-DA7CD811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FE1A8-8C3F-4723-9D09-E21DA150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C4F41D-FF42-43A4-9F36-60D66956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9C02B-D533-4FD8-B3E5-334D3F1D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8F2EF9-4EEF-45C1-8F5E-D66F0B83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70534E-BE22-47D6-8185-33377475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D1597B-ABDF-4766-A8C5-185CEC92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0BD0A0-A978-48FE-BCC1-2066DEB6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7E0BBA-E8C5-4996-8AEB-D40F9736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EE Stream | 1BCEDE103/203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EFBDB4-0428-4B8D-8BA0-91B70B17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5/9</a:t>
            </a:r>
          </a:p>
        </p:txBody>
      </p:sp>
    </p:spTree>
    <p:extLst>
      <p:ext uri="{BB962C8B-B14F-4D97-AF65-F5344CB8AC3E}">
        <p14:creationId xmlns:p14="http://schemas.microsoft.com/office/powerpoint/2010/main" val="4546347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A53C76-BC58-408E-8C40-09C39419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47EC3-95BB-4260-860F-7AEA8A59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0EFD0-565E-495D-98AD-5BFFBCD3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7972F4-74A1-43D4-B2AF-EE6F9E70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DC660E-8BC6-4E6B-9A55-E53BC5CF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Orthographic Projection of Solids: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D2763D-B518-418A-82CC-592D1655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Orthographic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26FD6A-BCCB-4A3F-97D4-1339309F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BF5539-CD53-4B16-BFCB-25336D92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EE Stream | 1BCEDE103/203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3685F4-E386-4619-941D-7449CEBB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6/9</a:t>
            </a:r>
          </a:p>
        </p:txBody>
      </p:sp>
    </p:spTree>
    <p:extLst>
      <p:ext uri="{BB962C8B-B14F-4D97-AF65-F5344CB8AC3E}">
        <p14:creationId xmlns:p14="http://schemas.microsoft.com/office/powerpoint/2010/main" val="17416623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56EAF8-D802-4213-A5FB-8A7ADD63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1500B2-D7A0-4CBB-BD64-3DAE8107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5E493-4A3F-40CA-9A08-74BF0019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CFA4F-6EF0-44DA-AC16-33D75A20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435E4A-CD42-44DC-974E-3DEB41E7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Use the concept in engineering analysis.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Relate the method to design, measurement, communication, or decision-making.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095BB4-E228-48A4-B739-8EFFF737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CE229A-62CF-4B6C-8176-097E9834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E0A739-88E7-40D7-9698-6BBCEBAB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EE Stream | 1BCEDE103/203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90AC45-2070-4E9F-95E6-524EEA11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7/9</a:t>
            </a:r>
          </a:p>
        </p:txBody>
      </p:sp>
    </p:spTree>
    <p:extLst>
      <p:ext uri="{BB962C8B-B14F-4D97-AF65-F5344CB8AC3E}">
        <p14:creationId xmlns:p14="http://schemas.microsoft.com/office/powerpoint/2010/main" val="11533374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BFA8C4-0BAE-4266-9943-DF97C916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19BCA-12DC-49F2-9F0C-31D2F727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D4D6B1-9DD9-42C5-9ECC-0EFDD5FB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129F0-0ABB-4271-BEAD-4D20476F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4065A-E2EC-4E88-BC8D-E32C7A7F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DF7E0B-D0EA-42D2-A866-AC521712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B62DA-DD9D-478B-9D51-FF851B1F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Orthographic Projection of Solids: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0F80FE-97ED-4C2A-BC01-43CC0664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7000F0-4615-473C-9E72-D77F8F92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9306F3-B544-43E6-927F-21AE5861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Orthographic projection of right regular solids (Resting on HP only and inclined to both the pl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A0B21C-298D-45AC-9B96-B62891C8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AE6DE5-CADB-4F26-B8DA-9A8F2961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9113AF-0DDC-4D1E-AE01-0E9E4673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Cylinders &amp; Cones.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67C998-85A6-4D4C-9068-6F941644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24A1BB-F06A-4576-919E-EB3388B4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1313AF-D4FC-46AB-932E-33707E28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Number of Hours: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65887D-DB34-489D-8C36-340C2E75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92F1C3-78CC-4C4B-8077-42DF1A84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740927-BC02-4933-AC83-0C8DA857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EE Stream | 1BCEDE103/203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547FA-1075-4A6C-B275-9176860B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8/9</a:t>
            </a:r>
          </a:p>
        </p:txBody>
      </p:sp>
    </p:spTree>
    <p:extLst>
      <p:ext uri="{BB962C8B-B14F-4D97-AF65-F5344CB8AC3E}">
        <p14:creationId xmlns:p14="http://schemas.microsoft.com/office/powerpoint/2010/main" val="4393316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6A01D3-5564-484A-9FA0-2AAC7A16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93CCE-D9AA-408D-9DA3-A7568825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C693C-6CE0-480B-8CC3-EE71BF80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E87AD-5CBE-45C3-8A12-BE0053CA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Orthographic, Projection, Solids, right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7B2E77-5F7B-43A5-BE6C-5F032667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27230-55C9-488C-B1CA-3D6A9D44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A8D7F7-7D7F-42D9-8849-EEBC006B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EE Stream | 1BCEDE103/203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BE528F-FDB7-4663-8A8B-20DF10A8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9/9</a:t>
            </a:r>
          </a:p>
        </p:txBody>
      </p:sp>
    </p:spTree>
    <p:extLst>
      <p:ext uri="{BB962C8B-B14F-4D97-AF65-F5344CB8AC3E}">
        <p14:creationId xmlns:p14="http://schemas.microsoft.com/office/powerpoint/2010/main" val="3270337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2026-08-24T06:38:41.8020000Z</dcterms:created>
  <dcterms:modified xsi:type="dcterms:W3CDTF">2026-08-24T06:38:41.8020000Z</dcterms:modified>
</coreProperties>
</file>