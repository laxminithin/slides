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b53db56a9b4c13" /><Relationship Type="http://schemas.openxmlformats.org/officeDocument/2006/relationships/extended-properties" Target="/docProps/app.xml" Id="R2423a0c07f314ac0" /><Relationship Type="http://schemas.openxmlformats.org/officeDocument/2006/relationships/officeDocument" Target="/ppt/presentation.xml" Id="R9e5695bfbf2241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46a43e5044e9c"/>
  </p:sldMasterIdLst>
  <p:notesMasterIdLst>
    <p:notesMasterId xmlns:r="http://schemas.openxmlformats.org/officeDocument/2006/relationships" r:id="R87f8d2a033824a22"/>
  </p:notesMasterIdLst>
  <p:sldIdLst>
    <p:sldId xmlns:r="http://schemas.openxmlformats.org/officeDocument/2006/relationships" id="256" r:id="R9bf22a1d190a4221"/>
    <p:sldId xmlns:r="http://schemas.openxmlformats.org/officeDocument/2006/relationships" id="257" r:id="R8254d8881ad943cc"/>
    <p:sldId xmlns:r="http://schemas.openxmlformats.org/officeDocument/2006/relationships" id="258" r:id="R6062d597bd7549db"/>
    <p:sldId xmlns:r="http://schemas.openxmlformats.org/officeDocument/2006/relationships" id="259" r:id="Rcac99a99b3ac4195"/>
    <p:sldId xmlns:r="http://schemas.openxmlformats.org/officeDocument/2006/relationships" id="260" r:id="R85baeba0de01467d"/>
    <p:sldId xmlns:r="http://schemas.openxmlformats.org/officeDocument/2006/relationships" id="261" r:id="R060c0a9cf3ac4512"/>
    <p:sldId xmlns:r="http://schemas.openxmlformats.org/officeDocument/2006/relationships" id="262" r:id="R0916aa88bab34a4e"/>
    <p:sldId xmlns:r="http://schemas.openxmlformats.org/officeDocument/2006/relationships" id="263" r:id="R479d4f2db5084c3a"/>
    <p:sldId xmlns:r="http://schemas.openxmlformats.org/officeDocument/2006/relationships" id="264" r:id="Rf186d314b7fe44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4263fe2134a8b" /><Relationship Type="http://schemas.openxmlformats.org/officeDocument/2006/relationships/slideMaster" Target="/ppt/slideMasters/slideMaster1.xml" Id="R4b146a43e5044e9c" /><Relationship Type="http://schemas.openxmlformats.org/officeDocument/2006/relationships/notesMaster" Target="/ppt/notesMasters/notesMaster1.xml" Id="R87f8d2a033824a22" /><Relationship Type="http://schemas.openxmlformats.org/officeDocument/2006/relationships/presProps" Target="/ppt/presProps.xml" Id="R161e6d0d70f44e51" /><Relationship Type="http://schemas.openxmlformats.org/officeDocument/2006/relationships/tableStyles" Target="/ppt/tableStyles.xml" Id="Rc4f868fad1d7469a" /><Relationship Type="http://schemas.openxmlformats.org/officeDocument/2006/relationships/slide" Target="/ppt/slides/slide1.xml" Id="R9bf22a1d190a4221" /><Relationship Type="http://schemas.openxmlformats.org/officeDocument/2006/relationships/slide" Target="/ppt/slides/slide2.xml" Id="R8254d8881ad943cc" /><Relationship Type="http://schemas.openxmlformats.org/officeDocument/2006/relationships/slide" Target="/ppt/slides/slide3.xml" Id="R6062d597bd7549db" /><Relationship Type="http://schemas.openxmlformats.org/officeDocument/2006/relationships/slide" Target="/ppt/slides/slide4.xml" Id="Rcac99a99b3ac4195" /><Relationship Type="http://schemas.openxmlformats.org/officeDocument/2006/relationships/slide" Target="/ppt/slides/slide5.xml" Id="R85baeba0de01467d" /><Relationship Type="http://schemas.openxmlformats.org/officeDocument/2006/relationships/slide" Target="/ppt/slides/slide6.xml" Id="R060c0a9cf3ac4512" /><Relationship Type="http://schemas.openxmlformats.org/officeDocument/2006/relationships/slide" Target="/ppt/slides/slide7.xml" Id="R0916aa88bab34a4e" /><Relationship Type="http://schemas.openxmlformats.org/officeDocument/2006/relationships/slide" Target="/ppt/slides/slide8.xml" Id="R479d4f2db5084c3a" /><Relationship Type="http://schemas.openxmlformats.org/officeDocument/2006/relationships/slide" Target="/ppt/slides/slide9.xml" Id="Rf186d314b7fe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e064ec179244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9a04b22fe4f85" /><Relationship Type="http://schemas.openxmlformats.org/officeDocument/2006/relationships/notesMaster" Target="/ppt/notesMasters/notesMaster1.xml" Id="R5d824ff75085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5adf5b4612404a" /><Relationship Type="http://schemas.openxmlformats.org/officeDocument/2006/relationships/notesMaster" Target="/ppt/notesMasters/notesMaster1.xml" Id="R25d1b8c1efaa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e1f048c2ce4d3c" /><Relationship Type="http://schemas.openxmlformats.org/officeDocument/2006/relationships/notesMaster" Target="/ppt/notesMasters/notesMaster1.xml" Id="Rcd708008b69a4d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37910e51714a40" /><Relationship Type="http://schemas.openxmlformats.org/officeDocument/2006/relationships/notesMaster" Target="/ppt/notesMasters/notesMaster1.xml" Id="Ra8183d25fbc74a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4d60d0ebc4288" /><Relationship Type="http://schemas.openxmlformats.org/officeDocument/2006/relationships/notesMaster" Target="/ppt/notesMasters/notesMaster1.xml" Id="Rdad7e13f1fc241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041fa515a24fdc" /><Relationship Type="http://schemas.openxmlformats.org/officeDocument/2006/relationships/notesMaster" Target="/ppt/notesMasters/notesMaster1.xml" Id="Rad285d5e752d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b1bf34a5524a92" /><Relationship Type="http://schemas.openxmlformats.org/officeDocument/2006/relationships/notesMaster" Target="/ppt/notesMasters/notesMaster1.xml" Id="Rf1d01ce833144b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06c900d5e24138" /><Relationship Type="http://schemas.openxmlformats.org/officeDocument/2006/relationships/notesMaster" Target="/ppt/notesMasters/notesMaster1.xml" Id="Rcf69e3b8fbee4a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9534d0a63f4aec" /><Relationship Type="http://schemas.openxmlformats.org/officeDocument/2006/relationships/notesMaster" Target="/ppt/notesMasters/notesMaster1.xml" Id="R2a8198c71f83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32774495c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1ea44de52c4aeb" /><Relationship Type="http://schemas.openxmlformats.org/officeDocument/2006/relationships/slideLayout" Target="/ppt/slideLayouts/slideLayout1.xml" Id="R8ec87bc4ce5b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c87bc4ce5b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9022ee6fe4053" /><Relationship Type="http://schemas.openxmlformats.org/officeDocument/2006/relationships/notesSlide" Target="/ppt/notesSlides/notesSlide1.xml" Id="R5af3423278ae43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ea5d362024bcb" /><Relationship Type="http://schemas.openxmlformats.org/officeDocument/2006/relationships/notesSlide" Target="/ppt/notesSlides/notesSlide2.xml" Id="Rc8d520e25b3c45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1f80c3f084de1" /><Relationship Type="http://schemas.openxmlformats.org/officeDocument/2006/relationships/notesSlide" Target="/ppt/notesSlides/notesSlide3.xml" Id="Rf45212008d39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21a4fcb2c4c01" /><Relationship Type="http://schemas.openxmlformats.org/officeDocument/2006/relationships/notesSlide" Target="/ppt/notesSlides/notesSlide4.xml" Id="Rfc396b1ce6c8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a86527963444e" /><Relationship Type="http://schemas.openxmlformats.org/officeDocument/2006/relationships/notesSlide" Target="/ppt/notesSlides/notesSlide5.xml" Id="Rfeb838e1393a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ea2f4aedc471f" /><Relationship Type="http://schemas.openxmlformats.org/officeDocument/2006/relationships/notesSlide" Target="/ppt/notesSlides/notesSlide6.xml" Id="Racb3b0440f2e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3301e8ac24250" /><Relationship Type="http://schemas.openxmlformats.org/officeDocument/2006/relationships/notesSlide" Target="/ppt/notesSlides/notesSlide7.xml" Id="R71fd5701d2aa45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f646098484406" /><Relationship Type="http://schemas.openxmlformats.org/officeDocument/2006/relationships/notesSlide" Target="/ppt/notesSlides/notesSlide8.xml" Id="Rcf17d4d7749847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7e89ceec842c7" /><Relationship Type="http://schemas.openxmlformats.org/officeDocument/2006/relationships/notesSlide" Target="/ppt/notesSlides/notesSlide9.xml" Id="R4888ed3e503344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1F244-605E-4FA9-A224-E0D91008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D6C6-2C04-4E02-A37D-0228420B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F849C-BD6A-4803-84F5-F8104DF1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05EE1-17EF-4BE2-8723-6C2A5E78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1414B-CAC7-4EDF-835A-460BDF8D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8A80-CE02-48FB-9AD3-707F17F0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FC8E2-17E1-425F-A431-6DD0467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D505E-B06F-46B4-9A3B-B1EA673C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05E06-3CE1-4DEF-8A22-9D509CB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BAC84-D8BE-4944-BAD7-69F78807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9C5BA-2C31-4176-88B1-02AD5C42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F4ED3-3015-4D2A-9E5D-9F436813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18C31-B15C-4AD1-8AC8-3FBA509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CE9D7-4704-4F67-95C8-1060B45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97440-EC8B-4BAE-80F6-27B999AE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25984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96F23-8CA9-491A-86F1-DBCB23D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7453A-32BA-4A20-A3BB-251C2E9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04353-DD1A-4375-AC3A-C3D9ABF2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79E38-28AC-47F4-800D-61D283B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39B4C-078E-43E0-8E33-17E4666B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32AD-54B6-42A0-8D99-B460D06F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6D8E0-15D7-40FA-948D-77CDB7C8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DFEB9-7C25-4D7D-81F0-08AB6D3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67E12-43DE-4F8B-815E-4DD7FE9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6F686-1D31-4BA9-9C5F-CF9B699A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183BE-9F3E-4E10-A3EC-0A856526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A7C13-BE7F-4BDF-9FE6-5C1FCA26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0BA6A-E281-471A-B6B4-C3340B1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E1926-3649-44C6-9D47-311A048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66FD9-1E8B-4B22-962F-2CF71735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030448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6FFAC-8230-43B7-8B14-9A0BF10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F0BFB-932B-48CA-87CF-9A85273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4EA16-DB56-4F1E-8DA2-3FB64363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F7C63-7678-4615-A273-A37DBB8D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67706-EA25-4297-8F00-176BAF27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A1701-C8DB-4725-9BF4-B0C57DC4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8CA50-D9C9-4313-A59A-8D7A557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84187-F89A-4145-A772-6C4F7A0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BE04D-8139-42A0-82FC-39A5DFCF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hexahedron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CF1A-D6F0-46C9-B592-21D8AB5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combination of two simple solids, step block.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B0ADF-272B-48A8-95F8-C449B83B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2FC66-598F-42D3-A2FB-A7233D35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724182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7CCEF-9876-4564-A9C4-9881A0B5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96681-29C2-4B26-A957-515321D7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6261C-6917-436E-9161-1CCAB095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44BA0-4638-4D09-BE56-80224887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combination of two simple solids, step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51CB1-D6B1-424C-8185-AD6CFBD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87E0E-B67F-484F-9AF3-6089C786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3CCE0-24B8-4138-AA3E-5469467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A8131-B12A-4994-B950-B814E55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B0566-0CF7-48D7-9D06-7B698A6E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6B0E3-5DF0-40CB-9EED-B8502FB7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47F3A-D1C4-40FA-90AF-A995836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79203-32C1-43FA-A400-913BEA4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00D1-DA31-4C1A-BEA5-791A53D0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973D4-D164-4DA6-B1B5-4D802728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659A5-306E-4CFD-9C96-6330C414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0D5EC-BF7A-4D55-BD24-379C9BC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61F6B-2DE1-4926-AE18-143529A8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E55D2-D884-44E3-A966-4C3E5CA1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65641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6A124-A857-45E4-B07A-84EE4E95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23B94-1333-4C2D-AFEE-06FCC61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89310-1AC4-44BF-B93A-C8DC50A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06E15-4213-4C5D-BFF9-713C98A3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4550C-6893-4CD6-B7A9-EEBE9BCD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44336-508F-4152-8D53-8E87559B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5A765-BD93-47E5-A258-5FC6D687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9EA32-7CD1-4C1B-A6EA-3303DD0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6CE18-A7B3-413F-A616-9ABE59F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2B655-6361-4E52-B68F-C1C207A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4D859-6FE2-4C00-B1FE-98A659BE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4917B-D5FB-4C05-9254-A5ADD94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2B837-087D-4991-B71D-C0C9AC72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DE22F-870C-4961-8906-880F4FF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D11E0-6621-479F-9595-E05EDF0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822387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F6590-9B37-4596-92A5-ED4517A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A33F4-7D4F-477C-A92D-C14C17E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E2118-0BAA-47D6-A3DD-CBED5492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6F10C-BE07-47C4-8546-1DDBF7B2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81B6A-E86B-49B1-B53A-F38BDF01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99DD3-DDB9-4398-B26A-28A1337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Isometric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18ADB-7670-4F2B-9020-4EDEBE2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927BC-815E-44EC-85C2-480F1A0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95F73-C7A4-4F86-B2B6-F32F5A47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32907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380DE-CB44-4E8F-B1AE-DD0750B9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18692-6037-4F3D-B7A9-358E0908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3D8BB-9734-4C03-BC2F-F8E7193D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CDC40-681C-43DD-9CD8-E08AB9D7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24C7-A4A1-4A67-88AD-07FD69DC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7A00-0991-47F1-A7DA-1E997AD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0712-2874-4493-B44C-D1280D9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C0F47-8BB5-433F-A808-F87EE30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2D884-A13E-4AEF-A25F-14885CD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953141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5C94D-A0A5-41BD-B8FE-308EE3D8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AE26B-5CCA-4A92-97F1-D997666D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CBBCA-66BF-4755-9F97-C1EA674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B11B2-D77E-4B99-9183-117F1EB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DF909-B292-448F-983D-342EA0FC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81CCA-FBC4-4E9C-B975-B87A0BF8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DC1A2-1AA6-4075-8A1A-A8EF39A3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DC1C8-11CB-4CEC-A369-A05FB4D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DF289-1565-4EC3-B8CD-356DBAB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E9B2A-5E87-4DCD-8F16-C1CCB16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Isometric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429BD-505D-44F6-9F29-7BF111DC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BF723-F581-4F95-B079-5647171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C828D-0D52-4AE1-8F18-328D9B9A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projections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8360C-CB84-488C-A40A-4D58909F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DD8BB-AF83-4739-AA8A-8D681F1B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49797-E8CF-4F12-9AF9-D80D856A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8D359-2822-48FF-8C5B-8F6B833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7A307-90F8-4D30-9CDA-D3D1C85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BDE4F-C669-45DE-B2CE-F0FACD50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hexahedron (cube), right regular prisms, pyramids, cylinders, cones and spher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4E38F-D617-486E-A364-4B91C74E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12BE8-C46D-419A-BD5D-B03ACF7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5D824-B409-4E03-87FC-99726F23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combination of two simple solids, step block.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8ABA8-00F6-4CB8-9250-4DD7085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A0E0E-1D79-4D23-B295-F962094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A9A98-8652-4B2B-AD6C-AC95945E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Conversion of simple isometric drawings into orthographic views: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0F175-FA7E-4DCA-94AC-3558AAD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1A844-FD86-4656-B713-4E16D2D8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B5990D-5092-4E62-831E-7A7D793A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550F4-2556-4FCB-9E20-C45977B7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54819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4BAE1-B6D8-4501-AC0F-42A0A12F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FE9AC-376A-428B-9D47-776C539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3B4E7-36CB-405B-9FFF-DF0AC29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7C43-77AB-48F9-900E-C835A70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Isometric, Views, projections, scale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ADD8C-9206-418E-B45F-1C3FC9BF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B1881-4971-4971-9E1E-47C1373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0B280-376E-42D6-A9EA-6D830978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2897C-7087-4840-8973-B8C62DB4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48142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2026-08-24T06:38:41.9340000Z</dcterms:created>
  <dcterms:modified xsi:type="dcterms:W3CDTF">2026-08-24T06:38:41.9340000Z</dcterms:modified>
</coreProperties>
</file>