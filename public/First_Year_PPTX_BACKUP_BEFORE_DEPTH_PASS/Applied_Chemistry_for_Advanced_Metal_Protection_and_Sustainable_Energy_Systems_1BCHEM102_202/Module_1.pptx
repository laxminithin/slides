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2721c65dd74a51" /><Relationship Type="http://schemas.openxmlformats.org/officeDocument/2006/relationships/extended-properties" Target="/docProps/app.xml" Id="R85c0415fad244120" /><Relationship Type="http://schemas.openxmlformats.org/officeDocument/2006/relationships/officeDocument" Target="/ppt/presentation.xml" Id="Rdd0987999b8540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83156f88294318"/>
  </p:sldMasterIdLst>
  <p:notesMasterIdLst>
    <p:notesMasterId xmlns:r="http://schemas.openxmlformats.org/officeDocument/2006/relationships" r:id="R6944e60c1c49484a"/>
  </p:notesMasterIdLst>
  <p:sldIdLst>
    <p:sldId xmlns:r="http://schemas.openxmlformats.org/officeDocument/2006/relationships" id="256" r:id="R020b98b40cf8454c"/>
    <p:sldId xmlns:r="http://schemas.openxmlformats.org/officeDocument/2006/relationships" id="257" r:id="Rcc30e27af4eb4256"/>
    <p:sldId xmlns:r="http://schemas.openxmlformats.org/officeDocument/2006/relationships" id="258" r:id="R7816c470039d4e66"/>
    <p:sldId xmlns:r="http://schemas.openxmlformats.org/officeDocument/2006/relationships" id="259" r:id="Rd6a92f961c7f4660"/>
    <p:sldId xmlns:r="http://schemas.openxmlformats.org/officeDocument/2006/relationships" id="260" r:id="R3990889904ef47f4"/>
    <p:sldId xmlns:r="http://schemas.openxmlformats.org/officeDocument/2006/relationships" id="261" r:id="Rc2084b2840f7450a"/>
    <p:sldId xmlns:r="http://schemas.openxmlformats.org/officeDocument/2006/relationships" id="262" r:id="R49015c659c874e00"/>
    <p:sldId xmlns:r="http://schemas.openxmlformats.org/officeDocument/2006/relationships" id="263" r:id="R54611a01db3c4513"/>
    <p:sldId xmlns:r="http://schemas.openxmlformats.org/officeDocument/2006/relationships" id="264" r:id="R67588473170c4f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e47f729224a53" /><Relationship Type="http://schemas.openxmlformats.org/officeDocument/2006/relationships/slideMaster" Target="/ppt/slideMasters/slideMaster1.xml" Id="Rbd83156f88294318" /><Relationship Type="http://schemas.openxmlformats.org/officeDocument/2006/relationships/notesMaster" Target="/ppt/notesMasters/notesMaster1.xml" Id="R6944e60c1c49484a" /><Relationship Type="http://schemas.openxmlformats.org/officeDocument/2006/relationships/presProps" Target="/ppt/presProps.xml" Id="Rd142df0d758a4a9b" /><Relationship Type="http://schemas.openxmlformats.org/officeDocument/2006/relationships/tableStyles" Target="/ppt/tableStyles.xml" Id="R8a8fbd43b9e74641" /><Relationship Type="http://schemas.openxmlformats.org/officeDocument/2006/relationships/slide" Target="/ppt/slides/slide1.xml" Id="R020b98b40cf8454c" /><Relationship Type="http://schemas.openxmlformats.org/officeDocument/2006/relationships/slide" Target="/ppt/slides/slide2.xml" Id="Rcc30e27af4eb4256" /><Relationship Type="http://schemas.openxmlformats.org/officeDocument/2006/relationships/slide" Target="/ppt/slides/slide3.xml" Id="R7816c470039d4e66" /><Relationship Type="http://schemas.openxmlformats.org/officeDocument/2006/relationships/slide" Target="/ppt/slides/slide4.xml" Id="Rd6a92f961c7f4660" /><Relationship Type="http://schemas.openxmlformats.org/officeDocument/2006/relationships/slide" Target="/ppt/slides/slide5.xml" Id="R3990889904ef47f4" /><Relationship Type="http://schemas.openxmlformats.org/officeDocument/2006/relationships/slide" Target="/ppt/slides/slide6.xml" Id="Rc2084b2840f7450a" /><Relationship Type="http://schemas.openxmlformats.org/officeDocument/2006/relationships/slide" Target="/ppt/slides/slide7.xml" Id="R49015c659c874e00" /><Relationship Type="http://schemas.openxmlformats.org/officeDocument/2006/relationships/slide" Target="/ppt/slides/slide8.xml" Id="R54611a01db3c4513" /><Relationship Type="http://schemas.openxmlformats.org/officeDocument/2006/relationships/slide" Target="/ppt/slides/slide9.xml" Id="R67588473170c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0bab653531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9354ceb7ec42a4" /><Relationship Type="http://schemas.openxmlformats.org/officeDocument/2006/relationships/notesMaster" Target="/ppt/notesMasters/notesMaster1.xml" Id="Rf9405e2a35ca4c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e8cd3d741f4882" /><Relationship Type="http://schemas.openxmlformats.org/officeDocument/2006/relationships/notesMaster" Target="/ppt/notesMasters/notesMaster1.xml" Id="R9b3822bd20f741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1ee93bfd514571" /><Relationship Type="http://schemas.openxmlformats.org/officeDocument/2006/relationships/notesMaster" Target="/ppt/notesMasters/notesMaster1.xml" Id="Rfae57df085884f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52538557bd4314" /><Relationship Type="http://schemas.openxmlformats.org/officeDocument/2006/relationships/notesMaster" Target="/ppt/notesMasters/notesMaster1.xml" Id="R185deaca93274b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895f0f705345d9" /><Relationship Type="http://schemas.openxmlformats.org/officeDocument/2006/relationships/notesMaster" Target="/ppt/notesMasters/notesMaster1.xml" Id="Ra6cf426cbdbd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3d6adb287842fe" /><Relationship Type="http://schemas.openxmlformats.org/officeDocument/2006/relationships/notesMaster" Target="/ppt/notesMasters/notesMaster1.xml" Id="Ra01df39a1e1f40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5aff301a744fd6" /><Relationship Type="http://schemas.openxmlformats.org/officeDocument/2006/relationships/notesMaster" Target="/ppt/notesMasters/notesMaster1.xml" Id="R28d8724cdeea46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13bc2cdcc241e0" /><Relationship Type="http://schemas.openxmlformats.org/officeDocument/2006/relationships/notesMaster" Target="/ppt/notesMasters/notesMaster1.xml" Id="Rd96fe637929b45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b49989a3274f60" /><Relationship Type="http://schemas.openxmlformats.org/officeDocument/2006/relationships/notesMaster" Target="/ppt/notesMasters/notesMaster1.xml" Id="R2098e8f4a7b548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ff7813da442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0af64f4744923" /><Relationship Type="http://schemas.openxmlformats.org/officeDocument/2006/relationships/slideLayout" Target="/ppt/slideLayouts/slideLayout1.xml" Id="R63efd5354d614e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efd5354d614e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322d2937243c2" /><Relationship Type="http://schemas.openxmlformats.org/officeDocument/2006/relationships/notesSlide" Target="/ppt/notesSlides/notesSlide1.xml" Id="R1215d0b32cf349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427eca561422e" /><Relationship Type="http://schemas.openxmlformats.org/officeDocument/2006/relationships/notesSlide" Target="/ppt/notesSlides/notesSlide2.xml" Id="R7b2016402e154a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cd7a3ce84823" /><Relationship Type="http://schemas.openxmlformats.org/officeDocument/2006/relationships/notesSlide" Target="/ppt/notesSlides/notesSlide3.xml" Id="R7143a35e1cfd46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3adf267544c79" /><Relationship Type="http://schemas.openxmlformats.org/officeDocument/2006/relationships/notesSlide" Target="/ppt/notesSlides/notesSlide4.xml" Id="R08cd9a8d572a46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f08d5036b4ed2" /><Relationship Type="http://schemas.openxmlformats.org/officeDocument/2006/relationships/notesSlide" Target="/ppt/notesSlides/notesSlide5.xml" Id="R2cd4e48a67bd43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1607c20764b13" /><Relationship Type="http://schemas.openxmlformats.org/officeDocument/2006/relationships/notesSlide" Target="/ppt/notesSlides/notesSlide6.xml" Id="Raa1c31814c4c4a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5e0700e70447b" /><Relationship Type="http://schemas.openxmlformats.org/officeDocument/2006/relationships/notesSlide" Target="/ppt/notesSlides/notesSlide7.xml" Id="Rc5a0d452286041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953a76ded44f7" /><Relationship Type="http://schemas.openxmlformats.org/officeDocument/2006/relationships/notesSlide" Target="/ppt/notesSlides/notesSlide8.xml" Id="R2a8133f3507443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2e62e3ff84e71" /><Relationship Type="http://schemas.openxmlformats.org/officeDocument/2006/relationships/notesSlide" Target="/ppt/notesSlides/notesSlide9.xml" Id="Rbcf713b384d148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450A4-1FF8-46E8-B7D0-DFE4926E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4615C-33A0-4F63-B4F5-03C4CA64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Corrosion Science and Coating Technologies Corrosion: Introduction, electrochemical theory of corrosion, types of corros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EBCDA-BB6E-4400-B763-137FE4B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3E5FB-12C3-4254-8538-DD55D8C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31455-B16C-4506-80DB-E96CD997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19605-5F2D-4607-941E-E6F8251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ACFC9-D57A-48B0-880E-7032D196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A0C95-A9C3-4EE2-B855-D7CC3849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A8E7F-D366-4D42-BD50-3454A61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1FC25-2E8C-4C5A-B2A4-0334C16F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67668-E4BC-44C5-B8BA-AE54F4C5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A4B2F-B74F-4A3F-BC46-3A97D5D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71ABB-18D9-4A63-85D3-A1BE1CB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FB9A1-49EA-4A65-8D6D-EA988296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F15A2-7848-4955-A014-25AC58CD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890179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B8E2C-EF54-4046-A2BD-31EBC110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1C7B4-4C48-4ED4-B9E1-2213EC2C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58F56-E721-4E81-B684-1CA126DC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9691E-2978-42F8-B2E9-29647A30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50EC9-4384-4D85-A897-0AFD7B6F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6A591-70B4-4E04-B567-C2D8023F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F34C1-3718-494F-B3C5-12D6992A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9921C-CDB5-47DD-BE31-87DE72AA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91850-CB92-41F1-9762-8771B68C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280AF-9D95-4BF3-94B5-FA8B77F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F451C-A35C-42E6-8BAF-F494FF8B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B9908-4325-48BD-92AD-6A027637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A218A-A80C-4E2B-8E3B-33B927E9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Corrosion Science and Coating Technologies Corrosion: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electrochemical theory of corrosion, types of corrosion -differential metal and differential aeration corrosion -waterline and pitting corrosion, corrosion control - metal coating;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galvanization, surface conversion coating;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anodization and cathodic protection;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sacrificial anode method, corrosion penetration rate (CPR) - Introduction and numerical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43472-BBBA-46A7-AABF-F5AFD63E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90531-C17B-4687-A269-96F9A9D2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913247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AF8EA-BEEF-4F41-B7BC-9BCF5023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FA48F-C4D1-4753-9D1F-4D56327C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8ADF9-0DC7-4F5A-9F9A-D534EC3F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68C28-2250-4A55-B5B6-2B5B78B4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Corrosion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EE8DE-765C-4E63-8DE3-0EE12C99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AF4A5-C0B1-4034-B396-7526BA71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Coating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97AD3-875E-4C5A-8986-B2156C2D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Technologies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1F28F-73EA-4165-896B-B082A2E9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electrochemical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A4C75-11C1-48A2-BD8E-78A2D65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8FB54-4D59-468B-BB78-8E055D26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Coating Technologies: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technological importance, electroplating - electroplating of chromium-decorative and hard c hromium, electro -less plating - electroless plating of Nickel, difference between electroplating and electroless plating.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6BDE7-8892-4041-A51F-372C5652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E4543-8490-48DC-BCD0-6AD40028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734445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4D48D-93F8-4934-B3CF-4565374A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9F273-482D-4D10-8933-78E14768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F02D1-0DD3-49F1-9665-64227A3F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A0BE0-3D91-4C20-B476-2834AD53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Corrosion Science and Coating Technologies Corrosion: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electrochemical theory of corrosion, types of corrosion -differential metal and differential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galvanization, surface conversion coating;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anodization and cathodic protection;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sacrificial anode method, corrosion penetration rate (CPR) - Introduction and numerical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Coating Technologies: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CBD8A-3C2B-4D5A-AC67-5C13A66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937D4-0630-493E-A8B1-7BF6C1B9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3A618-2153-439D-B49D-D8FE244B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BA727-1CED-4279-8880-BEECDD91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AC34B-D8B7-46EA-9E8B-8F37FF42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F8C38-94F5-4170-A631-972AF532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9D80C-A993-42FE-8BE1-4AFF4A3F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6F71D-0E6F-4F3A-8234-0270DE35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763F9-4B1D-4A80-BCAA-70A16C78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752C3-2F5B-4353-97C4-EBE2C7AC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FB1C4-5465-4935-B5E6-AB928E9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A3A15-2293-405D-9F6C-A101A196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1B5EA-24F0-4ACD-A15E-DA725DB9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725E6-1A8D-478E-9934-4F15F14A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647799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7CF52-A779-4113-B51D-E0D2A47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F2A0F-AC1D-4402-AAA5-3678EE98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4198E-1B0C-4F2D-BC3C-3F762655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CA341-D27A-4EA4-B054-869C7A39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2F4EC-6CB2-43A5-8C0D-E74920B4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E0D73-C977-4E21-B15F-00DEBFAB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4DE03-6918-40D2-87D3-13B34759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292F2-8FEF-4490-89B3-BB5D145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1FA7E-C707-4EDB-BF4A-3FAF4751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9B31D-B45A-4779-9305-7039D897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16DA0-850A-4607-991E-5B38969C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B7F9A-97FD-42E7-A7D8-16289A81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80A3A-2D0F-4D1B-A04E-F2A32921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2E7F7-64F2-42B1-BA1B-BE4C94F9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7781B-86B3-451A-BF0D-203C7590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883735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20BE8-104F-4C72-98E7-9CF01FE0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AD81A-DC93-4805-A30D-A98558E1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F60CF-0B0C-42FE-9B36-DC47BD6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1CFC0-0BBC-46BB-8F02-45D91837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1DE48-0A1A-4F14-B2BF-09E1A667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Corrosion Science and Coating Technologies Corrosion: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6D35C-8949-4DA1-97E9-21C1F1DF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Corrosion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B508D-32C2-40EB-B7EB-73208664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B5404-EB69-4822-8F20-E7C57DFB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40A1A-F01D-4BF5-A0B9-2BA995F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71432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87ACA-25AA-43F7-89FC-C4AED3D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B1832-BD0C-488D-A81F-3C233BFD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17140-F7CC-4DAF-AF0E-72DF5FE8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AF6C8-38ED-48E7-AEF4-43753D6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47009-9E6E-45B0-83CE-7804641B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technological importance, electroplating - electroplating of chromium-decorative and hard c hromium, electro -less plating - electroless plating of Nickel, difference between electroplating and electroless plating.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51E43-0E15-4F70-9544-746FEB58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0FDC4-5F44-4A40-AFA8-3702D4AE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E759E-2CAA-49F9-9CD2-E8A3006C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93A57-4A18-4431-978E-7567866B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503482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0BAF5-E18F-4EA3-8A92-FE760506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57711-9E57-46FE-B1A3-5FFE810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D163D-A859-4E9A-B7FC-C82E1C6E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129B2-64EA-4C73-9A13-8D9A7609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EE1BD-825D-4050-A880-DDE9493B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862C8-82E1-4D39-A78F-548FBE2E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E4874-C457-4170-B79B-4D0FBC67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Corrosion Science and Coating Technologies Corrosion: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2D0A7-7CB7-4101-9401-E0121FE1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A3BBB-3637-4864-895F-E857B01A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3604D-6341-4518-AACF-179F579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electrochemical theory of corrosion, types of corrosion -differential metal and 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950B6-7983-49BA-B54E-5CB6EAEC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BF3A1-F5C2-4463-980E-60B5856A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4F1F9-2E47-4C38-A43D-20C308A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galvanization, surface conversion coating;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78173-ADD3-4387-B003-BC90EC96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128DA-1060-43A7-AD6C-C52606E7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C10CB-2F66-4A7F-8402-D18B5138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anodization and cathodic protection;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3A1A5-845A-496F-B56B-2C0D4A45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22D61-598A-438B-8254-358D3E5D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5023D-91A6-4CAA-9EFB-5992375A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sacrificial anode method, corrosion penetration rate (CPR) - Introduction and numerical 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B5B40-933F-4EA9-A9AA-483F37E8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E888B-8CC2-4B1E-B784-0B831235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88936-FDF3-476C-89FF-289CB5CD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Coating Technologies: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2AF14-C2BA-4E18-A146-B15D83FD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D34CA-58E2-45B3-865F-FECDFA2C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3F47F-718E-4C9F-A234-1B0964E8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technological importance, electroplating - electroplating of chromium-decorative 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D99E14-D103-4077-9ACD-54877776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46833-A65B-4464-94CA-972A797B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597B0-440A-468C-B864-16D9CBE8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CC9D0-C5C1-4576-87C2-18CC8BFB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14737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658DE-8AE5-499C-A954-1494E428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ABEB8-70AA-4948-8DC6-E49CABEB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27E80-630E-40AD-B82C-BDC7E64A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54EDB-BB01-4EF1-87B1-314C2D39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Corrosion, Science, Coating, Technologies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F46C7-D428-4F35-85B3-A9247A0E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999D0-B1F0-40C0-8B33-32923B13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EC0A3-7D1B-44E4-A69B-28F3C75F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688F7-2EAB-4C33-A981-11CC01CD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485623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2026-08-24T06:38:43.6640000Z</dcterms:created>
  <dcterms:modified xsi:type="dcterms:W3CDTF">2026-08-24T06:38:43.6640000Z</dcterms:modified>
</coreProperties>
</file>