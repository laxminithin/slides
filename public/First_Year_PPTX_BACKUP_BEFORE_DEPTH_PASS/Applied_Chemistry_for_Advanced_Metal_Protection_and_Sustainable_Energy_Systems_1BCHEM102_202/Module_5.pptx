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84e853218345dd" /><Relationship Type="http://schemas.openxmlformats.org/officeDocument/2006/relationships/extended-properties" Target="/docProps/app.xml" Id="R869062683e294536" /><Relationship Type="http://schemas.openxmlformats.org/officeDocument/2006/relationships/officeDocument" Target="/ppt/presentation.xml" Id="R11d57d7098dd49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aa537eda33451f"/>
  </p:sldMasterIdLst>
  <p:notesMasterIdLst>
    <p:notesMasterId xmlns:r="http://schemas.openxmlformats.org/officeDocument/2006/relationships" r:id="Re332fb1890bd4bd9"/>
  </p:notesMasterIdLst>
  <p:sldIdLst>
    <p:sldId xmlns:r="http://schemas.openxmlformats.org/officeDocument/2006/relationships" id="256" r:id="R42c5bf1ab3184107"/>
    <p:sldId xmlns:r="http://schemas.openxmlformats.org/officeDocument/2006/relationships" id="257" r:id="R1fc803bc761c4ae0"/>
    <p:sldId xmlns:r="http://schemas.openxmlformats.org/officeDocument/2006/relationships" id="258" r:id="R6b43253504494949"/>
    <p:sldId xmlns:r="http://schemas.openxmlformats.org/officeDocument/2006/relationships" id="259" r:id="Rfb344f66efbe4ae5"/>
    <p:sldId xmlns:r="http://schemas.openxmlformats.org/officeDocument/2006/relationships" id="260" r:id="Rcd37b85646964312"/>
    <p:sldId xmlns:r="http://schemas.openxmlformats.org/officeDocument/2006/relationships" id="261" r:id="R465bfd0d1b9946b2"/>
    <p:sldId xmlns:r="http://schemas.openxmlformats.org/officeDocument/2006/relationships" id="262" r:id="R0214fc7f03d4474a"/>
    <p:sldId xmlns:r="http://schemas.openxmlformats.org/officeDocument/2006/relationships" id="263" r:id="R872eeaec35924b5b"/>
    <p:sldId xmlns:r="http://schemas.openxmlformats.org/officeDocument/2006/relationships" id="264" r:id="Ra232644e35c141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d23f871104432d" /><Relationship Type="http://schemas.openxmlformats.org/officeDocument/2006/relationships/slideMaster" Target="/ppt/slideMasters/slideMaster1.xml" Id="R17aa537eda33451f" /><Relationship Type="http://schemas.openxmlformats.org/officeDocument/2006/relationships/notesMaster" Target="/ppt/notesMasters/notesMaster1.xml" Id="Re332fb1890bd4bd9" /><Relationship Type="http://schemas.openxmlformats.org/officeDocument/2006/relationships/presProps" Target="/ppt/presProps.xml" Id="R0a1736f7642a48b8" /><Relationship Type="http://schemas.openxmlformats.org/officeDocument/2006/relationships/tableStyles" Target="/ppt/tableStyles.xml" Id="R8e8068ad4f314685" /><Relationship Type="http://schemas.openxmlformats.org/officeDocument/2006/relationships/slide" Target="/ppt/slides/slide1.xml" Id="R42c5bf1ab3184107" /><Relationship Type="http://schemas.openxmlformats.org/officeDocument/2006/relationships/slide" Target="/ppt/slides/slide2.xml" Id="R1fc803bc761c4ae0" /><Relationship Type="http://schemas.openxmlformats.org/officeDocument/2006/relationships/slide" Target="/ppt/slides/slide3.xml" Id="R6b43253504494949" /><Relationship Type="http://schemas.openxmlformats.org/officeDocument/2006/relationships/slide" Target="/ppt/slides/slide4.xml" Id="Rfb344f66efbe4ae5" /><Relationship Type="http://schemas.openxmlformats.org/officeDocument/2006/relationships/slide" Target="/ppt/slides/slide5.xml" Id="Rcd37b85646964312" /><Relationship Type="http://schemas.openxmlformats.org/officeDocument/2006/relationships/slide" Target="/ppt/slides/slide6.xml" Id="R465bfd0d1b9946b2" /><Relationship Type="http://schemas.openxmlformats.org/officeDocument/2006/relationships/slide" Target="/ppt/slides/slide7.xml" Id="R0214fc7f03d4474a" /><Relationship Type="http://schemas.openxmlformats.org/officeDocument/2006/relationships/slide" Target="/ppt/slides/slide8.xml" Id="R872eeaec35924b5b" /><Relationship Type="http://schemas.openxmlformats.org/officeDocument/2006/relationships/slide" Target="/ppt/slides/slide9.xml" Id="Ra232644e35c141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957f3a503946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3b8d47e3e54d4f" /><Relationship Type="http://schemas.openxmlformats.org/officeDocument/2006/relationships/notesMaster" Target="/ppt/notesMasters/notesMaster1.xml" Id="Re1fff965ae63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1f2e9acca348ee" /><Relationship Type="http://schemas.openxmlformats.org/officeDocument/2006/relationships/notesMaster" Target="/ppt/notesMasters/notesMaster1.xml" Id="R1a91a5fb3ec149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3265b92ed44c3c" /><Relationship Type="http://schemas.openxmlformats.org/officeDocument/2006/relationships/notesMaster" Target="/ppt/notesMasters/notesMaster1.xml" Id="Rea6a17f9f1a1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a8dabf820f493e" /><Relationship Type="http://schemas.openxmlformats.org/officeDocument/2006/relationships/notesMaster" Target="/ppt/notesMasters/notesMaster1.xml" Id="Rf6ad48c1fd4349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9b97c2a74c4c19" /><Relationship Type="http://schemas.openxmlformats.org/officeDocument/2006/relationships/notesMaster" Target="/ppt/notesMasters/notesMaster1.xml" Id="R56ff55c1dd4749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a1bdee59684738" /><Relationship Type="http://schemas.openxmlformats.org/officeDocument/2006/relationships/notesMaster" Target="/ppt/notesMasters/notesMaster1.xml" Id="R7bdcb428dc494c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49ecea77ec4580" /><Relationship Type="http://schemas.openxmlformats.org/officeDocument/2006/relationships/notesMaster" Target="/ppt/notesMasters/notesMaster1.xml" Id="R9be5068374cc47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8fb0b9e7de42ed" /><Relationship Type="http://schemas.openxmlformats.org/officeDocument/2006/relationships/notesMaster" Target="/ppt/notesMasters/notesMaster1.xml" Id="R9730ecbc16164b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90416d4a624390" /><Relationship Type="http://schemas.openxmlformats.org/officeDocument/2006/relationships/notesMaster" Target="/ppt/notesMasters/notesMaster1.xml" Id="Rd377844d8a02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bc09c5d7b445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64e86ae37748a7" /><Relationship Type="http://schemas.openxmlformats.org/officeDocument/2006/relationships/slideLayout" Target="/ppt/slideLayouts/slideLayout1.xml" Id="R7986eaeb49b445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6eaeb49b445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a2b125e994a00" /><Relationship Type="http://schemas.openxmlformats.org/officeDocument/2006/relationships/notesSlide" Target="/ppt/notesSlides/notesSlide1.xml" Id="R4a6d986f010f44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543e69c5b4fe4" /><Relationship Type="http://schemas.openxmlformats.org/officeDocument/2006/relationships/notesSlide" Target="/ppt/notesSlides/notesSlide2.xml" Id="Rfdd1d38a73394c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91317898f4d7b" /><Relationship Type="http://schemas.openxmlformats.org/officeDocument/2006/relationships/notesSlide" Target="/ppt/notesSlides/notesSlide3.xml" Id="R5ed14a2f04194f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4a27afdfa64822" /><Relationship Type="http://schemas.openxmlformats.org/officeDocument/2006/relationships/notesSlide" Target="/ppt/notesSlides/notesSlide4.xml" Id="Rb930512133d541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b48b0ea6304e12" /><Relationship Type="http://schemas.openxmlformats.org/officeDocument/2006/relationships/notesSlide" Target="/ppt/notesSlides/notesSlide5.xml" Id="Rc423c79b22cd44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324cdd398f4995" /><Relationship Type="http://schemas.openxmlformats.org/officeDocument/2006/relationships/notesSlide" Target="/ppt/notesSlides/notesSlide6.xml" Id="R6933b8e8a8d44e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4ca40503495b" /><Relationship Type="http://schemas.openxmlformats.org/officeDocument/2006/relationships/notesSlide" Target="/ppt/notesSlides/notesSlide7.xml" Id="R545fecb3b07247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24cdfc5948e2" /><Relationship Type="http://schemas.openxmlformats.org/officeDocument/2006/relationships/notesSlide" Target="/ppt/notesSlides/notesSlide8.xml" Id="R8c07c2bf83df4a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d204897e74115" /><Relationship Type="http://schemas.openxmlformats.org/officeDocument/2006/relationships/notesSlide" Target="/ppt/notesSlides/notesSlide9.xml" Id="R82cfa13f38fd42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0ED66-004C-4794-9354-FFCFA55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A83A7-2BEC-4B36-BA18-8E3345C1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Fluid Technology and Smart Sensors Lubricants: Introduction, classification, ideal properties and applications. Lubrican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032D8-88C4-4E51-8FB4-A07175C5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Advanced Metal Protection and Sustainable Energy Systems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B197C-FD6F-4C3D-B3A7-7291F338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CBCE7-A1F4-4B38-AE2C-AA55259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C9DD3-3D8F-47DB-9219-8E684EDE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C1B34E-C74F-483B-ABBC-98CBC3FB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1053F0-B21E-4EFB-81AB-E2A5E27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5F4B4-EC62-41D7-AA4C-E453A06A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C15DB-63B0-45D0-B668-98449D78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0E13C-BBD3-48C3-8700-3C468681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755D4-7688-43B5-94E3-E8C60676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2F380D-5F84-4E11-97E9-5D2A4FDC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18C64-6EBF-48BA-92AF-3A037DCC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4EE00-9405-4FDF-BE47-BF617C61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0682898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439FA-F381-41AF-A51C-6D9EEED2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51D8C-411E-4179-9692-663057A3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4AF7F-29C4-4E99-AB3D-8BD2E3E0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E7FE3-1718-4A67-BDC2-E0C05044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8FDEB-7C9B-43ED-927D-37D03FBD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B5B7E-E8F7-4FFF-BFB8-B3938EDE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DAA79-6BA8-46D3-80A1-74D2E4B6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E3C4A-7A91-4287-8DCC-E59A3B9D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046F7-B003-4F4B-A9BB-AD6967D7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05DB3-6D39-4F3E-A5F4-89B498F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6F115-6EC9-4A6B-8B12-F704BBB8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5E411-06FD-4664-B011-F77E183F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298B9-3FAE-4279-B521-7184BE70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Fluid Technology and Smart Sensors Lubricants: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classification, ideal properties and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Lubricant testing;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experimental determination of viscosity using Ostwald's viscometer.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Industrial Coolants: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663C6-E255-48BD-B8E9-031D21E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B46DC-31D9-4351-922A-EDF3CAF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9497245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CB403-1A8D-4AD3-8B11-CDBAB84C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D1A6B-95BE-4A11-BFAE-F7612205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E4C83-1F08-4A4B-85AE-9AB12921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0C0C7F-218B-4541-85B8-9C74F84E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Fluid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7BE89C-D9DC-40C7-B48B-1842328F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06860-C7BD-4BE3-9A31-76A20FDD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Smart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6A5A2-5022-4A34-AFC4-A6D34698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8C0B0-446A-4B99-A7AB-5C1F1DBA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Lubricants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09912-0589-413E-8E09-2CA718DC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82637-21A9-4A69-85FC-3FC7AB83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types - water and oil -based coolants , p roperties and industrial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Industrial effluents: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determination of COD and numerical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potentiometric sensor - principle and its application in the estimation of iron in steel industry effluent 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29CCD-363E-4EA4-9FA9-DC51430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3FDEF6-1031-4BCA-B3FD-B0D59380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2239550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E595A-29F4-4D58-AD35-84A78B4C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EC46C-6037-471A-92DB-C4998F66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0703E-DFE6-4872-9820-5EE6ADC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959ED-9806-435C-A2DC-158CBA8D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Fluid Technology and Smart Sensors Lubricants: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classification, ideal properties and applications.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Lubricant testing;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experimental determination of viscosity using Ostwald's viscometer.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Industrial Coolants: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types - water and oil -based coolants , p roperties and industrial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2B303-95E3-4A92-9C81-4D26F58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BD24F7-786E-4E32-9396-914B182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0C1C3-AC29-4ECE-B72B-E0107DE5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C778E8-1D11-4DF3-8F4D-8B8EC088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653F39-2C2D-46D3-8F3F-53AF8173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8B64AD-56D2-4281-AF73-27479619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859F4-222A-43E6-A61E-4B8D032D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4B356-C704-4EFB-BCED-8E0DE152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5C8FE-EF71-4A36-A23E-EE0F5753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27B7E-D2B6-4264-BEE0-834EC3F4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17D25-631A-4209-829B-A87216B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28853-7077-4803-9512-3CFAAFB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6BE94A-DE4C-4AC4-88FB-5EF3BBE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23469-CCBF-4301-B4E6-F1DD4CF9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7489109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AA732-EA63-4471-A7FB-C3274F3A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2F4F5-06C3-4A32-88D7-5F79992D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DF388-D2B8-4ADB-9FE4-CE132100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79273-8574-4967-A488-E2617280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28445-FAB9-4E16-938E-F156C9DC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E3AF9-8588-40FD-AE85-551147C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2CCC7-5886-497D-9EDC-EF4E71A3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1CC60-71C9-4C0D-80EF-F2C44BE0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FB0BF-CCD7-4E8C-8EF7-346DBB19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B66AA-7D93-4B95-A114-640E587D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ED018F-A66B-4E3E-AFF7-6DC77624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19A74-1628-4413-BAB2-803243F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04DF84-9845-4939-911E-880724EC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BDAB8B-DF37-4B9F-B12C-C77D6EB2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74ECB-AD5B-4D9D-968D-88A9BD71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245228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3BD21-08B9-4F4A-AF80-771B92F7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B9411-44C5-466F-80BC-C4143A50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0F8E1-D8E4-46C1-A121-ABFDF130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33E53-0C13-402F-9D11-8E61FB14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F9E34-6DC4-4ECC-B174-4C7878A4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Fluid Technology and Smart Sensors Lubricants: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34661-FCF3-4D1B-951A-B43B2210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Fluid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7CF4E-1236-4C2C-BA78-C9CBE739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DDA6B-A9C6-4C30-A06F-1F0FAC01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9F67A-5CBD-4A69-B038-78BA5AFB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2202741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E2892-E2F1-4BAB-AF10-BD01AB9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202FA-9132-409A-B05B-1D62675F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F5CD4-4DB2-4800-9E15-F20B8EA6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F8AFE-2F0B-40D8-A753-32186B8E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AA98-A2ED-4240-B12C-2670226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Industrial effluents: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determination of COD and numerical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potentiometric sensor - principle and its application in the estimation of iron in steel industry effluent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 onductometric sensor - principle and its application in the estimation of acid mixture in electrochemical bath effluent.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7C933-7C6E-4E68-B7DA-8C4ABAC2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17456-4C8C-437D-A518-FF1B62CF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B1C9E3-F37A-4ED1-BB24-053C0FAB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26976-B0C4-48B8-BBCF-B5DC2657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1595888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42F9E-3077-40FE-8811-B8E94C12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B4FD6-B66A-49CC-A862-643A242C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6B8F6-B4C0-426F-AC87-3466FB4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06D23-0D6F-49FD-94D8-6C427B3D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53F39-4EAB-4FDE-8282-591FB2DB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0F082-874E-4A01-9CA0-64344352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47EC5-8888-42FD-AC36-221EF485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Fluid Technology and Smart Sensors Lubricants: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8AD5B-C8F0-4238-98D2-C6A7EAA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3E845-5E46-4F3D-B307-96213E42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0310E-9186-4F72-A422-C493C657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classification, ideal properties and applications.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62D4F2-D4B0-4CEF-B6DE-5142010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91BA25-2294-4692-93B0-7A10AFEC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DE180-EAEE-4FC9-B58A-B26554FB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Lubricant testing;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D6607-CA3E-44EC-AA34-0583D4B4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C2003E-8730-4EEF-AA3B-B1DDC13A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508CD-0A82-4C00-90A7-3652A7FA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experimental determination of viscosity using Ostwald's viscometer.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ED9D2F-8146-46F8-99F4-B5F4ADE8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D5413-32FA-4CD0-972A-C999E285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0A836-F9AF-4741-A685-1F7D1B8B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Industrial Coolants: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01251-1A04-4ED0-922A-C0E9A69B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FE1603-ACCA-4F1E-8904-6CEF42EF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52155D-BC62-447C-8012-64DCAF91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types - water and oil -based coolants , p roperties and industrial applications.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D33CE-8BEC-41B0-85E3-24F80C5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D27F6-FEF2-40EC-8132-7519D8B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64A0D2-85BE-4B70-92FD-841C8193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Industrial effluents: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734F0D-D9BA-46E2-8A7B-D5312550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00663E-9012-4432-AB04-C5E123C1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14D90F-6D42-4642-96F4-B2FB03EA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2E04F-ED1B-4CEF-A211-4759CE7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4380369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BBDEF0-9C25-455A-AC5E-6E368057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1BCHEM102/202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295CF-438F-4338-943B-1C4DAF22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1CFB1-194C-43AC-8EA2-A8082228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5FE55-B777-450F-8CA5-2214A575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Fluid, Technology, Smart, Sensors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F753A1-060E-4B38-ACFD-9BD5869E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FAF49-747A-4549-90BD-86612FF2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633C8-639C-4A58-86E6-769F78FD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Advanced Metal Protection and Sustainable Energy Systems | 1BCHEM102/202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84AE57-F3BC-4507-9F23-748D42EF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368574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2026-08-24T06:38:43.9080000Z</dcterms:created>
  <dcterms:modified xsi:type="dcterms:W3CDTF">2026-08-24T06:38:43.9080000Z</dcterms:modified>
</coreProperties>
</file>