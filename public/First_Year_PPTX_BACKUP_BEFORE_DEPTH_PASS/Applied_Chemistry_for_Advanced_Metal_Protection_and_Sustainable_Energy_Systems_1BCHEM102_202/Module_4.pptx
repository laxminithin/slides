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197abfca304e4f" /><Relationship Type="http://schemas.openxmlformats.org/officeDocument/2006/relationships/extended-properties" Target="/docProps/app.xml" Id="R016bea60b9bb47e5" /><Relationship Type="http://schemas.openxmlformats.org/officeDocument/2006/relationships/officeDocument" Target="/ppt/presentation.xml" Id="R99da9e9a32c2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b004713aec4c8b"/>
  </p:sldMasterIdLst>
  <p:notesMasterIdLst>
    <p:notesMasterId xmlns:r="http://schemas.openxmlformats.org/officeDocument/2006/relationships" r:id="R64ab091932bb4e6f"/>
  </p:notesMasterIdLst>
  <p:sldIdLst>
    <p:sldId xmlns:r="http://schemas.openxmlformats.org/officeDocument/2006/relationships" id="256" r:id="R4c54fc2d453b4bcc"/>
    <p:sldId xmlns:r="http://schemas.openxmlformats.org/officeDocument/2006/relationships" id="257" r:id="Rab82a6e8283c4977"/>
    <p:sldId xmlns:r="http://schemas.openxmlformats.org/officeDocument/2006/relationships" id="258" r:id="R56019946172f4d04"/>
    <p:sldId xmlns:r="http://schemas.openxmlformats.org/officeDocument/2006/relationships" id="259" r:id="R2bd4599db33d4256"/>
    <p:sldId xmlns:r="http://schemas.openxmlformats.org/officeDocument/2006/relationships" id="260" r:id="R129230b78d9c4257"/>
    <p:sldId xmlns:r="http://schemas.openxmlformats.org/officeDocument/2006/relationships" id="261" r:id="R4c8ce77167e140e5"/>
    <p:sldId xmlns:r="http://schemas.openxmlformats.org/officeDocument/2006/relationships" id="262" r:id="R12b5c928cf75477b"/>
    <p:sldId xmlns:r="http://schemas.openxmlformats.org/officeDocument/2006/relationships" id="263" r:id="R01b1376c7f2e46f7"/>
    <p:sldId xmlns:r="http://schemas.openxmlformats.org/officeDocument/2006/relationships" id="264" r:id="R47bf89ab7b714e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2cfa834f8e45db" /><Relationship Type="http://schemas.openxmlformats.org/officeDocument/2006/relationships/slideMaster" Target="/ppt/slideMasters/slideMaster1.xml" Id="R0eb004713aec4c8b" /><Relationship Type="http://schemas.openxmlformats.org/officeDocument/2006/relationships/notesMaster" Target="/ppt/notesMasters/notesMaster1.xml" Id="R64ab091932bb4e6f" /><Relationship Type="http://schemas.openxmlformats.org/officeDocument/2006/relationships/presProps" Target="/ppt/presProps.xml" Id="Ra6350f5a96da44b8" /><Relationship Type="http://schemas.openxmlformats.org/officeDocument/2006/relationships/tableStyles" Target="/ppt/tableStyles.xml" Id="R3133431ffe854dcb" /><Relationship Type="http://schemas.openxmlformats.org/officeDocument/2006/relationships/slide" Target="/ppt/slides/slide1.xml" Id="R4c54fc2d453b4bcc" /><Relationship Type="http://schemas.openxmlformats.org/officeDocument/2006/relationships/slide" Target="/ppt/slides/slide2.xml" Id="Rab82a6e8283c4977" /><Relationship Type="http://schemas.openxmlformats.org/officeDocument/2006/relationships/slide" Target="/ppt/slides/slide3.xml" Id="R56019946172f4d04" /><Relationship Type="http://schemas.openxmlformats.org/officeDocument/2006/relationships/slide" Target="/ppt/slides/slide4.xml" Id="R2bd4599db33d4256" /><Relationship Type="http://schemas.openxmlformats.org/officeDocument/2006/relationships/slide" Target="/ppt/slides/slide5.xml" Id="R129230b78d9c4257" /><Relationship Type="http://schemas.openxmlformats.org/officeDocument/2006/relationships/slide" Target="/ppt/slides/slide6.xml" Id="R4c8ce77167e140e5" /><Relationship Type="http://schemas.openxmlformats.org/officeDocument/2006/relationships/slide" Target="/ppt/slides/slide7.xml" Id="R12b5c928cf75477b" /><Relationship Type="http://schemas.openxmlformats.org/officeDocument/2006/relationships/slide" Target="/ppt/slides/slide8.xml" Id="R01b1376c7f2e46f7" /><Relationship Type="http://schemas.openxmlformats.org/officeDocument/2006/relationships/slide" Target="/ppt/slides/slide9.xml" Id="R47bf89ab7b714e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29d0528b9746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87648d5ad64d4e" /><Relationship Type="http://schemas.openxmlformats.org/officeDocument/2006/relationships/notesMaster" Target="/ppt/notesMasters/notesMaster1.xml" Id="R5705ddf21a2a4f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a95f3ba1404413" /><Relationship Type="http://schemas.openxmlformats.org/officeDocument/2006/relationships/notesMaster" Target="/ppt/notesMasters/notesMaster1.xml" Id="R70d838a119c447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6a568d826541bd" /><Relationship Type="http://schemas.openxmlformats.org/officeDocument/2006/relationships/notesMaster" Target="/ppt/notesMasters/notesMaster1.xml" Id="R9739fbe4c84047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6a5955afe947d5" /><Relationship Type="http://schemas.openxmlformats.org/officeDocument/2006/relationships/notesMaster" Target="/ppt/notesMasters/notesMaster1.xml" Id="R8188b713f85141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9b7c4a97a54e8b" /><Relationship Type="http://schemas.openxmlformats.org/officeDocument/2006/relationships/notesMaster" Target="/ppt/notesMasters/notesMaster1.xml" Id="R8171c322c00f45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e25882634f4a79" /><Relationship Type="http://schemas.openxmlformats.org/officeDocument/2006/relationships/notesMaster" Target="/ppt/notesMasters/notesMaster1.xml" Id="R2c029d5b67fb4b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a1be7861454c63" /><Relationship Type="http://schemas.openxmlformats.org/officeDocument/2006/relationships/notesMaster" Target="/ppt/notesMasters/notesMaster1.xml" Id="R849aba3a23c549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4af6726a934e06" /><Relationship Type="http://schemas.openxmlformats.org/officeDocument/2006/relationships/notesMaster" Target="/ppt/notesMasters/notesMaster1.xml" Id="R63e8f21dbf3d49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e348b414dd444d" /><Relationship Type="http://schemas.openxmlformats.org/officeDocument/2006/relationships/notesMaster" Target="/ppt/notesMasters/notesMaster1.xml" Id="Rb55190eabe084a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f26d56ee949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7256bce7fb43c3" /><Relationship Type="http://schemas.openxmlformats.org/officeDocument/2006/relationships/slideLayout" Target="/ppt/slideLayouts/slideLayout1.xml" Id="R941a249d338343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1a249d338343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68d54f6e3472f" /><Relationship Type="http://schemas.openxmlformats.org/officeDocument/2006/relationships/notesSlide" Target="/ppt/notesSlides/notesSlide1.xml" Id="Rccc63f05145047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6946e63fc43e1" /><Relationship Type="http://schemas.openxmlformats.org/officeDocument/2006/relationships/notesSlide" Target="/ppt/notesSlides/notesSlide2.xml" Id="R400bfe3d718642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20a458fb843a7" /><Relationship Type="http://schemas.openxmlformats.org/officeDocument/2006/relationships/notesSlide" Target="/ppt/notesSlides/notesSlide3.xml" Id="R9fa1d154a360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3bcd3e04e4072" /><Relationship Type="http://schemas.openxmlformats.org/officeDocument/2006/relationships/notesSlide" Target="/ppt/notesSlides/notesSlide4.xml" Id="Rfcb6afaa1e2943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98a199fcc44ad" /><Relationship Type="http://schemas.openxmlformats.org/officeDocument/2006/relationships/notesSlide" Target="/ppt/notesSlides/notesSlide5.xml" Id="Rca7b2fe9b86940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be04306aa42d0" /><Relationship Type="http://schemas.openxmlformats.org/officeDocument/2006/relationships/notesSlide" Target="/ppt/notesSlides/notesSlide6.xml" Id="Rb8cb5e7794d247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002b88c7f4265" /><Relationship Type="http://schemas.openxmlformats.org/officeDocument/2006/relationships/notesSlide" Target="/ppt/notesSlides/notesSlide7.xml" Id="R141f48feebe246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4afde9ee245ac" /><Relationship Type="http://schemas.openxmlformats.org/officeDocument/2006/relationships/notesSlide" Target="/ppt/notesSlides/notesSlide8.xml" Id="Rde4d6030968d4e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f466fec794d61" /><Relationship Type="http://schemas.openxmlformats.org/officeDocument/2006/relationships/notesSlide" Target="/ppt/notesSlides/notesSlide9.xml" Id="R64f784250fa246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3936C-9ADD-4183-A7D6-E71DF290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C3C91-2AF5-4024-BF5A-6527828F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Materials for Engineering Applications Engineering Polymers: Introduction, molecular weight of polymers - number average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43307-9137-4BC3-ADD3-E593BB26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9AF62-A8F5-4093-A609-1AFFADEA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BD802-1E4B-4B59-9503-3A78BBDA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6224B-64FC-4226-B568-397B5C1E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012ED-3E31-4F88-9F45-90DD8058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BB629-1283-4A60-9608-89376A21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B310E-BDD0-4E15-8199-7CC41AAB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75F7C-E3F7-4BEB-A4F2-80CFE6F8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32D52-83AE-4FB7-920E-E64A466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6314E-71D2-4FE9-A41A-7C339B18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E653C-5437-480A-BEB9-0024BEE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0BADA-D00F-4B53-A051-22D355FE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DBE40-CD9A-42AB-8415-F433FC62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923813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E6138-36EA-4061-9897-2E89CE0C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A693C-2EB9-4ABF-ADBE-3F8B3534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D02DD-8644-4973-945E-AC5475AD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36C86-72D2-4500-8686-6C21E468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0BDFA-F7ED-4EAD-9C48-F15BA575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8BABE-4AAE-4828-8DEA-E39E280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0D8CF-D13C-42A8-9028-988EAA07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D9B08-D4DC-4B74-ACB5-ED620A99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D4787-A656-4A26-91F8-6F882D20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6AFB8-F6FF-451C-8833-39C120A3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5CCA9-2742-4928-B9F9-BC42E08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2B5B1-C679-4991-AB76-C73E2FAC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37A43-5212-4471-9AC8-043EE261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Materials for Engineering Applications Engineering Polymers: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molecular weight of polymers - number average and weight average molecular weight, numerical problems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Synthesis, properties and engineering applications of chlorinated polyvinyl chloride (CPVC) , p olymethyl methacrylate (PMMA)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Structure-properties relationship of polymers (Crystallinity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Elasticity and chemical resistivity].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B20CE-8E6C-47BE-B6F7-3311C3AD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6A06D-0261-469E-9CAC-43A4E76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467681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6B1EC-8912-410B-928E-D96DBF4D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FBD07-74E6-4A09-A424-C3991445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F3923-122C-481F-ABB4-4F796644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C3B0A-7845-443E-91C1-6E4997C2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C70CD-05EB-47D6-8B65-E120FEE7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D4FF2-DBD4-4310-843A-B69B609B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Polymers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0E66D-A3CF-4571-90FC-D745701F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molecular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8A155-6A59-453E-9191-98774590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715D3-BCF3-41CD-8D64-9207E42D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99276-9094-4782-9FCF-C6949979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Glass transition temperature (Tg), factor affecting Tg and its significance.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Polymer Composites: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fiber -reinforced polymers (FRPs);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Kevlar - Synthesis, properties and industrial applications.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F57C6-D870-40E8-A8CA-7C718842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6620E-3F5F-447E-8CDD-816641DB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893107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A8887-1437-425D-BBFE-ABE97C11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FE24F-325E-4D13-99E9-AF302039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73AE7-418A-4A74-83A8-2AF5D561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B1D11-9848-4D5F-A09E-D13B4EE8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Materials for Engineering Applications Engineering Polymers: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molecular weight of polymers - number average and weight average molecular weight, numerical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Synthesis, properties and engineering applications of chlorinated polyvinyl chloride (CPVC) , p olymethyl m...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Structure-properties relationship of polymers (Crystallinity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Elasticity and chemical resistivity].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Glass transition temperature (Tg), factor affecting Tg and its significance.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7F750-1C72-46B8-BE25-BA54880C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57197-6D2F-4BB3-9FD1-754ABECE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A6100-580E-4A83-A65E-ADE24F4E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351E3-0E28-40F3-95ED-7984E322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9A70F-A868-40F6-A9B4-E27E824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895B1-75E5-434E-9244-A9815A36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2990F-192E-4286-81A0-33D4953E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76362-312C-4D49-A14E-8D692AE6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29A91-FEDE-47F8-B304-2677BD3B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5A7FE-67AF-4A84-B16F-5E8A8B15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68007-B25F-4A12-B769-E0A4CA91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CD696-BCE3-4DDA-BD4B-2CD11AA5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F0BBA-1BEA-46D4-8E8B-E5F3511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A655F-EF60-486B-A3DA-D19DDD0E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707673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3E54D-836A-4DF3-B47B-C3A3EB1D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A739D-AAED-4CA7-9561-79C95C9E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0B45F-646D-43F9-A3AD-68CFD838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877BB-FDDC-4C92-A507-F948369E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AB7E2-C741-41B1-B94C-24C02FFE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1CB75-0452-4A2D-844D-07A4F881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46C96-1D71-48A1-8A4F-575C85A2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D9C7A-D199-4028-A202-F2BCAFCC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1912F-14AD-4F6C-8502-FB09309A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95DD3-9CF9-446B-A3FD-520AD86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48E5B-04F3-4F60-AB09-D42346C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624FB-0678-4E04-B388-FCA2A5B5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7EB09-AF8F-436D-A094-5462989B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C6E1D-2B4C-4F56-BD88-45205FFF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B8596-B853-47D3-84E9-CFA8D3C9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653775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6D22C-2360-4637-B9A3-1A25F5F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CFA79-666F-4A28-983A-BD7D4D37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21A5F-5835-4823-8ACD-725B04B8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D948A-CF38-4ED7-8F93-F8484ED5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72908-5AD0-42B2-BCF1-941E7F77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Materials for Engineering Applications Engineering Polymers: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B5A32-4E12-4987-8EDA-DDCB3102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Materials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85DFD-C344-4E35-B81B-70A1C32D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A7AC1-00F2-46C7-8617-5C9786FC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23363-9C6C-40C2-8E75-6EEB4CEA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357923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7F76-CEE8-45D3-B16F-13758C36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16CDB-F9E6-452A-9733-F3C084E4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D3D0F-CEC9-4B0C-8ACF-FD3BA9EE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241BB-5237-47BC-AB68-88144F2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4CAB4-0213-4538-ADF2-BC6D175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Polymer Composites: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fiber -reinforced polymers (FRPs);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Kevlar - Synthesis, properties and industrial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Carbon -fiber - Preparation from Polyacrylonitrile (PAN), properties and industrial applications.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5AE7F-2191-4EB8-922C-57B5E8B0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B5832-0E57-42C4-AB8E-4479C507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7DF08-D3A5-43AF-BEFC-ECBFBD9D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33C69-7626-4175-A986-4B97CBF7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2116268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07500-FE00-42EE-9EE9-C5A5F78F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DFC12-C8BA-41BC-85C4-CE527BD3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27AC2-C51C-4418-B130-CEA9726A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CFCD4-6788-4349-A237-0D11D774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8127D-7A0C-4591-AAD1-39BE6B61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D27CF-CFA6-448A-9D01-D0F8639D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F70EE-9A0F-4DA6-8933-25BAA132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Materials for Engineering Applications Engineering Polymers: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1886D-F306-41CD-A49C-5695A1BE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BC00C-2EB1-444B-B1F0-D2C2F27E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83184-60B2-4CA7-9288-38A66F51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molecular weight of polymers - number average and weight average molecular weight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CFF21-C955-4E91-9EA3-4668EC74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73182-F43B-47AC-AD03-3866656C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0BD7F-C1A3-449C-BF82-F64B5FA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Synthesis, properties and engineering applications of chlorinated polyvinyl chloride (CPVC) , 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DCFA5-E40F-4ED5-9488-A47283CC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8EDE2-6D80-4732-A30D-C4A82D8E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A4473-3D8E-4728-A022-0C053144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Structure-properties relationship of polymers (Crystallinity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C38DF-F306-45D6-98C2-863520B0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F512B-1AA9-46E5-BE3D-85497DBD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4E1B3-A584-47D1-8579-853F9638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Elasticity and chemical resistivity].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A7D5D-CD17-47AB-B6C3-DF03427D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3689A-A6AC-488A-A7AA-A470CE3C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ECB71-86EC-42D2-9208-E9F47F08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Glass transition temperature (Tg), factor affecting Tg and its significance.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75B67-3BDD-4A26-91D5-6220004F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8A043-420F-43BC-A876-0BF883F3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03618-13EC-4C46-A67F-0D3FD49A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Polymer Composites: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C7102-A545-4D62-9052-803F48E5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7E7F80-459E-4827-A6E2-919D2A3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ED1098-1685-43B1-956A-6EF996D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55244-F8B1-4197-B8AD-EA449E6E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72192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BF2C4-E26A-4DC5-8902-3212E2C9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8BBF9-1B29-4F78-BD9F-41B65468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47CCD-A1A5-4A5B-AD15-BE413CF2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23813-53A6-4C5D-B982-C9B865D9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Materials, Engineering, Polymers, molecular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F6D15-07E1-4174-AEB2-A70D51CB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CF09A-AD44-4ABA-8036-19784F31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51A6E-4EB7-4BFA-8DC9-07E60CE5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DABA1-52A3-4B3B-9468-4CC86300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811931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2026-08-24T06:38:43.8500000Z</dcterms:created>
  <dcterms:modified xsi:type="dcterms:W3CDTF">2026-08-24T06:38:43.8500000Z</dcterms:modified>
</coreProperties>
</file>