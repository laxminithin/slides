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9ca1ce1154ef3" /><Relationship Type="http://schemas.openxmlformats.org/officeDocument/2006/relationships/extended-properties" Target="/docProps/app.xml" Id="R723a1765e757471d" /><Relationship Type="http://schemas.openxmlformats.org/officeDocument/2006/relationships/officeDocument" Target="/ppt/presentation.xml" Id="Ref2b554f9c984a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02ccd7baf34e83"/>
  </p:sldMasterIdLst>
  <p:notesMasterIdLst>
    <p:notesMasterId xmlns:r="http://schemas.openxmlformats.org/officeDocument/2006/relationships" r:id="R56153eff74ed446a"/>
  </p:notesMasterIdLst>
  <p:sldIdLst>
    <p:sldId xmlns:r="http://schemas.openxmlformats.org/officeDocument/2006/relationships" id="256" r:id="R4d5c2f3f84a94eb3"/>
    <p:sldId xmlns:r="http://schemas.openxmlformats.org/officeDocument/2006/relationships" id="257" r:id="Rd14def4d7a7e4090"/>
    <p:sldId xmlns:r="http://schemas.openxmlformats.org/officeDocument/2006/relationships" id="258" r:id="R2c19c8d368da45f3"/>
    <p:sldId xmlns:r="http://schemas.openxmlformats.org/officeDocument/2006/relationships" id="259" r:id="R31cb58ff19e84ff6"/>
    <p:sldId xmlns:r="http://schemas.openxmlformats.org/officeDocument/2006/relationships" id="260" r:id="R30c21ffd774b4c42"/>
    <p:sldId xmlns:r="http://schemas.openxmlformats.org/officeDocument/2006/relationships" id="261" r:id="Rc3b1032c744040b1"/>
    <p:sldId xmlns:r="http://schemas.openxmlformats.org/officeDocument/2006/relationships" id="262" r:id="Rba202635ff6f4374"/>
    <p:sldId xmlns:r="http://schemas.openxmlformats.org/officeDocument/2006/relationships" id="263" r:id="R22823acc9c754d01"/>
    <p:sldId xmlns:r="http://schemas.openxmlformats.org/officeDocument/2006/relationships" id="264" r:id="R9321248ecbb4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dfe64b19a4bf7" /><Relationship Type="http://schemas.openxmlformats.org/officeDocument/2006/relationships/slideMaster" Target="/ppt/slideMasters/slideMaster1.xml" Id="R1002ccd7baf34e83" /><Relationship Type="http://schemas.openxmlformats.org/officeDocument/2006/relationships/notesMaster" Target="/ppt/notesMasters/notesMaster1.xml" Id="R56153eff74ed446a" /><Relationship Type="http://schemas.openxmlformats.org/officeDocument/2006/relationships/presProps" Target="/ppt/presProps.xml" Id="R3dd4b95fcf1b40db" /><Relationship Type="http://schemas.openxmlformats.org/officeDocument/2006/relationships/tableStyles" Target="/ppt/tableStyles.xml" Id="R5a3204352f9344c8" /><Relationship Type="http://schemas.openxmlformats.org/officeDocument/2006/relationships/slide" Target="/ppt/slides/slide1.xml" Id="R4d5c2f3f84a94eb3" /><Relationship Type="http://schemas.openxmlformats.org/officeDocument/2006/relationships/slide" Target="/ppt/slides/slide2.xml" Id="Rd14def4d7a7e4090" /><Relationship Type="http://schemas.openxmlformats.org/officeDocument/2006/relationships/slide" Target="/ppt/slides/slide3.xml" Id="R2c19c8d368da45f3" /><Relationship Type="http://schemas.openxmlformats.org/officeDocument/2006/relationships/slide" Target="/ppt/slides/slide4.xml" Id="R31cb58ff19e84ff6" /><Relationship Type="http://schemas.openxmlformats.org/officeDocument/2006/relationships/slide" Target="/ppt/slides/slide5.xml" Id="R30c21ffd774b4c42" /><Relationship Type="http://schemas.openxmlformats.org/officeDocument/2006/relationships/slide" Target="/ppt/slides/slide6.xml" Id="Rc3b1032c744040b1" /><Relationship Type="http://schemas.openxmlformats.org/officeDocument/2006/relationships/slide" Target="/ppt/slides/slide7.xml" Id="Rba202635ff6f4374" /><Relationship Type="http://schemas.openxmlformats.org/officeDocument/2006/relationships/slide" Target="/ppt/slides/slide8.xml" Id="R22823acc9c754d01" /><Relationship Type="http://schemas.openxmlformats.org/officeDocument/2006/relationships/slide" Target="/ppt/slides/slide9.xml" Id="R9321248ecbb4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ece64ce744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74bf8326ef4bbc" /><Relationship Type="http://schemas.openxmlformats.org/officeDocument/2006/relationships/notesMaster" Target="/ppt/notesMasters/notesMaster1.xml" Id="R3500831de9b0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fd773479445cc" /><Relationship Type="http://schemas.openxmlformats.org/officeDocument/2006/relationships/notesMaster" Target="/ppt/notesMasters/notesMaster1.xml" Id="Rc70dd8a9a02b4e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9b2bb013b542c3" /><Relationship Type="http://schemas.openxmlformats.org/officeDocument/2006/relationships/notesMaster" Target="/ppt/notesMasters/notesMaster1.xml" Id="Rdb1157ee03c14b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29d8fd2ec54169" /><Relationship Type="http://schemas.openxmlformats.org/officeDocument/2006/relationships/notesMaster" Target="/ppt/notesMasters/notesMaster1.xml" Id="R24813d26a880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a9608a69b04f14" /><Relationship Type="http://schemas.openxmlformats.org/officeDocument/2006/relationships/notesMaster" Target="/ppt/notesMasters/notesMaster1.xml" Id="Rc5764907462b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17c0a173a492e" /><Relationship Type="http://schemas.openxmlformats.org/officeDocument/2006/relationships/notesMaster" Target="/ppt/notesMasters/notesMaster1.xml" Id="R5a8332aa4056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f605e2663477b" /><Relationship Type="http://schemas.openxmlformats.org/officeDocument/2006/relationships/notesMaster" Target="/ppt/notesMasters/notesMaster1.xml" Id="R05dac13f29ea4a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0666595e144e0c" /><Relationship Type="http://schemas.openxmlformats.org/officeDocument/2006/relationships/notesMaster" Target="/ppt/notesMasters/notesMaster1.xml" Id="Red53da9cb7b746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755333b5844bad" /><Relationship Type="http://schemas.openxmlformats.org/officeDocument/2006/relationships/notesMaster" Target="/ppt/notesMasters/notesMaster1.xml" Id="R1b89f153f024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d5391d4ca49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708e732df4063" /><Relationship Type="http://schemas.openxmlformats.org/officeDocument/2006/relationships/slideLayout" Target="/ppt/slideLayouts/slideLayout1.xml" Id="R5b6e7bdd9a8841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6e7bdd9a8841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2aeeb3d8447dd" /><Relationship Type="http://schemas.openxmlformats.org/officeDocument/2006/relationships/notesSlide" Target="/ppt/notesSlides/notesSlide1.xml" Id="Rc676f30d3a00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289e23ff44555" /><Relationship Type="http://schemas.openxmlformats.org/officeDocument/2006/relationships/notesSlide" Target="/ppt/notesSlides/notesSlide2.xml" Id="R1afa96cacdd148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221fa78644617" /><Relationship Type="http://schemas.openxmlformats.org/officeDocument/2006/relationships/notesSlide" Target="/ppt/notesSlides/notesSlide3.xml" Id="R75cbe0a2345f4f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bfba98f2948d2" /><Relationship Type="http://schemas.openxmlformats.org/officeDocument/2006/relationships/notesSlide" Target="/ppt/notesSlides/notesSlide4.xml" Id="R30ee335f1237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ee9da3f0a46a3" /><Relationship Type="http://schemas.openxmlformats.org/officeDocument/2006/relationships/notesSlide" Target="/ppt/notesSlides/notesSlide5.xml" Id="Ra06f6639b2874d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4af5627e74d85" /><Relationship Type="http://schemas.openxmlformats.org/officeDocument/2006/relationships/notesSlide" Target="/ppt/notesSlides/notesSlide6.xml" Id="R0ca3e8666b8d45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1ddf212ad42dc" /><Relationship Type="http://schemas.openxmlformats.org/officeDocument/2006/relationships/notesSlide" Target="/ppt/notesSlides/notesSlide7.xml" Id="R9a8548ad29e444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284064a7471e" /><Relationship Type="http://schemas.openxmlformats.org/officeDocument/2006/relationships/notesSlide" Target="/ppt/notesSlides/notesSlide8.xml" Id="R73bac15f62da47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d31eb30b1488f" /><Relationship Type="http://schemas.openxmlformats.org/officeDocument/2006/relationships/notesSlide" Target="/ppt/notesSlides/notesSlide9.xml" Id="R4242c7b5fc0647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44B45-1EC5-4AE7-8B87-DDFBF01E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CD403-7BCC-4B3B-82BB-F94850D3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Sustainable Fuels Fuels: Introduction, calorific value, determination of calorific value using bomb 's calorimeter, nume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EAEF0-B13B-487E-9FB1-EE6D3D8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207E7-75CC-402E-A4ED-A98FEF65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BBC32-24FB-4C71-A933-3462CDF2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65828-CF61-4D82-B349-70CB8CFA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1288-EEFC-4201-9063-D8B3AB2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C4E86-4895-41D4-8D35-D10AB6CC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0AE98-FF1F-4C71-9971-46B8B690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0699C-6E84-4D7D-85E3-BC85F2A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AF824-7962-419E-9A66-D7F8A29A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B9ECE-5205-4CAD-8849-0D9984CE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9C1D1-47B8-4E01-8492-67BA1D6C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1228B-872C-4201-97E9-122AE24A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4FBCC-5319-40B4-9E82-14CE060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756667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FBA99-FEF1-4171-9071-CF68A04D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0CCC0-1D66-4F7A-8410-7631F5E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F918C-2098-46FC-98CE-EDD68879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0E8B-0E5C-4D1F-B541-8F3DDE3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865F7-8187-42B6-9E37-6BBBCD4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B3A3-12F3-4470-8860-5CB1BF7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1B465-D507-4545-BF95-9E6AB5E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AB29D-7E38-4B80-B7C6-E85C479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9C21-14FF-4FD9-A350-B6011C0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2AFB8-BDA2-4A25-AD41-2B94796E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2FD7E-B0F1-4592-8BB3-EACBE4F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500C0-BA05-4E77-8571-852BB66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9599F-BB28-48CF-8C47-B5ABDBA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Sustainable Fuels Fuels: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calorific value, determination of calorific value using bomb 's calorimeter, numerical problems on GCV and NCV.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Knocking in internal combustion (IC) engines - knocking mechanism in IC engines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Anti-knocking agents - methyl tertiary butyl ether (MTBE) and ethyl tert-butyl ether (ETBE).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Importance of octane and cetane rating of fuel.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24876-0206-419F-A19B-4356A997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365E7-FB2B-4805-8859-4B49E6BA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538124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B58DE-0957-4BE8-96DE-4FB4AAA3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90159-846A-4D5E-A916-88F4F73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F188C-C36A-494E-A76A-D30BFDE2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8A3AD-EDCA-4765-8BB2-10EC60F8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C95E6-EB34-4CD5-AE46-05B5FCC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CB170-52F2-4200-BEA0-BF7A226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calorific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1C0B8-E9D1-457A-B9F0-2130919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950DD-D480-4A7C-8686-55776352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determination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7D042-DD98-4A83-A35D-5CCECF96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bomb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BB405-89C2-4CF3-BD73-86467689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Green Fuels: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power alcohol - properties, applications and its limitations, biodiesel - synthesis by trans -esterification method, advantages and its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Production of green hydrogen by photocatalytic water splitting and its advantages, hydrogen storage - introduction, advantages and limitations of metal hydride and ammonia as chemical hydrogen carriers.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86B08-5A8B-478A-B528-6443064C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E9922-5181-432C-974F-84E9543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333683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6E0DF-D3D4-41E2-8879-D7F333BE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24D0F-726D-4834-87AD-3F1E43F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712CC-D990-47FC-A79D-E881B2B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FCE71-E686-437D-8269-73D750DF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Sustainable Fuels Fuels: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calorific value, determination of calorific value using bomb 's calorimeter, numerical proble...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Knocking in internal combustion (IC) engines - knocking mechanism in IC engines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Anti-knocking agents - methyl tertiary butyl ether (MTBE) and ethyl tert-butyl ether (ETBE).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Importance of octane and cetane rating of fuel.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Green Fuels: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6F67C-F3F7-44E6-88EE-4838F46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FF5DA-0F4E-4501-A1ED-52E20317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6A497-4A7D-4899-98E6-7451CCFF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BB16E-974B-47DD-9D37-9A29DD6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C3BFA-DB09-426C-9D7F-28ACFBB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7EF9-7A0E-4D26-8E84-B7F9E418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47EBF-F23B-4088-A96A-9F6DAC5E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57792-F242-41D6-B35E-1B53D3B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22B43-4F75-4D52-8AE0-A8A39B16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C6E0B-41DF-402C-853D-D6C7868A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DE860-0049-4A4F-8740-3408F098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23DB4-30CB-46CF-A70A-597D6BF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696B7-1BB0-4C43-B7BE-D177EAEA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A82E6-ACDB-444E-A1AE-5565A63D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2064457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936C1-D223-483A-B971-20E0E5C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CEDBB-CD42-463B-B774-22387E5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BBBF3-F582-4F8C-85E7-6D718443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11579-23E7-442D-ACA3-38FFE67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67088-C9D6-4421-9A60-F0C1E24B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9C4CF-63EF-4964-AD37-037257E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D9F5B-5102-4389-A63D-47180D7E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92EE0-E65E-4CE0-B1BA-37BF10D6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79ADC-60FE-4616-A42A-68A5BFF5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B32A6-305C-4568-8BFF-39FD0A72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376F3-F55D-4CF0-A8C6-D0FCC1BF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9AB95-154A-401D-8672-F16E2DCA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6D1EE-79C0-425F-B29C-7FAAA75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B9462-E4CC-429A-935A-18E40ABD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D89FB-CBC7-400F-B0F8-FDC9CF80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887771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F60A4-7A1C-4C85-BD99-C130D7BF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43590-C52B-49BB-B28B-84942AF5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FDBEA-1F7C-4633-B053-AE7E81E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2798-5F70-406F-9196-5D55E3A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CAF8F-F354-4362-BFC2-D3BA5BC6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Sustainable Fuels Fuels: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9F15C-13C5-43BD-9BDE-E703B3E7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Sustainable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A7D1-D737-411D-9858-E95747DC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45E54-C41E-4933-B6FF-55E375C1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346BC-A788-4349-8789-CCB0CC4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578877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6C342-C071-45FA-8875-23A4CAE9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CE07B-24D1-4B61-B332-0658461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237EE-C1A7-42BE-A36E-B43B6736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0958E-3CCD-4A6D-BB83-10D3EC63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B63D-9F4C-4B81-8A22-AC999D61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power alcohol - properties, applications and its limitations, biodiesel - synthesis by trans -esterification method, advantages and its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Production of green hydrogen by photocatalytic water splitting and its advantages, hydrogen storage - introduction, advantages and limitations of metal hydride and ammonia as chemical hydrogen carriers.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EA0ED-54A3-4055-832B-DEE2DA0C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5BDE1-57A4-4072-9242-B4C2DFF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96A0-BAB7-474A-AC66-EFFC2F8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B7A1E-4B61-4423-A017-0DA9CF42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554519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730D2-F26A-4360-AD87-AAE4AB1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152AB-9028-4EE9-9FCA-284476F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01445-7FCA-496F-8F95-2FD04FBC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E5ED9-05AD-4E58-8C52-F709F9B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5C269-C55E-4A71-AE9E-CDA437F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36FE8-79FD-4504-AD9F-A15547E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C3E24-0FC5-4497-951F-56FB8039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Sustainable Fuels Fuels: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9B041-8053-43F6-BF1A-4C51D82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8A22A-DFB6-425C-A216-B40EA43A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09E0B-D5F0-4C3C-8A99-15DC378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calorific value, determination of calorific value using bomb 's calorimeter, nume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C43A7-D0D8-49BD-A7B1-3F0A5F0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81ABE-FCBB-4BB2-9977-D18EF0E8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35667-B79E-4672-937D-CD567E67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Knocking in internal combustion (IC) engines - knocking mechanism in IC engines 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BD825-BCA3-49E0-8A56-DC5AE307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DA3FF-C1CB-4CC4-93BD-A2B5A514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82F55-D390-4EE2-A49B-44FA18D0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Anti-knocking agents - methyl tertiary butyl ether (MTBE) and ethyl tert-butyl ether (ETBE).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4E117-6F5E-4C78-8453-6042318C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D46BE-15CE-49DD-A355-B581C513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C36B4-2986-450A-A949-215B8B8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Importance of octane and cetane rating of fuel.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7DA85-45AB-42BF-8D94-A0128D1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686E1-A03C-4D3E-9B83-9855882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8A7EC-0922-420A-9F43-FA6E9AAC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Green Fuels: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FF79B-F0FF-4578-A6E9-D7E0818B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BE8CB-2BF9-49D3-B771-33FDC72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8ABCB-93B8-45F8-831C-440F90E5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power alcohol - properties, applications and its limitations, biodiesel - synthes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F1D40-683E-48F5-A6A8-EDABDA1F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0091E-9B81-4A6E-AEFA-A16679B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44D24-91AB-4FEE-B2D4-2ECC700E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35AB6-F4C9-4E64-A088-A194E2DD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418792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7FFA2-8B58-4581-97B4-22BE3C8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4A094-6F2E-4DA3-9789-F7E1CE1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6E8EC-753C-4FD0-9A1C-35BFA67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3E48B-F12F-4D5D-AF7F-2C3BE7DC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Sustainable, Fuels, calorific, value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DA5C0-1BB4-4C66-9C4B-CF29FF6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4FB49-3F2D-4200-8E79-EDD0D6AC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275D4-2D5E-4B81-BFF3-9B7FF18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D0B1D-9F0D-4AB6-BAB2-5796C26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536976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2026-08-24T06:38:43.7230000Z</dcterms:created>
  <dcterms:modified xsi:type="dcterms:W3CDTF">2026-08-24T06:38:43.7230000Z</dcterms:modified>
</coreProperties>
</file>