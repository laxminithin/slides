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cae65ddd5498d" /><Relationship Type="http://schemas.openxmlformats.org/officeDocument/2006/relationships/extended-properties" Target="/docProps/app.xml" Id="Red4449f9a10b4fa6" /><Relationship Type="http://schemas.openxmlformats.org/officeDocument/2006/relationships/officeDocument" Target="/ppt/presentation.xml" Id="Ra2e0c35f60d943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c64c78b5d443e"/>
  </p:sldMasterIdLst>
  <p:notesMasterIdLst>
    <p:notesMasterId xmlns:r="http://schemas.openxmlformats.org/officeDocument/2006/relationships" r:id="R990e96b2f75644b9"/>
  </p:notesMasterIdLst>
  <p:sldIdLst>
    <p:sldId xmlns:r="http://schemas.openxmlformats.org/officeDocument/2006/relationships" id="256" r:id="R0ddead5bed244598"/>
    <p:sldId xmlns:r="http://schemas.openxmlformats.org/officeDocument/2006/relationships" id="257" r:id="Re23acc27c9a7486a"/>
    <p:sldId xmlns:r="http://schemas.openxmlformats.org/officeDocument/2006/relationships" id="258" r:id="Ra38cb0859e784afa"/>
    <p:sldId xmlns:r="http://schemas.openxmlformats.org/officeDocument/2006/relationships" id="259" r:id="R4b88e1ebcebd4dc1"/>
    <p:sldId xmlns:r="http://schemas.openxmlformats.org/officeDocument/2006/relationships" id="260" r:id="R5dabc20559914b7b"/>
    <p:sldId xmlns:r="http://schemas.openxmlformats.org/officeDocument/2006/relationships" id="261" r:id="R9eaca372670d4d62"/>
    <p:sldId xmlns:r="http://schemas.openxmlformats.org/officeDocument/2006/relationships" id="262" r:id="Rbe30116b57fc4a6c"/>
    <p:sldId xmlns:r="http://schemas.openxmlformats.org/officeDocument/2006/relationships" id="263" r:id="Rd49b9c4911b64b39"/>
    <p:sldId xmlns:r="http://schemas.openxmlformats.org/officeDocument/2006/relationships" id="264" r:id="Rf4d322f1896840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ec48fb5a74bb1" /><Relationship Type="http://schemas.openxmlformats.org/officeDocument/2006/relationships/slideMaster" Target="/ppt/slideMasters/slideMaster1.xml" Id="R539c64c78b5d443e" /><Relationship Type="http://schemas.openxmlformats.org/officeDocument/2006/relationships/notesMaster" Target="/ppt/notesMasters/notesMaster1.xml" Id="R990e96b2f75644b9" /><Relationship Type="http://schemas.openxmlformats.org/officeDocument/2006/relationships/presProps" Target="/ppt/presProps.xml" Id="Rf38b3d89f38641c7" /><Relationship Type="http://schemas.openxmlformats.org/officeDocument/2006/relationships/tableStyles" Target="/ppt/tableStyles.xml" Id="R8c31abf1cbbf470b" /><Relationship Type="http://schemas.openxmlformats.org/officeDocument/2006/relationships/slide" Target="/ppt/slides/slide1.xml" Id="R0ddead5bed244598" /><Relationship Type="http://schemas.openxmlformats.org/officeDocument/2006/relationships/slide" Target="/ppt/slides/slide2.xml" Id="Re23acc27c9a7486a" /><Relationship Type="http://schemas.openxmlformats.org/officeDocument/2006/relationships/slide" Target="/ppt/slides/slide3.xml" Id="Ra38cb0859e784afa" /><Relationship Type="http://schemas.openxmlformats.org/officeDocument/2006/relationships/slide" Target="/ppt/slides/slide4.xml" Id="R4b88e1ebcebd4dc1" /><Relationship Type="http://schemas.openxmlformats.org/officeDocument/2006/relationships/slide" Target="/ppt/slides/slide5.xml" Id="R5dabc20559914b7b" /><Relationship Type="http://schemas.openxmlformats.org/officeDocument/2006/relationships/slide" Target="/ppt/slides/slide6.xml" Id="R9eaca372670d4d62" /><Relationship Type="http://schemas.openxmlformats.org/officeDocument/2006/relationships/slide" Target="/ppt/slides/slide7.xml" Id="Rbe30116b57fc4a6c" /><Relationship Type="http://schemas.openxmlformats.org/officeDocument/2006/relationships/slide" Target="/ppt/slides/slide8.xml" Id="Rd49b9c4911b64b39" /><Relationship Type="http://schemas.openxmlformats.org/officeDocument/2006/relationships/slide" Target="/ppt/slides/slide9.xml" Id="Rf4d322f18968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d582e0a2c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9834d54274f61" /><Relationship Type="http://schemas.openxmlformats.org/officeDocument/2006/relationships/notesMaster" Target="/ppt/notesMasters/notesMaster1.xml" Id="R3aebc5ec378e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74a93c33e4531" /><Relationship Type="http://schemas.openxmlformats.org/officeDocument/2006/relationships/notesMaster" Target="/ppt/notesMasters/notesMaster1.xml" Id="Rb413427ab11646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165c93e43545f4" /><Relationship Type="http://schemas.openxmlformats.org/officeDocument/2006/relationships/notesMaster" Target="/ppt/notesMasters/notesMaster1.xml" Id="Rbfd0a39fc8bf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bfe5ed5304e59" /><Relationship Type="http://schemas.openxmlformats.org/officeDocument/2006/relationships/notesMaster" Target="/ppt/notesMasters/notesMaster1.xml" Id="Re1c26cb085fe42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43d4741b33450a" /><Relationship Type="http://schemas.openxmlformats.org/officeDocument/2006/relationships/notesMaster" Target="/ppt/notesMasters/notesMaster1.xml" Id="Rbc75cf9d728145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32b430f1ec4261" /><Relationship Type="http://schemas.openxmlformats.org/officeDocument/2006/relationships/notesMaster" Target="/ppt/notesMasters/notesMaster1.xml" Id="R70cf3ee8817c43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b99ac13b664a8f" /><Relationship Type="http://schemas.openxmlformats.org/officeDocument/2006/relationships/notesMaster" Target="/ppt/notesMasters/notesMaster1.xml" Id="Rd7b737e7eac34a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5c8ae40fad4ecd" /><Relationship Type="http://schemas.openxmlformats.org/officeDocument/2006/relationships/notesMaster" Target="/ppt/notesMasters/notesMaster1.xml" Id="R6e77cc1126614f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1f515553774a2b" /><Relationship Type="http://schemas.openxmlformats.org/officeDocument/2006/relationships/notesMaster" Target="/ppt/notesMasters/notesMaster1.xml" Id="R0651419a32cf4a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8a1187445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f7d0e02344373" /><Relationship Type="http://schemas.openxmlformats.org/officeDocument/2006/relationships/slideLayout" Target="/ppt/slideLayouts/slideLayout1.xml" Id="Rcdc7f6b83f5f42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7f6b83f5f42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c11ce9b864716" /><Relationship Type="http://schemas.openxmlformats.org/officeDocument/2006/relationships/notesSlide" Target="/ppt/notesSlides/notesSlide1.xml" Id="R844cbbbf93cc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f3cbbb33b4244" /><Relationship Type="http://schemas.openxmlformats.org/officeDocument/2006/relationships/notesSlide" Target="/ppt/notesSlides/notesSlide2.xml" Id="R7cbd7748876e42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6f6f9d5b14bfc" /><Relationship Type="http://schemas.openxmlformats.org/officeDocument/2006/relationships/notesSlide" Target="/ppt/notesSlides/notesSlide3.xml" Id="Ra67b0b611d2d48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5c66552f14d96" /><Relationship Type="http://schemas.openxmlformats.org/officeDocument/2006/relationships/notesSlide" Target="/ppt/notesSlides/notesSlide4.xml" Id="R70198632d33a4a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3bf511bdc485c" /><Relationship Type="http://schemas.openxmlformats.org/officeDocument/2006/relationships/notesSlide" Target="/ppt/notesSlides/notesSlide5.xml" Id="Ra0011495d76c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0a72ca93f4d31" /><Relationship Type="http://schemas.openxmlformats.org/officeDocument/2006/relationships/notesSlide" Target="/ppt/notesSlides/notesSlide6.xml" Id="Rebf128386b6945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f086bea984aa6" /><Relationship Type="http://schemas.openxmlformats.org/officeDocument/2006/relationships/notesSlide" Target="/ppt/notesSlides/notesSlide7.xml" Id="R4d099258539c40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7327aec774be7" /><Relationship Type="http://schemas.openxmlformats.org/officeDocument/2006/relationships/notesSlide" Target="/ppt/notesSlides/notesSlide8.xml" Id="Rc5d40fa0237d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4ef4dc8534519" /><Relationship Type="http://schemas.openxmlformats.org/officeDocument/2006/relationships/notesSlide" Target="/ppt/notesSlides/notesSlide9.xml" Id="R2d8fc335dd8b4a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EB906-1AC8-4433-8B45-BCCEDEE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46DB-CCA8-47CE-B26F-4FCAA8C1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Materials for Energy Systems Nanomaterials: Introduction, synthesis of TiO2 nanoparticles by sol-gel method and its 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21B99-1785-47DD-B33D-57BCB23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EBA6B-1786-4ED5-9E80-82AC3C4B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D628D-01C7-488B-AF7D-9AD2F0B9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ED9A5-A589-4C08-A173-01D6C987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D4886-394D-429F-BA93-2DD99CDB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292CE-ECA9-4B28-BC61-0ADBE15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2A238-674C-4D72-BF1B-CFABD032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98183-14DA-43EC-87A3-8E3A0052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F1FF0-1385-4B86-B74E-F2A56D3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218A1-2713-409C-A3D9-CDEF479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30244-031C-41B8-A269-05A3CCE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2A765-EACC-45CD-B16C-980E653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9332C-D52C-4243-8008-CD6972A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47736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572A0-8A28-44CD-AF44-AFB7962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7BABE-C025-429F-A426-3CE40FF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C9488-6311-4BF1-B732-2F49E6F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5FFC3-343A-48D4-A0E7-B7E6B0F1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760E4-2C43-448B-A4FB-0659981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65BCA-A798-443E-AFA6-65FCA4E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F5168-83F1-4295-8A37-53466055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7C38-D0E5-4277-A759-79C24AC4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77CC9-9831-452D-9798-00B02D4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D819C-ACD8-48C7-BA32-41E8195D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F128A-904D-42D3-9205-C30BB6AD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0C09B-98B1-4667-BFB4-F5E3A58F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47D5E-B04E-4262-AC28-D140BA3C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Materials for Energy Systems Nanomaterials: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synthesis of TiO2 nanoparticles by sol-gel method and its uses in catalytic converter.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Size-dependent properties of nanomaterial-surface area, catalytical, electrical and thermal conductivity.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Graphene - Synthesis by chemical vapor deposition (CVD) method, properties and engineering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of carbon nanotubes (CNTs) in energy devices.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4D95E-42C0-448B-A564-EB3252F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486D6-4E8D-4B96-A3FC-E8AEA69B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411113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2144D-DA42-4D77-A278-5D381683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B0D3-764A-4CD1-880F-B2DC902D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A28A6-AFFC-4E25-ADCD-D273FC13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81958-73AA-4F81-9C8E-4E9ED3AB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00CDF-08AE-471B-AC20-7102520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862AD-F1F1-4B74-8DF7-2F73457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1A5D1-3125-425E-A080-5141FFD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Nanomaterials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F4519-08B6-41B6-B5C3-FD71417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B5785-692C-48E6-B0FC-44A00420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TiO2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C66CC-F726-4E5D-B21F-FBA76F82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Batteries - Introduction, classification of batteries , characteristics -capacity, power density, shelf life and cycle life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Construction, working and applications of Li -ion battery.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Fuel cells - Introduction, construction and working of solid oxide fuel cells (SOFCs) and its uses in auxiliary power units (APUs)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4AB7F-9C45-4641-B09B-4FBB892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2BFF7-7378-45A0-908C-7461AADC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652450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9E6EE-4330-403D-BEFF-CF4903E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CB853-2EED-4AC1-A505-0387D0D5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080E2-7E91-41F1-8AC5-15EB1823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04235-DD36-4850-A01A-0542265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Materials for Energy Systems Nanomaterials: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synthesis of TiO2 nanoparticles by sol-gel method and its uses in catalytic converter.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Size-dependent properties of nanomaterial-surface area, catalytical, electrical and thermal conductivity.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Graphene - Synthesis by chemical vapor deposition (CVD) method, properties and engineering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of carbon nanotubes (CNTs) in energy devices.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Systems: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B3C98-9276-4CDD-91B4-83EDAD2E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2B92D-8E36-487B-B689-2623C68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3B932-5471-4245-826C-22C9B40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A1907-7CDA-4EF6-8D0D-C289AB31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E5E55-7C44-4F17-8CD1-446F6BE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E248D-2006-49CE-B383-1AD56D1C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1B1B7-AB58-472A-A9A0-4CE3654C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859EA-5F3D-448E-8E82-EBE1E8D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627FA-5EB0-4442-A533-10CFD400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65133-8628-45D9-AAE1-BF585F7A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1F063-6AC3-4FC0-A993-6F78648C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D6BF2-A058-4C1A-8A72-4937F45B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703AE-A8EB-4E5A-B7DA-AB4424E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CB13B-0DA5-4B55-996B-CC1A1D67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803341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7F28D-608D-494B-9CF8-05BC791D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24241-F303-40F7-9CB6-67653BC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9D2F-03CF-451F-BDE1-64F591E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71E76-F6E8-47D1-92D8-BAE7F689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0CEC0-A1A2-4BC3-9CDA-0747B9A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A00FD-4680-4F51-B1D6-C444E023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326EA-BDA7-4380-B4F8-A0C2D993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94F87-770F-4D09-8D4E-EBC59F47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E22ED-5957-445F-ACAD-E023B3A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AB2BA-11F9-4ADA-8876-7D10E9F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F28AF-1DA1-4309-8924-737817DD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572EE-2BF7-40F1-BC9C-515227BF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2353F-2AEC-44BD-9DEC-29E2EFC0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AA4BA-ED09-4AD5-BA24-8B6FCE3A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8AE27-F6DD-4366-8798-CCB0721F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667118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B607B-39DB-4610-820B-76596CD4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0CEF8-082A-43DD-BBDA-8AD14C75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C7D08-487E-4195-9B59-6D70C57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24698-8DD4-4C4B-ACBD-C6E88065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D7C70-AE14-420B-9E31-8EEA029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Materials for Energy Systems Nanomaterials: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5FCA0-84D9-461A-BA97-ED7B3C36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Materials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C03CA-96A4-4CDA-B2C9-EF7525CA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5289A-D4B4-4CF4-8112-3F90842B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E807B-8759-4DE6-87CC-E7D6EBBD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138181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48442-262C-473C-9AD5-946D2316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65071-C841-4F73-AB67-B0F59F0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403F7-FEAA-48D1-8D14-6E3956D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C443C-8867-48A5-952F-03B8AE65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A1AC4-4ED6-47CD-905D-DB425EB1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Batteries - Introduction, classification of batteries , characteristics -capacity, power density, shelf life and cycle life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Construction, working and applications of Li -ion battery.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Fuel cells - Introduction, construction and working of solid oxide fuel cells (SOFCs) and its uses in auxiliary power units (APUs)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Differences between fuel cell and battery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2305F-F494-4BAC-AECA-45759EA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8CB1B-319B-425F-8730-176E03EC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C6044-CDD0-4A89-A69F-08EE9E2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49D20-D263-461A-A470-3400D20F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519261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40B35-9465-4EB1-8B66-9C448A6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5F12E-354E-442A-981E-6A67143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42CEF-8E70-4F69-A132-7CBB273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77647-4762-4721-A8B7-B1D6093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38FAD-58F3-4955-A42C-F813F69E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D24BA-4684-4187-A42D-B44D5022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6B138-D03B-4C81-AE8A-0A785392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Materials for Energy Systems Nanomaterials: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7FEC-C59D-4864-B211-7BB8990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4C696-A6D7-4DD6-A3FC-5909FE8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74EE8-0E53-43FE-A3F2-02F801F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synthesis of TiO2 nanoparticles by sol-gel method and its uses in catalytic conve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D6A8F-5C62-4100-BA1F-D4B0B4D9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70112-3E2C-48DE-86D9-0B8E76F6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4318E-CF8F-41E8-8752-981FBC41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Size-dependent properties of nanomaterial-surface area, catalytical, electrical and thermal con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322B9-DCD3-4BE0-918A-45C3C970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3DA0F-009E-4D5D-B690-9948001F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2392C-8E66-49FB-BEB7-55D624E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Graphene - Synthesis by chemical vapor deposition (CVD) method, properties and engineering appl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21967-3A67-4D90-8A85-0095301D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0D1E4-C0A4-4937-AF8E-D15D78B5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01DD4-F8FF-4AE1-B4BD-FB689E4C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of carbon nanotubes (CNTs) in energy devices.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8A290-6F40-422C-8C7B-17C9F1A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778F1-B298-471B-9F51-25E8D2D9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AEDF9-A257-4EA5-B9A4-4DAEB9D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Energy Systems: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97F4C-7BA1-4E14-828D-984223D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DE918-B20D-4725-BA3B-A39757A4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626A7-B44C-49C0-950B-21C3E654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Batteries - Introduction, classification of batteries , characteristics -capacity, power densit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4A9AF-CA11-48DE-9BBC-41734179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4E6FB-93AD-408E-AE74-AFA76694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09B1E-7614-417A-A0F1-BCBAA78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34A2F-0654-4639-BD7F-03959B2C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501137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87A7E-CA3C-4DAA-8AB5-39467EC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05870-DA1E-4B59-940E-E01F8DC9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EBBB0-E6AD-4D4C-8010-51D1241C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51E03-90B7-471C-8320-ACEC85E9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Materials, Energy, Systems, Nanomaterials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319D8-330D-4A5B-BC22-581F9133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99CB9-E294-4EA5-A5AF-9F628A28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BDF28-D06B-4F24-B9FD-396929AD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48C78-A891-4AEB-8B9A-372B580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634194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2026-08-24T06:38:43.7900000Z</dcterms:created>
  <dcterms:modified xsi:type="dcterms:W3CDTF">2026-08-24T06:38:43.7900000Z</dcterms:modified>
</coreProperties>
</file>