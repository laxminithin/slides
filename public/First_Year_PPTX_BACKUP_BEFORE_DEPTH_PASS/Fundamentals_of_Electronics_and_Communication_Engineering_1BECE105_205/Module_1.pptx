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0788d3b51447b3" /><Relationship Type="http://schemas.openxmlformats.org/officeDocument/2006/relationships/extended-properties" Target="/docProps/app.xml" Id="R07da940a6f87458f" /><Relationship Type="http://schemas.openxmlformats.org/officeDocument/2006/relationships/officeDocument" Target="/ppt/presentation.xml" Id="R3a710525a41445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cf8e8bf9804a21"/>
  </p:sldMasterIdLst>
  <p:notesMasterIdLst>
    <p:notesMasterId xmlns:r="http://schemas.openxmlformats.org/officeDocument/2006/relationships" r:id="Ra9c36f66f4fa4b19"/>
  </p:notesMasterIdLst>
  <p:sldIdLst>
    <p:sldId xmlns:r="http://schemas.openxmlformats.org/officeDocument/2006/relationships" id="256" r:id="Rb3cf47c6c27c4d48"/>
    <p:sldId xmlns:r="http://schemas.openxmlformats.org/officeDocument/2006/relationships" id="257" r:id="R65f991914b5d4b1c"/>
    <p:sldId xmlns:r="http://schemas.openxmlformats.org/officeDocument/2006/relationships" id="258" r:id="R0f4ed06a523e44a1"/>
    <p:sldId xmlns:r="http://schemas.openxmlformats.org/officeDocument/2006/relationships" id="259" r:id="Re0e7e219814a4c34"/>
    <p:sldId xmlns:r="http://schemas.openxmlformats.org/officeDocument/2006/relationships" id="260" r:id="R6a4bc73163fb4e13"/>
    <p:sldId xmlns:r="http://schemas.openxmlformats.org/officeDocument/2006/relationships" id="261" r:id="R3cbeb6e857954d07"/>
    <p:sldId xmlns:r="http://schemas.openxmlformats.org/officeDocument/2006/relationships" id="262" r:id="R1d21f2c008894b63"/>
    <p:sldId xmlns:r="http://schemas.openxmlformats.org/officeDocument/2006/relationships" id="263" r:id="Re6c2ccbd48fb497b"/>
    <p:sldId xmlns:r="http://schemas.openxmlformats.org/officeDocument/2006/relationships" id="264" r:id="Ra46db217edc149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acc435452948a6" /><Relationship Type="http://schemas.openxmlformats.org/officeDocument/2006/relationships/slideMaster" Target="/ppt/slideMasters/slideMaster1.xml" Id="R12cf8e8bf9804a21" /><Relationship Type="http://schemas.openxmlformats.org/officeDocument/2006/relationships/notesMaster" Target="/ppt/notesMasters/notesMaster1.xml" Id="Ra9c36f66f4fa4b19" /><Relationship Type="http://schemas.openxmlformats.org/officeDocument/2006/relationships/presProps" Target="/ppt/presProps.xml" Id="R64d9707d7d564400" /><Relationship Type="http://schemas.openxmlformats.org/officeDocument/2006/relationships/tableStyles" Target="/ppt/tableStyles.xml" Id="Rd9dfeda5c8e04240" /><Relationship Type="http://schemas.openxmlformats.org/officeDocument/2006/relationships/slide" Target="/ppt/slides/slide1.xml" Id="Rb3cf47c6c27c4d48" /><Relationship Type="http://schemas.openxmlformats.org/officeDocument/2006/relationships/slide" Target="/ppt/slides/slide2.xml" Id="R65f991914b5d4b1c" /><Relationship Type="http://schemas.openxmlformats.org/officeDocument/2006/relationships/slide" Target="/ppt/slides/slide3.xml" Id="R0f4ed06a523e44a1" /><Relationship Type="http://schemas.openxmlformats.org/officeDocument/2006/relationships/slide" Target="/ppt/slides/slide4.xml" Id="Re0e7e219814a4c34" /><Relationship Type="http://schemas.openxmlformats.org/officeDocument/2006/relationships/slide" Target="/ppt/slides/slide5.xml" Id="R6a4bc73163fb4e13" /><Relationship Type="http://schemas.openxmlformats.org/officeDocument/2006/relationships/slide" Target="/ppt/slides/slide6.xml" Id="R3cbeb6e857954d07" /><Relationship Type="http://schemas.openxmlformats.org/officeDocument/2006/relationships/slide" Target="/ppt/slides/slide7.xml" Id="R1d21f2c008894b63" /><Relationship Type="http://schemas.openxmlformats.org/officeDocument/2006/relationships/slide" Target="/ppt/slides/slide8.xml" Id="Re6c2ccbd48fb497b" /><Relationship Type="http://schemas.openxmlformats.org/officeDocument/2006/relationships/slide" Target="/ppt/slides/slide9.xml" Id="Ra46db217edc149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0791f6dec945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72b37209734348" /><Relationship Type="http://schemas.openxmlformats.org/officeDocument/2006/relationships/notesMaster" Target="/ppt/notesMasters/notesMaster1.xml" Id="R38e979201f8b49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047e0c7d2c414b" /><Relationship Type="http://schemas.openxmlformats.org/officeDocument/2006/relationships/notesMaster" Target="/ppt/notesMasters/notesMaster1.xml" Id="Rad755613da124e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c66b17bd114025" /><Relationship Type="http://schemas.openxmlformats.org/officeDocument/2006/relationships/notesMaster" Target="/ppt/notesMasters/notesMaster1.xml" Id="Ra1c9403303ee48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e149ea33b14bcb" /><Relationship Type="http://schemas.openxmlformats.org/officeDocument/2006/relationships/notesMaster" Target="/ppt/notesMasters/notesMaster1.xml" Id="R766deca6d6e04b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6d367f6239412d" /><Relationship Type="http://schemas.openxmlformats.org/officeDocument/2006/relationships/notesMaster" Target="/ppt/notesMasters/notesMaster1.xml" Id="Rc99a10398e5f43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089ddf9e8c4f6a" /><Relationship Type="http://schemas.openxmlformats.org/officeDocument/2006/relationships/notesMaster" Target="/ppt/notesMasters/notesMaster1.xml" Id="R92f9e5f0a8df45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5c3ef7a4e9487e" /><Relationship Type="http://schemas.openxmlformats.org/officeDocument/2006/relationships/notesMaster" Target="/ppt/notesMasters/notesMaster1.xml" Id="Rec317cf788bd44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98016b46714368" /><Relationship Type="http://schemas.openxmlformats.org/officeDocument/2006/relationships/notesMaster" Target="/ppt/notesMasters/notesMaster1.xml" Id="R08c8a7ef136f4c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d61fe214804206" /><Relationship Type="http://schemas.openxmlformats.org/officeDocument/2006/relationships/notesMaster" Target="/ppt/notesMasters/notesMaster1.xml" Id="R0c73938a3aee4f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1596e297874b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eda175cb034b2b" /><Relationship Type="http://schemas.openxmlformats.org/officeDocument/2006/relationships/slideLayout" Target="/ppt/slideLayouts/slideLayout1.xml" Id="Rfe70c70773724a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70c70773724a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2644ef9ded4371" /><Relationship Type="http://schemas.openxmlformats.org/officeDocument/2006/relationships/notesSlide" Target="/ppt/notesSlides/notesSlide1.xml" Id="R3c445829ace449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737da7785460d" /><Relationship Type="http://schemas.openxmlformats.org/officeDocument/2006/relationships/notesSlide" Target="/ppt/notesSlides/notesSlide2.xml" Id="Rb45150a7eab149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c317f0c5f429a" /><Relationship Type="http://schemas.openxmlformats.org/officeDocument/2006/relationships/notesSlide" Target="/ppt/notesSlides/notesSlide3.xml" Id="Rb6015ac0a78d44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2d09930cb4832" /><Relationship Type="http://schemas.openxmlformats.org/officeDocument/2006/relationships/notesSlide" Target="/ppt/notesSlides/notesSlide4.xml" Id="Rc1ab9a4ad9f246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49cd47ce8459c" /><Relationship Type="http://schemas.openxmlformats.org/officeDocument/2006/relationships/notesSlide" Target="/ppt/notesSlides/notesSlide5.xml" Id="Ra311c674f2da47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45837945f4d4d" /><Relationship Type="http://schemas.openxmlformats.org/officeDocument/2006/relationships/notesSlide" Target="/ppt/notesSlides/notesSlide6.xml" Id="R321fcf7d639448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0356ab06f4652" /><Relationship Type="http://schemas.openxmlformats.org/officeDocument/2006/relationships/notesSlide" Target="/ppt/notesSlides/notesSlide7.xml" Id="R08d0dd62caa145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7079d1cf741ec" /><Relationship Type="http://schemas.openxmlformats.org/officeDocument/2006/relationships/notesSlide" Target="/ppt/notesSlides/notesSlide8.xml" Id="R85f20980870343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90cf455eb40c7" /><Relationship Type="http://schemas.openxmlformats.org/officeDocument/2006/relationships/notesSlide" Target="/ppt/notesSlides/notesSlide9.xml" Id="R8e3b2712e10442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DD0272-D714-4614-9DEA-96FDA995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D89787-1DF9-4454-8A76-699965DC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Diodes and their Application: Introduction, Characteristics and Parameters, Diode Approximation, DC Load Line Analysis,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DC2D1-754B-4BC5-A6F6-BE740986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Fundamentals of Electronics and Communication Engineering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1BECE105/205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electronics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CA708-70CF-4DF9-82F0-6E1F707E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4ABD4-AC7F-4D26-8AAB-6A8D4F7E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B3569-EE47-4167-8F17-C665A952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3D7BF-50C3-4BE3-BA13-1BBD2337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F1EC1-FD80-4DF7-95A1-739E20D0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8159F-7879-47F6-9721-C7BD5460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BF9D91-448F-480D-83EF-EEB608E6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BF9ECF-D2B7-44B8-AB9E-0FDD1D4F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08ABE-F39E-43B2-A45E-30D09050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393108-B743-4FDF-9C04-F2906810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A7BFDC-3F86-4298-99CA-24929C29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E01719-46DD-4D7F-BFF4-6E277DE7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10457544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32AB00-4665-47D5-9754-C044A0F7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F72CC-6A2B-4CE4-B6AC-3A59F4F9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A20F4-A049-4A03-A02C-1931D327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1AA3F-95CE-4CE0-BBA3-336488AE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6DEB8-2B64-41A0-95E9-37361AF4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55F9F-69BC-4B10-9870-D7F932E6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CC234-7D6F-4654-88D3-D5F59EC8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96CE4E-0F5A-4FF5-957D-5517EEE0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F31D9A-D043-45F9-A86B-D782F15F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B763C3-3AAB-48B7-AD95-7B1AB0BF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087C0-25E2-4EE6-8021-A01C369D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7891BF-7506-461C-8114-317AAE32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8DD76-756D-4703-95F3-460194E0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Diodes and their Application: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Characteristics and Parameters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Diode Approximation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DC Load Line Analysis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5F73A3-F53E-4451-B21F-7F0211BA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FCBDB7-F9B4-4931-87C5-5837C2E0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3017025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77E05F-2D45-44BD-8B5F-A1841E82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6C4F7-7A52-4AE2-B355-5F29EA68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1B2EE5-857B-444B-97D7-C17D11FD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C1345-CED6-432D-A05F-41E7A9FD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Diodes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5C030-ACF4-4B83-AFBB-2C53187B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their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BFC97-0804-4745-A064-A63B1872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94D00-8153-49A0-A397-2B2CD8D2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Characteristics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02BC2B-17E1-40CC-9D2A-8E502035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Parameters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80F410-7C5D-4A5B-A334-58586743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Diode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0E8D83-D5B9-43AD-98FE-B12B8761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Half Wave Rectifier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Full Wave Bridge Rectifier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Capacitor Filter Circuit ( Only Qualitative Approach).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Zener Diode and its Use in Voltage Regulation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B0DE4-E7D8-4460-AD10-84DCDFE4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AD48D8-4310-46D4-A832-30481A68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11329658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10BEA4-BF13-49AC-9A9A-D5B56384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C3D1C-2B35-4C59-942B-CF4BDCD5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E23B7-FCA8-455E-BCA7-F810B612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5D5B5-8C1B-4C0F-B2EC-191E6438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Diodes and their Application: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Characteristics and Parameters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Diode Approximation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DC Load Line Analysis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Half Wave Rectifier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31C98-2233-4E8F-8E70-635B7BC8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A0E81-0716-4DDB-94D0-7B4809B0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1EE90F-6C6E-4CA4-A86B-1A16E152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B73F5-A7D7-4242-8234-5D63FE67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1608E3-1244-4810-AEFD-42AC4497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0FA08C-70F1-4456-A6F0-3B68346C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C89D43-53ED-4F1B-B83E-C982E055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F4F900-9520-493D-BDBB-29204F63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C84156-19DE-4A60-8179-162DECA9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D37363-1EBD-4DE4-BAE3-10D68F1C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E2C51B-AE18-4426-96B0-9FF2EFFF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9A09E7-68E0-4ED9-8AA4-63E9667A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CC7950-261D-4FD5-9477-42E8DDBD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F857FD-A25E-4958-874F-B555BF8D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12946988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6A2697-B9E4-4484-A649-00A5B36B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EC3CB-356C-4B80-A540-C53BB52E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32044-0554-4170-9A63-5E8F1D49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550C5-B12A-4132-B6C9-6A2ED0BB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BC501-9A7B-4641-A0F9-275D0C4F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2F234-1CED-4ABC-B3F3-448FCF70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92A618-25A0-42D3-B51C-24BF4497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A9042-2608-45D4-AF2B-91458A8D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7A96F-B69B-4AEB-8498-81F26706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269CD-C035-45D6-8C76-C6B3C1FB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53686B-E0F0-479E-917B-9DE736C1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1FEA21-6CA6-4E65-A914-DFD07E53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85035-BF85-4C33-BA7F-6376141C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B46D2-DAAD-4F84-843E-11E41094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5941CF-F452-4160-B956-CD83B7D5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12528592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27EFF6-2234-49E2-8A2D-8CEFC699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E1E1D-61C8-4679-AF03-93314804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C59358-D967-4D55-9394-84830D28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FD8BB-6739-4125-A255-BF1149AB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1B755A-C3C5-4050-B716-5BB0C1C5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Diodes and their Application: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A4284-2145-4849-9DAE-36647AF4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Diodes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D27905-F4CF-49C7-95F9-CE4CC251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5072A-BA17-4CF5-894D-F800629F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7CFA3-9CED-43AF-9B68-8402F511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6650847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BA868-D546-442C-BA4C-912B89A9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5CE070-F045-4BD6-87FC-C3BC5CDF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416D7-72F5-4DD6-A644-EDC7F777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4B88B-2E80-490B-9302-92CBEB74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AE0FC-3C60-4B37-A5D0-5D20B512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Full Wave Bridge Rectifier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Capacitor Filter Circuit ( Only Qualitative Approach).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Zener Diode and its Use in Voltage Regulation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Diode Logic Circuits.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11671-406A-435A-86DF-A84B2D98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67BBB-F384-49C4-B360-C2881AF6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A2F157-401B-44F6-928B-C1C1C310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4F74AE-072F-4546-A057-D767F898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15525717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B9E198-3A8D-4233-B3DD-D5DBDF02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48E78E-1A4B-4C29-894E-7BED3102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BCC1A-E9F1-42D6-AB32-05FCA453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28614-87BD-4B3C-9067-27F5E1EA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24EE0-9563-4BA8-ACAA-14D0661A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92EC9-F8CC-4B56-A1C1-5CBAB70D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ADB95-B290-498A-AA51-A66205F3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Diodes and their Application: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039464-6D62-4B90-9FE7-6C49810F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41CF90-C3A6-48FB-A70F-B7E0E48B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3B9683-3A4C-4446-BAC1-A52343E0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DD63E3-460A-4B82-B12C-EF8A71E6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831E87-27F7-4767-85A9-4C0AA61E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FF3D00-0F78-404A-9A84-B79A3BBE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Characteristics and Parameters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5A2498-54A5-4553-9872-79BA112B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A6A817-5B82-4814-967D-152C926E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AD0729-D6D9-4D06-923D-2C5BF7D3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Diode Approximation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49644F-1566-42E0-A44E-8665BB26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66179C-A91A-485D-9718-FDAFE8C6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7017ED-C484-492A-A753-0577A507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DC Load Line Analysis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D824B1-639C-42F0-BDCF-FDAEA86D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6A33CB-8F51-4098-BD80-6084D580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9B6F37-92A8-4049-AC83-50CECCC6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Half Wave Rectifier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AE23A9-107A-4956-9962-EEAFB9CF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7E532D-C118-4454-984E-5C094789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57760C-169E-4C59-9B86-FE1D0A25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Full Wave Bridge Rectifier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17E537-61BA-495C-984C-7E6587EA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0A2446-6A4E-4F6F-949F-469DE131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F1A253-9A2E-4AD5-B4B8-3478009C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371952-2D9E-4B02-AA72-AE3154C6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2724172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FC1E96-804C-4E59-8FAD-29A4102B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AC9A0-CEF0-4FA7-9F18-1F972A0A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2D7271-F5E6-4704-87DA-FD0E18FC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CE1EB3-C30F-4874-BCEC-F449219B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Diodes, their, Application, Characteristics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4689A-F50C-4F44-9F92-9553C27D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68C05-CF60-4E1A-BC4C-67E8CB28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0FE82D-E600-42F5-95DF-B43CD0B9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BD185C-ACFF-4533-937D-27A4FE32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11317860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2026-08-24T06:38:44.8880000Z</dcterms:created>
  <dcterms:modified xsi:type="dcterms:W3CDTF">2026-08-24T06:38:44.8880000Z</dcterms:modified>
</coreProperties>
</file>