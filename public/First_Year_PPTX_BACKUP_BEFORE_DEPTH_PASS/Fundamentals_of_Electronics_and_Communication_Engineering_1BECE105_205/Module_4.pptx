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1bcbe3a0984c2b" /><Relationship Type="http://schemas.openxmlformats.org/officeDocument/2006/relationships/extended-properties" Target="/docProps/app.xml" Id="R29ac6d96168c4e10" /><Relationship Type="http://schemas.openxmlformats.org/officeDocument/2006/relationships/officeDocument" Target="/ppt/presentation.xml" Id="Rab555dce1a2945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19f5040e964050"/>
  </p:sldMasterIdLst>
  <p:notesMasterIdLst>
    <p:notesMasterId xmlns:r="http://schemas.openxmlformats.org/officeDocument/2006/relationships" r:id="R3197d5c1d23e4b16"/>
  </p:notesMasterIdLst>
  <p:sldIdLst>
    <p:sldId xmlns:r="http://schemas.openxmlformats.org/officeDocument/2006/relationships" id="256" r:id="Re5cf1ce1028e47be"/>
    <p:sldId xmlns:r="http://schemas.openxmlformats.org/officeDocument/2006/relationships" id="257" r:id="Rd0dc94dd79ce450e"/>
    <p:sldId xmlns:r="http://schemas.openxmlformats.org/officeDocument/2006/relationships" id="258" r:id="R54a93cb848224a4e"/>
    <p:sldId xmlns:r="http://schemas.openxmlformats.org/officeDocument/2006/relationships" id="259" r:id="R4735fb5db1a94134"/>
    <p:sldId xmlns:r="http://schemas.openxmlformats.org/officeDocument/2006/relationships" id="260" r:id="R5339709d3287410a"/>
    <p:sldId xmlns:r="http://schemas.openxmlformats.org/officeDocument/2006/relationships" id="261" r:id="Rf8070927520d470f"/>
    <p:sldId xmlns:r="http://schemas.openxmlformats.org/officeDocument/2006/relationships" id="262" r:id="Rb139254ad8034a95"/>
    <p:sldId xmlns:r="http://schemas.openxmlformats.org/officeDocument/2006/relationships" id="263" r:id="Rfe33acbe165e4b34"/>
    <p:sldId xmlns:r="http://schemas.openxmlformats.org/officeDocument/2006/relationships" id="264" r:id="R4f9f140170f845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e2d56d107b407c" /><Relationship Type="http://schemas.openxmlformats.org/officeDocument/2006/relationships/slideMaster" Target="/ppt/slideMasters/slideMaster1.xml" Id="Re819f5040e964050" /><Relationship Type="http://schemas.openxmlformats.org/officeDocument/2006/relationships/notesMaster" Target="/ppt/notesMasters/notesMaster1.xml" Id="R3197d5c1d23e4b16" /><Relationship Type="http://schemas.openxmlformats.org/officeDocument/2006/relationships/presProps" Target="/ppt/presProps.xml" Id="Re8273ced59874d35" /><Relationship Type="http://schemas.openxmlformats.org/officeDocument/2006/relationships/tableStyles" Target="/ppt/tableStyles.xml" Id="R10223c6e61804451" /><Relationship Type="http://schemas.openxmlformats.org/officeDocument/2006/relationships/slide" Target="/ppt/slides/slide1.xml" Id="Re5cf1ce1028e47be" /><Relationship Type="http://schemas.openxmlformats.org/officeDocument/2006/relationships/slide" Target="/ppt/slides/slide2.xml" Id="Rd0dc94dd79ce450e" /><Relationship Type="http://schemas.openxmlformats.org/officeDocument/2006/relationships/slide" Target="/ppt/slides/slide3.xml" Id="R54a93cb848224a4e" /><Relationship Type="http://schemas.openxmlformats.org/officeDocument/2006/relationships/slide" Target="/ppt/slides/slide4.xml" Id="R4735fb5db1a94134" /><Relationship Type="http://schemas.openxmlformats.org/officeDocument/2006/relationships/slide" Target="/ppt/slides/slide5.xml" Id="R5339709d3287410a" /><Relationship Type="http://schemas.openxmlformats.org/officeDocument/2006/relationships/slide" Target="/ppt/slides/slide6.xml" Id="Rf8070927520d470f" /><Relationship Type="http://schemas.openxmlformats.org/officeDocument/2006/relationships/slide" Target="/ppt/slides/slide7.xml" Id="Rb139254ad8034a95" /><Relationship Type="http://schemas.openxmlformats.org/officeDocument/2006/relationships/slide" Target="/ppt/slides/slide8.xml" Id="Rfe33acbe165e4b34" /><Relationship Type="http://schemas.openxmlformats.org/officeDocument/2006/relationships/slide" Target="/ppt/slides/slide9.xml" Id="R4f9f140170f845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c7d9d0700d4c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33ead709a14e96" /><Relationship Type="http://schemas.openxmlformats.org/officeDocument/2006/relationships/notesMaster" Target="/ppt/notesMasters/notesMaster1.xml" Id="R2d2dcebe4e1747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b43266c350419c" /><Relationship Type="http://schemas.openxmlformats.org/officeDocument/2006/relationships/notesMaster" Target="/ppt/notesMasters/notesMaster1.xml" Id="R7b8c3b97794547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1b990c3ca44dbd" /><Relationship Type="http://schemas.openxmlformats.org/officeDocument/2006/relationships/notesMaster" Target="/ppt/notesMasters/notesMaster1.xml" Id="R22f93fbab6b64a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e08444a1b142a6" /><Relationship Type="http://schemas.openxmlformats.org/officeDocument/2006/relationships/notesMaster" Target="/ppt/notesMasters/notesMaster1.xml" Id="R9fec23d62d0541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7304061774628" /><Relationship Type="http://schemas.openxmlformats.org/officeDocument/2006/relationships/notesMaster" Target="/ppt/notesMasters/notesMaster1.xml" Id="R163d82dc5dc546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d2844119d44b4f" /><Relationship Type="http://schemas.openxmlformats.org/officeDocument/2006/relationships/notesMaster" Target="/ppt/notesMasters/notesMaster1.xml" Id="Rb17d2b16605042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4c78ab46a14536" /><Relationship Type="http://schemas.openxmlformats.org/officeDocument/2006/relationships/notesMaster" Target="/ppt/notesMasters/notesMaster1.xml" Id="R2b5c9fb74a0f4a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f01576c1db4fd9" /><Relationship Type="http://schemas.openxmlformats.org/officeDocument/2006/relationships/notesMaster" Target="/ppt/notesMasters/notesMaster1.xml" Id="Rc739789cc15a40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5c650c1739499b" /><Relationship Type="http://schemas.openxmlformats.org/officeDocument/2006/relationships/notesMaster" Target="/ppt/notesMasters/notesMaster1.xml" Id="R7a6d444a611b4c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113ecbe284b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1b838a7afe47d0" /><Relationship Type="http://schemas.openxmlformats.org/officeDocument/2006/relationships/slideLayout" Target="/ppt/slideLayouts/slideLayout1.xml" Id="R6e8c05c8b29746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8c05c8b29746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f91c28af1420a" /><Relationship Type="http://schemas.openxmlformats.org/officeDocument/2006/relationships/notesSlide" Target="/ppt/notesSlides/notesSlide1.xml" Id="R8c97f1d3a3e548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7b0bd6b5547d6" /><Relationship Type="http://schemas.openxmlformats.org/officeDocument/2006/relationships/notesSlide" Target="/ppt/notesSlides/notesSlide2.xml" Id="R12a6c3fdd8a647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7b474138c4b4a" /><Relationship Type="http://schemas.openxmlformats.org/officeDocument/2006/relationships/notesSlide" Target="/ppt/notesSlides/notesSlide3.xml" Id="R153d46eb54064b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bb26b000f4c04" /><Relationship Type="http://schemas.openxmlformats.org/officeDocument/2006/relationships/notesSlide" Target="/ppt/notesSlides/notesSlide4.xml" Id="Rc962e5d90e3340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4957783d84454" /><Relationship Type="http://schemas.openxmlformats.org/officeDocument/2006/relationships/notesSlide" Target="/ppt/notesSlides/notesSlide5.xml" Id="Rd0d66f71957d4c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b1e6ec447414b" /><Relationship Type="http://schemas.openxmlformats.org/officeDocument/2006/relationships/notesSlide" Target="/ppt/notesSlides/notesSlide6.xml" Id="R90b4dc9cb0fb4c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c74676b844950" /><Relationship Type="http://schemas.openxmlformats.org/officeDocument/2006/relationships/notesSlide" Target="/ppt/notesSlides/notesSlide7.xml" Id="R5e0ac6d9553541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273d3ef5341fa" /><Relationship Type="http://schemas.openxmlformats.org/officeDocument/2006/relationships/notesSlide" Target="/ppt/notesSlides/notesSlide8.xml" Id="Rbebef1dc80954d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b9bb1feb44759" /><Relationship Type="http://schemas.openxmlformats.org/officeDocument/2006/relationships/notesSlide" Target="/ppt/notesSlides/notesSlide9.xml" Id="R4a86faf174cd48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61125-FA93-4911-9F11-D2A31419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3915E-6AF9-4079-B522-297DBA6C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Fundamentals of Communication: Elements of an Electrical Communication System, Communication Channels and Their Characte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193BE-B314-4C16-AB15-41D8A5FD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Fundamentals of Electronics and Communication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E3E33-AB5C-4E62-93CC-EC57F13B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1DA39-280E-4F1C-9B47-DD7E29F2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44483-E2C8-4B3A-AE97-58739672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0F9BE-F06D-4C4D-BC6F-4CD6A573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81842-E210-49AC-8750-760B84AE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4A0B9-1F7F-435A-B82E-07AC1F63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1EEF0-0670-46BD-8209-A3D253E1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8B1D2-FDE8-4DEE-B25C-BA1CF761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1008B-9248-445A-A3F5-13978BBA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D360B-C2EE-404F-8D8D-2F23030D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E1740-3CBD-4A26-9D4D-3943E157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72F3E-E0EA-47A4-8F11-F25E9861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6282700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37479-D2EC-4102-AABD-7038E690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CB170-490C-4E40-B591-8130A146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75285-D0E7-42B2-B7EE-B4FF79BE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357C4-920E-4C91-8D2D-ABC1037A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AD169-0E3F-40B9-86A6-3CA6E23A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74304-738A-4A29-AD1A-4496788D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6ED01-435E-4770-B1ED-21069A47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21ABA-4284-41CD-ADFD-B6F5292D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F44D9-8460-45F8-885B-C2A9067B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6C390-2B5B-4059-9C1D-B8C35912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03B89-C9E5-46A8-9C11-7874E73A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84389-7E8C-46C7-B81E-D38BC87B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DCFD4-3F73-4FC9-9C06-04326C71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Fundamentals of Communication: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Elements of an Electrical Communication System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Communication Channels and Their Characteristics: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Fiber Optic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Wireless Electromagnetic Channels 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8ECEE-CC73-4144-B2D9-FD6ED37D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C981A-87EF-4D85-9B91-5794D31D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4548283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D0EFF-7CDB-49FC-B654-BF94884A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4D0C6-1E50-4263-967B-CDAFEDB0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E0D2B-3D87-4416-89B1-585A87BA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36CE2-505B-44FE-8F9B-C9E1547E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3BB21-B083-44FA-92CA-DDE3A792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Communication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EAB32-FDFD-4325-AE7D-A633FDDB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2C105-79D7-4363-94E8-E93EC4AA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Electrical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B474F-6134-4B12-AA17-823CBAD2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BB28F-7CB5-46E8-944F-C2F005FB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Channels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C1925-F4E1-4E71-A829-E7EE5497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Analog Modulation Types: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Amplitude Modulation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Frequency and Phase Modulation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(Excluding Derivation and Spectral Diagrams) 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EFC07-B1ED-4589-A044-165AF826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13F38-40D1-43A0-A78D-92FFEF04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1924525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AD3382-5019-4A57-AA69-6DBCFAF6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35D16-5135-4680-9489-6C405351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16D5D-2537-4BBC-81D3-189EF37F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D3129-D252-4040-B0ED-647ECF74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Fundamentals of Communication: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Elements of an Electrical Communication System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Communication Channels and Their Characteristics: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Fiber Optic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Wireless Electromagnetic Channels 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Analog Modulation Types: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752D5-1E5D-4190-BD36-E34FBBFB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BBAAE-F03B-4795-A675-97221D9C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1A867-AFF8-45FF-866E-A48ABB67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49CF5-4F43-47F8-B5D8-145C7BB4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BC925-9377-4EF7-8CA4-735FB4AE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8306C-2F96-42C0-AF4A-80ECE952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CD37C-53CE-462E-BFA9-B57FA3C7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0720A-870D-4BDC-A870-34AF5526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CAEBD-2CEA-44FC-BB28-4FADD5AA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5AEE8-6E5A-4B97-9BE2-5E8D8C1B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3CAFE-C53B-4443-B520-D1A24665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BDA26-6F49-4377-86CC-F095316E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B58E32-367C-459D-B863-B9DA2FD2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99E80-5E3C-441B-8537-C6A2D803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8031420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10005-4816-435D-89A1-0B67C428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C242B-995B-42D2-923E-9D1A1915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CB1CC-65D6-4D4D-A13F-4AFA5D73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0CBF3-7BB2-4911-A728-DA805CC0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2731C-706F-46CD-A51A-FECC220C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BB431-24AF-424F-BDC0-DEC3ABF0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28E70-2D0E-41CD-9F7C-819C859F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AEA25-FEE9-4393-BE61-68EF7BA5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3CF31-362A-4F1E-8248-04AE6252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DBA77-826D-46CF-9D8A-1A75DC78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C1172-3BBB-4CEA-A6BD-48D82524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5F524-3EC7-408A-B7AF-577FCB9E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12025-E1F4-4D01-B322-5A230577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5E9BA-9981-4B50-B869-6C2483D1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0A657-E196-4FF9-BCFD-45020AAF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9399656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3C22A-118D-48EB-B616-BDACD99A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3A36A-2AA8-4355-87C4-E48211BA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3AD07-684F-4AD0-A396-0A4CD4BC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B54CF-C0F2-4110-B456-A3566E4D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0AC97-DED4-4223-923C-19379C66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Fundamentals of Communication: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92AD0-789C-401E-8CC6-0998607E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Fundamentals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F953A-4E3D-439E-8927-E5D71BAC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C9392-949C-4BEC-87B4-06C6D343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1033F-245E-4F32-BE79-07761D57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9522473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8934A-CF8D-4358-A652-A4A5AB27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7D2EA-D458-4BF6-8550-EEF3203B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85879-E850-4A2F-9BB9-7D306B8C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D869C-F414-456E-BDC6-FAD0F49F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F2842-3C58-4F9B-B06E-5B7F60BA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Amplitude Modulation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Frequency and Phase Modulation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(Excluding Derivation and Spectral Diagrams) 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9549D-55CD-4469-AACF-8A856A07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BA3E8-3119-4603-88E6-55CC0E04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F4842-5FF1-4738-B3D8-668C82AD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34EFF-92D0-4DD3-8164-3C9738BC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5169377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35F20D-2353-4479-85BF-C988E5E5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C5E08-2548-488C-9258-2CEDEADF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5DF17-C26F-401D-8C3F-17614200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69CFB-7E78-4DD8-88A7-E09627AF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D39C9-BFC1-4562-9FCC-908C7BEA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62449-7C6B-4EBD-B5AA-CC6A56F4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BF0B2-AF0D-4B5C-A1DA-CA1D5175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Fundamentals of Communication: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66923-CEFE-4B5D-AA3F-2DA185C4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EE91C-B020-4393-8F68-DA0EDCAF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397BE-0B8F-45DA-987D-DC9483AF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Elements of an Electrical Communication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2C422-3214-4636-8512-5C21D272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A6C5A-B683-439E-B148-021D01E2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D1A19-6801-49D9-9DD0-D8A21FEB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Communication Channels and Their Characteristics: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81FB2-215C-46F7-BF35-3BF4AD99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D2FF2-6ADF-4AAA-A71E-2E7EF0DA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85C63-160E-447A-904F-266819EB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Fiber Optic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58AAC-D83D-4D29-A144-03EC3561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CEA11-3A0D-46D0-8643-DFDBF996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41B39-B601-49A6-AC0C-71B349D0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Wireless Electromagnetic Channels 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C86B60-AA7E-4EE1-B76B-684362D2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EC984-E1C6-42E7-9C85-7CDA6871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FE7CE8-A26E-45D2-AD4E-8DDD6BEB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Analog Modulation Types: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D471C-CFED-4FC0-B030-DD2646D3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A2DB33-399A-4D85-8D9A-2E6DFF71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EF4E4F-7471-432B-93B7-76D61035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Amplitude Modulation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1C8499-E791-430D-A569-5E3E6C0C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34C2E6-6A80-4785-AAAB-0BDABBA1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F0573B-2FE2-4A55-804A-22D0CBA5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AB2FC1-8EA0-4AED-8B84-DF702116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9778281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79BE5-9DBF-4A9C-B529-F9334C9D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9300C-30B6-4DEA-BCA0-D5F46B1F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36E71-1D22-4512-8826-FAB9B634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C5B7B-A0C4-4D55-95C6-2E7F5039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Fundamentals, Communication, Elements, Electrical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7C975-1266-4606-BDE6-CC8F41C2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80136-F403-4880-812C-598944B7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31DBD-52D9-4D91-A3D4-53F991F4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10618-6552-412B-A88F-1173B6F9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419762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2026-08-24T06:38:45.0670000Z</dcterms:created>
  <dcterms:modified xsi:type="dcterms:W3CDTF">2026-08-24T06:38:45.0670000Z</dcterms:modified>
</coreProperties>
</file>