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812bd84b9423c" /><Relationship Type="http://schemas.openxmlformats.org/officeDocument/2006/relationships/extended-properties" Target="/docProps/app.xml" Id="R085405e380344af9" /><Relationship Type="http://schemas.openxmlformats.org/officeDocument/2006/relationships/officeDocument" Target="/ppt/presentation.xml" Id="Rde18150194f9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e8e1334b3646c0"/>
  </p:sldMasterIdLst>
  <p:notesMasterIdLst>
    <p:notesMasterId xmlns:r="http://schemas.openxmlformats.org/officeDocument/2006/relationships" r:id="R382f58263e3f4652"/>
  </p:notesMasterIdLst>
  <p:sldIdLst>
    <p:sldId xmlns:r="http://schemas.openxmlformats.org/officeDocument/2006/relationships" id="256" r:id="Rf5237fb745de4177"/>
    <p:sldId xmlns:r="http://schemas.openxmlformats.org/officeDocument/2006/relationships" id="257" r:id="Rc55a0d40e5074e21"/>
    <p:sldId xmlns:r="http://schemas.openxmlformats.org/officeDocument/2006/relationships" id="258" r:id="Ra31285aa9587488b"/>
    <p:sldId xmlns:r="http://schemas.openxmlformats.org/officeDocument/2006/relationships" id="259" r:id="R19facc91abe64ab0"/>
    <p:sldId xmlns:r="http://schemas.openxmlformats.org/officeDocument/2006/relationships" id="260" r:id="Rf7d786ed9d47438a"/>
    <p:sldId xmlns:r="http://schemas.openxmlformats.org/officeDocument/2006/relationships" id="261" r:id="R8e44f0256ba64f70"/>
    <p:sldId xmlns:r="http://schemas.openxmlformats.org/officeDocument/2006/relationships" id="262" r:id="Re0dd0c3318fd44d9"/>
    <p:sldId xmlns:r="http://schemas.openxmlformats.org/officeDocument/2006/relationships" id="263" r:id="R8b08cf60f5ab4921"/>
    <p:sldId xmlns:r="http://schemas.openxmlformats.org/officeDocument/2006/relationships" id="264" r:id="R4e62196c077c4b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68f7b1f2343de" /><Relationship Type="http://schemas.openxmlformats.org/officeDocument/2006/relationships/slideMaster" Target="/ppt/slideMasters/slideMaster1.xml" Id="R7ee8e1334b3646c0" /><Relationship Type="http://schemas.openxmlformats.org/officeDocument/2006/relationships/notesMaster" Target="/ppt/notesMasters/notesMaster1.xml" Id="R382f58263e3f4652" /><Relationship Type="http://schemas.openxmlformats.org/officeDocument/2006/relationships/presProps" Target="/ppt/presProps.xml" Id="Rbd7d62e63ee74dc0" /><Relationship Type="http://schemas.openxmlformats.org/officeDocument/2006/relationships/tableStyles" Target="/ppt/tableStyles.xml" Id="R4367c16376a64799" /><Relationship Type="http://schemas.openxmlformats.org/officeDocument/2006/relationships/slide" Target="/ppt/slides/slide1.xml" Id="Rf5237fb745de4177" /><Relationship Type="http://schemas.openxmlformats.org/officeDocument/2006/relationships/slide" Target="/ppt/slides/slide2.xml" Id="Rc55a0d40e5074e21" /><Relationship Type="http://schemas.openxmlformats.org/officeDocument/2006/relationships/slide" Target="/ppt/slides/slide3.xml" Id="Ra31285aa9587488b" /><Relationship Type="http://schemas.openxmlformats.org/officeDocument/2006/relationships/slide" Target="/ppt/slides/slide4.xml" Id="R19facc91abe64ab0" /><Relationship Type="http://schemas.openxmlformats.org/officeDocument/2006/relationships/slide" Target="/ppt/slides/slide5.xml" Id="Rf7d786ed9d47438a" /><Relationship Type="http://schemas.openxmlformats.org/officeDocument/2006/relationships/slide" Target="/ppt/slides/slide6.xml" Id="R8e44f0256ba64f70" /><Relationship Type="http://schemas.openxmlformats.org/officeDocument/2006/relationships/slide" Target="/ppt/slides/slide7.xml" Id="Re0dd0c3318fd44d9" /><Relationship Type="http://schemas.openxmlformats.org/officeDocument/2006/relationships/slide" Target="/ppt/slides/slide8.xml" Id="R8b08cf60f5ab4921" /><Relationship Type="http://schemas.openxmlformats.org/officeDocument/2006/relationships/slide" Target="/ppt/slides/slide9.xml" Id="R4e62196c077c4b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6991d7156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66ada63154eba" /><Relationship Type="http://schemas.openxmlformats.org/officeDocument/2006/relationships/notesMaster" Target="/ppt/notesMasters/notesMaster1.xml" Id="R80b98e1e03f34b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55de51375441d" /><Relationship Type="http://schemas.openxmlformats.org/officeDocument/2006/relationships/notesMaster" Target="/ppt/notesMasters/notesMaster1.xml" Id="R51ffe56bee9e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9c9d0bd9c443f8" /><Relationship Type="http://schemas.openxmlformats.org/officeDocument/2006/relationships/notesMaster" Target="/ppt/notesMasters/notesMaster1.xml" Id="Rf1b4aaf44f7b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fafe54c3b427c" /><Relationship Type="http://schemas.openxmlformats.org/officeDocument/2006/relationships/notesMaster" Target="/ppt/notesMasters/notesMaster1.xml" Id="Ree07c1f5384240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2a2b527f14a17" /><Relationship Type="http://schemas.openxmlformats.org/officeDocument/2006/relationships/notesMaster" Target="/ppt/notesMasters/notesMaster1.xml" Id="R7411cf7af2ec4c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66825503434dbb" /><Relationship Type="http://schemas.openxmlformats.org/officeDocument/2006/relationships/notesMaster" Target="/ppt/notesMasters/notesMaster1.xml" Id="Rb3e1e006bbc24a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89195a5ed04a22" /><Relationship Type="http://schemas.openxmlformats.org/officeDocument/2006/relationships/notesMaster" Target="/ppt/notesMasters/notesMaster1.xml" Id="R1f169b32de3e44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5151827dbd45eb" /><Relationship Type="http://schemas.openxmlformats.org/officeDocument/2006/relationships/notesMaster" Target="/ppt/notesMasters/notesMaster1.xml" Id="R3ac947ffcf5c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bfc7e1746a44f5" /><Relationship Type="http://schemas.openxmlformats.org/officeDocument/2006/relationships/notesMaster" Target="/ppt/notesMasters/notesMaster1.xml" Id="R8ced06f0687f49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af1b457ee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0702b83b644a0" /><Relationship Type="http://schemas.openxmlformats.org/officeDocument/2006/relationships/slideLayout" Target="/ppt/slideLayouts/slideLayout1.xml" Id="Rcf628daa8ecd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28daa8ecd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3d7e02ae44c5" /><Relationship Type="http://schemas.openxmlformats.org/officeDocument/2006/relationships/notesSlide" Target="/ppt/notesSlides/notesSlide1.xml" Id="Re5f3947396f64a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7607979ab4d07" /><Relationship Type="http://schemas.openxmlformats.org/officeDocument/2006/relationships/notesSlide" Target="/ppt/notesSlides/notesSlide2.xml" Id="R5dddf0dec3cc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8a5398d1e4676" /><Relationship Type="http://schemas.openxmlformats.org/officeDocument/2006/relationships/notesSlide" Target="/ppt/notesSlides/notesSlide3.xml" Id="R095774f2d17f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1013abbb4bd2" /><Relationship Type="http://schemas.openxmlformats.org/officeDocument/2006/relationships/notesSlide" Target="/ppt/notesSlides/notesSlide4.xml" Id="Rf911ea08a220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701edf8c04383" /><Relationship Type="http://schemas.openxmlformats.org/officeDocument/2006/relationships/notesSlide" Target="/ppt/notesSlides/notesSlide5.xml" Id="R1bc8ef93e5da4e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78880328447d" /><Relationship Type="http://schemas.openxmlformats.org/officeDocument/2006/relationships/notesSlide" Target="/ppt/notesSlides/notesSlide6.xml" Id="R58981223d35d46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b4ed7681043c4" /><Relationship Type="http://schemas.openxmlformats.org/officeDocument/2006/relationships/notesSlide" Target="/ppt/notesSlides/notesSlide7.xml" Id="Ra1600104438c46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8ebd5873b4b6b" /><Relationship Type="http://schemas.openxmlformats.org/officeDocument/2006/relationships/notesSlide" Target="/ppt/notesSlides/notesSlide8.xml" Id="R70836ea344ad4d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0f7245d794934" /><Relationship Type="http://schemas.openxmlformats.org/officeDocument/2006/relationships/notesSlide" Target="/ppt/notesSlides/notesSlide9.xml" Id="R2733a2fef70749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AA92B-AC95-4B1B-9A5B-4006BE63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00A9A-770F-4460-B7E3-EFA797A8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Operational Amplifiers: Introduction, The Operational Amplifier, Block Diagram Representation of Typical Op-Amp, Schemat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EA16F-04C7-40BF-BFC1-14AD208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E4E11-24A7-4747-A7B8-D0BDACA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65103-AD1B-414D-97D6-3243B21B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9D304-7928-4B11-9FD9-4A23A30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7CFDC-4760-4830-AF3B-415CC6E8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65D21-E5C4-44F5-80A1-E98F7C87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B5BB6-AEA4-432E-A94A-48820A72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D24D4-EF01-42F9-A30E-A7E0F1D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67BAD-DC4F-46C0-ACFB-243C604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12FAD-9CDD-4C9D-92CA-84EC548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185E9-67B1-4D1B-92C4-A99DCFC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EC31-D18F-4B31-9E3D-B09A867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620AC-B718-474A-BDF6-56417D1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531196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93A40-06AE-41A6-9EA2-1FD49579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B166-9A68-44ED-B761-2F9E3301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8C4B7-651E-4EB2-9A43-95023425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4F41C-8569-42A1-B9A5-E26A656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3192F-29DD-482A-8E1A-24D4AA2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E84BB-511E-47E4-8AC9-0E05F38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9E839-5A9C-4789-8DAF-48966CF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956FF-DD27-4FEF-9582-4735BDC2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0E681-8662-4D7C-B65F-56A8DB00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E428C-50AF-4072-8560-9F72EA6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6E5E2-2763-4D1C-8A29-AF58DE9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3F119-9068-4A52-94EE-61E63C4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0F30D-EC42-4D1E-9427-E12AB296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Operational Amplifiers: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Operational Amplifier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Block Diagram Representation of Typical Op-Amp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Schematic Symbol.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8426B-8AD5-46F7-82D9-FEB971A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5AB39-BD63-468E-9B45-1CAB2F3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377978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B16F6-5C93-4C24-9D95-EBC452E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33342-FFFC-4747-A4A7-429ABD5B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DD235-F38F-4837-94DB-A06211F0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68C51-DCA7-4F8F-9D1D-FC5C64AD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D64AA-E9B0-4CFA-8FB3-7779CDB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Amplifiers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9C235-E6F8-446E-B016-204FB314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Amplifier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F985B-61BC-45A5-B282-13523302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3C54D-BC66-4017-BA52-492624E3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7E26D-8943-4EA3-9FBE-3DC9519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38A72-FFAE-4C97-9D03-598461B6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Op-Amp Parameters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Input Resistance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Output Resistance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Input Offset Voltage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136B3-82B3-4A6D-B137-07AE7D4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CBC0A-6CEE-4BE4-B146-7780F5B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180350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DE340-EA74-4222-B04C-79A3534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31800-F80C-4F70-9F64-37FCFBC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97EA5-67CA-485B-A7A4-E6BF0366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76506-696F-447E-A2C9-5BBCCF39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Operational Amplifiers: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Operational Amplifier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Block Diagram Representation of Typical Op-Amp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Schematic Symbol.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Op-Amp Parameters 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CD03C-DA85-4715-B92A-3D8853E9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E48D1-F572-4A1B-9CCC-F329B12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D9448-F060-4108-A4BC-44A6E14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4937C-7AF9-44F7-B53C-587B023B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BCDFC-4479-4DD9-B146-906FFCAF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715E2-B1E3-4C0E-B9BF-F16FC836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0AD30-48BE-4EFA-861D-F24C4F9C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DB103-17B8-4824-A1A8-2A74BB79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8BEBB-BA5D-4E3C-9075-B84F7756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8B832-0DF8-4376-BF47-EA495F21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12FDA-E56E-4939-907F-D08E2AA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80588-7572-4827-9AED-3BE7954C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72ED4-F16D-4DFC-8A01-FF135BE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0B0D1-9772-4E63-A86F-97A63B8A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929201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C7A27-1E11-4E90-8AC0-40B1033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762F3-4E3A-41F4-9988-3AFA0B3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EA5FB-59F2-4DA6-B6A0-32156391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E51E1-A3F3-48D8-86BE-C5577DC3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D782D-0BCB-48DC-B69E-0804387A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62F43-D6AB-48F7-AAB8-63EA9C3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B210D-329F-45B9-BCF9-8DC894E9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DDF02-0A1C-497B-B002-B50F5FC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EEA17-43A4-45C6-A7E5-68E6A6F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C349C-A694-42FF-A8E8-C2EF89E3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01DA1-7A1E-4189-BA2F-8104FC27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72113-1BF4-48B9-AF9B-5A9A263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E43E0-1184-4F31-9324-BDC7F620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CED7A-BB67-4E0E-B673-7BF58D70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E1318-AA76-4D8C-80A4-264431FF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728108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FD9CC-63B8-4CE5-B488-E79D375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1E5D0-E920-49D1-9558-26B2FE3F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64211-0267-4940-8ADE-FEAE668E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04F02-CC23-4226-B7B3-150218E5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47C8D-1A50-4067-9091-DA6E9CAD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Operational Amplifiers: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D9AC6-84EE-4994-AE7F-27B7BE7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Operational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81C2D-DCBF-4A9C-AA9A-0AFA7565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B6445-C45C-4069-939B-914D151D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0B792-C84B-4CFB-BA18-F2ADC621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408238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8005A-04BE-46E7-8FF8-BFBD3798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BCF2F-CB72-429A-855B-751BF29E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26E9A-E6CD-4B65-A33C-F4CEEA93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250EF-CF17-4E9E-A086-0981FD8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3F950-6405-428D-A28A-4EEBD22E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Input Resistance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Output Resistance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Input Offset Voltage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Input Bias Current and Input Offset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8C401-24CE-424D-A543-521AAAD5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FA5A8-840C-454B-9E03-38FC5D6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5CFE2-C2DF-4967-A4A4-3AD172B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45D81-36E7-40CD-872D-5E7BD4F6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793825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395EF-C981-4BAA-B3A1-9ECC65BF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022DC-50EC-4937-934A-B0BBE96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4E4D0-AF5F-4BAF-8965-47B0AA40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C0ED7-7A62-4A3D-A1CD-B65CE95C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53046-A0A9-470F-81BF-F0C8B260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AC4DE-607F-4186-8EBA-762693C5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35BE3-CED6-47E4-B8F3-7794546F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Operational Amplifiers: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08A2B-2F79-48EE-A901-B6FB5828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AFE65-2C90-43CB-8F41-E5977C3C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E73B-944C-400A-B968-A4C75B92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7D4F8-89BD-41A2-A030-FD2876D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BDDA2-D214-4243-A7E9-C568182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288B6-6C6D-4F73-8D4F-3CEF342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Operational Amplifier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FB68D-2EA8-49AB-BBE0-A27E8644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ECEB3-64B0-455A-BE3E-66D0365D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AFD5F-72FA-4D05-A42F-D4AB7B81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Block Diagram Representation of Typical Op-Amp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9CD2C-B61F-4B4C-888D-1B290921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5AD56-BB6D-4169-AC49-0E97CB4C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F6A37-09ED-4B0A-A012-8D090D1E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Schematic Symbol.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7D834-27E7-4794-8987-E5005827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64E5A-F73E-4538-BD41-14BF5FCC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75AA9-7479-4C45-89FC-E8D1AF3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Op-Amp Parameters 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03244-9477-4511-B1E1-B682D007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9A4E5-35CD-4084-9150-2D6D7CF2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13BFB-88CE-4DF5-902D-0B9BC27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Input Resistance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0B08C-C3C5-46CD-96C0-9480171E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8517D-9CC1-44DC-A5B2-E1DEB16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99C9F-C6AB-4C1C-A1F3-2E5D189A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F8BC7-F55F-412D-8BB2-2BF8EBD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189785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270EA-2505-41E9-AEEB-1DEEC0DD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EED37-EC2E-4DB5-9774-C00CE92A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39C1-ECFF-4641-8053-3734E8C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5C95B-EC12-47D3-9802-2BBEB219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Operational, Amplifiers, Amplifier, Block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915C5-27CD-4CE8-BD93-CE5B8449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6CAD5-AB10-42A9-BE67-F43FE626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C560F-F324-4981-896B-DD5C852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1C793-A4F8-4CB7-9B36-82B0778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55833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2026-08-24T06:38:45.0070000Z</dcterms:created>
  <dcterms:modified xsi:type="dcterms:W3CDTF">2026-08-24T06:38:45.0070000Z</dcterms:modified>
</coreProperties>
</file>