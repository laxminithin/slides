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7ada33ef64c4d" /><Relationship Type="http://schemas.openxmlformats.org/officeDocument/2006/relationships/extended-properties" Target="/docProps/app.xml" Id="R19bc16915c5245c6" /><Relationship Type="http://schemas.openxmlformats.org/officeDocument/2006/relationships/officeDocument" Target="/ppt/presentation.xml" Id="R3673a922c5174d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a3c7f25ba49f3"/>
  </p:sldMasterIdLst>
  <p:notesMasterIdLst>
    <p:notesMasterId xmlns:r="http://schemas.openxmlformats.org/officeDocument/2006/relationships" r:id="R0d86c5b34ef1467f"/>
  </p:notesMasterIdLst>
  <p:sldIdLst>
    <p:sldId xmlns:r="http://schemas.openxmlformats.org/officeDocument/2006/relationships" id="256" r:id="Re3cd829a99444217"/>
    <p:sldId xmlns:r="http://schemas.openxmlformats.org/officeDocument/2006/relationships" id="257" r:id="Ra3be0716b1dc4fde"/>
    <p:sldId xmlns:r="http://schemas.openxmlformats.org/officeDocument/2006/relationships" id="258" r:id="R964f4bc8ba5d4a55"/>
    <p:sldId xmlns:r="http://schemas.openxmlformats.org/officeDocument/2006/relationships" id="259" r:id="R2e5b36e2c286427a"/>
    <p:sldId xmlns:r="http://schemas.openxmlformats.org/officeDocument/2006/relationships" id="260" r:id="R755b548dd1754047"/>
    <p:sldId xmlns:r="http://schemas.openxmlformats.org/officeDocument/2006/relationships" id="261" r:id="Rf61ef24756124f2c"/>
    <p:sldId xmlns:r="http://schemas.openxmlformats.org/officeDocument/2006/relationships" id="262" r:id="Rc83a94c87b9d424b"/>
    <p:sldId xmlns:r="http://schemas.openxmlformats.org/officeDocument/2006/relationships" id="263" r:id="Rebfff3ae6b9f4607"/>
    <p:sldId xmlns:r="http://schemas.openxmlformats.org/officeDocument/2006/relationships" id="264" r:id="R00ce0371b337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5e38718ac4a5d" /><Relationship Type="http://schemas.openxmlformats.org/officeDocument/2006/relationships/slideMaster" Target="/ppt/slideMasters/slideMaster1.xml" Id="R047a3c7f25ba49f3" /><Relationship Type="http://schemas.openxmlformats.org/officeDocument/2006/relationships/notesMaster" Target="/ppt/notesMasters/notesMaster1.xml" Id="R0d86c5b34ef1467f" /><Relationship Type="http://schemas.openxmlformats.org/officeDocument/2006/relationships/presProps" Target="/ppt/presProps.xml" Id="R9c4e0eb2b2b74b24" /><Relationship Type="http://schemas.openxmlformats.org/officeDocument/2006/relationships/tableStyles" Target="/ppt/tableStyles.xml" Id="Ra16a8a9072cb493b" /><Relationship Type="http://schemas.openxmlformats.org/officeDocument/2006/relationships/slide" Target="/ppt/slides/slide1.xml" Id="Re3cd829a99444217" /><Relationship Type="http://schemas.openxmlformats.org/officeDocument/2006/relationships/slide" Target="/ppt/slides/slide2.xml" Id="Ra3be0716b1dc4fde" /><Relationship Type="http://schemas.openxmlformats.org/officeDocument/2006/relationships/slide" Target="/ppt/slides/slide3.xml" Id="R964f4bc8ba5d4a55" /><Relationship Type="http://schemas.openxmlformats.org/officeDocument/2006/relationships/slide" Target="/ppt/slides/slide4.xml" Id="R2e5b36e2c286427a" /><Relationship Type="http://schemas.openxmlformats.org/officeDocument/2006/relationships/slide" Target="/ppt/slides/slide5.xml" Id="R755b548dd1754047" /><Relationship Type="http://schemas.openxmlformats.org/officeDocument/2006/relationships/slide" Target="/ppt/slides/slide6.xml" Id="Rf61ef24756124f2c" /><Relationship Type="http://schemas.openxmlformats.org/officeDocument/2006/relationships/slide" Target="/ppt/slides/slide7.xml" Id="Rc83a94c87b9d424b" /><Relationship Type="http://schemas.openxmlformats.org/officeDocument/2006/relationships/slide" Target="/ppt/slides/slide8.xml" Id="Rebfff3ae6b9f4607" /><Relationship Type="http://schemas.openxmlformats.org/officeDocument/2006/relationships/slide" Target="/ppt/slides/slide9.xml" Id="R00ce0371b337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ca1a90170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7c428a8f147d4" /><Relationship Type="http://schemas.openxmlformats.org/officeDocument/2006/relationships/notesMaster" Target="/ppt/notesMasters/notesMaster1.xml" Id="R656b8cd57397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19fa9ac1384121" /><Relationship Type="http://schemas.openxmlformats.org/officeDocument/2006/relationships/notesMaster" Target="/ppt/notesMasters/notesMaster1.xml" Id="Rc26b823fe3e447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4b65870114161" /><Relationship Type="http://schemas.openxmlformats.org/officeDocument/2006/relationships/notesMaster" Target="/ppt/notesMasters/notesMaster1.xml" Id="Rabfe189c8786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b2237ffff4aa8" /><Relationship Type="http://schemas.openxmlformats.org/officeDocument/2006/relationships/notesMaster" Target="/ppt/notesMasters/notesMaster1.xml" Id="R84049134df83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80eb68e4144f89" /><Relationship Type="http://schemas.openxmlformats.org/officeDocument/2006/relationships/notesMaster" Target="/ppt/notesMasters/notesMaster1.xml" Id="R0e70991e17b846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7f3a14a4b4f29" /><Relationship Type="http://schemas.openxmlformats.org/officeDocument/2006/relationships/notesMaster" Target="/ppt/notesMasters/notesMaster1.xml" Id="R3db8f0277bc3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dbe9ba0a64da8" /><Relationship Type="http://schemas.openxmlformats.org/officeDocument/2006/relationships/notesMaster" Target="/ppt/notesMasters/notesMaster1.xml" Id="Rdfd0460af07f49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54e810368d4957" /><Relationship Type="http://schemas.openxmlformats.org/officeDocument/2006/relationships/notesMaster" Target="/ppt/notesMasters/notesMaster1.xml" Id="Raccf69e62162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6b2584ec1f421d" /><Relationship Type="http://schemas.openxmlformats.org/officeDocument/2006/relationships/notesMaster" Target="/ppt/notesMasters/notesMaster1.xml" Id="Rd66194563729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e799a292549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2772e2f67485b" /><Relationship Type="http://schemas.openxmlformats.org/officeDocument/2006/relationships/slideLayout" Target="/ppt/slideLayouts/slideLayout1.xml" Id="Rc68870fad626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870fad626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ead9cd474ec5" /><Relationship Type="http://schemas.openxmlformats.org/officeDocument/2006/relationships/notesSlide" Target="/ppt/notesSlides/notesSlide1.xml" Id="R369acdc87cfe49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e90c2b3d647ef" /><Relationship Type="http://schemas.openxmlformats.org/officeDocument/2006/relationships/notesSlide" Target="/ppt/notesSlides/notesSlide2.xml" Id="R5859e2831a80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52967b6894fc0" /><Relationship Type="http://schemas.openxmlformats.org/officeDocument/2006/relationships/notesSlide" Target="/ppt/notesSlides/notesSlide3.xml" Id="R760b110b013e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101d4518d468d" /><Relationship Type="http://schemas.openxmlformats.org/officeDocument/2006/relationships/notesSlide" Target="/ppt/notesSlides/notesSlide4.xml" Id="R18dc0f5084f8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e61e70fd4a81" /><Relationship Type="http://schemas.openxmlformats.org/officeDocument/2006/relationships/notesSlide" Target="/ppt/notesSlides/notesSlide5.xml" Id="R5a1c57d771f14b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0eb6e0304d31" /><Relationship Type="http://schemas.openxmlformats.org/officeDocument/2006/relationships/notesSlide" Target="/ppt/notesSlides/notesSlide6.xml" Id="R66f60d46467d4d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14bf4ef2b4fec" /><Relationship Type="http://schemas.openxmlformats.org/officeDocument/2006/relationships/notesSlide" Target="/ppt/notesSlides/notesSlide7.xml" Id="R7b6d873046ed4c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e2a90b50e45d6" /><Relationship Type="http://schemas.openxmlformats.org/officeDocument/2006/relationships/notesSlide" Target="/ppt/notesSlides/notesSlide8.xml" Id="R66a9411a2ea845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e87118564079" /><Relationship Type="http://schemas.openxmlformats.org/officeDocument/2006/relationships/notesSlide" Target="/ppt/notesSlides/notesSlide9.xml" Id="Rfda412d38ba541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71E49-570B-4C8E-B1B5-3C6428B8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4118E-D255-486C-9B73-5390500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Digital Systems and Binary Numbers: Digital Systems, Numbering System (Binary, Octal, Decimal and, Hexadecimal), Number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73C80-A81E-46F5-AC7C-3B9AF8F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4EAC6-1E23-467E-9D0B-13EB2BA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5BCB0-2AE5-4D04-A108-EB673FFA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00EDA-4ED3-46CC-A1AC-359607A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A110B-295F-4649-B2B8-2FD167B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FA3FB-0ECF-482F-ADA8-0D6DA32A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4942E-CFEF-4326-B3E1-AB6AA27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272D3-1F12-4CF5-96AA-A439571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98139-D10A-4A41-9DA4-0294BA50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7A13B-4C86-4F8A-9D1E-88A4EB84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FD1CD-0A69-4E51-BFF4-FDD092A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3B139-2ABB-49C8-B0E3-74C157D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CFFEE-0589-45C7-A5AB-FA347E92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514198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A4CA7-F573-454C-A01C-5D5A0B4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2A251-13C2-4C7A-A0B3-3493D55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F0CB9-2EAA-411D-AB70-7184853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D9B17-558D-4422-B8B4-8DA93289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278DE-58E8-41A9-9592-EC374DC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4AA7-3539-45A4-BC71-047A0412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BCD65-B6AE-45FF-BB74-ECB619B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74B18-1250-459C-AA28-826E0AF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B056-E313-4263-9EBF-BEA97135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6B454-05AC-4E9B-BC2C-063F490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B2A50-36DE-46B2-894C-FB94DA12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7C948-505C-4689-9F1A-16E1699A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12723-803E-4AF4-944E-A73A4D3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Digital Systems and Binary Numbers: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Digital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Numbering System (Binary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Decimal and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Hexadecimal)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05015-8D3E-48E2-B384-388C11C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149DE-B764-4DC1-9E08-E9050D18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644938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AEF83-80BA-46A2-B940-163916F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1800-F286-407A-9DE5-CF86939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7DD24-5F49-4ADF-AE2F-80820C1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F524C-F6BE-4886-BBEB-1F8985E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Digital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951E6-D2A0-4DB9-90F6-CC68B9D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338D2-1246-4EC3-A68C-652B336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Binary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6CB92-2FC0-4910-877A-FD7E54D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773A2-B770-4146-8077-2FA0743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Numbering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F1BFA-6ED2-4235-AA14-6C4B181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EEAAD-F723-460C-8A07-AB92181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Base Conversion -(Binary to Decimal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Hexadecimal and Vice Versa), 1's and 2's complement operation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Signed Binary Numbers-Arithmetic Addition and Subtraction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Binary Logic.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1BFBD-B459-49A5-A917-6F5E4BA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03CAE-9167-4460-8C63-C7DEA57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652862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4D904-8FA3-4043-AA09-247A03C0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5CF3A-FD6F-4CC7-A3FB-0B9A5B4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78EEC-0256-4650-A2D3-37D72C11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422B3-F7D7-48D6-A7AB-458FD6C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Digital Systems and Binary Numbers: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Digital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Numbering System (Binary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Decimal and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Hexadecimal)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Base Conversion -(Binary to Decimal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C47C3-6D99-4E11-A278-00AFE9D7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61DCB-0BD4-4040-B9FB-6062E1E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84F71-40C7-4E7E-BF82-B77EA9B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10455-B5A8-43A9-AB9A-FF298D2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3964E-E4A4-4625-BCD2-5CC4E405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DCF8-7E39-48DE-A8BA-C93E205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663F4-05E1-43E5-AD47-7439814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DAE6-5C20-44AD-B50C-9983915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076A4-11E3-4602-B569-054C8179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789B4-4FBA-40A0-A8EA-51E0336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D1FCD-459E-45A6-B072-0967885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769EC-2E2A-42A9-B6D5-4D3F4F8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FAC06-DFF4-4392-A3E7-E0F4C24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3CCF3-B16D-4175-A42F-2D738DA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610315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C3C2A-9C48-4FB5-AC21-3C2623A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1BB8F-5CB9-44CB-8C6F-45830CA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249-4B34-44AE-96BA-AA131089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F049-2D86-4741-AF34-68441E7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81339-2A02-4417-8A9A-683092E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8E621-0BC4-48DD-A897-5770FF5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48954-94A2-471E-AE2D-D91A9A7E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680C0-2433-44E9-8774-97C25F82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7F633-B673-4805-8E30-1E5CBC0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2BB0B-9E90-4F06-91B3-A22735C2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90A23-3A84-4EA1-BDF5-E85E26C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DA7FA-D556-478C-86D9-CA5B439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6734B-3461-4BF3-BACD-C46351E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67B42-EC6E-4BFB-B8F7-788B5A15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4E2AA-E47A-4116-BAAD-528064A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913205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52BE0-F2C6-4741-9099-A1F1EDC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9C347-B225-4DC1-9B45-4C65501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98ACE-96B9-4534-92A4-BBE344B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0B084-BE7E-4F86-B102-EB3A217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DC104-27BC-425F-9AC8-91AB71EC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Digital Systems and Binary Numbers: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47F4F-D7D9-4404-8A8E-B48AF5F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Digital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4C6DE-8D6A-4AE7-8EEF-F3BFDB6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66D96-52C3-45B0-8115-7B30DAA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DEEE2-5888-433D-A6D5-FE6803A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623500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14870-E107-4566-9E9C-263F815C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7C51-5C1D-43D4-846A-3385730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086DD-1F28-41DE-AD05-28B0A93A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23C04-4055-48DD-91DF-85B1807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2515A-8A04-4A68-AC08-07BD4F53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Hexadecimal and Vice Versa), 1's and 2's complement operation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Signed Binary Numbers-Arithmetic Addition and Subtraction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Binary Logic.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PCC-PEC-OEC (3 Credits) template 2 # 2 Boolean Algebra: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D3AB-5EE1-4E78-A761-6350FC5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181A8-FB88-47C3-8D59-7B48889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5E0AD-DBD8-4F6A-BBB8-587F8AC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51E01-13BF-4B6A-9161-9641EBDD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745625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8E726-E583-43CC-8D90-06EF8D4E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78254-0411-4EC3-9F1C-E94549B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DE781-8098-4AD1-BB28-7B518949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804E2-0A15-4727-9101-410D2DBD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9CEB0-60D8-4E06-9B84-C3DD7511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21669-6087-45AD-B0D5-3781DED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3AF4E-5E23-447B-BB59-E95619B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Digital Systems and Binary Numbers: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26F4F-06DF-49EF-8519-DE4512BF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A8C86-1CBD-43AA-95A9-0F721ADD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77AA9-E3A5-486D-B226-D5FE9BC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Digital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CE8BC-3D5E-4AE3-802D-0A81919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CF8BC-F9FC-44B5-8DB8-8983BACF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D2335-9D79-4B4F-BCAB-1FA8CFD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Numbering System (Binary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BAF96-7758-4159-A460-7A57D0C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1C564-B887-417D-901A-3890920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FD16-AE99-41C3-9D3D-1EBA7FDA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Decimal 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3D151-BEBD-4791-B746-DC220E86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12C92-76D9-44BC-8D29-DAC33B3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DA094-9F94-4DAF-9F14-3443AD43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Hexadecimal)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81312-17BB-4DF6-AFE5-9925C1E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F6339-0D0D-4B12-A859-730FE69C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A267B-B211-4ECA-860D-C201479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Base Conversion -(Binary to Decimal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812B4-9FC2-4CBB-9ECC-0CBC321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FBF2D-EEA2-4D78-89AE-339CD83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48A51-1DBB-4AD0-A4A9-54A17E3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Hexadecimal and Vice Versa), 1's and 2's complement operation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2AFCB-6002-43BF-843C-F3FE5CD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298CB-9F16-4C15-B717-AB0C4A5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C8746-B3D5-48EE-BBBC-AF9FC6A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98345-3312-4AAC-908A-C741C5EB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128846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3AF9C-EDA1-4720-8336-74C8EE2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32B34-CBFC-487D-ABC3-0A4EF8BF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653FC-3B3A-4642-BE90-4F52DE0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F2E0-0DF7-43DC-830E-41E31B2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Digital, Systems, Binary, Numbers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73D58-2B8A-4554-B5DC-87739E1C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3A57-A7E1-4DB7-9036-18EC823A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CAA0D-AACE-4391-BE5D-6F644EB7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E9540-34B2-4EB8-852E-C912A88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352044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2026-08-24T06:38:45.1250000Z</dcterms:created>
  <dcterms:modified xsi:type="dcterms:W3CDTF">2026-08-24T06:38:45.1250000Z</dcterms:modified>
</coreProperties>
</file>