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87894e3fd48ba" /><Relationship Type="http://schemas.openxmlformats.org/officeDocument/2006/relationships/extended-properties" Target="/docProps/app.xml" Id="R33513c270740474f" /><Relationship Type="http://schemas.openxmlformats.org/officeDocument/2006/relationships/officeDocument" Target="/ppt/presentation.xml" Id="R4cfde86d4015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ef25d8d6004db9"/>
  </p:sldMasterIdLst>
  <p:notesMasterIdLst>
    <p:notesMasterId xmlns:r="http://schemas.openxmlformats.org/officeDocument/2006/relationships" r:id="Rcca52afb64cc43aa"/>
  </p:notesMasterIdLst>
  <p:sldIdLst>
    <p:sldId xmlns:r="http://schemas.openxmlformats.org/officeDocument/2006/relationships" id="256" r:id="Rb9e209193a4249ca"/>
    <p:sldId xmlns:r="http://schemas.openxmlformats.org/officeDocument/2006/relationships" id="257" r:id="R74692754d4974bb7"/>
    <p:sldId xmlns:r="http://schemas.openxmlformats.org/officeDocument/2006/relationships" id="258" r:id="Rebefdb7b7a674012"/>
    <p:sldId xmlns:r="http://schemas.openxmlformats.org/officeDocument/2006/relationships" id="259" r:id="R44cc271d91e64273"/>
    <p:sldId xmlns:r="http://schemas.openxmlformats.org/officeDocument/2006/relationships" id="260" r:id="R12ae8314f2c04a17"/>
    <p:sldId xmlns:r="http://schemas.openxmlformats.org/officeDocument/2006/relationships" id="261" r:id="R6ef54ce21f3a4d5a"/>
    <p:sldId xmlns:r="http://schemas.openxmlformats.org/officeDocument/2006/relationships" id="262" r:id="R1ffcafe0bddb469c"/>
    <p:sldId xmlns:r="http://schemas.openxmlformats.org/officeDocument/2006/relationships" id="263" r:id="R37be4e9f031b49b1"/>
    <p:sldId xmlns:r="http://schemas.openxmlformats.org/officeDocument/2006/relationships" id="264" r:id="R033aed46971942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be90c5d2c64065" /><Relationship Type="http://schemas.openxmlformats.org/officeDocument/2006/relationships/slideMaster" Target="/ppt/slideMasters/slideMaster1.xml" Id="Rffef25d8d6004db9" /><Relationship Type="http://schemas.openxmlformats.org/officeDocument/2006/relationships/notesMaster" Target="/ppt/notesMasters/notesMaster1.xml" Id="Rcca52afb64cc43aa" /><Relationship Type="http://schemas.openxmlformats.org/officeDocument/2006/relationships/presProps" Target="/ppt/presProps.xml" Id="Ra469306d58504ea2" /><Relationship Type="http://schemas.openxmlformats.org/officeDocument/2006/relationships/tableStyles" Target="/ppt/tableStyles.xml" Id="Rc323bd83b73b42a5" /><Relationship Type="http://schemas.openxmlformats.org/officeDocument/2006/relationships/slide" Target="/ppt/slides/slide1.xml" Id="Rb9e209193a4249ca" /><Relationship Type="http://schemas.openxmlformats.org/officeDocument/2006/relationships/slide" Target="/ppt/slides/slide2.xml" Id="R74692754d4974bb7" /><Relationship Type="http://schemas.openxmlformats.org/officeDocument/2006/relationships/slide" Target="/ppt/slides/slide3.xml" Id="Rebefdb7b7a674012" /><Relationship Type="http://schemas.openxmlformats.org/officeDocument/2006/relationships/slide" Target="/ppt/slides/slide4.xml" Id="R44cc271d91e64273" /><Relationship Type="http://schemas.openxmlformats.org/officeDocument/2006/relationships/slide" Target="/ppt/slides/slide5.xml" Id="R12ae8314f2c04a17" /><Relationship Type="http://schemas.openxmlformats.org/officeDocument/2006/relationships/slide" Target="/ppt/slides/slide6.xml" Id="R6ef54ce21f3a4d5a" /><Relationship Type="http://schemas.openxmlformats.org/officeDocument/2006/relationships/slide" Target="/ppt/slides/slide7.xml" Id="R1ffcafe0bddb469c" /><Relationship Type="http://schemas.openxmlformats.org/officeDocument/2006/relationships/slide" Target="/ppt/slides/slide8.xml" Id="R37be4e9f031b49b1" /><Relationship Type="http://schemas.openxmlformats.org/officeDocument/2006/relationships/slide" Target="/ppt/slides/slide9.xml" Id="R033aed46971942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58ba61c2a64c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8c5467ed884c99" /><Relationship Type="http://schemas.openxmlformats.org/officeDocument/2006/relationships/notesMaster" Target="/ppt/notesMasters/notesMaster1.xml" Id="Rb0cb4e2ece0c48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161b91ce0b4815" /><Relationship Type="http://schemas.openxmlformats.org/officeDocument/2006/relationships/notesMaster" Target="/ppt/notesMasters/notesMaster1.xml" Id="R7ba068f90296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ef120a9d244298" /><Relationship Type="http://schemas.openxmlformats.org/officeDocument/2006/relationships/notesMaster" Target="/ppt/notesMasters/notesMaster1.xml" Id="R0b3662f6d52640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8a6548a99b42d1" /><Relationship Type="http://schemas.openxmlformats.org/officeDocument/2006/relationships/notesMaster" Target="/ppt/notesMasters/notesMaster1.xml" Id="R5e206af32aed4f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39f4a3934f4aed" /><Relationship Type="http://schemas.openxmlformats.org/officeDocument/2006/relationships/notesMaster" Target="/ppt/notesMasters/notesMaster1.xml" Id="Rf1624318a8854d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a90bad2d284d73" /><Relationship Type="http://schemas.openxmlformats.org/officeDocument/2006/relationships/notesMaster" Target="/ppt/notesMasters/notesMaster1.xml" Id="R0d557299682f41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24e93d7d7a442d" /><Relationship Type="http://schemas.openxmlformats.org/officeDocument/2006/relationships/notesMaster" Target="/ppt/notesMasters/notesMaster1.xml" Id="R4f495cfcd21349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4c084181e54201" /><Relationship Type="http://schemas.openxmlformats.org/officeDocument/2006/relationships/notesMaster" Target="/ppt/notesMasters/notesMaster1.xml" Id="Rcb045527517c40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5b49a2be0d472a" /><Relationship Type="http://schemas.openxmlformats.org/officeDocument/2006/relationships/notesMaster" Target="/ppt/notesMasters/notesMaster1.xml" Id="Rb9af85fae75244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21d94590445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6cb4413f647df" /><Relationship Type="http://schemas.openxmlformats.org/officeDocument/2006/relationships/slideLayout" Target="/ppt/slideLayouts/slideLayout1.xml" Id="R30f52656a01649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52656a01649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cea76f9694187" /><Relationship Type="http://schemas.openxmlformats.org/officeDocument/2006/relationships/notesSlide" Target="/ppt/notesSlides/notesSlide1.xml" Id="Rf7eef3f06cc646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66679907844ca" /><Relationship Type="http://schemas.openxmlformats.org/officeDocument/2006/relationships/notesSlide" Target="/ppt/notesSlides/notesSlide2.xml" Id="R8ca209020d2f44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83295bd2d4198" /><Relationship Type="http://schemas.openxmlformats.org/officeDocument/2006/relationships/notesSlide" Target="/ppt/notesSlides/notesSlide3.xml" Id="R2caacf21e66f42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3770becf04749" /><Relationship Type="http://schemas.openxmlformats.org/officeDocument/2006/relationships/notesSlide" Target="/ppt/notesSlides/notesSlide4.xml" Id="R5863141a64e343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b47e618d54669" /><Relationship Type="http://schemas.openxmlformats.org/officeDocument/2006/relationships/notesSlide" Target="/ppt/notesSlides/notesSlide5.xml" Id="Rc538b8888306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a1f88aa024901" /><Relationship Type="http://schemas.openxmlformats.org/officeDocument/2006/relationships/notesSlide" Target="/ppt/notesSlides/notesSlide6.xml" Id="Rcfd36056be0b4b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50d9753ad4147" /><Relationship Type="http://schemas.openxmlformats.org/officeDocument/2006/relationships/notesSlide" Target="/ppt/notesSlides/notesSlide7.xml" Id="R080c9c07274343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fa9ffa40b4654" /><Relationship Type="http://schemas.openxmlformats.org/officeDocument/2006/relationships/notesSlide" Target="/ppt/notesSlides/notesSlide8.xml" Id="R3756a77e1fe54e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d2e4e960e4c47" /><Relationship Type="http://schemas.openxmlformats.org/officeDocument/2006/relationships/notesSlide" Target="/ppt/notesSlides/notesSlide9.xml" Id="R39f0637c2d094a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E3B62-18C0-443D-A736-658CAD54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D54F-932F-4D18-8897-770690D9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Bipolar Junction Transistors: Introduction, BJT Voltages &amp; Currents, BJT Amplification, BJT Switching, Common Base Chara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3D318-CE50-4B93-89C1-83505027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32EEA-B476-438B-985F-FBED8BEC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AFF2A-EDFD-453D-AC66-A8D7313C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22C1F-2A7E-42CF-8C43-D0E4C36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D2370-8BE1-47B3-BC5F-B12A3070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6EC76-585C-4693-A213-5261808B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BD08D-9872-453B-8DCA-FB4F9A1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8CBB4-EB14-46A9-B983-AE9911A4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8077E-9381-4578-A681-06F225D8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C755F-5C4F-467C-B5AB-5024D9D1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AABE3-DCF9-4C92-84CD-62832C4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5798-0B3D-433C-B097-A68EA1F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CD407-D89C-4969-BBEA-492E1EE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739176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E4ACB-9665-4408-8FF4-DE3F3444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6C049-3774-4855-B146-6A503AA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8063A-6A8D-44EB-A141-B5A74426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68D74-ACCD-4951-B0CA-50427B71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80DE0-E361-4FE1-A90E-79D3A432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C8412-2AFF-4DB6-9375-7B85285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2DA64-4595-4F08-996E-AB5632F5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91FD5-F08B-41BB-A289-E3A31A8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6F7E7-981C-4F12-8BB8-534C416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38ABB-9760-40F5-9DB0-6CB71123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BCD7D-90D2-4B6B-9F0C-F2F06421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A784D-0E33-498B-B2ED-A528B2C7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A7C44-2503-4DDD-B576-F845AD76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Bipolar Junction Transistors: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BJT Voltages &amp; Currents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BJT Amplification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BJT Switching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99C09-3519-4AC9-A3C3-38D76F2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CAFDC-AA63-4895-B573-E38250AD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202018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32020-D22E-4905-9D28-9A7A1B9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64CFD-7C3C-4DFB-88D6-F4E19F1D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077F7-F65C-49A8-92B6-D9F9FF1B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0B4C9-7BFC-4322-AA51-C89F712D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Bipolar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F1BDD-84BE-4329-B043-DCA68EC1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Junction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FE44C-C5EB-4C16-A9E0-86DF484E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Transistors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ACF2F-325B-494B-9FEA-9F850F86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Voltages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434FE-2EBA-4260-B6A5-72102A52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Currents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86219-C822-46EC-A149-B48C80C5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Amplification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D6C56-F844-454E-A149-B5D5A43D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Common Base Characteristics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Common Emitter Characteristics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BJT Biasing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Fixed Biasing and Voltage Divider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00B28-9B30-416E-9845-B89B7A87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D6C49-8851-4D62-B28F-F63FE4F4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234591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E0FF6-EA80-494B-BA1D-2FE21B83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0B456-74D9-4199-950C-BE96CD78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85732-FC1C-4BE9-BA51-5E01ADF1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0CAC5-09C5-4FA8-853D-629C777A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Bipolar Junction Transistors: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BJT Voltages &amp; Currents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BJT Amplification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BJT Switching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Common Base Characteristics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E1247-6967-4C2C-89C7-52742FFD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17B14-DEA8-4374-AE53-73DD3D16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E4795-804D-4431-8036-3A0BB0B0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A9C44-30F3-4806-B082-A137DC8B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05615-7AA9-4304-9B8C-13D301D9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8EA3C-A7E2-41B0-A85A-DC981DA9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08340-FAD6-4170-836D-CDC5F2F3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1C3B8-BBAB-404D-9BAD-9C7908E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3E784-922C-46D4-8B63-A7C6EAFF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E2A7D-31D4-4707-8C92-B7E18B5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090C0-0574-4B5A-BB62-81038F1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6A80D-C100-42F9-9982-9289FFC0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997FB-CC2E-4319-9081-D9CB1A0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C5BF2-6CD9-4ADD-A472-7A9FFDE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2008698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22AC1-7458-48F7-A7EE-655B34B6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0B45E-9798-406E-B90D-AD78B890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67500-4B58-4488-AC04-07B2863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4CEC0-650C-4E41-865D-EFDB52C7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D5FB4-B16E-487A-BD96-5063A695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741EA-09B2-4478-A852-395671A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B1F67-5B32-4A8F-A58E-D605AB70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34088-05CE-4FAC-AEE3-9CFE5BAA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3A625-7355-4708-BD4C-11951580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2C84D-EC10-44CA-AF18-26694F3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111B2-520B-4183-B843-A4A38C58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F5BF9-3896-441E-9B97-DDD2D3BC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16A68-4B83-472A-802C-2B27BF7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25ABB-38E4-46B7-A48F-8EC1C5B4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EDC03-9CB8-420A-B625-C753C23A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552241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EC62C-5B9C-4F1B-9FDB-5005FC01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BB7A7-BB03-43CE-AEDA-F5FCD10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AA3A2-8F9B-4DA1-9C3C-CF49D57A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CA383-CF31-494C-8E7A-0798C35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0B3B6-9751-4228-AC9F-03930EBF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Bipolar Junction Transistors: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B73BD-5A31-45D8-8723-3B6BF00A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Bipolar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0A8D7-6EEA-4563-B833-29A97365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2A1A1-6E5C-460F-B679-09C4B3D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BB231-9B49-4827-B1E9-939AC03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274026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4CA96-6741-4C78-A956-D5BB6E5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D8B23-8956-456C-AF0F-B72B227F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BFA05-D7EF-445D-8EBB-055BFC03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3E466-BCAC-4AA9-A81F-5B79647E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8DD76-9A75-4EFE-81D3-3EFBD47E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Common Emitter Characteristics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BJT Biasing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Fixed Biasing and Voltage Divider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DC Load Line and Bias 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54EEE-FADD-4FC0-80BD-F88A810A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BBA55-E851-472A-BD3F-B6DCD655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0179A-9054-46B6-8ECF-427FCC63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72BEC-190A-4D13-B91F-55ADF3F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219077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1A804-9920-4143-8C1B-C158FB3D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361E3-3195-4B2B-8199-50DC70B8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A21D-A55F-455B-90F4-F41D5C38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14738-CE0F-42B7-A523-1E6CDA19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51A50-4A9B-4908-8FB3-590DF527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C6D03-1603-419D-8601-0ECA43E2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B9A95-346F-43CB-B2F4-5034188C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Bipolar Junction Transistors: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38781-FB4B-4D36-9E7A-EB8AACB3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05FE6-00E1-4968-AB52-A8BEF60A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18E10-6A5F-406F-803A-7CC759A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C5F7A-02BB-4603-91B1-9609CA6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59C68-C166-48A1-9A64-A0E72705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E6238-3496-4516-B15B-47ADEA8E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BJT Voltages &amp; Currents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92BCB-73BF-4138-84DC-3AB2E760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D6002-F948-4330-B673-458DFDF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83AED-CEF8-461D-9306-BE636FBB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BJT Amplification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B5E13-AD34-4DDC-9FDF-01FC5974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6CC20-2980-4A37-9CCE-42E2996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23EDA-DFFD-43E5-80B6-FB3BC516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BJT Switching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0D2EF-5FAF-4F1E-AF91-3D3D2303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7DD9A-E206-4985-B415-C6C589B2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4A591-F32B-4F0A-BAF0-596076F6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Common Base Characteristics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2DD88-5C0C-4C62-BECE-F12F3A2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03ACB-3175-4949-84DE-9E42DD64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87C78-FC16-4F57-ADC9-D484E63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Common Emitter Characteristics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A1C75-D640-4DD7-B81F-BEB08603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5B95B-CAA9-4927-AD7A-CEF65F10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25F455-A90A-4A19-BCEE-0C3205CA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64B09-EEC0-45E0-A6CE-AD45A148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458944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11634-85BB-4277-9A2D-DED11CEB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34FFE-CD5C-41E7-B673-CF8E48E2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5BBAC-3329-4857-89A5-A8726A97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FACE9-9A6A-4709-881A-DA3CBDED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Bipolar, Junction, Transistors, Voltages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B7AB6-4FAF-4B55-A403-557E5EC2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21B98-2534-4EF5-AEF2-9070BB00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2DB74-40FF-42D9-9501-8E87D4A2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| 1BECE105/205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07CC5-767A-4488-B500-E79186D5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2111563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2026-08-24T06:38:44.9480000Z</dcterms:created>
  <dcterms:modified xsi:type="dcterms:W3CDTF">2026-08-24T06:38:44.9480000Z</dcterms:modified>
</coreProperties>
</file>