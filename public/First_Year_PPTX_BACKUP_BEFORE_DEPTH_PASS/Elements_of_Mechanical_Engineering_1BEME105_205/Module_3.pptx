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7bb46045fb4112" /><Relationship Type="http://schemas.openxmlformats.org/officeDocument/2006/relationships/extended-properties" Target="/docProps/app.xml" Id="R4c8fcc907ee9496c" /><Relationship Type="http://schemas.openxmlformats.org/officeDocument/2006/relationships/officeDocument" Target="/ppt/presentation.xml" Id="R48686412097f44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93f08d964144a6"/>
  </p:sldMasterIdLst>
  <p:notesMasterIdLst>
    <p:notesMasterId xmlns:r="http://schemas.openxmlformats.org/officeDocument/2006/relationships" r:id="R2869f030fd614510"/>
  </p:notesMasterIdLst>
  <p:sldIdLst>
    <p:sldId xmlns:r="http://schemas.openxmlformats.org/officeDocument/2006/relationships" id="256" r:id="Ra5d73db184e14c0d"/>
    <p:sldId xmlns:r="http://schemas.openxmlformats.org/officeDocument/2006/relationships" id="257" r:id="R8b992970f7934e31"/>
    <p:sldId xmlns:r="http://schemas.openxmlformats.org/officeDocument/2006/relationships" id="258" r:id="Rbaabc02ae32749c1"/>
    <p:sldId xmlns:r="http://schemas.openxmlformats.org/officeDocument/2006/relationships" id="259" r:id="R119fd4e505224eef"/>
    <p:sldId xmlns:r="http://schemas.openxmlformats.org/officeDocument/2006/relationships" id="260" r:id="Rf4efbcb458534735"/>
    <p:sldId xmlns:r="http://schemas.openxmlformats.org/officeDocument/2006/relationships" id="261" r:id="Ra4716dff116b41ad"/>
    <p:sldId xmlns:r="http://schemas.openxmlformats.org/officeDocument/2006/relationships" id="262" r:id="R4469e905cfb344b2"/>
    <p:sldId xmlns:r="http://schemas.openxmlformats.org/officeDocument/2006/relationships" id="263" r:id="R97658895d7304a2a"/>
    <p:sldId xmlns:r="http://schemas.openxmlformats.org/officeDocument/2006/relationships" id="264" r:id="R7810e1fa049f4a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04777af75a4c55" /><Relationship Type="http://schemas.openxmlformats.org/officeDocument/2006/relationships/slideMaster" Target="/ppt/slideMasters/slideMaster1.xml" Id="Rc993f08d964144a6" /><Relationship Type="http://schemas.openxmlformats.org/officeDocument/2006/relationships/notesMaster" Target="/ppt/notesMasters/notesMaster1.xml" Id="R2869f030fd614510" /><Relationship Type="http://schemas.openxmlformats.org/officeDocument/2006/relationships/presProps" Target="/ppt/presProps.xml" Id="Ra367cb63409049b4" /><Relationship Type="http://schemas.openxmlformats.org/officeDocument/2006/relationships/tableStyles" Target="/ppt/tableStyles.xml" Id="R119d92f1463649fc" /><Relationship Type="http://schemas.openxmlformats.org/officeDocument/2006/relationships/slide" Target="/ppt/slides/slide1.xml" Id="Ra5d73db184e14c0d" /><Relationship Type="http://schemas.openxmlformats.org/officeDocument/2006/relationships/slide" Target="/ppt/slides/slide2.xml" Id="R8b992970f7934e31" /><Relationship Type="http://schemas.openxmlformats.org/officeDocument/2006/relationships/slide" Target="/ppt/slides/slide3.xml" Id="Rbaabc02ae32749c1" /><Relationship Type="http://schemas.openxmlformats.org/officeDocument/2006/relationships/slide" Target="/ppt/slides/slide4.xml" Id="R119fd4e505224eef" /><Relationship Type="http://schemas.openxmlformats.org/officeDocument/2006/relationships/slide" Target="/ppt/slides/slide5.xml" Id="Rf4efbcb458534735" /><Relationship Type="http://schemas.openxmlformats.org/officeDocument/2006/relationships/slide" Target="/ppt/slides/slide6.xml" Id="Ra4716dff116b41ad" /><Relationship Type="http://schemas.openxmlformats.org/officeDocument/2006/relationships/slide" Target="/ppt/slides/slide7.xml" Id="R4469e905cfb344b2" /><Relationship Type="http://schemas.openxmlformats.org/officeDocument/2006/relationships/slide" Target="/ppt/slides/slide8.xml" Id="R97658895d7304a2a" /><Relationship Type="http://schemas.openxmlformats.org/officeDocument/2006/relationships/slide" Target="/ppt/slides/slide9.xml" Id="R7810e1fa049f4a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270570b13946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dd7ad428e34e6e" /><Relationship Type="http://schemas.openxmlformats.org/officeDocument/2006/relationships/notesMaster" Target="/ppt/notesMasters/notesMaster1.xml" Id="Rf693298c90fb4d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94492434a04187" /><Relationship Type="http://schemas.openxmlformats.org/officeDocument/2006/relationships/notesMaster" Target="/ppt/notesMasters/notesMaster1.xml" Id="Rd48757271fa140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d4ea7774d24e39" /><Relationship Type="http://schemas.openxmlformats.org/officeDocument/2006/relationships/notesMaster" Target="/ppt/notesMasters/notesMaster1.xml" Id="R766248b409784d8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929b85926544e0" /><Relationship Type="http://schemas.openxmlformats.org/officeDocument/2006/relationships/notesMaster" Target="/ppt/notesMasters/notesMaster1.xml" Id="R11862ee162bd41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dd7e69343f4c92" /><Relationship Type="http://schemas.openxmlformats.org/officeDocument/2006/relationships/notesMaster" Target="/ppt/notesMasters/notesMaster1.xml" Id="R8cc839f6bf5840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e64bfb11714348" /><Relationship Type="http://schemas.openxmlformats.org/officeDocument/2006/relationships/notesMaster" Target="/ppt/notesMasters/notesMaster1.xml" Id="Reafeb09f97eb4f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7f29a2a5cd4c0f" /><Relationship Type="http://schemas.openxmlformats.org/officeDocument/2006/relationships/notesMaster" Target="/ppt/notesMasters/notesMaster1.xml" Id="R7a1c1230143a41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c1f02e402e4332" /><Relationship Type="http://schemas.openxmlformats.org/officeDocument/2006/relationships/notesMaster" Target="/ppt/notesMasters/notesMaster1.xml" Id="Rf6e0bdaa06dc4d2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3dc5faa8404849" /><Relationship Type="http://schemas.openxmlformats.org/officeDocument/2006/relationships/notesMaster" Target="/ppt/notesMasters/notesMaster1.xml" Id="Rc2ac1c54ee5247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6aed6676f4fe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9f9a0a89f24adc" /><Relationship Type="http://schemas.openxmlformats.org/officeDocument/2006/relationships/slideLayout" Target="/ppt/slideLayouts/slideLayout1.xml" Id="Rfb4e543467c549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4e543467c549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f2a594f50b4745" /><Relationship Type="http://schemas.openxmlformats.org/officeDocument/2006/relationships/notesSlide" Target="/ppt/notesSlides/notesSlide1.xml" Id="R866a783dd6744b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b08534cc14597" /><Relationship Type="http://schemas.openxmlformats.org/officeDocument/2006/relationships/notesSlide" Target="/ppt/notesSlides/notesSlide2.xml" Id="R57fa5269ade34d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35ccdc32cc4b68" /><Relationship Type="http://schemas.openxmlformats.org/officeDocument/2006/relationships/notesSlide" Target="/ppt/notesSlides/notesSlide3.xml" Id="Rd9ca4912cd9746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257aab5d7489c" /><Relationship Type="http://schemas.openxmlformats.org/officeDocument/2006/relationships/notesSlide" Target="/ppt/notesSlides/notesSlide4.xml" Id="R5b4f47b9083441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43ec9c29142a6" /><Relationship Type="http://schemas.openxmlformats.org/officeDocument/2006/relationships/notesSlide" Target="/ppt/notesSlides/notesSlide5.xml" Id="Rde644e5552864a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3f74662ab4a1e" /><Relationship Type="http://schemas.openxmlformats.org/officeDocument/2006/relationships/notesSlide" Target="/ppt/notesSlides/notesSlide6.xml" Id="R008714e8b66a4b5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df2a3afb0e4983" /><Relationship Type="http://schemas.openxmlformats.org/officeDocument/2006/relationships/notesSlide" Target="/ppt/notesSlides/notesSlide7.xml" Id="Rbc5f8fc759b643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d524b7c60437c" /><Relationship Type="http://schemas.openxmlformats.org/officeDocument/2006/relationships/notesSlide" Target="/ppt/notesSlides/notesSlide8.xml" Id="R4b0d83b2f3a94e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af8dbe3cd49d9" /><Relationship Type="http://schemas.openxmlformats.org/officeDocument/2006/relationships/notesSlide" Target="/ppt/notesSlides/notesSlide9.xml" Id="Rb54d4ea6bd984f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41F655-6120-4CF7-920D-E311A570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24C19-8DD2-42C1-8E7D-B70D39EA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Machine Tools: Lathe: Working principle, Specifications, Operations performed - Turning, Facing, Taper turning by swivel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C3710-F5AC-4BA1-8A47-D6288285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Mechanical Engineering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1BEME105/205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06843-FFF6-4D46-90DD-5FFDD502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Machine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A9160-CCF0-46A2-933C-6C18214F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16582-6502-4655-84EB-94E7D6E3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Tools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E9C46-C23C-4AA6-848F-C1A9ABA5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16D6A8-EEF4-46D1-9A98-FABFF7D4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Lathe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21E5EE-58FE-40BD-AE07-834B569F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5D01A-6952-44F6-BA31-8F0E2DB2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4D943-68C2-46A5-8994-91C74DD6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E02FF-19A3-4B39-867D-4FAA7CF6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20552D-1DC9-4235-87D5-21A3CCB4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CD8BE-2541-46A2-9C94-4E8ADDC2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8CD022-551D-4182-A52D-85701E2A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551874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52894-3669-4935-99AA-D3281477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50F6F-DC1E-4E40-BAE8-4A146947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8C502-3E97-4EBE-97D4-4D3F85F6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723461-9201-4440-9B6B-8F8A3215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0E5372-A694-404D-83C4-D06BB141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875513-656A-45EE-91C9-F82CEF49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4FF23-CF4D-485B-BC4B-E61A0F86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F5D6F-BF23-48B9-B263-5E6B9E1E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046AF-B65B-4B04-A39D-E5F5931F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5DB6C-E639-4F18-A4CD-01944BB3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B13CE-04BB-4FAE-B58A-53CCCAB2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D84B49-DDF7-49FC-AA02-F9CAEF12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07759-20A8-46B8-B417-A21B7ADF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Machine Tools: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Working principle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Specifications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Operations performed - Turning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Taper turning by swivelling the compound rest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0C45DC-F445-4E97-80FA-D2F1CBF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932164-3868-49CC-BA45-2C8B4B45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9400113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37308E-E520-4CF2-A5FD-D5B8D174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89171-A5EF-44CB-91CC-5211B421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3AF8E-22E2-4A12-B8CD-59BB95C6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C4B73-431B-4BCC-860C-962C7CB8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Machine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5328E-EA04-44EB-BF61-5ADDD334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Tools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096E55-0F61-462A-B2BB-6BFA48BA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Lathe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EFCC1-82C1-416D-BAF1-6474DE38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5C0DA-E1A8-405A-A1A6-AFF1A45C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4B366C-4F73-463B-A5BB-A3F820A3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Specifications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BD1DB-C067-4248-8EAD-11724438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Thread cutting and Knurling.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Drilling Machine: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Working principle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Specifications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3EF91-C226-4158-B303-E1D96870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9CA68-1D51-4B2C-A8D4-A2778890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21197114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3FBAF-C6BB-458A-B9C3-529E89DF7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E1822-8EDD-4DD4-892C-3C98547E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79CCAD-84A9-46C3-A818-51AE10EB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4CAAC-E3A3-4BFE-8428-A04B8E3A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Machine Tools: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Working principle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Specifications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Operations performed - Turning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Taper turning by swivelling the compound rest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Thread cutting and Knurling.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4A463-455F-4A54-A4FF-873193F8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600003-D8FF-4A00-83A5-CB1AC214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3C760-6AD1-411E-9902-0A878D7B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Machine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597C40-416C-4864-A6B2-44985618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BE845D-EF62-4A4F-8B14-C016740A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F79D0-51FB-48D3-8428-398FBB65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A0214-259D-48F4-8886-EA3EEB9A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Lathe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C9C9C-5C91-4A5C-B73A-BAF99D69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4E088-91C4-4BCA-8510-D4A796A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D9B3A-010F-4804-8A0F-9D5F8592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45026-E5D0-49A1-8F24-3A3DC0CD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4AC5C-71C7-4914-80A0-B452C935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D41D7-8904-4E59-B068-6EDD438B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8B2E3B-E9EF-416F-8AE9-B3CC1DBD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3229946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1F7DE-2807-453B-ADFC-DB1F5640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F9BAC-B99F-403A-BE61-DC2F53EDC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162BA-F2A2-42EE-995B-CC867B90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A5962-C972-4B9A-97B8-F48E2E88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9DFE8-288F-4DFA-AAD3-BD899516E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85237-E4B1-480F-AC30-CD2369CA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8FFA1-0695-4D77-BEFB-6C12E49C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AF454-C85F-4F9A-8927-77B6696E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5A67C-08B4-445A-A76F-6154B79C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51CB9-F773-41A8-920D-1889959B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61B45-E204-49DB-B62B-587AA39EE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6992F-53C5-497C-B154-BCB4524E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E6B64-E06D-476E-AEFC-E8149A13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3B209-2130-41C9-8491-6D28B390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EC819-49CA-45B5-8C02-CA261D78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1710736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5AB03-C242-4DD8-B7E1-5C497EE6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80BDB-5370-40BD-AC1E-FE811770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DE09C-D74B-4BD6-9EEB-B3B2A1AD3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46180-21FE-4B4D-842C-D7319B5A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BA7F0-F9FB-40D5-B0EE-CADD03F7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Machine Tools: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A2C0E-155B-4856-88C4-BFD1B750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Machine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6D48F-3921-4AB0-98AA-3FE9A80F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ABE79-F19E-4B2C-B7CF-4CD32370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B18FA-FCA4-4C55-B8A6-151CA15E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5131050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BD15B-62B2-48EE-BC1C-DDE0F43E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9B093-B9A6-468E-A304-D77CC3D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E3D97-66C0-457E-A6EE-9222A436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65BF4-4343-473A-BB67-6D4B0791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E0E702-5FD5-4E13-A37C-59F82AA2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Drilling Machine: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Working principle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Specifications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Operations performed - Drilling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E1D998-D015-44E4-AADA-3AC2F29D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52327-55A5-495A-82AA-08E90119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58DFEC-D1D7-4515-A5A4-AC2FB1DE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98FA5-4F3D-47AF-A93C-BC73262E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4260954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14E785-F256-4AF3-8CD6-8068B1C2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9739A9-262B-4B02-8368-667DDB3FC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BBCE2-29D6-41A2-8CE6-92636FCB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FE762-EF1C-4272-87C6-8EF9ED9D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3A54B7-A3C5-4BBE-9400-61FC8D8F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F0A17C-438C-449F-ACF7-0831B55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B68BE-D8F7-4874-B105-64A066CE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Machine Tools: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C9249-399C-441D-866D-35007270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C8A1E-185D-41A9-B727-1711F6B9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C4A0B-4CDF-4721-BC48-0916DB25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Working principle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B269C-73EA-4CA5-B57C-6CE28772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8A623-D0F8-49C2-830D-BA256640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6EC6A-D66E-4613-B880-56ADFB2A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Specifications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8376B-4FEB-497D-9D9C-0393BACB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73887-2B75-4053-AE8C-AD8C8A81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7DDB8-9E33-4132-8839-69E780A4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Operations performed - Turning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4F37D-08FC-4C2A-A054-C96BD0DA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91B950-D8CD-4631-9C73-46911596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D27303-1D26-44BE-A295-BF5AC036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Taper turning by swivelling the compound rest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2E6DF0-99EF-4B0C-AA26-3F364727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CB3BFB-896A-4DF4-9245-BD4148A2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40AFE-AA4F-414F-9E2B-0B7BCEF49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Thread cutting and Knurling.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5135D4-CB25-4DB2-8335-E02A67DA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70D527-FBE8-4B00-9ED1-BF6DFF7B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D94460-A9DD-41B7-B23D-B4AB9037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Drilling Machine: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506F64-77C0-48C6-AE41-294326C1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7638B2-DED6-4CFC-AB7B-E975468B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EC3BD6-EA24-47DF-AB9C-5984A1A3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D36D75-C049-49E3-82A3-C7D1DA87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7796048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1D9C46-2F9E-48D9-9378-6DFC2B49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1BEME105/205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7C12C-E48C-467E-8A62-38A0A9BA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B08AA-5127-4D62-8B87-A14F5227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B83BC-19D6-4F5E-A858-54EF4805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Machine, Tools, Lathe, Working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4DBE2-5523-4131-BC9D-CE37F274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7028E-2A2D-4F07-AD5F-3503D0A4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06C32E-E324-456D-B697-3C001F5F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| 1BEME105/205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01629F-83C5-4FA8-B41D-71D8F085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890970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2026-08-24T06:38:46.4640000Z</dcterms:created>
  <dcterms:modified xsi:type="dcterms:W3CDTF">2026-08-24T06:38:46.4640000Z</dcterms:modified>
</coreProperties>
</file>