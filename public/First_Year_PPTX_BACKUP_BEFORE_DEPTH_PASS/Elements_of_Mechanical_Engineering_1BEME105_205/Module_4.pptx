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edc00b97754902" /><Relationship Type="http://schemas.openxmlformats.org/officeDocument/2006/relationships/extended-properties" Target="/docProps/app.xml" Id="Ra258654ff38a45c2" /><Relationship Type="http://schemas.openxmlformats.org/officeDocument/2006/relationships/officeDocument" Target="/ppt/presentation.xml" Id="Rea63898587a349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06dc7a5ccd4a40"/>
  </p:sldMasterIdLst>
  <p:notesMasterIdLst>
    <p:notesMasterId xmlns:r="http://schemas.openxmlformats.org/officeDocument/2006/relationships" r:id="Rb10c56b89a374d40"/>
  </p:notesMasterIdLst>
  <p:sldIdLst>
    <p:sldId xmlns:r="http://schemas.openxmlformats.org/officeDocument/2006/relationships" id="256" r:id="Rbe16950e89fc42dc"/>
    <p:sldId xmlns:r="http://schemas.openxmlformats.org/officeDocument/2006/relationships" id="257" r:id="R2d67c5815b1e47c9"/>
    <p:sldId xmlns:r="http://schemas.openxmlformats.org/officeDocument/2006/relationships" id="258" r:id="Rc49af3ecf291458d"/>
    <p:sldId xmlns:r="http://schemas.openxmlformats.org/officeDocument/2006/relationships" id="259" r:id="R5e8408f2ed2c4138"/>
    <p:sldId xmlns:r="http://schemas.openxmlformats.org/officeDocument/2006/relationships" id="260" r:id="R88d090556c574511"/>
    <p:sldId xmlns:r="http://schemas.openxmlformats.org/officeDocument/2006/relationships" id="261" r:id="R7ad63d2ffdea4281"/>
    <p:sldId xmlns:r="http://schemas.openxmlformats.org/officeDocument/2006/relationships" id="262" r:id="Re67e31b7a6ae4d8b"/>
    <p:sldId xmlns:r="http://schemas.openxmlformats.org/officeDocument/2006/relationships" id="263" r:id="R5f24c44cfa3543a6"/>
    <p:sldId xmlns:r="http://schemas.openxmlformats.org/officeDocument/2006/relationships" id="264" r:id="Rdc22eb2effc143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6b17c8b3414abd" /><Relationship Type="http://schemas.openxmlformats.org/officeDocument/2006/relationships/slideMaster" Target="/ppt/slideMasters/slideMaster1.xml" Id="R9306dc7a5ccd4a40" /><Relationship Type="http://schemas.openxmlformats.org/officeDocument/2006/relationships/notesMaster" Target="/ppt/notesMasters/notesMaster1.xml" Id="Rb10c56b89a374d40" /><Relationship Type="http://schemas.openxmlformats.org/officeDocument/2006/relationships/presProps" Target="/ppt/presProps.xml" Id="Rebbcce207140450a" /><Relationship Type="http://schemas.openxmlformats.org/officeDocument/2006/relationships/tableStyles" Target="/ppt/tableStyles.xml" Id="R2ff0505b99f24f67" /><Relationship Type="http://schemas.openxmlformats.org/officeDocument/2006/relationships/slide" Target="/ppt/slides/slide1.xml" Id="Rbe16950e89fc42dc" /><Relationship Type="http://schemas.openxmlformats.org/officeDocument/2006/relationships/slide" Target="/ppt/slides/slide2.xml" Id="R2d67c5815b1e47c9" /><Relationship Type="http://schemas.openxmlformats.org/officeDocument/2006/relationships/slide" Target="/ppt/slides/slide3.xml" Id="Rc49af3ecf291458d" /><Relationship Type="http://schemas.openxmlformats.org/officeDocument/2006/relationships/slide" Target="/ppt/slides/slide4.xml" Id="R5e8408f2ed2c4138" /><Relationship Type="http://schemas.openxmlformats.org/officeDocument/2006/relationships/slide" Target="/ppt/slides/slide5.xml" Id="R88d090556c574511" /><Relationship Type="http://schemas.openxmlformats.org/officeDocument/2006/relationships/slide" Target="/ppt/slides/slide6.xml" Id="R7ad63d2ffdea4281" /><Relationship Type="http://schemas.openxmlformats.org/officeDocument/2006/relationships/slide" Target="/ppt/slides/slide7.xml" Id="Re67e31b7a6ae4d8b" /><Relationship Type="http://schemas.openxmlformats.org/officeDocument/2006/relationships/slide" Target="/ppt/slides/slide8.xml" Id="R5f24c44cfa3543a6" /><Relationship Type="http://schemas.openxmlformats.org/officeDocument/2006/relationships/slide" Target="/ppt/slides/slide9.xml" Id="Rdc22eb2effc143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3b73b09feb45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e58ea878814fd4" /><Relationship Type="http://schemas.openxmlformats.org/officeDocument/2006/relationships/notesMaster" Target="/ppt/notesMasters/notesMaster1.xml" Id="R1b7c50016ad34c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0cd11820eb4457" /><Relationship Type="http://schemas.openxmlformats.org/officeDocument/2006/relationships/notesMaster" Target="/ppt/notesMasters/notesMaster1.xml" Id="R3242e8b471ee44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a89f7465494c6c" /><Relationship Type="http://schemas.openxmlformats.org/officeDocument/2006/relationships/notesMaster" Target="/ppt/notesMasters/notesMaster1.xml" Id="R3d1133cf724f4c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57a83956754901" /><Relationship Type="http://schemas.openxmlformats.org/officeDocument/2006/relationships/notesMaster" Target="/ppt/notesMasters/notesMaster1.xml" Id="R06bdd6801fc848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87e32aaee74782" /><Relationship Type="http://schemas.openxmlformats.org/officeDocument/2006/relationships/notesMaster" Target="/ppt/notesMasters/notesMaster1.xml" Id="R81f0637acce645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b58dd43aee4ba3" /><Relationship Type="http://schemas.openxmlformats.org/officeDocument/2006/relationships/notesMaster" Target="/ppt/notesMasters/notesMaster1.xml" Id="R2172cb73d69347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e5a9530b444112" /><Relationship Type="http://schemas.openxmlformats.org/officeDocument/2006/relationships/notesMaster" Target="/ppt/notesMasters/notesMaster1.xml" Id="R0bbe3cabfa074b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c2ffae80ca465f" /><Relationship Type="http://schemas.openxmlformats.org/officeDocument/2006/relationships/notesMaster" Target="/ppt/notesMasters/notesMaster1.xml" Id="R9b039e528d4a47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92c8f3542440e6" /><Relationship Type="http://schemas.openxmlformats.org/officeDocument/2006/relationships/notesMaster" Target="/ppt/notesMasters/notesMaster1.xml" Id="R068572389f0d41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40e1030a445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819bf66644474c" /><Relationship Type="http://schemas.openxmlformats.org/officeDocument/2006/relationships/slideLayout" Target="/ppt/slideLayouts/slideLayout1.xml" Id="R6573eb0f0d134b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73eb0f0d134b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fca45732047a0" /><Relationship Type="http://schemas.openxmlformats.org/officeDocument/2006/relationships/notesSlide" Target="/ppt/notesSlides/notesSlide1.xml" Id="Rdf5cdd47819e4e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5d447cec44f0f" /><Relationship Type="http://schemas.openxmlformats.org/officeDocument/2006/relationships/notesSlide" Target="/ppt/notesSlides/notesSlide2.xml" Id="R890ed493219c45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ed890e9684134" /><Relationship Type="http://schemas.openxmlformats.org/officeDocument/2006/relationships/notesSlide" Target="/ppt/notesSlides/notesSlide3.xml" Id="R149e6f0f6b5140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71444e5c144e6" /><Relationship Type="http://schemas.openxmlformats.org/officeDocument/2006/relationships/notesSlide" Target="/ppt/notesSlides/notesSlide4.xml" Id="R165f0081231743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abc6dca63476e" /><Relationship Type="http://schemas.openxmlformats.org/officeDocument/2006/relationships/notesSlide" Target="/ppt/notesSlides/notesSlide5.xml" Id="R7f5017522e164e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5674bd6a04c9b" /><Relationship Type="http://schemas.openxmlformats.org/officeDocument/2006/relationships/notesSlide" Target="/ppt/notesSlides/notesSlide6.xml" Id="R76719ff93d274b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0ba34fc024c74" /><Relationship Type="http://schemas.openxmlformats.org/officeDocument/2006/relationships/notesSlide" Target="/ppt/notesSlides/notesSlide7.xml" Id="R94201fdde96d4d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672c8e15a4dbe" /><Relationship Type="http://schemas.openxmlformats.org/officeDocument/2006/relationships/notesSlide" Target="/ppt/notesSlides/notesSlide8.xml" Id="R24220038df5d4b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8ef6eb0924ca3" /><Relationship Type="http://schemas.openxmlformats.org/officeDocument/2006/relationships/notesSlide" Target="/ppt/notesSlides/notesSlide9.xml" Id="R4197827be91a47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3C8F0B-D775-4E58-8A61-DE86A6F9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6EE2A-925E-47C5-B395-CD4C8F01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Belt drives: Introduction, Open and Cross belt drives. (No derivations and numericals), Flat belts and V belts. Gear Dri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BE42A-1F50-484C-A355-F4EF3DAB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Mechanical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1BEME105/205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4EDC9-AA66-4056-9312-5A89C44A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Belt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55327-71C2-4CD6-8202-3FAB77F6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BAEB0-ACA6-4FE1-B617-16806BF4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drives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37B42-94C7-46BA-8355-64F4140D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A021F-C8FB-42AE-B005-5A46F28A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Open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AB514-E787-4A9B-BD18-29235B6F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7FE58-018D-418D-881E-CB7F5285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Cross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1E8B5-E703-4BAD-9475-D9114494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33033-FE54-447D-B9F2-CE90A938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24B83-F3A6-4910-AB0C-77202EBB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DE97C3-24F3-45E2-8400-31C45829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3F85E-7A12-4B24-AD60-A1728237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960343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E4FD11-2791-4C1B-B8F6-3E256761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AB5C0-5F43-4574-B326-C4AF7533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592AC-7E0A-4DE3-ACA0-55D5CBEC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8B92C-F6C3-460E-A0C2-BC7994A0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0E1BB-8B37-4277-BEC3-C87A4C62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18E83-C2ED-4AC4-96BD-4D6C35C7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08D22-1044-429C-8B3D-D607131D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6D994-C156-49E2-8AEA-19037821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B8540-CAF9-4F35-B076-7B635F4E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A33F3-4C0B-4B8D-8B89-E13418B4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38762-FB52-46C0-A9C7-A65A6346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1378F-BF9D-4EDA-8A88-BF03A1C0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0BAA7-BED5-4568-861A-2CCFBE26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Belt drives: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Open and Cross belt drives.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(No derivations and numericals)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Flat belts and V belts.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9088B-20A9-47A3-AA3C-FA4EC818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8BA56-B815-4D60-AF2A-DD760C79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294569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D5455D-C56A-4093-9981-034F987A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D3A20-E861-47C2-80B0-1209994F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8A8D0-FB90-4609-A6BD-B112EA06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4DE7F-E339-42FB-BE63-C73B6868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Belt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79FC4-31EC-4E8E-A022-BF6E33FA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drives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55A43-F83C-4EC8-A39C-D7076E9E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Open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3733B-B0A2-4BC6-B02E-372F008C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Cross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7FF82-C5F4-45E6-961E-EE208B65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derivations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2085B-AF7D-4687-866B-1056177D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numericals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E53AD-9F2B-41B8-9034-F818C482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Gear Drives: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of Gears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Velocity ratio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Gear Trains - Simple and Compound gear trains and Numericals.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F3FF2-160F-4058-B9A1-8F13B1A0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48D60-EA1F-4E5A-83AF-7E087A37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2591142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18D0C9-78F1-4DBD-B652-A74D8F29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CB421-311C-4082-ACD2-5D84E2B4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5EBC0-E313-4864-AB83-E902B11D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53562-4625-4E02-A869-2ABB9A01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Belt drives: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Open and Cross belt drives.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(No derivations and numericals)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Flat belts and V belts.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Gear Drives: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86013-EF1F-48E6-8E15-5F4FBE9F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6F2C9-88F4-4F57-AE36-0A128751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746C1-0330-4663-9872-59508BD9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Belt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1A5D2-B370-4AEE-A08B-64AFAC95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2A44B-DF0C-4234-8BFF-CB489B63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A6EA2-415C-4639-9C00-D8AF47C9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167A6-71FE-4BA5-8C96-04A33C12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Open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FD66D-AA6B-415D-8FB3-89AF8F38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61799-40C4-442E-AA6E-47E97A5B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Cross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2386B-43BD-4D41-B944-F5682A8B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B6492-10FD-49EF-85FF-B1531FB4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839F0-504A-4794-BA03-BD55D052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A844C8-B18C-4B0A-B404-7B16FD4F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24CB9-F7BD-4239-BA04-79DD079D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9528344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83D5D-46E4-4D59-B685-313FC87F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5CDAE-BD61-4D65-8FF8-68FD8E72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49A0D-30CF-4397-BD5E-635F1AA6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058BE-26BB-4FF2-9462-8395633F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984E8-89F2-463B-B8AC-0C15313B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53020-E14E-46DB-BFE2-B27720B6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74DDA-BC2F-4087-AD5A-14DA4C4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EEF4D-1D61-4F4B-ACE3-0B5FD48A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331BF-A9A3-41EB-95A4-68254782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2BC99-77C0-46DD-9435-F02B9463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2EBAD9-97B0-4A78-A11D-5E82BA81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877F9-C0CC-4F86-A750-FAA39B29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DE13A-043E-4B46-AC3D-2E4FF88E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87876-4E27-4B5A-ACBF-9AC154B2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609AB-4E89-4E77-9C88-E7A448FF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15031108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F7FCB-30C8-49EC-BDD9-0E580D97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F6F46-BCEC-46B9-8BBC-6226DB28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1599C-F29E-4B0B-B28C-2F95A3F4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87466-4D5C-43D9-8BF5-FCB97887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B6335-C404-4F34-BC03-2B5A0DEE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Belt drives: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8F476-1272-4AF2-8659-B5AEAF09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Belt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3F5A5-3033-40AD-B611-C72AA457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4C897-CF2C-40F8-8EEC-87484AEA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BF03A-CC16-455E-AED7-3363E4D5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9192308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6699C-A6D6-44FA-ACE6-F791269A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D7C64-95AC-4BE2-BA86-FD1D3DB5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DCA2B-5160-438D-9C9C-76726E1F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761CE-5A69-4973-A0B6-3949FE45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D406A-3ACA-4768-966A-FEB5B5FF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Gears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Velocity ratio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Gear Trains - Simple and Compound gear trains and Numericals.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72323-CDA5-4023-8F08-B2D27DF8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93D5B-13A6-4B72-A029-91F9DE27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CD678-AD93-4BED-9B8E-77DE97C8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DC813-1339-46E0-93A4-FC2E8533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300405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26E673-9F59-4BE0-A990-E3592023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8C3B4-7AB4-4FED-B8A1-98E94486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B8046-3A53-42A1-9929-0E6BD1B6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186E7-A77B-4DEB-BBAE-F4524270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C1741-46BD-451C-849F-30A2A0D6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DB71E-F3BA-49DA-B891-8347ED36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2B633-2281-40BF-8705-D577E7BD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Belt drives: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8AC41-BE8A-4275-A983-57CF06C1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AF055-C566-4FF7-9270-869B3B95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6DBDE-6D98-4FB3-A880-74C6B6C6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61849-1944-4EA2-9913-7487C7E0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68FEE-92BD-4B33-A919-1C391719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2FF0B-0B45-4A23-AB6D-D8CA5B16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Open and Cross belt drives.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7EDA3-E660-4021-AEEC-6ECCCAB4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676E3-D197-424C-A0F1-448A0704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D0589-C03E-4237-A621-3F5521C6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(No derivations and numericals)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E715D-8CCC-4EBC-9CDA-50112062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D49CEF-A24D-499E-AAF1-CB7DF598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75A726-D597-41A0-93F9-3E822396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Flat belts and V belts.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46BE99-1BF9-4C4B-9953-B1C430DA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BEE66A-A027-4A5B-B953-8586A441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05C422-330E-46E1-B3FC-E7EDFE24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Gear Drives: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E8E875-BCD2-49AB-BE22-7D37793A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F1266D-C95D-4953-8FC4-8D0E4FAD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B9DFAD-A8C9-470F-9819-A818C8D8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Types of Gears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5619E0-D993-4F4B-B536-F29D7244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5B1964-1DEA-4455-8103-4A753F5E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FED8AC-AC30-4F13-8FC9-09479C21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A91213-36C6-4223-ABB2-E643F016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12503974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7A52F-6A2E-449E-9465-D44C14BE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984BC-63E8-420A-8691-3CE4467B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28BA2-F882-476B-808E-BB7D8928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EAEDA-B037-422A-9241-CCB5967E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Belt, drives, Open, Cross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D2F28-113E-47C3-AB9A-CDF24E8C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97A3F-4333-46F6-AA8E-D8787280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8869A-167E-4C43-BD73-5CE9DF8B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88F9E-F865-4833-BA9B-C7F2E878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55262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2026-08-24T06:38:46.5300000Z</dcterms:created>
  <dcterms:modified xsi:type="dcterms:W3CDTF">2026-08-24T06:38:46.5300000Z</dcterms:modified>
</coreProperties>
</file>