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28a46745514324" /><Relationship Type="http://schemas.openxmlformats.org/officeDocument/2006/relationships/extended-properties" Target="/docProps/app.xml" Id="Rfd5c35f986c54116" /><Relationship Type="http://schemas.openxmlformats.org/officeDocument/2006/relationships/officeDocument" Target="/ppt/presentation.xml" Id="R2ef20825c75c4d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fcda0c46934b74"/>
  </p:sldMasterIdLst>
  <p:notesMasterIdLst>
    <p:notesMasterId xmlns:r="http://schemas.openxmlformats.org/officeDocument/2006/relationships" r:id="Rfcf4f094953f4b94"/>
  </p:notesMasterIdLst>
  <p:sldIdLst>
    <p:sldId xmlns:r="http://schemas.openxmlformats.org/officeDocument/2006/relationships" id="256" r:id="Ra2b129686af74990"/>
    <p:sldId xmlns:r="http://schemas.openxmlformats.org/officeDocument/2006/relationships" id="257" r:id="R59d921dea1224a9b"/>
    <p:sldId xmlns:r="http://schemas.openxmlformats.org/officeDocument/2006/relationships" id="258" r:id="Rdffd2eba7c624493"/>
    <p:sldId xmlns:r="http://schemas.openxmlformats.org/officeDocument/2006/relationships" id="259" r:id="R5a6902357a774205"/>
    <p:sldId xmlns:r="http://schemas.openxmlformats.org/officeDocument/2006/relationships" id="260" r:id="R5fc530527e5d42f7"/>
    <p:sldId xmlns:r="http://schemas.openxmlformats.org/officeDocument/2006/relationships" id="261" r:id="Rd759b2454f7444f1"/>
    <p:sldId xmlns:r="http://schemas.openxmlformats.org/officeDocument/2006/relationships" id="262" r:id="R50e80eac808a4032"/>
    <p:sldId xmlns:r="http://schemas.openxmlformats.org/officeDocument/2006/relationships" id="263" r:id="Rf17b99a70de44dea"/>
    <p:sldId xmlns:r="http://schemas.openxmlformats.org/officeDocument/2006/relationships" id="264" r:id="R76e25c123d7149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0b9d162dfe4bb3" /><Relationship Type="http://schemas.openxmlformats.org/officeDocument/2006/relationships/slideMaster" Target="/ppt/slideMasters/slideMaster1.xml" Id="R74fcda0c46934b74" /><Relationship Type="http://schemas.openxmlformats.org/officeDocument/2006/relationships/notesMaster" Target="/ppt/notesMasters/notesMaster1.xml" Id="Rfcf4f094953f4b94" /><Relationship Type="http://schemas.openxmlformats.org/officeDocument/2006/relationships/presProps" Target="/ppt/presProps.xml" Id="R95f5839ad6d34cd7" /><Relationship Type="http://schemas.openxmlformats.org/officeDocument/2006/relationships/tableStyles" Target="/ppt/tableStyles.xml" Id="Rd1b2ef56d9094659" /><Relationship Type="http://schemas.openxmlformats.org/officeDocument/2006/relationships/slide" Target="/ppt/slides/slide1.xml" Id="Ra2b129686af74990" /><Relationship Type="http://schemas.openxmlformats.org/officeDocument/2006/relationships/slide" Target="/ppt/slides/slide2.xml" Id="R59d921dea1224a9b" /><Relationship Type="http://schemas.openxmlformats.org/officeDocument/2006/relationships/slide" Target="/ppt/slides/slide3.xml" Id="Rdffd2eba7c624493" /><Relationship Type="http://schemas.openxmlformats.org/officeDocument/2006/relationships/slide" Target="/ppt/slides/slide4.xml" Id="R5a6902357a774205" /><Relationship Type="http://schemas.openxmlformats.org/officeDocument/2006/relationships/slide" Target="/ppt/slides/slide5.xml" Id="R5fc530527e5d42f7" /><Relationship Type="http://schemas.openxmlformats.org/officeDocument/2006/relationships/slide" Target="/ppt/slides/slide6.xml" Id="Rd759b2454f7444f1" /><Relationship Type="http://schemas.openxmlformats.org/officeDocument/2006/relationships/slide" Target="/ppt/slides/slide7.xml" Id="R50e80eac808a4032" /><Relationship Type="http://schemas.openxmlformats.org/officeDocument/2006/relationships/slide" Target="/ppt/slides/slide8.xml" Id="Rf17b99a70de44dea" /><Relationship Type="http://schemas.openxmlformats.org/officeDocument/2006/relationships/slide" Target="/ppt/slides/slide9.xml" Id="R76e25c123d7149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98bb40ae7a45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ce79eaeea642ab" /><Relationship Type="http://schemas.openxmlformats.org/officeDocument/2006/relationships/notesMaster" Target="/ppt/notesMasters/notesMaster1.xml" Id="R7f913c1a6e904d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c5db1879a64133" /><Relationship Type="http://schemas.openxmlformats.org/officeDocument/2006/relationships/notesMaster" Target="/ppt/notesMasters/notesMaster1.xml" Id="R520c813e9dc843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dc62342cc64db6" /><Relationship Type="http://schemas.openxmlformats.org/officeDocument/2006/relationships/notesMaster" Target="/ppt/notesMasters/notesMaster1.xml" Id="Reb0595b395e342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10d9400aee40fa" /><Relationship Type="http://schemas.openxmlformats.org/officeDocument/2006/relationships/notesMaster" Target="/ppt/notesMasters/notesMaster1.xml" Id="R48cb0d9cb4f645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d6bb264c8945ec" /><Relationship Type="http://schemas.openxmlformats.org/officeDocument/2006/relationships/notesMaster" Target="/ppt/notesMasters/notesMaster1.xml" Id="R793da588f1fa47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c6f791efb44646" /><Relationship Type="http://schemas.openxmlformats.org/officeDocument/2006/relationships/notesMaster" Target="/ppt/notesMasters/notesMaster1.xml" Id="R4d979a9b86064d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4890c7ecd64d4f" /><Relationship Type="http://schemas.openxmlformats.org/officeDocument/2006/relationships/notesMaster" Target="/ppt/notesMasters/notesMaster1.xml" Id="Rb762cea3c8b049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ef873455fa47ef" /><Relationship Type="http://schemas.openxmlformats.org/officeDocument/2006/relationships/notesMaster" Target="/ppt/notesMasters/notesMaster1.xml" Id="Ra2cfb60742b14b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bd7ec425b64ec2" /><Relationship Type="http://schemas.openxmlformats.org/officeDocument/2006/relationships/notesMaster" Target="/ppt/notesMasters/notesMaster1.xml" Id="Re5513c38fbd049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b154cfeac4d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14ddc5b5234d5c" /><Relationship Type="http://schemas.openxmlformats.org/officeDocument/2006/relationships/slideLayout" Target="/ppt/slideLayouts/slideLayout1.xml" Id="Rb95409c7115b48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5409c7115b48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81db955fd4749" /><Relationship Type="http://schemas.openxmlformats.org/officeDocument/2006/relationships/notesSlide" Target="/ppt/notesSlides/notesSlide1.xml" Id="R2a94c7cdf7c44a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835b695d745e9" /><Relationship Type="http://schemas.openxmlformats.org/officeDocument/2006/relationships/notesSlide" Target="/ppt/notesSlides/notesSlide2.xml" Id="R70ac4585edce46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02f62f8e94bea" /><Relationship Type="http://schemas.openxmlformats.org/officeDocument/2006/relationships/notesSlide" Target="/ppt/notesSlides/notesSlide3.xml" Id="Rb87663e214ee4b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49507b2e64c81" /><Relationship Type="http://schemas.openxmlformats.org/officeDocument/2006/relationships/notesSlide" Target="/ppt/notesSlides/notesSlide4.xml" Id="R89d2c6e6e7a74c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eb397eb05405b" /><Relationship Type="http://schemas.openxmlformats.org/officeDocument/2006/relationships/notesSlide" Target="/ppt/notesSlides/notesSlide5.xml" Id="R35ab7c0690b449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976164d3b48c1" /><Relationship Type="http://schemas.openxmlformats.org/officeDocument/2006/relationships/notesSlide" Target="/ppt/notesSlides/notesSlide6.xml" Id="R15f131f9d30e40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e433deb064086" /><Relationship Type="http://schemas.openxmlformats.org/officeDocument/2006/relationships/notesSlide" Target="/ppt/notesSlides/notesSlide7.xml" Id="Rbe263fdc840748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92ba5249e429a" /><Relationship Type="http://schemas.openxmlformats.org/officeDocument/2006/relationships/notesSlide" Target="/ppt/notesSlides/notesSlide8.xml" Id="R1f12d7aca12944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f7c30a2ae4725" /><Relationship Type="http://schemas.openxmlformats.org/officeDocument/2006/relationships/notesSlide" Target="/ppt/notesSlides/notesSlide9.xml" Id="R0d847745ac3d4d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28C22-B086-4B47-BD4C-41A15B59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C8581-E1C8-473B-BD7D-62967BD8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Engineering materials: Introduction, Classification, Ferrous and Non -Ferrous metals: Types, Properties and their applic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8E6BB-EF8B-4AAA-9104-9B6A6F4F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4BDEC-B1C1-460E-B046-DFF55106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27032-C4CB-47C3-A4DA-BD9EBECA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EDC31-33F8-44FF-9601-4234BE9D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B02AC-7A9A-4435-9C38-8824A37C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6ED7A-1B52-464A-B44F-E3EA9498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D2C8E-0425-4CA4-9D54-D2471ED2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45CF8-1C95-4572-A5C0-868BCA3B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Ferrous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E3741-9CB9-4F61-B986-27F38B29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20938-DDA8-45F6-AC55-354FBA87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metals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58ED9-FFB3-4416-A740-CCDAB0EE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7C601-20D0-431D-B357-079ABBC3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1011F-F601-4510-968D-3D57F1A7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197110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069D7-4F62-4994-B6F7-ECBFF9BB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A62DB-50BA-4DEF-9F86-C61D39E3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7B8A6-BD16-42FB-B5C8-EA00B7BC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8FC9E-EF3E-45C4-870D-73921FA0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D9BC8-A55C-43EB-B645-17598EC9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3EDC2-B34E-48FC-A389-1653CD4F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C07D2-975E-4EC1-9FC7-BAAED503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AB4B3-C620-4CB9-970E-BEB64B97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BDB1E-2B6E-4EB2-950B-806F18A8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E4220-51FD-4152-98EA-00274AE5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EBBC5-4FFD-4AC6-9018-C89A9759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48008-768A-495A-A02D-64278F99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C35B9-7D97-4C43-B505-16BC8DEC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Engineering materials: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Classification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Ferrous and Non -Ferrous metals: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Properties and their applications.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5D6DE-D70C-4CFB-8870-E9F63FC2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43A0D-CF73-4CF9-A234-4ED4BA10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626477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266FD-BF70-430C-8874-DE066128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BC7D7-1C29-4995-8710-38CA7578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098D0-68B6-42B2-BB9B-2FF260E2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822E4-898B-4571-9F15-E19B8F5C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4B882-3494-422F-B5F6-B7EFA199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64CD0-B57D-4F2A-B183-6B1136E0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FAEAB-7C4F-49E3-8FDF-F24A0368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Ferrous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110C0-6611-43EF-A9E1-303C8821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3F249-590D-43C1-88A9-B9A6B218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16402-42E1-4BB2-8795-2FF8CE4F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Composite materials: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Constituents of a composite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F841F-46B3-4732-859E-B28E846F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56FDF-A4F3-42C0-B0F1-F38FBA85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406312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0FB2B-4EDC-4DC4-B632-8F5E80B2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5090F-2754-441A-B2E0-BB68FC65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0842C-37C8-4357-9D6E-38B015F1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9E240-DF15-4B1A-9058-88D5BF3C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Engineering materials: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Ferrous and Non -Ferrous metals: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Properties and their applications.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Composite materials: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CB31D-96A9-472D-93BA-7BA7B3EF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776F5-A699-49B4-9D99-E7E99275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F47C6-2BE6-4455-98CA-89F33E91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0B0BF-8EE5-4105-A3EC-CF83D815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EB919-666E-4F46-AD02-01D6C9C6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C74B4-4BE6-40E5-B6D0-64A7EB93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0479B-DDCC-4351-82B5-A8D02FA7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35749-D806-4198-9CFB-3645C15A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07B14-2FFE-4FDF-9846-8DEC30F3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Ferrous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7AA67-07D5-4225-B626-CBECEFC5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EA50D-23A7-4656-AAA0-ED385D48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metals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9CABD-4BA2-4709-AC45-D1F14050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9F591-0C81-4533-B1B6-6DE7F2EB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17EEA-F246-405A-88CE-18C00754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382582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E6CDF-2B49-4327-8193-62C626D5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3BD9E-1215-45FC-9E34-86BE930D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D3691-AFE4-4DD9-BBEC-BAFDEED4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244C3-66C7-4621-89B0-05B0ADEE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F1EAE-0368-4901-BF2A-D5D49E8C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17210-0241-482E-823F-A09D5843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072F1-D0F7-4844-B6E6-0510ABB6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12513-64AB-4C0E-A566-C206FD7A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D1B35-1923-46FC-8A50-6223D9CD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6AF3C-4B07-4152-96D8-2130706E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568F8-88B4-4207-BBD7-159E7ADF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8514D-8DAA-4E97-B341-38D33CE4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3B8A8-295E-4C69-95E9-536CC460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BB8B5-F7E1-40DF-8972-70D63D88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0ED4D-9856-40BD-AA96-9703D4BB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2573922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D1AFA-062B-4A25-830A-C9086B00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686EC-40E7-4CDA-9EF3-8D685D5D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6C136-BBAC-4245-97F4-6ACBF999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B08F8-63B9-4E40-AB6C-75D6A601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50DD2-463F-478C-A375-2A6E4F94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Engineering materials: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AA091-FE01-4F07-AC08-746C75D1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Engineering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F9B45-A545-45E6-8658-16FB5D17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CF0E0-1EB4-4151-A7C8-A0C173C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C6878-D381-4B14-80F8-3984625B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698908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11163-3793-4232-B2CF-8C48ED20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10E87-A511-479A-BAA7-1EBE0791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BD5B0-F3D7-4C43-9A3C-5884ADD9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256D8-DB68-4448-9F52-0B819B02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F72AC-14A1-4D64-84D6-2DF2EF7F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Constituents of a composite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Matrix and Reinforcement 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D8A0D-505F-4DF4-BC87-86EB0997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EE9EB-0CF0-4CE6-9810-8C09532F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FC25D-F9DA-40C8-A66E-10993D49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9982B-DD46-4E08-9D18-3F8286A3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20484767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17021D-5BA2-41CE-8B19-02F5A770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4080C-0FF4-4574-89F1-63E99C8C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70642-D9B1-4441-8DCB-C7F7EA07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4A9CD-04A4-4B86-8B5E-C3154DCC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E52A6-8298-4B8F-818B-2BDD37BC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D43BA-C616-4915-935D-09E2B744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CE540-1A8A-4B40-BC67-258313F5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Engineering materials: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7D3E3-DEE2-4FA2-8D66-8FA6D3D2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35282-977F-48F8-815E-3289B269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065C2-AE6E-4283-B99B-2E7255EC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65839-1D3E-4AEE-97DA-1B1D771D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376E1-03E2-4BF4-B0D7-D6B64E56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C0057-142A-4693-959E-5F2071CD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15F4D-F1CD-4C30-9ACE-7729C00C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19A13-9612-4EA6-BD84-10BEBE69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0DB29-B168-4736-9F79-6516AB04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Ferrous and Non -Ferrous metals: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ABFED-B3D1-47E5-B282-473EE4E2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714A9-A1FC-4320-9564-3529DB9F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5B141-057E-4846-B5A4-491DDF4D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Properties and their applications.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F7633-2B42-49C7-9C13-A4D68553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BA19DB-056B-4BC4-A265-EA6C20C6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33494A-0D57-40BD-90F8-F3D0AC56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Composite materials: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EA30C0-A95A-46C2-99D0-954996B0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B2989E-123E-4CD6-8433-D91530E5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1F0156-400B-4B65-9E86-EA9685FD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9F5CB3-D11C-4E2C-8086-1338B733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16FED7-DEF6-4FB9-A3D5-ED1363C9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2145D-CC9B-4C11-93EC-50481C1C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C0D522-B2D5-4EF8-BE69-1ADF18D5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713325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A6985-4EE6-4206-8EFA-7092BAE6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42BF6-B3E8-48DD-85F2-17C35DCE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79D48-778A-4FF1-B38A-2399D835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ED244-6A49-44FF-A78F-9279445B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Engineering, materials, Classification, Ferrous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53497-E681-4A16-86F2-E162ACDE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2CA3A-15D4-4C54-A649-3448A366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B4C95-7CEB-4644-99A9-CABAE1A5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94C0A-E47E-4ABC-BE7F-EFBC444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631584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2026-08-24T06:38:46.3400000Z</dcterms:created>
  <dcterms:modified xsi:type="dcterms:W3CDTF">2026-08-24T06:38:46.3400000Z</dcterms:modified>
</coreProperties>
</file>