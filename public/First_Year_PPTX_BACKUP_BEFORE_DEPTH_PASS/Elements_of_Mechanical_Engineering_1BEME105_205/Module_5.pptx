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bba3b974444958" /><Relationship Type="http://schemas.openxmlformats.org/officeDocument/2006/relationships/extended-properties" Target="/docProps/app.xml" Id="Rd55faf3d9fcb4a17" /><Relationship Type="http://schemas.openxmlformats.org/officeDocument/2006/relationships/officeDocument" Target="/ppt/presentation.xml" Id="R7970899a1469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9b2e7fd704957"/>
  </p:sldMasterIdLst>
  <p:notesMasterIdLst>
    <p:notesMasterId xmlns:r="http://schemas.openxmlformats.org/officeDocument/2006/relationships" r:id="R05981daa376c4e67"/>
  </p:notesMasterIdLst>
  <p:sldIdLst>
    <p:sldId xmlns:r="http://schemas.openxmlformats.org/officeDocument/2006/relationships" id="256" r:id="R7fdcf02b9247438c"/>
    <p:sldId xmlns:r="http://schemas.openxmlformats.org/officeDocument/2006/relationships" id="257" r:id="R6148c352afa04767"/>
    <p:sldId xmlns:r="http://schemas.openxmlformats.org/officeDocument/2006/relationships" id="258" r:id="Rd67872a806bf4d2a"/>
    <p:sldId xmlns:r="http://schemas.openxmlformats.org/officeDocument/2006/relationships" id="259" r:id="R1f67a81b63c44bab"/>
    <p:sldId xmlns:r="http://schemas.openxmlformats.org/officeDocument/2006/relationships" id="260" r:id="R5e74bb0be1c94a66"/>
    <p:sldId xmlns:r="http://schemas.openxmlformats.org/officeDocument/2006/relationships" id="261" r:id="Rdf95a5bcbe0b45e1"/>
    <p:sldId xmlns:r="http://schemas.openxmlformats.org/officeDocument/2006/relationships" id="262" r:id="R90dd1a7139274ae4"/>
    <p:sldId xmlns:r="http://schemas.openxmlformats.org/officeDocument/2006/relationships" id="263" r:id="R9be562a1bbf14c97"/>
    <p:sldId xmlns:r="http://schemas.openxmlformats.org/officeDocument/2006/relationships" id="264" r:id="Rbf7c064163d147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41713aae1474d" /><Relationship Type="http://schemas.openxmlformats.org/officeDocument/2006/relationships/slideMaster" Target="/ppt/slideMasters/slideMaster1.xml" Id="Rd489b2e7fd704957" /><Relationship Type="http://schemas.openxmlformats.org/officeDocument/2006/relationships/notesMaster" Target="/ppt/notesMasters/notesMaster1.xml" Id="R05981daa376c4e67" /><Relationship Type="http://schemas.openxmlformats.org/officeDocument/2006/relationships/presProps" Target="/ppt/presProps.xml" Id="R1ba4fe484f044a4b" /><Relationship Type="http://schemas.openxmlformats.org/officeDocument/2006/relationships/tableStyles" Target="/ppt/tableStyles.xml" Id="R02bb9bd2b11a4d05" /><Relationship Type="http://schemas.openxmlformats.org/officeDocument/2006/relationships/slide" Target="/ppt/slides/slide1.xml" Id="R7fdcf02b9247438c" /><Relationship Type="http://schemas.openxmlformats.org/officeDocument/2006/relationships/slide" Target="/ppt/slides/slide2.xml" Id="R6148c352afa04767" /><Relationship Type="http://schemas.openxmlformats.org/officeDocument/2006/relationships/slide" Target="/ppt/slides/slide3.xml" Id="Rd67872a806bf4d2a" /><Relationship Type="http://schemas.openxmlformats.org/officeDocument/2006/relationships/slide" Target="/ppt/slides/slide4.xml" Id="R1f67a81b63c44bab" /><Relationship Type="http://schemas.openxmlformats.org/officeDocument/2006/relationships/slide" Target="/ppt/slides/slide5.xml" Id="R5e74bb0be1c94a66" /><Relationship Type="http://schemas.openxmlformats.org/officeDocument/2006/relationships/slide" Target="/ppt/slides/slide6.xml" Id="Rdf95a5bcbe0b45e1" /><Relationship Type="http://schemas.openxmlformats.org/officeDocument/2006/relationships/slide" Target="/ppt/slides/slide7.xml" Id="R90dd1a7139274ae4" /><Relationship Type="http://schemas.openxmlformats.org/officeDocument/2006/relationships/slide" Target="/ppt/slides/slide8.xml" Id="R9be562a1bbf14c97" /><Relationship Type="http://schemas.openxmlformats.org/officeDocument/2006/relationships/slide" Target="/ppt/slides/slide9.xml" Id="Rbf7c064163d147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47875e85ff4d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945d648f34795" /><Relationship Type="http://schemas.openxmlformats.org/officeDocument/2006/relationships/notesMaster" Target="/ppt/notesMasters/notesMaster1.xml" Id="R14257add690446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2f3e12120f45d6" /><Relationship Type="http://schemas.openxmlformats.org/officeDocument/2006/relationships/notesMaster" Target="/ppt/notesMasters/notesMaster1.xml" Id="Ra6e1ecf1ceb442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8e036bfb09420c" /><Relationship Type="http://schemas.openxmlformats.org/officeDocument/2006/relationships/notesMaster" Target="/ppt/notesMasters/notesMaster1.xml" Id="Rc72581f681394f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6c956d3cb4d63" /><Relationship Type="http://schemas.openxmlformats.org/officeDocument/2006/relationships/notesMaster" Target="/ppt/notesMasters/notesMaster1.xml" Id="Re5fc16f5d7fa45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aa7d54e5294940" /><Relationship Type="http://schemas.openxmlformats.org/officeDocument/2006/relationships/notesMaster" Target="/ppt/notesMasters/notesMaster1.xml" Id="R74aac30421124c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c17b4c4b8e40b6" /><Relationship Type="http://schemas.openxmlformats.org/officeDocument/2006/relationships/notesMaster" Target="/ppt/notesMasters/notesMaster1.xml" Id="R53acf974414241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2a2337ae24cd1" /><Relationship Type="http://schemas.openxmlformats.org/officeDocument/2006/relationships/notesMaster" Target="/ppt/notesMasters/notesMaster1.xml" Id="Rbc43514382f043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d501e349e94e48" /><Relationship Type="http://schemas.openxmlformats.org/officeDocument/2006/relationships/notesMaster" Target="/ppt/notesMasters/notesMaster1.xml" Id="R36012657571349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1ad3e7f4d541e4" /><Relationship Type="http://schemas.openxmlformats.org/officeDocument/2006/relationships/notesMaster" Target="/ppt/notesMasters/notesMaster1.xml" Id="R93bab90159a747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03d89d1c54d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ebb74d033448c9" /><Relationship Type="http://schemas.openxmlformats.org/officeDocument/2006/relationships/slideLayout" Target="/ppt/slideLayouts/slideLayout1.xml" Id="Rf7353e673fc440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53e673fc440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9de96896e4b6b" /><Relationship Type="http://schemas.openxmlformats.org/officeDocument/2006/relationships/notesSlide" Target="/ppt/notesSlides/notesSlide1.xml" Id="Rfbe1d7261e5a42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fbe8fd274fd9" /><Relationship Type="http://schemas.openxmlformats.org/officeDocument/2006/relationships/notesSlide" Target="/ppt/notesSlides/notesSlide2.xml" Id="Ra2ff17833e59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8936c73e74e0c" /><Relationship Type="http://schemas.openxmlformats.org/officeDocument/2006/relationships/notesSlide" Target="/ppt/notesSlides/notesSlide3.xml" Id="Rba0f75990cf148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53a897cde48a1" /><Relationship Type="http://schemas.openxmlformats.org/officeDocument/2006/relationships/notesSlide" Target="/ppt/notesSlides/notesSlide4.xml" Id="R46f65149e2eb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d6e153a7f4104" /><Relationship Type="http://schemas.openxmlformats.org/officeDocument/2006/relationships/notesSlide" Target="/ppt/notesSlides/notesSlide5.xml" Id="R6ccc240da2df43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7a71d24cc4ebf" /><Relationship Type="http://schemas.openxmlformats.org/officeDocument/2006/relationships/notesSlide" Target="/ppt/notesSlides/notesSlide6.xml" Id="R7ccef84559a9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bfae27b314a99" /><Relationship Type="http://schemas.openxmlformats.org/officeDocument/2006/relationships/notesSlide" Target="/ppt/notesSlides/notesSlide7.xml" Id="Rcb4cce18acd141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3e26c5a644fcc" /><Relationship Type="http://schemas.openxmlformats.org/officeDocument/2006/relationships/notesSlide" Target="/ppt/notesSlides/notesSlide8.xml" Id="Rb02e6aefc85c4b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0db9e23b344c8" /><Relationship Type="http://schemas.openxmlformats.org/officeDocument/2006/relationships/notesSlide" Target="/ppt/notesSlides/notesSlide9.xml" Id="R9c3d7bc63ae844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86EDD-E1FB-4CD1-A528-B09DA9EB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CE9FE-AB91-423B-934F-9CAA2EF8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Computer Numerical Control (CNC): Introduction, Definition of NC and CNC Components of CNC. Definition of CAD, CAM, CAE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32BDC-1A07-4A1D-AD14-C605AE0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907D1-2D06-44FE-B364-5F14388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0B17-67C1-41AF-BA1C-EC0F8BB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0A780-E8A9-4D24-B833-E1D10360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B360A-C2AB-4CF3-A138-A20E5826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B070D-1819-41BC-B8A1-D343286F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0D4FA-A039-4285-BB47-C6B6ED9F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8461A-5A91-4213-BF01-75A4B8D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7F326-E0E6-44E8-859B-D477FB3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A9346-D508-4AC8-BE89-4C68F35D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F6C2A-5C16-4F98-9ABA-0C9138E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C54FD-4939-4D2E-AAC6-B38316D9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6ABF9-54CE-4F5B-832A-3E5C4097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1914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BFC73-4FB0-4C41-AFD8-12234FE4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81F0-B3C7-4A58-8CFB-9829D06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A9406-A791-432B-838A-FA0371DF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920E0-E44B-4B9C-85A5-E43735E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5CA79-3D09-419E-A57C-6FA8297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FDA66-2652-4596-963D-7FBCDC1F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381B2-2167-4087-AD14-5234508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1D2B9-A3A8-44A4-982C-EF7B487A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8539C-16DF-46E3-8244-376C48CE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D7767-68D3-450C-B53D-1C3C84DF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716C1-DB25-445E-95D0-31AF0095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EFE2E-A658-4596-84DF-A3A16102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8FC19-9778-4A6C-A5F1-1A28883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Computer Numerical Control (CNC):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NC and CNC Components of CNC.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CAD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CAE and CIM.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7B21D-1CAB-4738-8301-419D9C84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91DB5-FDA3-467A-BB4F-A8725F3A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145279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7E650-910B-4A79-BC3D-4060C7E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E31AD-62FC-4296-AD6C-6C832886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5C8A6-F1DA-40E6-906E-1DF92C0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7331-75B9-45F7-A61D-6409B9FB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BC68B-ABDA-49DC-B4A6-2E229892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F7D4C-8ABF-4665-8463-2028FCDC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BC3D8-7D5E-4C6B-8708-88EFF8A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A78B7-AA4B-47E2-AAC0-86F700EE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54D18-93F1-4C41-8133-97835CE9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1E09B-186D-404C-BE22-E23AD2C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Automation: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Automation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Reasons for Automation.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Additive manufacturing: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D0B10-4DD2-4788-AA7B-87CDFBD8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2183C-9CE0-47E3-A541-353B40EF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340360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E24EE-3323-459D-A09D-5974FB1F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BD213-A136-4427-8AD5-96812E3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D7862-C205-47E7-AB8C-B1E28D1C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C246D-7593-4A12-B78E-DE586C3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Computer Numerical Control (CNC):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NC and CNC Components of CNC.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CAD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CAE and CIM.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Automation: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6A34E-E033-44E0-ABBF-AD61FAC0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918BB-B413-4ED6-9994-F0C0FDDF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FE6D7-9B24-4504-AC78-3A2D07B4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D0672-461C-45CB-B65F-15D6689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C3CC3-B0A6-4CD2-BB74-4AD1593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9533C-1534-4604-804E-F014A9B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7AE30-2136-40BB-A26B-8436B1B7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BD050-44C0-4AB1-9A89-A09C919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190B6-5DD9-4986-AB61-3D40BF85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8CF0A-9CD4-442D-AFCD-8B4874FE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C6E5D-AC32-4CC0-814A-05FE436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9D513-6E77-48F8-B989-3C9A3743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C8286-F3A3-4085-9B53-025B9D5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85BDF-F829-4319-8D57-47E31C0E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990972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655C9-375F-4CD8-955B-3F8406E0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7BAA3-3715-4650-8E20-F96B7CE2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6C7E9-3670-42AA-BD02-7CC629A4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3B875-A48E-410E-AC3B-BA4FC81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25B0F-9B48-402E-AD68-CD808A0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C4866-CCC1-453C-8F1F-89A3B5E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7CEAC-C59F-4D2A-B066-E70B7DE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5F7AC-FEA5-4632-AB26-43096EA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9F9AF-C96D-4260-9420-A1883D1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FFBB6-5D5C-4F31-AC10-6C4B733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384A7-7CA7-414D-A1A0-4087F762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C7DB5-523F-4736-9BFD-F5036EF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B23A7-E349-49E2-A023-CF4F6CFF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88E30-1C80-4C52-8E4E-C634C6C2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CC36C-8C60-4E27-A708-DD5CA05F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116017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5D44F-109B-4E15-9D65-8AEFA6C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60620-295A-44E4-A231-8F0D7510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F14A0-F57E-4B3A-9953-B590AD9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29A7A-3C7F-4637-B0D6-ED940719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0F03A-A730-4E76-BC9D-D60B9F45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Computer Numerical Control (CNC):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30A57-4A7A-435D-A705-434BB96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Computer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04EC-132B-4FDE-BA5C-4D804FD3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81380-AA04-46E1-9159-98E93F7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A4E2A-6E43-4D30-96E3-4580102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218585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37FF8-E2CB-444B-9F33-2CBEB5AB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DC69F-586A-4CA8-9A1D-154EF5E7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EBF16-07EB-4BE2-AADD-8CEBB98D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078B-B290-4AFB-8E6F-7A9BFAAE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7BD7A-191D-439A-A858-F0E5A06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Automation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Reasons for Automation.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Additive manufacturing: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FDAF0-FEB1-428E-897D-8D2D5E1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E2EFB-0763-464C-983F-A87F6548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B38EE-B558-4BEC-BAC9-C655D83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1654D-4AF2-4541-A497-A1F2174A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2059940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1D07B-9C13-4A55-B012-ABC464DC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13A1F-6F0C-4B0A-A928-258CCC35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60BD3-69C8-41E8-AEBB-8455F30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C757-E28A-48D3-A8E2-BEF2C32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E27C4-98A4-4F4A-8044-2AD9CBC7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38877-B55F-4E76-937A-0CC43232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CB0AD-6D16-4856-B221-D98E72D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Computer Numerical Control (CNC):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5B4B4-DE3C-43E0-8DCC-D5350368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15E0D-0BEC-42FA-A830-FCD6ED6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A9C29-7DC2-4DB9-BCA1-DEE03F3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E547F-4983-46EC-82A5-93318C36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8F300-F80A-4A09-A092-01767B6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4C55D-9E70-4B96-8335-A1B05D2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NC and CNC Components of CNC.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40060-2131-4F23-AB2D-7248901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A0DC3-18A9-419C-8D26-3F978E73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C2EA9-14CC-480A-AB34-EA81AF8D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CAD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51A6B-503B-4FC3-BD25-3A3AB58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5F6C4-42E7-450A-86B4-8AB55E3E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7663-645C-4402-B705-B79C9778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CAE and CIM.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D4CD0-1018-4972-88AF-879F7DD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0163B-8B22-4019-8084-E41D924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F25D0-0502-467E-9A29-06063E7B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Automation: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B7301-BDD8-49B9-9F9A-9F7A267F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49399-5037-4747-91D8-BAF7A54C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E9CD0-5911-4894-985B-9292635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Automation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B1686-3921-41F2-9F3B-B3E17BC3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66BED-C369-47C9-B5D8-01CEDF9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A1A534-A3A1-45F4-A13C-2A3787DD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AF815-DFCD-4217-BF40-F4D1138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322927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9D9F7-5670-4DC3-9C62-06345FCE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3CA0C-AA7A-4FF0-94A9-5252E82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5791E-BDCF-4FF2-88EB-3F56C15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E5C88-2B52-4D1D-9900-E8506C2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Computer, Numerical, Control, Definition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B93BE-24A9-4718-A5B6-5DA035C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F834E-263C-48C7-BB3D-042946A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275B2-07DA-4F58-8403-0F4DBB7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84793-4FA5-4C6A-9868-2CCD5AF2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653181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2026-08-24T06:38:46.5900000Z</dcterms:created>
  <dcterms:modified xsi:type="dcterms:W3CDTF">2026-08-24T06:38:46.5900000Z</dcterms:modified>
</coreProperties>
</file>