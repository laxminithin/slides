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117c0f538146e5" /><Relationship Type="http://schemas.openxmlformats.org/officeDocument/2006/relationships/extended-properties" Target="/docProps/app.xml" Id="R241ca82efcad4358" /><Relationship Type="http://schemas.openxmlformats.org/officeDocument/2006/relationships/officeDocument" Target="/ppt/presentation.xml" Id="Re22f845662e443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c66d2130f346da"/>
  </p:sldMasterIdLst>
  <p:notesMasterIdLst>
    <p:notesMasterId xmlns:r="http://schemas.openxmlformats.org/officeDocument/2006/relationships" r:id="R8d62477536004bb4"/>
  </p:notesMasterIdLst>
  <p:sldIdLst>
    <p:sldId xmlns:r="http://schemas.openxmlformats.org/officeDocument/2006/relationships" id="256" r:id="R49e8ba6c2374408d"/>
    <p:sldId xmlns:r="http://schemas.openxmlformats.org/officeDocument/2006/relationships" id="257" r:id="R960b8295f70f4e5a"/>
    <p:sldId xmlns:r="http://schemas.openxmlformats.org/officeDocument/2006/relationships" id="258" r:id="Ra43ec3d1e625446c"/>
    <p:sldId xmlns:r="http://schemas.openxmlformats.org/officeDocument/2006/relationships" id="259" r:id="R4a8460e184604a13"/>
    <p:sldId xmlns:r="http://schemas.openxmlformats.org/officeDocument/2006/relationships" id="260" r:id="R20a4140a93f447cd"/>
    <p:sldId xmlns:r="http://schemas.openxmlformats.org/officeDocument/2006/relationships" id="261" r:id="Rcad3b76a46cc4c5b"/>
    <p:sldId xmlns:r="http://schemas.openxmlformats.org/officeDocument/2006/relationships" id="262" r:id="R1971621ca1404a5d"/>
    <p:sldId xmlns:r="http://schemas.openxmlformats.org/officeDocument/2006/relationships" id="263" r:id="R6fb3b14ef45e4f9c"/>
    <p:sldId xmlns:r="http://schemas.openxmlformats.org/officeDocument/2006/relationships" id="264" r:id="Rd6f35e3a796f43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b4143270c4241" /><Relationship Type="http://schemas.openxmlformats.org/officeDocument/2006/relationships/slideMaster" Target="/ppt/slideMasters/slideMaster1.xml" Id="R4bc66d2130f346da" /><Relationship Type="http://schemas.openxmlformats.org/officeDocument/2006/relationships/notesMaster" Target="/ppt/notesMasters/notesMaster1.xml" Id="R8d62477536004bb4" /><Relationship Type="http://schemas.openxmlformats.org/officeDocument/2006/relationships/presProps" Target="/ppt/presProps.xml" Id="R33684da92f7a46f7" /><Relationship Type="http://schemas.openxmlformats.org/officeDocument/2006/relationships/tableStyles" Target="/ppt/tableStyles.xml" Id="Ra25b50efd5ef4946" /><Relationship Type="http://schemas.openxmlformats.org/officeDocument/2006/relationships/slide" Target="/ppt/slides/slide1.xml" Id="R49e8ba6c2374408d" /><Relationship Type="http://schemas.openxmlformats.org/officeDocument/2006/relationships/slide" Target="/ppt/slides/slide2.xml" Id="R960b8295f70f4e5a" /><Relationship Type="http://schemas.openxmlformats.org/officeDocument/2006/relationships/slide" Target="/ppt/slides/slide3.xml" Id="Ra43ec3d1e625446c" /><Relationship Type="http://schemas.openxmlformats.org/officeDocument/2006/relationships/slide" Target="/ppt/slides/slide4.xml" Id="R4a8460e184604a13" /><Relationship Type="http://schemas.openxmlformats.org/officeDocument/2006/relationships/slide" Target="/ppt/slides/slide5.xml" Id="R20a4140a93f447cd" /><Relationship Type="http://schemas.openxmlformats.org/officeDocument/2006/relationships/slide" Target="/ppt/slides/slide6.xml" Id="Rcad3b76a46cc4c5b" /><Relationship Type="http://schemas.openxmlformats.org/officeDocument/2006/relationships/slide" Target="/ppt/slides/slide7.xml" Id="R1971621ca1404a5d" /><Relationship Type="http://schemas.openxmlformats.org/officeDocument/2006/relationships/slide" Target="/ppt/slides/slide8.xml" Id="R6fb3b14ef45e4f9c" /><Relationship Type="http://schemas.openxmlformats.org/officeDocument/2006/relationships/slide" Target="/ppt/slides/slide9.xml" Id="Rd6f35e3a796f43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238177fe3f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c66c9d53ee4b2f" /><Relationship Type="http://schemas.openxmlformats.org/officeDocument/2006/relationships/notesMaster" Target="/ppt/notesMasters/notesMaster1.xml" Id="R39918674af2447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df677449de4254" /><Relationship Type="http://schemas.openxmlformats.org/officeDocument/2006/relationships/notesMaster" Target="/ppt/notesMasters/notesMaster1.xml" Id="R07e8d68ee0e64a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53cceda3e74279" /><Relationship Type="http://schemas.openxmlformats.org/officeDocument/2006/relationships/notesMaster" Target="/ppt/notesMasters/notesMaster1.xml" Id="R91a7b5aff3f44f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454aa811ce4a1f" /><Relationship Type="http://schemas.openxmlformats.org/officeDocument/2006/relationships/notesMaster" Target="/ppt/notesMasters/notesMaster1.xml" Id="Rb8bc5bf6545b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28fca376294f7d" /><Relationship Type="http://schemas.openxmlformats.org/officeDocument/2006/relationships/notesMaster" Target="/ppt/notesMasters/notesMaster1.xml" Id="R97a1499e948b4a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adde24f2bc46af" /><Relationship Type="http://schemas.openxmlformats.org/officeDocument/2006/relationships/notesMaster" Target="/ppt/notesMasters/notesMaster1.xml" Id="R63bd371c662e4b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6f3951101944f1" /><Relationship Type="http://schemas.openxmlformats.org/officeDocument/2006/relationships/notesMaster" Target="/ppt/notesMasters/notesMaster1.xml" Id="Rcba06618326d41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bff3d95ff148dc" /><Relationship Type="http://schemas.openxmlformats.org/officeDocument/2006/relationships/notesMaster" Target="/ppt/notesMasters/notesMaster1.xml" Id="Rcc5420ae2cdc4b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3bf8d66b0546ae" /><Relationship Type="http://schemas.openxmlformats.org/officeDocument/2006/relationships/notesMaster" Target="/ppt/notesMasters/notesMaster1.xml" Id="R5594ecc2b7fb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b37e256e7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619656550845ae" /><Relationship Type="http://schemas.openxmlformats.org/officeDocument/2006/relationships/slideLayout" Target="/ppt/slideLayouts/slideLayout1.xml" Id="R826c029ee1b5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6c029ee1b5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a76e07117490c" /><Relationship Type="http://schemas.openxmlformats.org/officeDocument/2006/relationships/notesSlide" Target="/ppt/notesSlides/notesSlide1.xml" Id="R0eed4006b25d4c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d8d9fbefc4831" /><Relationship Type="http://schemas.openxmlformats.org/officeDocument/2006/relationships/notesSlide" Target="/ppt/notesSlides/notesSlide2.xml" Id="Re5b55b565daa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77ded2d504d6a" /><Relationship Type="http://schemas.openxmlformats.org/officeDocument/2006/relationships/notesSlide" Target="/ppt/notesSlides/notesSlide3.xml" Id="Rca34ecae20b546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f87ce3a064e51" /><Relationship Type="http://schemas.openxmlformats.org/officeDocument/2006/relationships/notesSlide" Target="/ppt/notesSlides/notesSlide4.xml" Id="R2be061945c9349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0a85bd4fd474c" /><Relationship Type="http://schemas.openxmlformats.org/officeDocument/2006/relationships/notesSlide" Target="/ppt/notesSlides/notesSlide5.xml" Id="R7e9d546033b54c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b31ad85f249ca" /><Relationship Type="http://schemas.openxmlformats.org/officeDocument/2006/relationships/notesSlide" Target="/ppt/notesSlides/notesSlide6.xml" Id="R6cb8db8321a6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be4ff93df4f41" /><Relationship Type="http://schemas.openxmlformats.org/officeDocument/2006/relationships/notesSlide" Target="/ppt/notesSlides/notesSlide7.xml" Id="Re52d0417e85444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3a5349bf040fe" /><Relationship Type="http://schemas.openxmlformats.org/officeDocument/2006/relationships/notesSlide" Target="/ppt/notesSlides/notesSlide8.xml" Id="R8a1498f64d5f4e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0e10d35a74891" /><Relationship Type="http://schemas.openxmlformats.org/officeDocument/2006/relationships/notesSlide" Target="/ppt/notesSlides/notesSlide9.xml" Id="Rd87ba7cccacf4b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04687-5067-456E-8D4C-6EDBE5C1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23F90-4F6B-4E4A-9064-2A1AE9A7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Concepts of Thermodynamics: Work, Energy, Heat, Modes of Heat transfer: Conduction, Convection and Radiation. Steam: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8F3B3-846D-4AA0-AB50-34061C91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E03C3-28B8-4F26-8AA9-F309EE7A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4B02D-6BF0-4307-8E90-F5F282F3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9A21F-401B-4FED-9A08-2E316379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Thermodynamics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8B391-B97C-4E6C-8676-DF25682E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F8B29-5B5B-47A0-A746-7ACC5557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6C553-1631-47F7-A5C0-3E793C53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D43D1-E09E-4995-A580-B5403BB6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Energy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3B062-857B-42BC-892A-CCA9553B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3ED64-87AC-4C49-8C6F-18B3AA32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FB382-3B28-43FA-94B5-D29DEE24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684C9-4B1C-4EF2-9967-4026E03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803AB-4CB4-4030-A114-CDC84FCD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958671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07C71-541F-4125-A470-8A90AF1C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60890-4E19-49CA-8D58-F599E149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DF0D7-4D8D-467E-9FD2-9A7CD453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59237-4C03-4264-9542-7285A86E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2970A-85A0-4C17-85C1-B5144AB0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4B207-2179-4FC5-A068-586726A7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6BE07-0989-49A2-A518-A411624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60CD2-C23E-4A80-852D-1EB82F4A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6CCD7-F065-454D-A5F7-5852EE9E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16181-C916-4D37-9824-D2962D66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CA72-0D05-4806-91FA-8A345F5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9F14C-C1B7-456D-B9EE-EDB6730A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94D97-93B0-4EB4-99DB-8C01A363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Concepts of Thermodynamics: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Modes of Heat transfer: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Convection and Radiation.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Formation of steam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Properties of Steam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BAE85-9851-47A9-B0AE-62CE75C2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4BB74-E742-417B-B227-D02805A9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354438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7FB77-3A7E-4735-85F7-B51549D5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5196A-1FC9-4F4D-980D-236B31DB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C1968-5848-4817-958E-E1841C3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CEC1C-1A84-4BC7-96D2-FBFB469E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Concepts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CEA3C-5959-4A5F-8B14-EEF0E6E7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Thermodynamics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DB9D7-A656-4E5A-A9F1-EEFD4EC0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ADB84-1B60-4329-9E3E-FBF51430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Energy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E4080-C3C0-4783-9355-D1C7E25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7EAE4-25CF-40B2-85D1-C35D0AA6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A2272-81DF-4FD9-8518-06FA23A6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Numericals related to the properties of steam.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Heat engines and Heat pumps.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Internal Combustion engines: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Working principle of Two stroke and Four stroke engines (SI &amp; CI Engines)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94CC2-0E75-499C-8907-FFA28E43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1F00C-5176-43F9-B557-F171575E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65168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A908B-EB28-4FE1-AAC0-B452BAB6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26AE-BD43-460B-AE75-540B7D2A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BD769-ACCD-41EA-B71A-CFB9ECD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DF570-7097-4F6E-8C59-833A14B9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Concepts of Thermodynamics: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Modes of Heat transfer: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Convection and Radiation.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Formation of steam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Properties of Steam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Numericals related to the properties of steam.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20191-1D12-4CA9-9683-48099F2A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B0BC5-661A-4E7A-A250-23BF33B0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B03EF-0836-42EB-9668-4627B016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BBB5B-3BAD-4E51-91B6-BE45F56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41866-43F2-4181-8BFC-368B5DEC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Thermodynamics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74E03-70F7-4212-ACF3-9D873090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AE063-65ED-4BFA-AE54-78281EC3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7D333-99F1-463F-84D3-4387DBD8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DE2C6-6F9C-4B96-A923-C2F047DC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Energy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EA2D6-D478-41F9-89B5-1693797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ABEEE-9E33-44C9-BA2D-198348A9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35B5D-D038-4076-932B-4C730360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1C4FD-DB31-4BBB-A452-A76FEA7A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B8606-1B12-4991-90DF-53DB4E46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843127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0BC1D-B80B-4EB6-8400-4A4554C4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0FFB4-7392-4C69-99B7-30F7EC37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B35BE-4B2A-4D71-9471-FB6A7DDC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56278-C59C-4681-A42F-C2211F5B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DC5C4-BDD3-461F-BF4B-A28B1FB4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26DA0-6536-43B2-8C3F-165B179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A1C44-4B56-4DBC-A873-B85B7D97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26F57-3EE9-44AA-8CDE-23015EE1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28BC1-833B-4EA3-8C85-6383BABC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4D4FF-D0D3-4DA1-BFDE-03781C6A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58ECF-A5CD-4EE0-9E27-A76369C3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8854A-01AA-4091-9890-2D1C5C34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1C197-3E3F-4C24-9476-3A860C48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AE4AF-EE5C-448B-AAE6-A807DD6F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3B34D-3F86-4B01-9049-B8EE713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369941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CFB2D-5DA9-424E-A53A-126C21BC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EC74E-FD11-49FE-80E3-C350F712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5BC90-2D1F-4EBC-A01F-FECF2DD7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DC7E3-B881-4DB9-A9F9-7F69E464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E0813-DB43-495D-B655-E48BB25D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Concepts of Thermodynamics: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4321E-C8E2-41DE-B26F-75BB6349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Concepts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CD5D4-FDBA-449A-95C3-093681D1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2C393-9E15-4416-BD01-7BC8FBAE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4A9B6-16AC-4FD4-9243-3A58362E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786815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A737F-A056-4EA7-AC67-21B81804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2989E-8446-4F16-836E-667AA5B4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D1F50-EFFC-468C-841A-F75D64E6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99FD1-A8C0-4835-8BB3-39A76328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F6343-9AA9-41EC-A5E4-A8F99F48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Heat engines and Heat pumps.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Internal Combustion engines: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 principle of Two stroke and Four stroke engines (SI &amp; CI Engines)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 Numericals.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CA368-EE6F-4B7F-B896-8D4BD4D4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0D7CB-B120-4B8D-8985-7B9C7B02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FA78A-5CE5-48A3-9ECE-7CED05B2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C2C17-F0C1-4308-933C-98206251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614922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B1226-6A13-4F11-9741-D2B966B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571BC-F7E7-4A9E-AB16-FA1EFA9A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57F25-DC29-45BF-9F92-80A95721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02E64-F483-449A-8F57-183116A0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98C7E-C9DD-442C-9FF0-9CACD97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200C9-8E21-4641-BED0-FF172C4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0ADA0-716B-41E0-A59C-2BC76103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Concepts of Thermodynamics: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377B5-6238-4A07-8102-78AE03A4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CE528-9A59-45A6-9D92-CEF4B21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0B6D2-B701-4B9B-A7DE-F36395D2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Modes of Heat transfer: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DF6D0-0A94-472C-8CFA-1B7F2105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B3DCE-B251-4B83-A9FD-1678448F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4CF7C-9CF0-4982-99DF-A17B36C7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Convection and Radiation.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377B0-AB2A-4264-B123-BC5E60FB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EA753-82F1-410F-B63B-D8D28148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B5917-8487-4B08-9DC9-2A4C64DB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Formation of steam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B351F-9814-4638-903D-AC2AFDA6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59FFC-0CCB-47C5-A4A2-A7C1AC1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7C3EE-246E-4A82-8958-AACC0A00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Properties of Steam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BBF73-9DBF-4885-B3B1-A60FA7C0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9AE25-BE52-4D19-B85E-72511F87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765EF-EB90-402D-B385-E864AE3A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Numericals related to the properties of steam.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D52ED-18AD-42DF-BE7E-BD45FD3F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184D8-5549-4E02-97BD-05926852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B3611-E539-4B32-8E71-273B96F5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Heat engines and Heat pumps.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2401A-EFEE-4982-9081-86118E47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C5A1D-0EC9-41F2-B2B0-072EA4CC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E7B1B-AE1E-43D3-9601-A369C2F2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420195-95F3-4041-9232-7C9C96B1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2918062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88F3D-A992-4371-A640-CD116E64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FB8BB-A293-463D-AA80-C97BCA11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8DB65-205D-46FF-BEF3-16B5ADE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9DD37-A775-4F9A-8901-7252F9AE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Concepts, Thermodynamics, Work, Energy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216F1-1FDD-4E78-B902-358BF0D7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A5ADA-911A-467E-B6F6-1B3F794C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D6731-EBC4-43A8-8950-624464F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12BD4-CDBC-4372-9AF9-78B087D1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9962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2026-08-24T06:38:46.4030000Z</dcterms:created>
  <dcterms:modified xsi:type="dcterms:W3CDTF">2026-08-24T06:38:46.4030000Z</dcterms:modified>
</coreProperties>
</file>