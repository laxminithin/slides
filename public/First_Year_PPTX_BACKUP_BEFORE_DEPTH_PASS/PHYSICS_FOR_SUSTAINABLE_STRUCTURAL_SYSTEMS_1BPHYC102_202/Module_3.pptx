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324af3703b476e" /><Relationship Type="http://schemas.openxmlformats.org/officeDocument/2006/relationships/extended-properties" Target="/docProps/app.xml" Id="R591c1d37e9ad4319" /><Relationship Type="http://schemas.openxmlformats.org/officeDocument/2006/relationships/officeDocument" Target="/ppt/presentation.xml" Id="R2b31ee97b4434c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df8be6f4744d83"/>
  </p:sldMasterIdLst>
  <p:notesMasterIdLst>
    <p:notesMasterId xmlns:r="http://schemas.openxmlformats.org/officeDocument/2006/relationships" r:id="Rbd6c3698a2d94781"/>
  </p:notesMasterIdLst>
  <p:sldIdLst>
    <p:sldId xmlns:r="http://schemas.openxmlformats.org/officeDocument/2006/relationships" id="256" r:id="Rad296b2333ec4a08"/>
    <p:sldId xmlns:r="http://schemas.openxmlformats.org/officeDocument/2006/relationships" id="257" r:id="Ra6cc709203bf40d8"/>
    <p:sldId xmlns:r="http://schemas.openxmlformats.org/officeDocument/2006/relationships" id="258" r:id="R422c7c20b36c48b8"/>
    <p:sldId xmlns:r="http://schemas.openxmlformats.org/officeDocument/2006/relationships" id="259" r:id="Ra192ff5bf0184566"/>
    <p:sldId xmlns:r="http://schemas.openxmlformats.org/officeDocument/2006/relationships" id="260" r:id="R6e60894d85a24c1d"/>
    <p:sldId xmlns:r="http://schemas.openxmlformats.org/officeDocument/2006/relationships" id="261" r:id="R12edfb06c8fd4b71"/>
    <p:sldId xmlns:r="http://schemas.openxmlformats.org/officeDocument/2006/relationships" id="262" r:id="R0d441f40ad3d4e2f"/>
    <p:sldId xmlns:r="http://schemas.openxmlformats.org/officeDocument/2006/relationships" id="263" r:id="R3174d1c72c4647a3"/>
    <p:sldId xmlns:r="http://schemas.openxmlformats.org/officeDocument/2006/relationships" id="264" r:id="Rf3e1952c5ca748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0d8413911747cf" /><Relationship Type="http://schemas.openxmlformats.org/officeDocument/2006/relationships/slideMaster" Target="/ppt/slideMasters/slideMaster1.xml" Id="Rd3df8be6f4744d83" /><Relationship Type="http://schemas.openxmlformats.org/officeDocument/2006/relationships/notesMaster" Target="/ppt/notesMasters/notesMaster1.xml" Id="Rbd6c3698a2d94781" /><Relationship Type="http://schemas.openxmlformats.org/officeDocument/2006/relationships/presProps" Target="/ppt/presProps.xml" Id="R4364f84e45174f2f" /><Relationship Type="http://schemas.openxmlformats.org/officeDocument/2006/relationships/tableStyles" Target="/ppt/tableStyles.xml" Id="R5cac0a488c154c2a" /><Relationship Type="http://schemas.openxmlformats.org/officeDocument/2006/relationships/slide" Target="/ppt/slides/slide1.xml" Id="Rad296b2333ec4a08" /><Relationship Type="http://schemas.openxmlformats.org/officeDocument/2006/relationships/slide" Target="/ppt/slides/slide2.xml" Id="Ra6cc709203bf40d8" /><Relationship Type="http://schemas.openxmlformats.org/officeDocument/2006/relationships/slide" Target="/ppt/slides/slide3.xml" Id="R422c7c20b36c48b8" /><Relationship Type="http://schemas.openxmlformats.org/officeDocument/2006/relationships/slide" Target="/ppt/slides/slide4.xml" Id="Ra192ff5bf0184566" /><Relationship Type="http://schemas.openxmlformats.org/officeDocument/2006/relationships/slide" Target="/ppt/slides/slide5.xml" Id="R6e60894d85a24c1d" /><Relationship Type="http://schemas.openxmlformats.org/officeDocument/2006/relationships/slide" Target="/ppt/slides/slide6.xml" Id="R12edfb06c8fd4b71" /><Relationship Type="http://schemas.openxmlformats.org/officeDocument/2006/relationships/slide" Target="/ppt/slides/slide7.xml" Id="R0d441f40ad3d4e2f" /><Relationship Type="http://schemas.openxmlformats.org/officeDocument/2006/relationships/slide" Target="/ppt/slides/slide8.xml" Id="R3174d1c72c4647a3" /><Relationship Type="http://schemas.openxmlformats.org/officeDocument/2006/relationships/slide" Target="/ppt/slides/slide9.xml" Id="Rf3e1952c5ca748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3c5853f94843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7d9202736d403d" /><Relationship Type="http://schemas.openxmlformats.org/officeDocument/2006/relationships/notesMaster" Target="/ppt/notesMasters/notesMaster1.xml" Id="Rd348930ff93b4a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7a5b4f896e4e2d" /><Relationship Type="http://schemas.openxmlformats.org/officeDocument/2006/relationships/notesMaster" Target="/ppt/notesMasters/notesMaster1.xml" Id="R6e29c37407d341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9beea3c76446ac" /><Relationship Type="http://schemas.openxmlformats.org/officeDocument/2006/relationships/notesMaster" Target="/ppt/notesMasters/notesMaster1.xml" Id="R0d6235ca841f44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05516a476c4ddf" /><Relationship Type="http://schemas.openxmlformats.org/officeDocument/2006/relationships/notesMaster" Target="/ppt/notesMasters/notesMaster1.xml" Id="R94d205be95024c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c93f273f3b484c" /><Relationship Type="http://schemas.openxmlformats.org/officeDocument/2006/relationships/notesMaster" Target="/ppt/notesMasters/notesMaster1.xml" Id="R42457de236cf45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f2051b2d134863" /><Relationship Type="http://schemas.openxmlformats.org/officeDocument/2006/relationships/notesMaster" Target="/ppt/notesMasters/notesMaster1.xml" Id="R2883f6817e794e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92caf31a7e4110" /><Relationship Type="http://schemas.openxmlformats.org/officeDocument/2006/relationships/notesMaster" Target="/ppt/notesMasters/notesMaster1.xml" Id="R37ff043408e94a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349c41e9584b2f" /><Relationship Type="http://schemas.openxmlformats.org/officeDocument/2006/relationships/notesMaster" Target="/ppt/notesMasters/notesMaster1.xml" Id="Rd92ab76b5d054d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068853f4c44f6a" /><Relationship Type="http://schemas.openxmlformats.org/officeDocument/2006/relationships/notesMaster" Target="/ppt/notesMasters/notesMaster1.xml" Id="R9c3cbadeb04042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f06aac42e54f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348e6a30be43d1" /><Relationship Type="http://schemas.openxmlformats.org/officeDocument/2006/relationships/slideLayout" Target="/ppt/slideLayouts/slideLayout1.xml" Id="Rf9fe3be2b8654c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fe3be2b8654c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2d31405024e7b" /><Relationship Type="http://schemas.openxmlformats.org/officeDocument/2006/relationships/notesSlide" Target="/ppt/notesSlides/notesSlide1.xml" Id="R0bc1f9d93cbc4e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9574a5b514a19" /><Relationship Type="http://schemas.openxmlformats.org/officeDocument/2006/relationships/notesSlide" Target="/ppt/notesSlides/notesSlide2.xml" Id="R12551c7314e345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0998384e64178" /><Relationship Type="http://schemas.openxmlformats.org/officeDocument/2006/relationships/notesSlide" Target="/ppt/notesSlides/notesSlide3.xml" Id="Rc6e20c38702d42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363ab0fea41cf" /><Relationship Type="http://schemas.openxmlformats.org/officeDocument/2006/relationships/notesSlide" Target="/ppt/notesSlides/notesSlide4.xml" Id="R89590f334c6440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8b41480a14edb" /><Relationship Type="http://schemas.openxmlformats.org/officeDocument/2006/relationships/notesSlide" Target="/ppt/notesSlides/notesSlide5.xml" Id="R159e68a46e3440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19dde6d1c48c1" /><Relationship Type="http://schemas.openxmlformats.org/officeDocument/2006/relationships/notesSlide" Target="/ppt/notesSlides/notesSlide6.xml" Id="R3b89574fe0b94f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55d7bb9db4f8a" /><Relationship Type="http://schemas.openxmlformats.org/officeDocument/2006/relationships/notesSlide" Target="/ppt/notesSlides/notesSlide7.xml" Id="Rad97c350403d49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cab728972464d" /><Relationship Type="http://schemas.openxmlformats.org/officeDocument/2006/relationships/notesSlide" Target="/ppt/notesSlides/notesSlide8.xml" Id="R52f74506b67b4d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aebd95c074cdf" /><Relationship Type="http://schemas.openxmlformats.org/officeDocument/2006/relationships/notesSlide" Target="/ppt/notesSlides/notesSlide9.xml" Id="Rd4dcab492c9e4d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3AF25E-B203-4203-BC15-417E94C2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8C035D-4676-4929-AA23-3F57BA0E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Acoustics, Radiometry and Photometry: Acoustics: Introduction to Acoustics, Types of Acoustics, Reverberation and reverb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BEFF4-606A-49CB-9233-06453709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PHYSICS FOR SUSTAINABLE STRUCTURAL SYSTEMS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1BPHYC102/202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physics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22EAD3-06E6-43B8-B895-B24863AD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37694-E369-4C5A-BCA8-5E01CD57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FEE40-946F-4154-B536-961D3A0B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700F6-F525-4032-AC4E-258FC321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40A204-4DE3-4968-8EE2-C3448626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F3AEF-D9E6-4C33-9FF5-8F3DE09F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69790B-6922-4027-A13D-7788EFF2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F8B67F-C6F7-448A-B935-2915B9B6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73FE49-3D4B-4CD4-87A5-C86463F0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57B8D3-EEB5-430F-92F4-AC92AFE6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CAC3D8-5E18-40AF-B7C8-18E37C78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BE039E-BA9A-4C1A-9725-773F43B6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12023472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251EE3-DF98-4223-A733-949CC5C7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907F5-6DEA-4FE4-9CCE-F352367A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B47D6-3C96-4C20-984B-3458982D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1636A-1EC1-474D-B665-AE0795CC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4CA1CE-EFD1-4210-B176-A33055E5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7730E-00D1-4DE1-821F-3B010A37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926111-F601-4535-B9E4-FF9A8590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D4BAD1-DBFA-4D9B-B8F0-05BFF947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84E3E-D5C5-44F1-A5BE-15983A64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114BEE-E442-4D91-988B-6E44366B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919AE6-242D-43E0-AD08-22DA2BF9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98A085-774D-4687-B9AF-7E858A03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92C811-865D-406B-8F6E-FBA9438C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Radiometry and Photometry: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 to Acoustics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Types of Acoustics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Reverberation and reverberation time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Absorption power and Absorption coefficient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0E7EF-AE0E-4411-91EA-E1AF5B0C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90D142-5386-4700-B79C-A6531803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4562177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6CBFC5-E109-404E-850F-CFD8865A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06C22-49E7-4422-8FDA-9100F27B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25BCA8-75EE-4219-918E-0D3F9633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B3141-2491-4ED6-96C5-8395ECFB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Acoustics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391AF-B7EB-4413-86B0-E0BB7997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Radiometry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6D49E-21F3-415A-9269-041E98F8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Photometry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91CAC-7DD2-42AA-BAC4-53294192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Reverberation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21319-A816-4983-ABB3-5E3EDBE7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reverb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F11D95-4FD6-457F-BC2E-CDDEBE43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944D43-80F2-4A7F-9E3B-A8741D52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Requisites for acoustics in auditorium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Sabine's formula (derivation)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Measurement of absorption coefficient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Factors affecting the acoustics and remedial measures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AE505-D891-4583-B24A-EDFD0E17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89B4C-4C10-4112-95A5-D8726C9D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16826832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D5EAC0-9750-405F-B2D3-B0B572FF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6640E-C98C-4E2E-A2F8-23C22AB4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A455A-B640-4437-9ED1-09BC3B9F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E38A4-AF44-4C20-8B27-9CE59A89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Radiometry and Photometry: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to Acoustics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Types of Acoustics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Reverberation and reverberation time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Absorption power and Absorption coefficient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Requisites for acoustics in auditorium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50033-5B69-4F3C-929F-2C6C6515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3B362-B4D3-4AE0-8AA4-C1FBAFCF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3D455-37F6-4512-93E7-4D86AE3A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4D06D5-E0CC-43E3-9708-30769D4C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B940E-DD2D-4A68-BB0D-AA203F13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32F27-881B-42D3-8A75-9A5D7135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5DE5A8-D57A-474C-A8E1-7AF2FA36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AC8659-DE8A-4E14-8D4B-FFDA1621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04DB0-7245-43F3-AEB8-A2C3EAEE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6CCB1-726C-4557-92DD-45330B2C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56BBD1-99F9-463D-882E-86DA0235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11B5ED-0708-438D-9C5A-2F056946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1150EE-7328-427E-8D09-0727110D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21FD53-8F0C-46CE-91B0-FBDF08B4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8628926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FA4B13-8CFA-49FE-A416-A81CC065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5E07D-8E6F-4FEA-817F-C1207559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2B9D9-EBC8-4075-A3DA-CE5C10B6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A77CE-F9FD-41AC-9AD2-3D090DF5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86213-6D90-43A0-A280-363E7D90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94F41-C56B-41E2-A1A0-D849A739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D9D42-FE19-4B4D-BA7B-9A5FAE70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9651AF-D707-4E1F-A696-F81AB16A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A4B57E-9436-47B9-801E-4976B658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144D5-1A62-4F81-B3DB-D4998B99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11452-AC34-4AE5-8C0E-057A4095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E47958-9C2D-44F3-B3CB-E478B909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DA6109-BEF1-4966-A1D0-F93B0DD6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1B69A7-20DB-42EC-9202-2AD9B61C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3F02DF-8FE5-4899-A9CB-F6C48D46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1876934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1A635-1652-438A-B11F-1959DB93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384C0-D58D-487D-8319-8D326622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24C7E-7DAC-4252-9302-3CA5F954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45B82-F144-4605-A038-A443CB87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64CEC-367C-4B93-97A8-482508E9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Radiometry and Photometry: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121AF-2F14-4E21-84C2-96F3FC0B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Acoustics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6F04F-A9BC-4321-983F-A3588D3A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A12E1-CE70-4958-B537-C629272F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164954-7169-48BF-ADF5-40FA6C76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17039077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026EE3-7671-48C2-93AE-897A6DF3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10CFB-B416-4C85-8790-DC715476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33A4A-BC7B-4962-AFE3-B508ADDB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32384-81A1-4C17-85F0-17F65C10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AA807-D8B1-4E8C-81C9-73AA68B0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Sabine's formula (derivation)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Measurement of absorption coefficient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Factors affecting the acoustics and remedial measures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Sound insulation and its measurements.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5B1DDA-5C4E-40B4-BFF8-239E6392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E4D08-0AE6-4330-B9C7-6ED08549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301CF9-B656-42A1-9AB3-5EA6859F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C60786-8153-44C6-B3E4-654D2C9E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8724102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EAC8C2-8ECA-4423-99C4-E39AD20B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27D3B-4AE2-4E60-BD13-B5ED77A1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1C549-AD45-498A-8294-94CC3AE6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8406D-D34A-4CA4-8B8E-112A22D6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5CCC9-4804-412A-A5F8-E7AF5976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8EBE1-8B35-47EC-897A-33E5E399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0C94E-8344-41FB-A874-C8231098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Radiometry and Photometry: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C4794-DA12-4242-8EF1-4E167AF0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5EC80A-3D00-45C7-BF5B-09BD7642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35E5BD-CB56-4625-9120-629AABA6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 to Acoustics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B502F6-3D8C-4F14-ADAD-2CF948A3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04C06-EB53-45C4-B0D1-DDD38F2B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D2B6BE-AD16-4995-93E8-5D4D103E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Types of Acoustics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973C86-29AD-4D08-8DD6-021B12AE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A0C947-6E5C-45C0-812C-462A2539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273F75-E59A-46BB-B56F-5A2C8AEF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Reverberation and reverberation 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C41696-E78A-4F15-8D8E-2F420B6B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DCB7CD-C106-400D-85E2-B2C6DF58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7A5158-24F6-4D22-8CB6-8BF73E6E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Absorption power and Absorption coefficient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59C1D7-B860-47A9-A110-AC29BF51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5E1BD0-507B-49BC-ABF8-63AFCBE7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407DD7-2F06-4997-B72F-4976D425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Requisites for acoustics in auditorium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14539D-DAE7-4F81-ACD0-1D8661EC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C0882C-2E0A-448D-A226-C44FD5A3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3D41CA-B8D4-46E4-97B6-2460219A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Sabine's formula (derivation)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B731DC-1D78-41F0-9903-ED8775F9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4313BA-7235-48F0-9AAB-7C271910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E6287F-F2D4-4A94-8D5F-9E5A3120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69AD6D-2BB7-4525-BD39-3CBF91F3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4904764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3EA96E-60A9-4963-B43D-DB7DEAE5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53F2F-A31D-4C14-993E-CF4684AC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5DCE5-6E97-41A0-9056-905033E8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33888C-0542-40A0-94D4-6C002654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Acoustics, Radiometry, Photometry, Reverberation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FE1E3-F5F7-45FF-A4E7-9777F4A8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C629F2-1CCA-463F-92B1-B981CD57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3BBC2C-1E1D-49C8-AD15-12F718C8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B73DC-CA8F-4FAB-A655-50A655AB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12241753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2026-08-24T06:38:53.7200000Z</dcterms:created>
  <dcterms:modified xsi:type="dcterms:W3CDTF">2026-08-24T06:38:53.7200000Z</dcterms:modified>
</coreProperties>
</file>