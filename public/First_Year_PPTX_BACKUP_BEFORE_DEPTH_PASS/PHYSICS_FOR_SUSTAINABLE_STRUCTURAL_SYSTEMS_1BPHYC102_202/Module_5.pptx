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64184645c14f2c" /><Relationship Type="http://schemas.openxmlformats.org/officeDocument/2006/relationships/extended-properties" Target="/docProps/app.xml" Id="R8ce4b7f73a2a46e2" /><Relationship Type="http://schemas.openxmlformats.org/officeDocument/2006/relationships/officeDocument" Target="/ppt/presentation.xml" Id="R0bc5b49cd42f4b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97c99858d6463a"/>
  </p:sldMasterIdLst>
  <p:notesMasterIdLst>
    <p:notesMasterId xmlns:r="http://schemas.openxmlformats.org/officeDocument/2006/relationships" r:id="R7125d77f565a4244"/>
  </p:notesMasterIdLst>
  <p:sldIdLst>
    <p:sldId xmlns:r="http://schemas.openxmlformats.org/officeDocument/2006/relationships" id="256" r:id="R7b3f3bd95ed64ae5"/>
    <p:sldId xmlns:r="http://schemas.openxmlformats.org/officeDocument/2006/relationships" id="257" r:id="R8ed2db525aab4a47"/>
    <p:sldId xmlns:r="http://schemas.openxmlformats.org/officeDocument/2006/relationships" id="258" r:id="Rda0963f0594a4c34"/>
    <p:sldId xmlns:r="http://schemas.openxmlformats.org/officeDocument/2006/relationships" id="259" r:id="R3d54b08d0bbd443c"/>
    <p:sldId xmlns:r="http://schemas.openxmlformats.org/officeDocument/2006/relationships" id="260" r:id="Re0744c028c3b4a5d"/>
    <p:sldId xmlns:r="http://schemas.openxmlformats.org/officeDocument/2006/relationships" id="261" r:id="R413fd7e632214eca"/>
    <p:sldId xmlns:r="http://schemas.openxmlformats.org/officeDocument/2006/relationships" id="262" r:id="R926d65c14a4a4c0d"/>
    <p:sldId xmlns:r="http://schemas.openxmlformats.org/officeDocument/2006/relationships" id="263" r:id="R42d35385b87248d1"/>
    <p:sldId xmlns:r="http://schemas.openxmlformats.org/officeDocument/2006/relationships" id="264" r:id="Rc3d9d5b29e564d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16405b3f1346b5" /><Relationship Type="http://schemas.openxmlformats.org/officeDocument/2006/relationships/slideMaster" Target="/ppt/slideMasters/slideMaster1.xml" Id="Rb797c99858d6463a" /><Relationship Type="http://schemas.openxmlformats.org/officeDocument/2006/relationships/notesMaster" Target="/ppt/notesMasters/notesMaster1.xml" Id="R7125d77f565a4244" /><Relationship Type="http://schemas.openxmlformats.org/officeDocument/2006/relationships/presProps" Target="/ppt/presProps.xml" Id="R8f83c9823c9d4512" /><Relationship Type="http://schemas.openxmlformats.org/officeDocument/2006/relationships/tableStyles" Target="/ppt/tableStyles.xml" Id="R3e9b4ca5b35f4080" /><Relationship Type="http://schemas.openxmlformats.org/officeDocument/2006/relationships/slide" Target="/ppt/slides/slide1.xml" Id="R7b3f3bd95ed64ae5" /><Relationship Type="http://schemas.openxmlformats.org/officeDocument/2006/relationships/slide" Target="/ppt/slides/slide2.xml" Id="R8ed2db525aab4a47" /><Relationship Type="http://schemas.openxmlformats.org/officeDocument/2006/relationships/slide" Target="/ppt/slides/slide3.xml" Id="Rda0963f0594a4c34" /><Relationship Type="http://schemas.openxmlformats.org/officeDocument/2006/relationships/slide" Target="/ppt/slides/slide4.xml" Id="R3d54b08d0bbd443c" /><Relationship Type="http://schemas.openxmlformats.org/officeDocument/2006/relationships/slide" Target="/ppt/slides/slide5.xml" Id="Re0744c028c3b4a5d" /><Relationship Type="http://schemas.openxmlformats.org/officeDocument/2006/relationships/slide" Target="/ppt/slides/slide6.xml" Id="R413fd7e632214eca" /><Relationship Type="http://schemas.openxmlformats.org/officeDocument/2006/relationships/slide" Target="/ppt/slides/slide7.xml" Id="R926d65c14a4a4c0d" /><Relationship Type="http://schemas.openxmlformats.org/officeDocument/2006/relationships/slide" Target="/ppt/slides/slide8.xml" Id="R42d35385b87248d1" /><Relationship Type="http://schemas.openxmlformats.org/officeDocument/2006/relationships/slide" Target="/ppt/slides/slide9.xml" Id="Rc3d9d5b29e56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140d1101b34a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e38d3767074d52" /><Relationship Type="http://schemas.openxmlformats.org/officeDocument/2006/relationships/notesMaster" Target="/ppt/notesMasters/notesMaster1.xml" Id="Rf5aeaa14668d48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bdad0f2a64402f" /><Relationship Type="http://schemas.openxmlformats.org/officeDocument/2006/relationships/notesMaster" Target="/ppt/notesMasters/notesMaster1.xml" Id="R125bd4a9541948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b2540c92fa4e89" /><Relationship Type="http://schemas.openxmlformats.org/officeDocument/2006/relationships/notesMaster" Target="/ppt/notesMasters/notesMaster1.xml" Id="R2e0cc716538244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977c04acfe48ea" /><Relationship Type="http://schemas.openxmlformats.org/officeDocument/2006/relationships/notesMaster" Target="/ppt/notesMasters/notesMaster1.xml" Id="R792f5b1e44d64b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573add728d4dfe" /><Relationship Type="http://schemas.openxmlformats.org/officeDocument/2006/relationships/notesMaster" Target="/ppt/notesMasters/notesMaster1.xml" Id="R394ba9f5c1014a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e1c5dd6d904141" /><Relationship Type="http://schemas.openxmlformats.org/officeDocument/2006/relationships/notesMaster" Target="/ppt/notesMasters/notesMaster1.xml" Id="R1b5b5dafe7e241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3c20e6a23f4afb" /><Relationship Type="http://schemas.openxmlformats.org/officeDocument/2006/relationships/notesMaster" Target="/ppt/notesMasters/notesMaster1.xml" Id="R82198b3d81ce43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98df40b76b492f" /><Relationship Type="http://schemas.openxmlformats.org/officeDocument/2006/relationships/notesMaster" Target="/ppt/notesMasters/notesMaster1.xml" Id="Rd8db3adce7ee49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6649ac35504099" /><Relationship Type="http://schemas.openxmlformats.org/officeDocument/2006/relationships/notesMaster" Target="/ppt/notesMasters/notesMaster1.xml" Id="Re5b7e36897644a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edb614ba747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580eaa1eb54250" /><Relationship Type="http://schemas.openxmlformats.org/officeDocument/2006/relationships/slideLayout" Target="/ppt/slideLayouts/slideLayout1.xml" Id="Rdb659a997a7f4b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59a997a7f4b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477115d4c4437" /><Relationship Type="http://schemas.openxmlformats.org/officeDocument/2006/relationships/notesSlide" Target="/ppt/notesSlides/notesSlide1.xml" Id="R9db7d834cd9d49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4f575fead4c63" /><Relationship Type="http://schemas.openxmlformats.org/officeDocument/2006/relationships/notesSlide" Target="/ppt/notesSlides/notesSlide2.xml" Id="Rfacf0b5a28154f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4ed9f94b04a71" /><Relationship Type="http://schemas.openxmlformats.org/officeDocument/2006/relationships/notesSlide" Target="/ppt/notesSlides/notesSlide3.xml" Id="R53730be3887240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bee125a8d499b" /><Relationship Type="http://schemas.openxmlformats.org/officeDocument/2006/relationships/notesSlide" Target="/ppt/notesSlides/notesSlide4.xml" Id="R1c12d79c49a14f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92a9f3f3c4a8e" /><Relationship Type="http://schemas.openxmlformats.org/officeDocument/2006/relationships/notesSlide" Target="/ppt/notesSlides/notesSlide5.xml" Id="R0265b277419645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89b0b582c4ace" /><Relationship Type="http://schemas.openxmlformats.org/officeDocument/2006/relationships/notesSlide" Target="/ppt/notesSlides/notesSlide6.xml" Id="R4bfb31bac6e045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5b7022a1f46c6" /><Relationship Type="http://schemas.openxmlformats.org/officeDocument/2006/relationships/notesSlide" Target="/ppt/notesSlides/notesSlide7.xml" Id="R267e0a2a183541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bbb4ce375440b" /><Relationship Type="http://schemas.openxmlformats.org/officeDocument/2006/relationships/notesSlide" Target="/ppt/notesSlides/notesSlide8.xml" Id="Rf14fbf3b742944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db3e5588d4315" /><Relationship Type="http://schemas.openxmlformats.org/officeDocument/2006/relationships/notesSlide" Target="/ppt/notesSlides/notesSlide9.xml" Id="Rf5b60dfc439447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04D37-30E5-4B70-9E05-17632B6C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4C768-1009-4973-9876-FE15C2E9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Smart Materials for Sustainable Structures: Types of smart materials, Piezo, Magnetostrictive, Electrostrictive, Electro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516BB-97BC-4E13-9671-9CA58B7E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PHYSICS FOR SUSTAINABLE STRUCTURAL SYSTEMS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DE0E9-2EA9-4551-96E2-86801A7C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C0061-84DE-4017-BE82-EBED8E8A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6325F-3F51-4C7A-AB04-DADD9E27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4BE83-5F1C-4C42-B920-5E2DB92C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D054A-DB9D-4D33-A71C-7034D943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D3610-40CF-4B1D-A3B2-43CB9F45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3C277-A690-4D8A-8A5F-78E42841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80C35-39C2-403C-945C-27AEA283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0716B-D412-4481-8053-2ACF4120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7C1B1-D368-4A3A-A74C-DDCEBACF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5082E-0AFF-426A-83F1-D0D008C1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F543F-404F-4473-8D46-095D7E80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432455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9AB93-0474-49BC-BDCF-738AB1A7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32453-E5D4-448F-8641-4C7456D1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934EF-D494-4036-8E0C-B72BB077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8793E-41E3-4F7D-A300-9CD4EED8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2D3CB-E4F0-45A9-A365-323844EE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BCAEA-21A9-4974-AE64-0C1A8441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43AF2-7EED-423F-95C6-1DFCEA6D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AE0D1-D023-46DC-BA64-8CFA4ED2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83D19-2DD3-459D-A7D1-5C1A0BF4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909A9-E2F3-4E1C-AD26-DCC24100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B0EFE-E8E0-4637-BEF5-F4CA65E6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E4DD1-3566-4E69-B999-7601A107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B6F21-A017-4A9A-87A9-4A0E4984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Smart Materials for Sustainable Structures: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smart materials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Magnetostrictive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Electrostrictive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Electro -rheological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A2C00-6C11-4CCE-93D7-267E072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37A14-F852-4B6D-A28E-97363CB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2023778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CD2A2-3BE8-4E79-9E9C-2F23ED95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84786-09CD-43F0-B8D8-22451A0A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79F79-CC69-434B-AFCC-856DFF3C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614E1-FD1E-4F29-AE07-758CF388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Smart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5D9BE-397C-4702-B47B-59039C6C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B06E0-C17C-4270-B463-5270A4C9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Sustainable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132EB-0D16-4619-A6B6-9C2A5F90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Structures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E086A-4C5F-4B2B-B982-39557C79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Piezo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6C513-B835-4A87-A7D7-ED497ECE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Magnetostrictive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388EA-B48E-43BE-A6F6-6D780419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Magneto -rheological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Shape memory alloys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Phase transformation in shape memory alloys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Overview of sensor technology, uses of sensors in intelligent structures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6B49F-6E97-4DCF-8082-C338B351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3F5E0-6C55-40C2-8BC2-51694590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721901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E4905-8ADB-4CD4-B6C8-540F762B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11B40-A321-48EB-BAE7-C5880B90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D79EA-43F6-4F13-9E7D-10C72E14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C209B-7B81-4E3B-B653-55E1B77D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Smart Materials for Sustainable Structures: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smart materials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Magnetostrictive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Electrostrictive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Electro -rheological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Magneto -rheological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3EBCF-F624-4451-9955-96E4154D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66176-6DAE-4249-9018-58FDBA4B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979C6-B3F3-4A49-8099-BA2EA655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15C4F-B7DA-47B6-B4F3-3B72228A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02D19-DB25-4EA1-A92B-5436D091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374E1-DB7B-4425-A71F-F107AD1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884EF-E13A-45C4-B949-630012A9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F8B89-BC52-4B94-BCCA-B50A0A39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21C5A-DE9F-4648-B9AE-FD3BE613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5DF90-6CC0-46F9-A4F1-C0754C38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BCC46-90B8-4F4C-A21E-CF8F967E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33AED-09FF-41F9-A193-4AA32163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2FB16-7EA9-42C5-AC19-4E86AF4A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73B1A-53F3-4842-9042-87847736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733221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87F6D-94CA-41D1-8804-145D3796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E7AE8-5F54-40CC-AB95-37A88FB1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A1AC1-A496-4121-9FBB-AA33B969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A14E8-B8F7-4FDB-A773-80A8B726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57D5B-4499-400D-BB60-7C393847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F4427-D1D8-449B-B86B-FC1C78F5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31468-72D2-4AFF-9D31-99488AF2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2B79C-076F-412F-8269-E893BFFD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AA2C0-8751-4EEE-814F-A3D66EB6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80389-E60F-4E92-BA37-90D9DE91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84D7F-95BC-4FEB-B3C8-28EA2F18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11193-1E19-4CC8-8852-35D69C2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47FA6-F260-4064-A811-79C9DFCB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47DCF-2B93-40B5-AA62-792C7623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92343-67CF-4181-850D-1D438D5D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6462042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AD6BD-E84C-4C53-B923-6EA52E00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300BD-DBE0-4F25-89C6-1B16F46A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B5A2F-CAE5-47CD-8A9D-1324B6A2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C6E06-C8F6-42AE-99CF-C4F10C5C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3AD2C-1062-4F0E-BDED-B84EE6B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Smart Materials for Sustainable Structures: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3E4FA-2ABA-4BAF-88EF-CACCA987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Smart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732C5-D3E3-4357-B2B4-1B5BC33B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8FC9C-C038-42C8-B77B-C1F18D35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45CAD-7D47-4829-9E97-332DA6A6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7132091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174D8-8DE8-4304-BE4E-7CBE8367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16F78-AF63-4F2B-AFB7-ED736DB7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7D7A0-3678-4387-BDD4-B547AFE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E5A2D-A1BF-40AB-B411-CF52EA9E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4FA2C-0842-48CC-B9AD-5BA0675A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Shape memory alloys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Phase transformation in shape memory alloys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Overview of sensor technology, uses of sensors in intelligent structures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 of sensors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DE795-6FC6-42C8-A5B5-1CF9FF11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1DC6E-AEAA-469E-9C7B-9706D227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DF135-9325-4C83-A135-149D740A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EB42B-0EDF-4E3B-AE4C-7AC01102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197721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DCE07A-1AFA-41C6-A72F-7E21DF5E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EC5F0-B3E8-47AC-9922-4727F0AF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68E40-08A8-4AEF-BD2A-C174162A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934AA-F10B-4CE0-AD6B-8A51A00C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B147C-BD6E-446F-99E7-F1C25120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32596-6D5B-4618-B10A-85936FF9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19FD3-8B83-4DA8-BE6F-D08E0704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Smart Materials for Sustainable Structures: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8CB82-5009-487F-8770-685B158C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FEC57-00BF-4876-87C7-088DCAE3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1AE4B-4CA5-4050-B8CD-E9888369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smart materials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EBF14-C5BD-409A-8306-2C760381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6117D-8CB2-4A4D-BF1A-9AA6E6CE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09DA2-2322-4955-B39E-DDCA8B6C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Magnetostrictive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B6361-085F-4BF5-A43C-B7019805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36261-8A0D-4EA2-BF60-8F8A4CB1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1C726-8099-43EC-8D85-0B676E48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Electrostrictive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CDCF2-308E-4B67-9AE4-A58C4C90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478DB-E24A-4A56-A8A0-4ADFFCD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89483-5D11-4ABE-B6F5-491E7080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Electro -rheological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9352F-C794-429A-AAC9-8448894D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A3670-96CA-41BD-81E9-826C6341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D1AB1-113F-4259-AFA9-1EC13D12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Magneto -rheological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45A3E-BC03-4532-982A-D7050CEB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C0368-21D4-467C-9D6C-0D71CEA6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B5C630-3BD7-4DF6-961D-F07FC074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Shape memory alloys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1C712-EE72-4313-AC99-AEB4209C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B67DE4-F1AD-4C00-8B3B-3A07F095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089CD7-4577-470B-942B-848035B7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7EC6D-7EA7-42F6-9184-472AAFFB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5012697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ED43C-675A-48EA-AEE6-F381094B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1E650-D5B0-4A94-9DD7-6085E060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ED14D-5B0D-4A8B-82E9-73098B78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64562-B9BB-4A58-8AD6-7F336B37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Smart, Materials, Sustainable, Structures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50BBD-C4D0-4B88-A712-3E40A6D7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88D30-1357-4104-BB21-DE0A873B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1F9FC-F647-469B-B07B-F5B83A2B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FOR SUSTAINABLE STRUCTURAL SYSTEMS | 1BPHYC102/202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C9A28-B851-4DD5-8FC9-4B043F35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718236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2026-08-24T06:38:53.8340000Z</dcterms:created>
  <dcterms:modified xsi:type="dcterms:W3CDTF">2026-08-24T06:38:53.8340000Z</dcterms:modified>
</coreProperties>
</file>