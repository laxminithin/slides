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69a095641949f8" /><Relationship Type="http://schemas.openxmlformats.org/officeDocument/2006/relationships/extended-properties" Target="/docProps/app.xml" Id="R1f5c576e143442b9" /><Relationship Type="http://schemas.openxmlformats.org/officeDocument/2006/relationships/officeDocument" Target="/ppt/presentation.xml" Id="Rb8efee43c73643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25948ee9d0499b"/>
  </p:sldMasterIdLst>
  <p:notesMasterIdLst>
    <p:notesMasterId xmlns:r="http://schemas.openxmlformats.org/officeDocument/2006/relationships" r:id="R30e954529782494c"/>
  </p:notesMasterIdLst>
  <p:sldIdLst>
    <p:sldId xmlns:r="http://schemas.openxmlformats.org/officeDocument/2006/relationships" id="256" r:id="R0b7b36a58f824e8e"/>
    <p:sldId xmlns:r="http://schemas.openxmlformats.org/officeDocument/2006/relationships" id="257" r:id="R4a2509b2c99a4674"/>
    <p:sldId xmlns:r="http://schemas.openxmlformats.org/officeDocument/2006/relationships" id="258" r:id="R45e1beb4f70a4f6e"/>
    <p:sldId xmlns:r="http://schemas.openxmlformats.org/officeDocument/2006/relationships" id="259" r:id="R2934e64eb9d5498f"/>
    <p:sldId xmlns:r="http://schemas.openxmlformats.org/officeDocument/2006/relationships" id="260" r:id="R523f3f634d304070"/>
    <p:sldId xmlns:r="http://schemas.openxmlformats.org/officeDocument/2006/relationships" id="261" r:id="R793a46a0628c43e2"/>
    <p:sldId xmlns:r="http://schemas.openxmlformats.org/officeDocument/2006/relationships" id="262" r:id="Rdc209d9d1a6541b6"/>
    <p:sldId xmlns:r="http://schemas.openxmlformats.org/officeDocument/2006/relationships" id="263" r:id="Rb68b61769e15478a"/>
    <p:sldId xmlns:r="http://schemas.openxmlformats.org/officeDocument/2006/relationships" id="264" r:id="R2c214b8d3bef43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f715bcda58483f" /><Relationship Type="http://schemas.openxmlformats.org/officeDocument/2006/relationships/slideMaster" Target="/ppt/slideMasters/slideMaster1.xml" Id="Rbc25948ee9d0499b" /><Relationship Type="http://schemas.openxmlformats.org/officeDocument/2006/relationships/notesMaster" Target="/ppt/notesMasters/notesMaster1.xml" Id="R30e954529782494c" /><Relationship Type="http://schemas.openxmlformats.org/officeDocument/2006/relationships/presProps" Target="/ppt/presProps.xml" Id="R7545377fa70d4586" /><Relationship Type="http://schemas.openxmlformats.org/officeDocument/2006/relationships/tableStyles" Target="/ppt/tableStyles.xml" Id="R13f0c0f990c84e31" /><Relationship Type="http://schemas.openxmlformats.org/officeDocument/2006/relationships/slide" Target="/ppt/slides/slide1.xml" Id="R0b7b36a58f824e8e" /><Relationship Type="http://schemas.openxmlformats.org/officeDocument/2006/relationships/slide" Target="/ppt/slides/slide2.xml" Id="R4a2509b2c99a4674" /><Relationship Type="http://schemas.openxmlformats.org/officeDocument/2006/relationships/slide" Target="/ppt/slides/slide3.xml" Id="R45e1beb4f70a4f6e" /><Relationship Type="http://schemas.openxmlformats.org/officeDocument/2006/relationships/slide" Target="/ppt/slides/slide4.xml" Id="R2934e64eb9d5498f" /><Relationship Type="http://schemas.openxmlformats.org/officeDocument/2006/relationships/slide" Target="/ppt/slides/slide5.xml" Id="R523f3f634d304070" /><Relationship Type="http://schemas.openxmlformats.org/officeDocument/2006/relationships/slide" Target="/ppt/slides/slide6.xml" Id="R793a46a0628c43e2" /><Relationship Type="http://schemas.openxmlformats.org/officeDocument/2006/relationships/slide" Target="/ppt/slides/slide7.xml" Id="Rdc209d9d1a6541b6" /><Relationship Type="http://schemas.openxmlformats.org/officeDocument/2006/relationships/slide" Target="/ppt/slides/slide8.xml" Id="Rb68b61769e15478a" /><Relationship Type="http://schemas.openxmlformats.org/officeDocument/2006/relationships/slide" Target="/ppt/slides/slide9.xml" Id="R2c214b8d3bef43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613ef2a17442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fac6b0852946a4" /><Relationship Type="http://schemas.openxmlformats.org/officeDocument/2006/relationships/notesMaster" Target="/ppt/notesMasters/notesMaster1.xml" Id="R93f53544574c47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4c2e7a98444560" /><Relationship Type="http://schemas.openxmlformats.org/officeDocument/2006/relationships/notesMaster" Target="/ppt/notesMasters/notesMaster1.xml" Id="R51bb898874ac4b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d52d5432d84d72" /><Relationship Type="http://schemas.openxmlformats.org/officeDocument/2006/relationships/notesMaster" Target="/ppt/notesMasters/notesMaster1.xml" Id="Ra0dd7dc79c5649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a0d52167e84d06" /><Relationship Type="http://schemas.openxmlformats.org/officeDocument/2006/relationships/notesMaster" Target="/ppt/notesMasters/notesMaster1.xml" Id="Rd13a3fbe3c894b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88da59ffbd48ac" /><Relationship Type="http://schemas.openxmlformats.org/officeDocument/2006/relationships/notesMaster" Target="/ppt/notesMasters/notesMaster1.xml" Id="Rb77a32f5f32948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436f2344614dc8" /><Relationship Type="http://schemas.openxmlformats.org/officeDocument/2006/relationships/notesMaster" Target="/ppt/notesMasters/notesMaster1.xml" Id="R9f7074f2b8194b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e601d712304ce5" /><Relationship Type="http://schemas.openxmlformats.org/officeDocument/2006/relationships/notesMaster" Target="/ppt/notesMasters/notesMaster1.xml" Id="R307545fb72214d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b1a08ccd1d4da0" /><Relationship Type="http://schemas.openxmlformats.org/officeDocument/2006/relationships/notesMaster" Target="/ppt/notesMasters/notesMaster1.xml" Id="R75a82af4658f41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6f771aaa934694" /><Relationship Type="http://schemas.openxmlformats.org/officeDocument/2006/relationships/notesMaster" Target="/ppt/notesMasters/notesMaster1.xml" Id="Raa5ba01b484b44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c7140fcf2040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f8ffeb121f4f5c" /><Relationship Type="http://schemas.openxmlformats.org/officeDocument/2006/relationships/slideLayout" Target="/ppt/slideLayouts/slideLayout1.xml" Id="R09256a3632d84f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256a3632d84f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3e3c744e542bf" /><Relationship Type="http://schemas.openxmlformats.org/officeDocument/2006/relationships/notesSlide" Target="/ppt/notesSlides/notesSlide1.xml" Id="R55226c6b402748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a5684dac74e59" /><Relationship Type="http://schemas.openxmlformats.org/officeDocument/2006/relationships/notesSlide" Target="/ppt/notesSlides/notesSlide2.xml" Id="R096bce6b0fef40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a4e74d2654a0b" /><Relationship Type="http://schemas.openxmlformats.org/officeDocument/2006/relationships/notesSlide" Target="/ppt/notesSlides/notesSlide3.xml" Id="R23aeb76df26042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de9d26c84400d" /><Relationship Type="http://schemas.openxmlformats.org/officeDocument/2006/relationships/notesSlide" Target="/ppt/notesSlides/notesSlide4.xml" Id="Refd8d11b1c464c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0ba2f0f254587" /><Relationship Type="http://schemas.openxmlformats.org/officeDocument/2006/relationships/notesSlide" Target="/ppt/notesSlides/notesSlide5.xml" Id="Rdeecdb5119b349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1a07640c14efe" /><Relationship Type="http://schemas.openxmlformats.org/officeDocument/2006/relationships/notesSlide" Target="/ppt/notesSlides/notesSlide6.xml" Id="R46b5a0a56f3a49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e7723526048ea" /><Relationship Type="http://schemas.openxmlformats.org/officeDocument/2006/relationships/notesSlide" Target="/ppt/notesSlides/notesSlide7.xml" Id="R99197c5e96c141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a0144231f4001" /><Relationship Type="http://schemas.openxmlformats.org/officeDocument/2006/relationships/notesSlide" Target="/ppt/notesSlides/notesSlide8.xml" Id="R57cf4d3d7a0141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e7494c6904a90" /><Relationship Type="http://schemas.openxmlformats.org/officeDocument/2006/relationships/notesSlide" Target="/ppt/notesSlides/notesSlide9.xml" Id="R21ad6a6eee904c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E15BA-19C9-47BF-BB75-F7BFE2E5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BD311-2F79-492D-95B4-7138516F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Waves and their role in structural behavior: Types of waves, Wave propagation in beams, rods, and slabs, Boundary effect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805C9-A94B-498B-AA48-764DE557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PHYSICS FOR SUSTAINABLE STRUCTURAL SYSTEMS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1BPHYC102/202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B04A2-F48C-49E8-9045-EB6CD5D2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12412-2048-4B18-9272-E75560CA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6FD3E-D524-4086-B0FB-F1147E70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95FB2-2297-486D-A942-AC9C839B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5A27B-D901-427F-9D13-11C0D7FB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00118-04BC-4F79-A0E6-5DECADFE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0298F-07CF-491D-9010-CE69169C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9E3F7-DE6C-4883-9A05-36A9E880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3D4CD-B658-4C47-A5DE-36659611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187F7-356F-4793-9042-59B81AF1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50935-1195-4D7A-9711-682780C5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58F45-F5F5-4418-B48A-73D58F6E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9319085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B518D-06BF-42DE-9078-5B6FD630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7800D-CAE9-4169-B0D5-B04001C6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9D957-E6DD-4B9A-BCDE-737276EB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C4D03-8A03-4971-AA5F-5CA62292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EFE73-8F18-480B-A5C1-8F925407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0B2BC-364F-405E-A156-A2AF29A6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6E791-575D-46BC-ADA4-654CDACA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86F7C-1254-40ED-82E1-59894AB4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1C15D-3998-4199-814D-1D3F9006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76D1F-1BAC-44B3-9581-E6FA4C9A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5D7F60-5C34-482C-B2F5-D560CA17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BA286-1F4F-4DA1-9BC1-DFFE0D16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2693D-73C6-42B3-BFEA-1562597B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Waves and their role in structural behavior: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waves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Wave propagation in beams, rods, and slabs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Boundary effects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Wave dispersion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BE35E-47C8-4CFD-BC60-2BE5B856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9616A-5371-4897-9626-C50D72C5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802178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972EB-F5AC-47DF-A7E7-DA20194D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55314-0D0C-407F-8D76-A5B9C104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80843-170F-44C0-9984-7A8B8DE8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46695-F9D4-4542-824F-DCB93449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Waves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8F2A7-07B9-4BB5-B280-BD663361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their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759F9-545C-465D-99DE-279645EB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E3095-37C2-42D5-942C-F00F924D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structural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928A1-16D6-457B-907A-E783F464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1455C-921C-414E-8747-BE975099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B0BE7-D8A5-433C-B240-E4741DD6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Damping in structures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Energy dissipation techniques in structures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earthquakes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General characteristics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8C66D-6C4E-40F9-B00E-C5DE89AB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274A1-0351-4654-BE4F-F3A8BF83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709805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A91825-FEF1-4F77-95DA-EAB68F89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4EA0D-23DC-4FF2-A4AB-2945FD9D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B5CE0-FE29-4F3E-ADB9-5FCD2967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D4F1B-2381-4923-AF33-340C1EB6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Waves and their role in structural behavior: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waves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Wave propagation in beams, rods, and slabs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Boundary effects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Wave dispersion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Damping in structures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9384B-2BC1-421B-A927-059B3E16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96F8C-0229-4865-8DFD-22A94F54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72D09-6059-4C87-9B48-86F7BF28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25BE8-1792-495A-94BD-961E0FB2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0E7DA-22FE-46A1-95D8-ECF7563D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D7BC0-0885-4E80-979E-C2EFA452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5E6BB-3ACF-4F63-86FC-5E8DB59D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0BFB90-F541-4E55-9511-5C90DE94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96D00-F339-4E50-B4FD-403F7C56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1735F-C663-4A05-B234-3DFA6D6F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022CD-B476-49B6-8679-00C4E845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56FA5-8F31-4A89-82D8-5012625F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D88A0-563B-417C-954C-DA0D18B4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E02A84-F07B-4D5D-9955-9CD228C3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1394573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D234B3-7A49-41FE-827C-03F51CCA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E1325-A561-4613-839F-A67455AE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CFCEA-9DDD-4C8C-BE8E-5F55F000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DE6FC-DEAD-4B7E-9E07-BB2D9FC2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7CC43-95D7-4F0F-BDE2-1DDBBBD0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8811C-DB4A-430C-8FC1-41D90F2A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BE0F9-0113-4598-BF97-8EFFA011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0B25F-AF37-4946-B7C7-4AD0B6C3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C319D-5342-4284-B8E3-8C56A01F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67D92-9578-4253-9B39-D2A4DAF4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6EB8A-0769-45E4-B798-A3A073B7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09918-A29E-461A-8AE3-4B58EE4E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8E8C4-7403-4914-A974-6EA79EE0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04E9F-7BF6-4A11-8EFC-7F9DF3DB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7F8287-09C0-479B-9299-BD43CA5D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976933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8FCC6-13AC-4F2D-AF20-7EC11DD7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7F580-5AB7-41EA-8505-05E27FF2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DC384-95CC-4A5A-92FF-C0EDAC8C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54DBB-6D90-4481-A396-DFBBCF94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2CD9A-DEE8-483E-9DFF-8294DBD3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Waves and their role in structural behavior: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03B6B-6B69-4E0D-8B94-33D4CEF7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Waves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0FE10-4EE6-4767-9F77-C48031C3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38AA3-7A1E-458E-B46E-760E41F3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92EAAC-3F27-441D-9D1C-BBFB5977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13667353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491BF-C084-4B41-A30E-ED04AA1D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B6337-C5C7-46D5-845A-153B43B3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883E8-E652-4EA4-86C6-02ABCFA7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74254-0FFA-4A5E-9106-70FEEA63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02ADC-E51A-4A8B-94AB-7BA255AF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Energy dissipation techniques in structures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earthquakes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General characteristics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Love waves, and Rayleigh waves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B6300-8EB0-4E14-BBF2-89226DFA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75439-95FD-4446-AF26-86B78680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EAE2B-EA35-4950-8D88-793D45F7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9E4D7-2790-4C06-829D-34EB738E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3476435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468075-255C-4443-B234-6CAA9ACF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6F3A7-DA75-4FC6-82DE-B5FA5EB0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3F2B5-F5A8-4B4C-A6C4-43D779E7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89171-5791-4A0E-A72C-3E4D8F9E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8F263-D706-4126-A060-53B88ADB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F5EAB-C926-4C9D-8253-F7136D74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AF672-8094-4C1E-B506-D82D93F9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Waves and their role in structural behavior: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070DB-71EF-4809-8EBA-6B9B4DB1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A3FB5-D00A-49EF-B76F-4FAF96A9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D6B0B-6B2A-4011-9EDD-A42FA07D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Types of waves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16A31-656F-4620-9F80-8BE3F571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1C091-153E-44B9-AA04-2E0E3D59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57B00-2736-4399-B14E-0A4A0153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Wave propagation in beams, rods, and slabs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7F299-8F1C-4139-9E25-CAE4E570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74CAC-0218-4394-938A-4D3AEDB1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3B99C-6C8D-40E8-902C-1B6614B6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Boundary effects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6B7553-79D8-4C5D-A2CF-9D8BDB20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20130-B733-48A2-B8EF-583AAF84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E71835-C20A-456E-84AC-F219EC4D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Wave dispersion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415E89-3B84-43B9-9815-4486F990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44D627-4A5B-4F31-8418-3DED01DA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93430B-59BC-4B5C-9094-C040D15A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Damping in structures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8EB3CC-CFDD-4411-9107-18A0DB10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49910E-E12E-43C5-938D-BBD86AA5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605218-14FB-404E-B1DD-897D3C49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Energy dissipation techniques in structures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C1452D-AB34-4C8B-A636-FDC01B68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7C8E40-30AC-4BD6-A936-7C37384A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905B9F-4A14-46F9-8CB6-F3D9FC8A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113F85-7775-4CCF-9747-84A6DA63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15352013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27C1C-C8A8-43C4-8717-3F059BFB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2C445-D337-493B-AF47-919F5F7A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B8610-B42E-47D9-97AC-CD8679BE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C10F7-85FD-457A-B93C-2C6DB19F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Waves, their, role, structural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EADA0-AF18-4E35-AD80-1E372C1F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B5242-5A61-4ECE-8292-8FB8FBC8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0F2A2-4F85-4740-B48B-DF25E3A2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98871-9B91-4068-896B-58B94222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2900279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2026-08-24T06:38:53.6630000Z</dcterms:created>
  <dcterms:modified xsi:type="dcterms:W3CDTF">2026-08-24T06:38:53.6630000Z</dcterms:modified>
</coreProperties>
</file>