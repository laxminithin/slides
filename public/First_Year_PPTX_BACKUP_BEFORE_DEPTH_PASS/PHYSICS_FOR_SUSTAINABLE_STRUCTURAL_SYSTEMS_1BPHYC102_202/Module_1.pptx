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30be3ab814aa2" /><Relationship Type="http://schemas.openxmlformats.org/officeDocument/2006/relationships/extended-properties" Target="/docProps/app.xml" Id="R4cca205760a644e4" /><Relationship Type="http://schemas.openxmlformats.org/officeDocument/2006/relationships/officeDocument" Target="/ppt/presentation.xml" Id="R256173dd34844b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2285b274f54f7c"/>
  </p:sldMasterIdLst>
  <p:notesMasterIdLst>
    <p:notesMasterId xmlns:r="http://schemas.openxmlformats.org/officeDocument/2006/relationships" r:id="Ra5734ba6c46c4348"/>
  </p:notesMasterIdLst>
  <p:sldIdLst>
    <p:sldId xmlns:r="http://schemas.openxmlformats.org/officeDocument/2006/relationships" id="256" r:id="R34d0dc38912a4ac5"/>
    <p:sldId xmlns:r="http://schemas.openxmlformats.org/officeDocument/2006/relationships" id="257" r:id="R46d9db44f14f43c4"/>
    <p:sldId xmlns:r="http://schemas.openxmlformats.org/officeDocument/2006/relationships" id="258" r:id="Rcc25407514f24354"/>
    <p:sldId xmlns:r="http://schemas.openxmlformats.org/officeDocument/2006/relationships" id="259" r:id="R1ae00e433c9c4348"/>
    <p:sldId xmlns:r="http://schemas.openxmlformats.org/officeDocument/2006/relationships" id="260" r:id="Rafb7412d5c184f2c"/>
    <p:sldId xmlns:r="http://schemas.openxmlformats.org/officeDocument/2006/relationships" id="261" r:id="Rcb1d5e9addf44a79"/>
    <p:sldId xmlns:r="http://schemas.openxmlformats.org/officeDocument/2006/relationships" id="262" r:id="R21f1912a7eb94611"/>
    <p:sldId xmlns:r="http://schemas.openxmlformats.org/officeDocument/2006/relationships" id="263" r:id="R552ec9aec1524e8a"/>
    <p:sldId xmlns:r="http://schemas.openxmlformats.org/officeDocument/2006/relationships" id="264" r:id="Re45eb667ecd848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353c8614f14d18" /><Relationship Type="http://schemas.openxmlformats.org/officeDocument/2006/relationships/slideMaster" Target="/ppt/slideMasters/slideMaster1.xml" Id="R652285b274f54f7c" /><Relationship Type="http://schemas.openxmlformats.org/officeDocument/2006/relationships/notesMaster" Target="/ppt/notesMasters/notesMaster1.xml" Id="Ra5734ba6c46c4348" /><Relationship Type="http://schemas.openxmlformats.org/officeDocument/2006/relationships/presProps" Target="/ppt/presProps.xml" Id="Rc9e506e2673043c9" /><Relationship Type="http://schemas.openxmlformats.org/officeDocument/2006/relationships/tableStyles" Target="/ppt/tableStyles.xml" Id="R0801e918e74e491d" /><Relationship Type="http://schemas.openxmlformats.org/officeDocument/2006/relationships/slide" Target="/ppt/slides/slide1.xml" Id="R34d0dc38912a4ac5" /><Relationship Type="http://schemas.openxmlformats.org/officeDocument/2006/relationships/slide" Target="/ppt/slides/slide2.xml" Id="R46d9db44f14f43c4" /><Relationship Type="http://schemas.openxmlformats.org/officeDocument/2006/relationships/slide" Target="/ppt/slides/slide3.xml" Id="Rcc25407514f24354" /><Relationship Type="http://schemas.openxmlformats.org/officeDocument/2006/relationships/slide" Target="/ppt/slides/slide4.xml" Id="R1ae00e433c9c4348" /><Relationship Type="http://schemas.openxmlformats.org/officeDocument/2006/relationships/slide" Target="/ppt/slides/slide5.xml" Id="Rafb7412d5c184f2c" /><Relationship Type="http://schemas.openxmlformats.org/officeDocument/2006/relationships/slide" Target="/ppt/slides/slide6.xml" Id="Rcb1d5e9addf44a79" /><Relationship Type="http://schemas.openxmlformats.org/officeDocument/2006/relationships/slide" Target="/ppt/slides/slide7.xml" Id="R21f1912a7eb94611" /><Relationship Type="http://schemas.openxmlformats.org/officeDocument/2006/relationships/slide" Target="/ppt/slides/slide8.xml" Id="R552ec9aec1524e8a" /><Relationship Type="http://schemas.openxmlformats.org/officeDocument/2006/relationships/slide" Target="/ppt/slides/slide9.xml" Id="Re45eb667ecd848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93771f092748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d95abe7be4483b" /><Relationship Type="http://schemas.openxmlformats.org/officeDocument/2006/relationships/notesMaster" Target="/ppt/notesMasters/notesMaster1.xml" Id="Rabf9ab27ca544c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46bf48b915495c" /><Relationship Type="http://schemas.openxmlformats.org/officeDocument/2006/relationships/notesMaster" Target="/ppt/notesMasters/notesMaster1.xml" Id="R3fb7b16500b747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54333f8f1d46f0" /><Relationship Type="http://schemas.openxmlformats.org/officeDocument/2006/relationships/notesMaster" Target="/ppt/notesMasters/notesMaster1.xml" Id="Rc8edbf28a1ec45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738168ae354481" /><Relationship Type="http://schemas.openxmlformats.org/officeDocument/2006/relationships/notesMaster" Target="/ppt/notesMasters/notesMaster1.xml" Id="Rb7b99fad377f43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64859c90544347" /><Relationship Type="http://schemas.openxmlformats.org/officeDocument/2006/relationships/notesMaster" Target="/ppt/notesMasters/notesMaster1.xml" Id="R901a42017f024c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b441e72b514993" /><Relationship Type="http://schemas.openxmlformats.org/officeDocument/2006/relationships/notesMaster" Target="/ppt/notesMasters/notesMaster1.xml" Id="R983b6b55385241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bdbd5d51af431b" /><Relationship Type="http://schemas.openxmlformats.org/officeDocument/2006/relationships/notesMaster" Target="/ppt/notesMasters/notesMaster1.xml" Id="Rc67976b32c7f4d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f53e76bff491e" /><Relationship Type="http://schemas.openxmlformats.org/officeDocument/2006/relationships/notesMaster" Target="/ppt/notesMasters/notesMaster1.xml" Id="Ra9276f8aaea042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ea14911a5c49b7" /><Relationship Type="http://schemas.openxmlformats.org/officeDocument/2006/relationships/notesMaster" Target="/ppt/notesMasters/notesMaster1.xml" Id="Ra7959575550541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ac02ce615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19f557faeb45e1" /><Relationship Type="http://schemas.openxmlformats.org/officeDocument/2006/relationships/slideLayout" Target="/ppt/slideLayouts/slideLayout1.xml" Id="R0aab7beec7334c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ab7beec7334c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c3728091444f3" /><Relationship Type="http://schemas.openxmlformats.org/officeDocument/2006/relationships/notesSlide" Target="/ppt/notesSlides/notesSlide1.xml" Id="R47a0de949ae34b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2cd4ecb6f4025" /><Relationship Type="http://schemas.openxmlformats.org/officeDocument/2006/relationships/notesSlide" Target="/ppt/notesSlides/notesSlide2.xml" Id="Rce202ec154f24f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f03f1c8ad442e" /><Relationship Type="http://schemas.openxmlformats.org/officeDocument/2006/relationships/notesSlide" Target="/ppt/notesSlides/notesSlide3.xml" Id="Rc0d441a2c8a54a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be2aca06404d" /><Relationship Type="http://schemas.openxmlformats.org/officeDocument/2006/relationships/notesSlide" Target="/ppt/notesSlides/notesSlide4.xml" Id="Rff9d2019aa9c46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69463703440c4" /><Relationship Type="http://schemas.openxmlformats.org/officeDocument/2006/relationships/notesSlide" Target="/ppt/notesSlides/notesSlide5.xml" Id="R1c28d4aa32f844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36ba156834d39" /><Relationship Type="http://schemas.openxmlformats.org/officeDocument/2006/relationships/notesSlide" Target="/ppt/notesSlides/notesSlide6.xml" Id="R9c5b258186c24d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61a3e2d3d4edb" /><Relationship Type="http://schemas.openxmlformats.org/officeDocument/2006/relationships/notesSlide" Target="/ppt/notesSlides/notesSlide7.xml" Id="Re213ba37148e44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4c8a7470b4920" /><Relationship Type="http://schemas.openxmlformats.org/officeDocument/2006/relationships/notesSlide" Target="/ppt/notesSlides/notesSlide8.xml" Id="R26a0c5dcf59348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7a0a710384a8b" /><Relationship Type="http://schemas.openxmlformats.org/officeDocument/2006/relationships/notesSlide" Target="/ppt/notesSlides/notesSlide9.xml" Id="R1b8acdb74aad48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78D90-5098-454F-A492-DE533C40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732F2-E9FA-436F-B626-7B144F5B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Oscillations: Simple harmonic motion (SHM), Differential equation for SHM, Spri ngs: Stiffness factor and its physical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07F01-75D7-42F9-92BB-18BE92FE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A062E-5716-4D84-BF98-0A4E4D9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5E0DE-B220-4EC8-B3C5-6E7522FD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DA19E-0320-4F87-8F58-60F4CDDB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B4EB2-64B9-48D2-8560-09C66DE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8456D-97DD-4CFA-A4DD-7FD2870E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FCEE1-55E6-4BA9-889B-471CAE63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5A30C-B7CE-4FF8-AFFF-E70B8DDC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B30F8-46D8-452F-BF61-82DC506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79DB8-417F-4FBB-B08C-3D98DA6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ACE56-68C2-41F6-BD23-9337F531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3E272-F8F8-4FC1-8255-BB0486F9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D2A15-61AE-41E7-8406-308E582F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292636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C477D-2BF5-478A-B23E-D0310D32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A0138-863C-4676-A496-E9565A94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EF61E-FF01-4FC6-80E9-41440E9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537A0-9595-4BCA-B52F-3FE6F018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711C2-5181-4128-BE5C-88F622C4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4DF4E-B8FE-474A-A015-61F7A699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F8D24-6F3D-4C9B-9AF4-034A4C3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74BA8-C75C-468D-8A88-B13B6F7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AAD41-7040-46D1-95D3-B041F498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C4888-6976-4DC4-956A-22E8DC7C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7E8C8-94D0-4F93-9471-3D931D1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5DA16-62CC-4109-A0AD-009433C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BEEF7-DFA3-4171-B2DE-3BB4BA17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Oscillations: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Simple harmonic motion (SHM)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Differential equation for SHM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Stiffness factor and its physical significance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Series and Parallel combination of springs (Derivation)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4E487-E217-467F-8F6F-54AE5626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3E662-A5D6-48E1-879E-4BF6F426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98990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9087B-CFF1-4BD0-964C-DFE539D9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605C8-5684-4E4B-AF9F-8DD69BE2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E51EE-2D85-4AD1-8820-D376649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ECA54-A10B-4F06-9E16-4C7C61F8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Oscillations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3B3ED-92FB-4917-9097-A48404E2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8D10F-096F-4324-AA7A-15DA5063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harmonic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20BD1-9E47-439C-A5CC-4F43A611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80DF9-996E-4689-B20F-BF471A6B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EE7A6-E0DB-438D-9DA6-CBB8A31C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E929E-01F5-4265-8D04-C53C0CD8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springs and their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Theory of damped oscillations (Qualitative)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damping (Graphical Approach).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Engineering applications of Damped oscillations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340C7-322C-45F0-B51D-9187E837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B05F6-E142-4C20-B6CB-65B42D3E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679271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B95B7-40D8-456F-8BB1-40ABD573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97E34-A8EF-4144-AB5A-18ADAF8C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FE7C0-82B8-4052-BB55-C246BC09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80A9F-2E93-4132-89F2-DFD73BF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Oscillations: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Simple harmonic motion (SHM)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Differential equation for SHM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Stiffness factor and its physical significance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Series and Parallel combination of springs (Derivation)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springs and their applications.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81FEF-18FB-4BC5-B2B2-571CA08B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3C2C7-3C7E-47BA-8CCC-4F6CE11A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F92A1-7D1B-4F23-B29C-4BA37B3F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DE172-2F0C-4C9B-A341-602E8F3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F5F5B-3E51-45A1-A22D-4C02DAD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C9850-8544-4A7B-A0CA-DD0C05CE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4E155-1740-49DB-A40C-B63EF496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081C1-1DE9-489A-8DCB-40766119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D737D-BFA4-44FE-9CC2-39C37014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05AF1-78FF-4B62-A655-0EF3D55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53EE5-96BF-46B8-9CB2-A4A02632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6A102-4E0E-4E07-B325-A8C6A42F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CA5FA-AC80-4064-8CF7-3A0A98A6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32E29-B03B-4BD8-B56D-B55626C0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588455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11ED0-05EA-4DD3-9EBB-F3D7F24C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94586-53EA-4BC3-B0A9-1252F1F8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62738-93BA-45DA-92EE-9583F597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30D18-19F8-4FC0-8B7F-8E07943F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5E3E8-EB85-45BA-AA25-6DCE7A3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9E443-D860-45D7-ADBE-77C2F69E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5B815-0C91-4D7B-960B-4A7C5F1E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BC825-F619-492E-88C6-DA7DF3B6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5C68E-34E6-44F8-99C2-064AD00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CAFF8-B0FC-4E49-8F0C-EC2C1DF7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BE679-0CFF-41CE-B3E3-A8DA438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3DC87-A49E-4F41-884E-BDBF57A7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FC0E2-EF61-4187-9AA5-1067C33A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5C130-3409-4C14-B9AE-B144441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7803C-16BE-4F5D-9773-919683FC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2123077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E8D74-25CF-4007-B5C5-A2219EDD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33E62-4273-453B-8A5B-5F76EAB8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14775-7C42-4FF5-A84A-D458A048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34522-9593-4E0F-8BD2-A510922D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8BED5-B2B5-4996-9271-9700D782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Oscillations: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60908-4F29-4887-A41E-77CCF7D8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Oscillations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7E2E4-C6C6-4548-A8FD-99A60C4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CA14C-9350-4859-8921-31FD2817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AE302-3B38-478C-BAA2-9767CA83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685998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3DE18-1D3C-4E6D-9DEA-2C3628FC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093FD-0CAA-4809-92EC-C0D4F9F1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80225-2616-494A-BB8D-286B15FC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A69DE-1A39-499D-884D-945E9FB9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E5AAB-86ED-4D11-9BBD-8A40C3CF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Theory of damped oscillations (Qualitative)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damping (Graphical Approach).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Engineering applications of Damped oscillations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Theory of forced oscillations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17AFB-24F9-4E0E-A436-3762BAB4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5FDC5-DB82-4EF8-BB09-039C7E65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F4D23-B067-4C65-BBE4-7804BAF5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F1B70-3A2F-4776-9F07-FC0BACB4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521000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5C057-AAED-4C03-85D9-336F3C1B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5BF5B-4313-4BCC-8EB6-4D78362D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3FF3B-B59A-4136-AB8E-E5B3FEF7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77FBB-CFD9-42D3-9870-5E797EC4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E20C6-3636-4B29-9149-A2A4002D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EB805-FD4F-4DF5-B250-D10E38EB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DFE84-2F5F-47E3-85B0-A8D59F50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Oscillations: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C7302-56C4-406F-A099-989FE07B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5ED23-423D-43A8-866C-D6038426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95CCD-73D4-4669-A316-07721D81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Simple harmonic motion (SHM)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E0968-6BF0-4B55-99CC-0CA69D8B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5D977-08CB-42AC-8AF4-854CE87D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16458-69C3-47C6-BC56-A088B281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Differential equation for SHM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F94F5-229E-4C80-9AE7-084C96B8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4AAE4-EFC7-4E53-B289-E70FFD64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FB88D-A3E0-42C3-BB54-69CA72F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Stiffness factor and its physical significance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CE69E-DFE7-4679-B0C6-47254DBD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78832-BAA8-4B78-9F22-42A11A85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B70A6-04CE-47A8-975D-CC77B3D7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Series and Parallel combination of springs (Derivation)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43DF3-4299-4FD0-85FB-FC624A35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6179AD-929F-47EA-925C-1CEF3E05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4FAB8-F2BA-4A92-AAF4-E20C7070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springs and their applications.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18F410-75F9-49F3-A21D-3F84BD5B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8941E-1824-436A-96C0-54DA63A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31B8C-A488-4238-A8E1-1F47DD41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Theory of damped oscillations (Qualitative)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E78AF5-F2B4-41EE-B798-F0D980B0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1200B-4F43-45D8-A5E5-CF28F3D8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D21137-26EC-4900-86F0-0E5A368C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B9BAE-8CC8-4A43-8E2E-CDFE83DB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7437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D64E6-4E78-44EE-AD9C-409A0EA6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ED65D-6545-4D5E-B825-3DD5CA75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CF981-A1CC-4B83-8208-BA36DCEE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E0D7B-DD53-4BF8-A1E1-02E0AF8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Oscillations, Simple, harmonic, motion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5BC65-8E1F-4FF3-9B4C-4AF3A2B6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5E9E2-41B3-446F-9E7E-63A27D0C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AEE2A-D7F8-41B0-A940-8C9D4F8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98863-0B35-4697-AC10-E942FFC7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996205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2026-08-24T06:38:53.6030000Z</dcterms:created>
  <dcterms:modified xsi:type="dcterms:W3CDTF">2026-08-24T06:38:53.6030000Z</dcterms:modified>
</coreProperties>
</file>