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863a5031044350" /><Relationship Type="http://schemas.openxmlformats.org/officeDocument/2006/relationships/extended-properties" Target="/docProps/app.xml" Id="R4f232d5fa08c4507" /><Relationship Type="http://schemas.openxmlformats.org/officeDocument/2006/relationships/officeDocument" Target="/ppt/presentation.xml" Id="Rcf075795630442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ac766498c64a7c"/>
  </p:sldMasterIdLst>
  <p:notesMasterIdLst>
    <p:notesMasterId xmlns:r="http://schemas.openxmlformats.org/officeDocument/2006/relationships" r:id="R085adc9d998d4145"/>
  </p:notesMasterIdLst>
  <p:sldIdLst>
    <p:sldId xmlns:r="http://schemas.openxmlformats.org/officeDocument/2006/relationships" id="256" r:id="Rad791855a63140a9"/>
    <p:sldId xmlns:r="http://schemas.openxmlformats.org/officeDocument/2006/relationships" id="257" r:id="R5567f946ebee4ef5"/>
    <p:sldId xmlns:r="http://schemas.openxmlformats.org/officeDocument/2006/relationships" id="258" r:id="R39ca61386b3448f6"/>
    <p:sldId xmlns:r="http://schemas.openxmlformats.org/officeDocument/2006/relationships" id="259" r:id="R0db71dadc5db41ad"/>
    <p:sldId xmlns:r="http://schemas.openxmlformats.org/officeDocument/2006/relationships" id="260" r:id="R352ab725ffad4607"/>
    <p:sldId xmlns:r="http://schemas.openxmlformats.org/officeDocument/2006/relationships" id="261" r:id="R8ee552f336e440d8"/>
    <p:sldId xmlns:r="http://schemas.openxmlformats.org/officeDocument/2006/relationships" id="262" r:id="R3a755960b3ab494e"/>
    <p:sldId xmlns:r="http://schemas.openxmlformats.org/officeDocument/2006/relationships" id="263" r:id="R644e17047b4347d4"/>
    <p:sldId xmlns:r="http://schemas.openxmlformats.org/officeDocument/2006/relationships" id="264" r:id="Rb178486512454db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df5be3694c4d4d" /><Relationship Type="http://schemas.openxmlformats.org/officeDocument/2006/relationships/slideMaster" Target="/ppt/slideMasters/slideMaster1.xml" Id="Rf7ac766498c64a7c" /><Relationship Type="http://schemas.openxmlformats.org/officeDocument/2006/relationships/notesMaster" Target="/ppt/notesMasters/notesMaster1.xml" Id="R085adc9d998d4145" /><Relationship Type="http://schemas.openxmlformats.org/officeDocument/2006/relationships/presProps" Target="/ppt/presProps.xml" Id="R7f26ecdba6514edd" /><Relationship Type="http://schemas.openxmlformats.org/officeDocument/2006/relationships/tableStyles" Target="/ppt/tableStyles.xml" Id="R566980a19986440a" /><Relationship Type="http://schemas.openxmlformats.org/officeDocument/2006/relationships/slide" Target="/ppt/slides/slide1.xml" Id="Rad791855a63140a9" /><Relationship Type="http://schemas.openxmlformats.org/officeDocument/2006/relationships/slide" Target="/ppt/slides/slide2.xml" Id="R5567f946ebee4ef5" /><Relationship Type="http://schemas.openxmlformats.org/officeDocument/2006/relationships/slide" Target="/ppt/slides/slide3.xml" Id="R39ca61386b3448f6" /><Relationship Type="http://schemas.openxmlformats.org/officeDocument/2006/relationships/slide" Target="/ppt/slides/slide4.xml" Id="R0db71dadc5db41ad" /><Relationship Type="http://schemas.openxmlformats.org/officeDocument/2006/relationships/slide" Target="/ppt/slides/slide5.xml" Id="R352ab725ffad4607" /><Relationship Type="http://schemas.openxmlformats.org/officeDocument/2006/relationships/slide" Target="/ppt/slides/slide6.xml" Id="R8ee552f336e440d8" /><Relationship Type="http://schemas.openxmlformats.org/officeDocument/2006/relationships/slide" Target="/ppt/slides/slide7.xml" Id="R3a755960b3ab494e" /><Relationship Type="http://schemas.openxmlformats.org/officeDocument/2006/relationships/slide" Target="/ppt/slides/slide8.xml" Id="R644e17047b4347d4" /><Relationship Type="http://schemas.openxmlformats.org/officeDocument/2006/relationships/slide" Target="/ppt/slides/slide9.xml" Id="Rb178486512454d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b1f9ab04dee41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5c026337b342cc" /><Relationship Type="http://schemas.openxmlformats.org/officeDocument/2006/relationships/notesMaster" Target="/ppt/notesMasters/notesMaster1.xml" Id="R52d86961966f45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cf8b36cf904d93" /><Relationship Type="http://schemas.openxmlformats.org/officeDocument/2006/relationships/notesMaster" Target="/ppt/notesMasters/notesMaster1.xml" Id="Re731e703d6ab4f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4b9ba6b697416f" /><Relationship Type="http://schemas.openxmlformats.org/officeDocument/2006/relationships/notesMaster" Target="/ppt/notesMasters/notesMaster1.xml" Id="R50fa88af75bc4af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edcac1215b24975" /><Relationship Type="http://schemas.openxmlformats.org/officeDocument/2006/relationships/notesMaster" Target="/ppt/notesMasters/notesMaster1.xml" Id="R419a4818e5b742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edd01a98a354b78" /><Relationship Type="http://schemas.openxmlformats.org/officeDocument/2006/relationships/notesMaster" Target="/ppt/notesMasters/notesMaster1.xml" Id="R19b8b4ce095c48e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39ae1bd548546dc" /><Relationship Type="http://schemas.openxmlformats.org/officeDocument/2006/relationships/notesMaster" Target="/ppt/notesMasters/notesMaster1.xml" Id="R8dfcc773a381438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141c6272e9c4bce" /><Relationship Type="http://schemas.openxmlformats.org/officeDocument/2006/relationships/notesMaster" Target="/ppt/notesMasters/notesMaster1.xml" Id="Re013cb6ecbac489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4472317a8964bbb" /><Relationship Type="http://schemas.openxmlformats.org/officeDocument/2006/relationships/notesMaster" Target="/ppt/notesMasters/notesMaster1.xml" Id="Rac354a6894a24f5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60aff0febb840ca" /><Relationship Type="http://schemas.openxmlformats.org/officeDocument/2006/relationships/notesMaster" Target="/ppt/notesMasters/notesMaster1.xml" Id="R33b8bda4600c46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959d18910c497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c3a02ac50f4dba" /><Relationship Type="http://schemas.openxmlformats.org/officeDocument/2006/relationships/slideLayout" Target="/ppt/slideLayouts/slideLayout1.xml" Id="R73840721edb845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840721edb845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c489471ac3480c" /><Relationship Type="http://schemas.openxmlformats.org/officeDocument/2006/relationships/notesSlide" Target="/ppt/notesSlides/notesSlide1.xml" Id="Rb21ac0be5d3d4b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b219d3d8494bc5" /><Relationship Type="http://schemas.openxmlformats.org/officeDocument/2006/relationships/notesSlide" Target="/ppt/notesSlides/notesSlide2.xml" Id="Rdb20f854f63843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8b51f948294e3e" /><Relationship Type="http://schemas.openxmlformats.org/officeDocument/2006/relationships/notesSlide" Target="/ppt/notesSlides/notesSlide3.xml" Id="R6830e622fb164e6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7788377da14d3a" /><Relationship Type="http://schemas.openxmlformats.org/officeDocument/2006/relationships/notesSlide" Target="/ppt/notesSlides/notesSlide4.xml" Id="Rbdd32f1b7f9b460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5b538ef3024a5e" /><Relationship Type="http://schemas.openxmlformats.org/officeDocument/2006/relationships/notesSlide" Target="/ppt/notesSlides/notesSlide5.xml" Id="R94f6cf35f9384aa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16f5cc01c9492c" /><Relationship Type="http://schemas.openxmlformats.org/officeDocument/2006/relationships/notesSlide" Target="/ppt/notesSlides/notesSlide6.xml" Id="R82e04a25cd664e2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bc3e3696964942" /><Relationship Type="http://schemas.openxmlformats.org/officeDocument/2006/relationships/notesSlide" Target="/ppt/notesSlides/notesSlide7.xml" Id="R24f83a8e155e40b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defdae8e874801" /><Relationship Type="http://schemas.openxmlformats.org/officeDocument/2006/relationships/notesSlide" Target="/ppt/notesSlides/notesSlide8.xml" Id="R61522669d154426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a76ed314ad40c6" /><Relationship Type="http://schemas.openxmlformats.org/officeDocument/2006/relationships/notesSlide" Target="/ppt/notesSlides/notesSlide9.xml" Id="R2ad96ef6578e4e9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E2A1D6-7B0E-40B2-A21F-5B203332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8F2E6E-7EC4-43AC-8FA1-C58C06C5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15092025 2 2 Non-Destructive Testing: Introduction to NDT, Need for inspection, Types of inspection system, Benefits of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B0D0D-D3EC-422E-975F-823389A5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PHYSICS FOR SUSTAINABLE STRUCTURAL SYSTEMS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1BPHYC102/202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physics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3F3D80-E2D6-4370-9579-B5B2E3481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CEA9F6-FDF2-4CC4-90D6-B055FD23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18621E-5070-4F9C-B78F-11EF5E2B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987085-113B-46F3-98FE-5DBB246A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D8519A-12E3-4F6D-914E-BE71FA744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34F4AC-AF9F-4985-BB23-DC9E4239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8FD22A-1FF5-48D0-85CD-E96BCDF36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7114A6-A70A-443D-9ECA-6953E61A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0AF0F6-C19F-4847-9C0B-8A9FA7627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D57662-33E9-4F9E-8941-65E72AD62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0C9F50-3D6F-42ED-AC8F-739EEF739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FOR SUSTAINABLE STRUCTURAL SYSTEMS | 1BPHYC102/202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2B7AD2-A569-4557-8D4C-06E545F3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1/9</a:t>
            </a:r>
          </a:p>
        </p:txBody>
      </p:sp>
    </p:spTree>
    <p:extLst>
      <p:ext uri="{BB962C8B-B14F-4D97-AF65-F5344CB8AC3E}">
        <p14:creationId xmlns:p14="http://schemas.microsoft.com/office/powerpoint/2010/main" val="13675279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F172EE-A4AF-47B1-B8B8-A526627FA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D8D9EB-C396-4A19-A2FB-21457D33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2B553C-770B-4E98-BC10-D073BCAC2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2EAFF5-D17A-4790-9ED7-7308F378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F25B5E-FF67-4A2F-B494-0C08B37ED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53372A-B635-47E9-95D9-D3835D56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9F5D5A-FC9F-41EA-9EFB-3C2352809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A50158-7D5C-49D8-A245-E441DF55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5A278A-DBCA-4728-AFCE-006A72D81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2BCCBE-9286-4EE5-99FB-66975B9C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08F92A-2C70-4D22-8BB5-731B151B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DBCDB8-6E15-4DC8-B18F-38D38ADD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34ED51-FC64-4C4B-89D1-90016F3B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2 Non-Destructive Testing: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 to NDT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Need for inspection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Types of inspection system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Benefits of NDT.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137468-C040-4F2D-8060-BB6DA159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FOR SUSTAINABLE STRUCTURAL SYSTEMS | 1BPHYC102/202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E1EF9E-FD21-4C29-854B-E9DF4052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2/9</a:t>
            </a:r>
          </a:p>
        </p:txBody>
      </p:sp>
    </p:spTree>
    <p:extLst>
      <p:ext uri="{BB962C8B-B14F-4D97-AF65-F5344CB8AC3E}">
        <p14:creationId xmlns:p14="http://schemas.microsoft.com/office/powerpoint/2010/main" val="14269531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34970E-9EDD-46EA-AB6A-F84ABFC1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81C0A9-F1D2-44FE-9E47-028CDAB0B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E58223-D82A-4F24-B7CA-0886CDBC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14B998-489A-41F6-93BA-A9556F83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Non-Destructive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FBE61F-26D5-4881-9216-519FBE4A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Testing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A6C96C-302F-49B3-8E05-8E5F3F446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Need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2DB94C-DDF2-495A-83CA-CC4881C9D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inspection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D7F8FC-86F7-4BDA-A6C2-4632BC782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B34449-ED53-476F-A211-40B321D4F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Benefits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DC4DD-B0D3-4789-8872-6D5D7926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Visual inspection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Liquid penetration test: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Principles surface preparation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Penetrant application and development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83AC2B-C2B6-4B70-A669-1741D21A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FOR SUSTAINABLE STRUCTURAL SYSTEMS | 1BPHYC102/202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D49BE7-8223-4C19-B00B-C41BC0FD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3/9</a:t>
            </a:r>
          </a:p>
        </p:txBody>
      </p:sp>
    </p:spTree>
    <p:extLst>
      <p:ext uri="{BB962C8B-B14F-4D97-AF65-F5344CB8AC3E}">
        <p14:creationId xmlns:p14="http://schemas.microsoft.com/office/powerpoint/2010/main" val="6686410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F28637-D68B-471C-A35F-E21EC7747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0F46B5-B957-4FE6-BFB1-076CD7F5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4BA88C-6D4B-483E-BF10-DC4E792F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066226-67A2-4F5B-B39A-8B1E98DD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2 Non-Destructive Testing: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 to NDT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Need for inspection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Types of inspection system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Benefits of NDT.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Visual inspection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808BF8-69A3-4053-997F-017B2DA20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3446EB-0B98-4724-A431-C6B023D5A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772174-EED3-4F2E-BD20-5CE08833F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433F9E-BF8E-4FB7-AE8B-7A0663F8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3D6F22-1EB8-444E-A6C4-B0FEA105B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BDC2BB-CFFB-4B77-B554-48B1511BE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51D0D9-BEB5-4242-A81B-2BF7F003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352F8C-4515-47F5-B990-E42D2D36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DFAF87-EB4E-4DE3-96A8-86160AFEE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285B2B-0D46-41E9-B386-BCC378C8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528DF4-4941-4A9D-B327-A53B82F4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BDD08A-05F4-4433-878D-CAEA4A655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C08488-73EF-497F-8ED2-BACE3327E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FOR SUSTAINABLE STRUCTURAL SYSTEMS | 1BPHYC102/202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87D846-DAAD-43F8-B91D-89E71620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4/9</a:t>
            </a:r>
          </a:p>
        </p:txBody>
      </p:sp>
    </p:spTree>
    <p:extLst>
      <p:ext uri="{BB962C8B-B14F-4D97-AF65-F5344CB8AC3E}">
        <p14:creationId xmlns:p14="http://schemas.microsoft.com/office/powerpoint/2010/main" val="17214385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8D5D6E-C5E0-4FF5-8FF9-A5F9D934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33E819-8440-40CD-965C-7F1BF3021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FDE522-A1B2-40A3-87A3-273DD1D1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1E03A7-CDF5-4515-ACB6-FFC321E71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1A6203-EE21-4B99-A4CF-F835676C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EDD373-E4CA-42DC-A931-C811C797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B3CAA6-42AE-4A8A-9607-15F97A59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3A2804-4726-4526-9FB8-E79D871F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1ACE9D-10B6-45A0-9948-16A97AE4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CED77C-F388-4EE5-BB8A-63B28BE1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564748-34BA-4BB2-9DA3-2710F97E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6927FE-029A-4874-B728-EE00AA078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6D1736-3B8B-4D6D-9CBD-3EA6E3FA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7C4468-1470-48F9-878C-8344DA35E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FOR SUSTAINABLE STRUCTURAL SYSTEMS | 1BPHYC102/202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84D178-C3E2-4E5B-B67E-CFA6C27D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5/9</a:t>
            </a:r>
          </a:p>
        </p:txBody>
      </p:sp>
    </p:spTree>
    <p:extLst>
      <p:ext uri="{BB962C8B-B14F-4D97-AF65-F5344CB8AC3E}">
        <p14:creationId xmlns:p14="http://schemas.microsoft.com/office/powerpoint/2010/main" val="15414213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DBC889-5D3F-4E8A-9596-B7D9B227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32F031-7E7A-4A13-9897-F945B0A3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56909B-6A82-4075-B528-1CF945EC9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32F2F7-6BA3-4BC6-B817-007489E9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0E8441-15EA-4353-ACEC-5F397C10A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2 Non-Destructive Testing: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379E5C-0374-4175-99C3-B7185B1B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Non-Destructive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4CEA03-624A-415E-AFF3-76C55AAC3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01CFAC-CCAF-4320-8869-8BE71F821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FOR SUSTAINABLE STRUCTURAL SYSTEMS | 1BPHYC102/202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31B612-6F3F-4C6D-9A0E-BD1642A85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6/9</a:t>
            </a:r>
          </a:p>
        </p:txBody>
      </p:sp>
    </p:spTree>
    <p:extLst>
      <p:ext uri="{BB962C8B-B14F-4D97-AF65-F5344CB8AC3E}">
        <p14:creationId xmlns:p14="http://schemas.microsoft.com/office/powerpoint/2010/main" val="4216625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3DCF3C-4C00-492F-9150-928D5B477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CAC3C5-BA98-4308-BE12-9F1CB898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C6503C-6B11-402A-9CB5-3DBF6AF0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FEBB3A-283C-4713-871E-D39BFDDA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F23CD6-7AD9-40DF-B109-6653D7590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Liquid penetration test: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Principles surface preparation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Penetrant application and development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Eddy present testing: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D9B1E6-ED8B-4000-A668-61671EB0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2CDABC-5CAB-4CA7-ACFB-2A34E9537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F2B8EB-CCD1-4148-A82A-BB9CC3C66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FOR SUSTAINABLE STRUCTURAL SYSTEMS | 1BPHYC102/202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8E26B1-B2C3-40FB-B410-158DF08D4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7/9</a:t>
            </a:r>
          </a:p>
        </p:txBody>
      </p:sp>
    </p:spTree>
    <p:extLst>
      <p:ext uri="{BB962C8B-B14F-4D97-AF65-F5344CB8AC3E}">
        <p14:creationId xmlns:p14="http://schemas.microsoft.com/office/powerpoint/2010/main" val="16672210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644F22-045D-48BE-849A-40A24BFDD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B9F24E-390D-4915-9934-555DCDB9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0961F3-A190-47AB-855C-94A4CBC9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4476E4-2C25-48E8-B270-9DAE525A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18D869-4ED6-4E44-98F3-C63EB06C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16AF65-2662-49B2-AD88-7DB60EAB2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D31848-C196-4DDF-8401-4027704C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2 Non-Destructive Testing: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3682ED-4D1F-4A16-8AC4-C024B347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A142A9-4EC9-4DA0-BB2F-3E2F8DEB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03D39D-C6B0-46AC-9714-7A5D47711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 to NDT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BADA46-19DA-468A-9E76-AFD7CFC13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F794B2-BF0A-446D-B8B7-F1B9E44E8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3DD7B4-32C1-4285-8B82-CD382739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Need for inspection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22D34C-A5EC-4920-998D-AF7B13F1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D76437-C29D-49CF-82D8-3AE6F828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D26F7B-3FB5-45C6-8B4C-2A416544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Types of inspection system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703810-72E7-4465-95E2-F5D54916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688D37-A166-42D6-9F10-0B3CAEA0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9CE37D-9517-401D-98D6-F6157253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Benefits of NDT.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C16A6B-F30A-4834-B189-31AAF7A6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7F5001-044E-47BE-98F2-B2A8CEFAC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C9D243-7568-4709-88D4-F5965452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Visual inspection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428A08-FD2B-431E-A5C1-747578756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60FBAB-C824-441A-A3BD-D70A6731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6BAF0D-AD73-4981-8B30-3B076B1E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Liquid penetration test: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F80885-B3B5-47F7-834B-3DB958354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F11C07-2AAE-477B-BFDA-ABBCB61F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221EB1-9ED9-4F9A-A690-B8679B02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FOR SUSTAINABLE STRUCTURAL SYSTEMS | 1BPHYC102/202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F81041-3A35-471D-B403-48FDB369E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8/9</a:t>
            </a:r>
          </a:p>
        </p:txBody>
      </p:sp>
    </p:spTree>
    <p:extLst>
      <p:ext uri="{BB962C8B-B14F-4D97-AF65-F5344CB8AC3E}">
        <p14:creationId xmlns:p14="http://schemas.microsoft.com/office/powerpoint/2010/main" val="18766518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BD4258-3F59-4026-9F09-1D22FD06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9E264D-4EC8-4AF8-95C6-6D12F7D3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113087-BEB1-457F-BB7C-4F11C08F9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39CE1E-8405-48BD-B24C-B99089B68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Non-Destructive, Testing, Need, inspection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170BF8-B60A-4412-89B8-09B22C24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9ABC9F-F669-4273-A02F-5E35843A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11A11F-7EBA-4A78-A611-D48E87DB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FOR SUSTAINABLE STRUCTURAL SYSTEMS | 1BPHYC102/202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51B3C5-4D09-4C57-B25E-A0FCCC88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9/9</a:t>
            </a:r>
          </a:p>
        </p:txBody>
      </p:sp>
    </p:spTree>
    <p:extLst>
      <p:ext uri="{BB962C8B-B14F-4D97-AF65-F5344CB8AC3E}">
        <p14:creationId xmlns:p14="http://schemas.microsoft.com/office/powerpoint/2010/main" val="19388920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2026-08-24T06:38:53.7770000Z</dcterms:created>
  <dcterms:modified xsi:type="dcterms:W3CDTF">2026-08-24T06:38:53.7770000Z</dcterms:modified>
</coreProperties>
</file>