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7354344cd14214" /><Relationship Type="http://schemas.openxmlformats.org/officeDocument/2006/relationships/extended-properties" Target="/docProps/app.xml" Id="Re7e3e670f5c6415c" /><Relationship Type="http://schemas.openxmlformats.org/officeDocument/2006/relationships/officeDocument" Target="/ppt/presentation.xml" Id="Rfc407e39d5034c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139e2dac8140e4"/>
  </p:sldMasterIdLst>
  <p:notesMasterIdLst>
    <p:notesMasterId xmlns:r="http://schemas.openxmlformats.org/officeDocument/2006/relationships" r:id="R1189f4170a704145"/>
  </p:notesMasterIdLst>
  <p:sldIdLst>
    <p:sldId xmlns:r="http://schemas.openxmlformats.org/officeDocument/2006/relationships" id="256" r:id="Rdd3cb5a747b74de0"/>
    <p:sldId xmlns:r="http://schemas.openxmlformats.org/officeDocument/2006/relationships" id="257" r:id="R32444bf71e684fda"/>
    <p:sldId xmlns:r="http://schemas.openxmlformats.org/officeDocument/2006/relationships" id="258" r:id="R21c49de3a75d4497"/>
    <p:sldId xmlns:r="http://schemas.openxmlformats.org/officeDocument/2006/relationships" id="259" r:id="Rf836eaf26ef04f91"/>
    <p:sldId xmlns:r="http://schemas.openxmlformats.org/officeDocument/2006/relationships" id="260" r:id="R5a8f779acc4c446f"/>
    <p:sldId xmlns:r="http://schemas.openxmlformats.org/officeDocument/2006/relationships" id="261" r:id="R5a15728693194b4a"/>
    <p:sldId xmlns:r="http://schemas.openxmlformats.org/officeDocument/2006/relationships" id="262" r:id="R9b599df6354d4966"/>
    <p:sldId xmlns:r="http://schemas.openxmlformats.org/officeDocument/2006/relationships" id="263" r:id="R840491cb150644ce"/>
    <p:sldId xmlns:r="http://schemas.openxmlformats.org/officeDocument/2006/relationships" id="264" r:id="Ra1e9bc0c031346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887f29c6b74bcb" /><Relationship Type="http://schemas.openxmlformats.org/officeDocument/2006/relationships/slideMaster" Target="/ppt/slideMasters/slideMaster1.xml" Id="Ra1139e2dac8140e4" /><Relationship Type="http://schemas.openxmlformats.org/officeDocument/2006/relationships/notesMaster" Target="/ppt/notesMasters/notesMaster1.xml" Id="R1189f4170a704145" /><Relationship Type="http://schemas.openxmlformats.org/officeDocument/2006/relationships/presProps" Target="/ppt/presProps.xml" Id="Rfb1a853500b440d1" /><Relationship Type="http://schemas.openxmlformats.org/officeDocument/2006/relationships/tableStyles" Target="/ppt/tableStyles.xml" Id="R743fc985f7df40ff" /><Relationship Type="http://schemas.openxmlformats.org/officeDocument/2006/relationships/slide" Target="/ppt/slides/slide1.xml" Id="Rdd3cb5a747b74de0" /><Relationship Type="http://schemas.openxmlformats.org/officeDocument/2006/relationships/slide" Target="/ppt/slides/slide2.xml" Id="R32444bf71e684fda" /><Relationship Type="http://schemas.openxmlformats.org/officeDocument/2006/relationships/slide" Target="/ppt/slides/slide3.xml" Id="R21c49de3a75d4497" /><Relationship Type="http://schemas.openxmlformats.org/officeDocument/2006/relationships/slide" Target="/ppt/slides/slide4.xml" Id="Rf836eaf26ef04f91" /><Relationship Type="http://schemas.openxmlformats.org/officeDocument/2006/relationships/slide" Target="/ppt/slides/slide5.xml" Id="R5a8f779acc4c446f" /><Relationship Type="http://schemas.openxmlformats.org/officeDocument/2006/relationships/slide" Target="/ppt/slides/slide6.xml" Id="R5a15728693194b4a" /><Relationship Type="http://schemas.openxmlformats.org/officeDocument/2006/relationships/slide" Target="/ppt/slides/slide7.xml" Id="R9b599df6354d4966" /><Relationship Type="http://schemas.openxmlformats.org/officeDocument/2006/relationships/slide" Target="/ppt/slides/slide8.xml" Id="R840491cb150644ce" /><Relationship Type="http://schemas.openxmlformats.org/officeDocument/2006/relationships/slide" Target="/ppt/slides/slide9.xml" Id="Ra1e9bc0c031346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c1caf73b5145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85f7a899964ec9" /><Relationship Type="http://schemas.openxmlformats.org/officeDocument/2006/relationships/notesMaster" Target="/ppt/notesMasters/notesMaster1.xml" Id="R8b4bcef3f3284f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fa9afcf1894412" /><Relationship Type="http://schemas.openxmlformats.org/officeDocument/2006/relationships/notesMaster" Target="/ppt/notesMasters/notesMaster1.xml" Id="R19129c404fdc4b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9b82b49ecd40d7" /><Relationship Type="http://schemas.openxmlformats.org/officeDocument/2006/relationships/notesMaster" Target="/ppt/notesMasters/notesMaster1.xml" Id="R8be692df338d4d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9b3e747f2e43ab" /><Relationship Type="http://schemas.openxmlformats.org/officeDocument/2006/relationships/notesMaster" Target="/ppt/notesMasters/notesMaster1.xml" Id="R2bdbda9848f342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a118731da548da" /><Relationship Type="http://schemas.openxmlformats.org/officeDocument/2006/relationships/notesMaster" Target="/ppt/notesMasters/notesMaster1.xml" Id="R79c35fd07a9a48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222d867c454099" /><Relationship Type="http://schemas.openxmlformats.org/officeDocument/2006/relationships/notesMaster" Target="/ppt/notesMasters/notesMaster1.xml" Id="R495e302946a647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fc1618fe5d4963" /><Relationship Type="http://schemas.openxmlformats.org/officeDocument/2006/relationships/notesMaster" Target="/ppt/notesMasters/notesMaster1.xml" Id="Rcedf1017165845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ed766342174583" /><Relationship Type="http://schemas.openxmlformats.org/officeDocument/2006/relationships/notesMaster" Target="/ppt/notesMasters/notesMaster1.xml" Id="R5225b7192ed24b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f4cf227d744356" /><Relationship Type="http://schemas.openxmlformats.org/officeDocument/2006/relationships/notesMaster" Target="/ppt/notesMasters/notesMaster1.xml" Id="R11ef55b11e0e4b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9d72dd112448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20c2c43ead47b1" /><Relationship Type="http://schemas.openxmlformats.org/officeDocument/2006/relationships/slideLayout" Target="/ppt/slideLayouts/slideLayout1.xml" Id="R1755be3eb56f4b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55be3eb56f4b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0d69dfb754179" /><Relationship Type="http://schemas.openxmlformats.org/officeDocument/2006/relationships/notesSlide" Target="/ppt/notesSlides/notesSlide1.xml" Id="Ra4a1806d7df942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fa189431a4b61" /><Relationship Type="http://schemas.openxmlformats.org/officeDocument/2006/relationships/notesSlide" Target="/ppt/notesSlides/notesSlide2.xml" Id="R26d1396fdfd248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b73a97c9547b6" /><Relationship Type="http://schemas.openxmlformats.org/officeDocument/2006/relationships/notesSlide" Target="/ppt/notesSlides/notesSlide3.xml" Id="R401176ff91624f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f3be255c4488b" /><Relationship Type="http://schemas.openxmlformats.org/officeDocument/2006/relationships/notesSlide" Target="/ppt/notesSlides/notesSlide4.xml" Id="Rfd89b5a989264a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29cfb93c14c34" /><Relationship Type="http://schemas.openxmlformats.org/officeDocument/2006/relationships/notesSlide" Target="/ppt/notesSlides/notesSlide5.xml" Id="R9e779f3b21a743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8aec858de4a43" /><Relationship Type="http://schemas.openxmlformats.org/officeDocument/2006/relationships/notesSlide" Target="/ppt/notesSlides/notesSlide6.xml" Id="Rbddef05b28c44e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8e709e2294771" /><Relationship Type="http://schemas.openxmlformats.org/officeDocument/2006/relationships/notesSlide" Target="/ppt/notesSlides/notesSlide7.xml" Id="Rc3911364187046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4253b2e494552" /><Relationship Type="http://schemas.openxmlformats.org/officeDocument/2006/relationships/notesSlide" Target="/ppt/notesSlides/notesSlide8.xml" Id="R2db567e1d42443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0f92e81494375" /><Relationship Type="http://schemas.openxmlformats.org/officeDocument/2006/relationships/notesSlide" Target="/ppt/notesSlides/notesSlide9.xml" Id="Rbf3d8c0d76954b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29A0DD-4F18-4E9B-B4FF-35FA1D42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4544F-B897-490D-B9E2-7AB0156D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Calculus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5A643-84A4-463B-A402-038DD1AA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CALCULUS AND LINEAR ALGEBRA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1BMATS101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0710F-34EC-47AC-934F-E351F6F4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8A20C-AFF6-4BE3-AC63-6D3471CD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8ABA0-46C6-48D7-A787-FE66CADB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CF8BD-7981-4795-8679-AE0813C5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5299C-7F96-4616-9A17-8721311B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8F344-8D8A-40AE-8A4D-9587E9BC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69CD9-9919-44BD-BE06-D239E6FD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71A97-C4F7-4ADA-B609-C5F4A669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31353-0C07-44F1-B0E4-CD4E1075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549129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105CB-7669-496F-9AB2-4BADD53E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7604F-E324-4F96-88D1-352825CB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6B770-B6EB-4286-B8F9-3EDE0A6A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C4C83-B4A7-40E9-A4D5-030B54CB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75053-FCEB-4983-AEFD-F6799735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34C86-B989-4075-96D3-8A5B8BF0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FA388-631F-4EA5-A82C-EF1FAA58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BCCF3-0734-4828-B2C4-C4F104EF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87B9C-9A10-4347-84B1-34CFC62A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8B519-3468-49A0-A733-A813C46D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BAA48-FD5F-4719-AAE3-D5B36B0F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52B4C-DF4C-4982-8B51-7E341EB0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F7EAB-DA2E-4297-AA7A-E824DAB5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Calculus (8Hours Theory + 4Hours Tutorial) Partial differentiation, total derivative, differentiation of composite functions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Statement of Taylor's and Maclaurin's series expansion for two variables.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Maxima and minima for the function of two variables.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Textbook-1: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Sections 5.1- 5.11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5D1C31-7FD5-48C2-A9BB-E3FC7E14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2A207-B5AF-491C-BAC0-665F6519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17408377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D63D94-D641-4B38-9813-B867D9E9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E22B8-F987-49BE-BAD6-6E279F9E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4DAB3-CB45-4EEA-B6F1-E8D4B72B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43ABB-9A6E-4492-8965-59C8CE5C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Calculus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509C4-E47D-4A8F-84F7-7B9DC2CE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0E088-BFD7-4650-8736-E692017F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Partial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FBBC4-FEE5-470A-8BE5-F36761E1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differentiation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26112-4AB9-431F-A4F3-1DDDE44A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total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0F45D-2F8D-4C84-9CC5-DCA5CF18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derivative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E0AF6-FADA-40F9-A7C7-1A33ABA9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C9ED3-21C9-434A-95A7-05238A5B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AAD1A-E9AC-4FA4-A4B4-2C7EB5FD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2270023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DEA99-BE52-4346-BC8D-DA7D26FF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8E3AD-EEA5-491C-8FC8-9B9D6310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F8865-8380-4538-8B80-0265CAA0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D3B7C-386E-421C-B953-9909BFA0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Calculus (8Hours Theory + 4Hours Tutorial) Partial differentiation, total derivative, differentiation of co...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Statement of Taylor's and Maclaurin's series expansion for two variables.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Maxima and minima for the function of two variables.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Textbook-1: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Sections 5.1- 5.11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16A05-6152-4984-B2AB-8ACD4FD0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AC7E6-4E0E-4593-ABE6-8DC3E083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F483F-792A-4D49-8E1E-41886DA8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38983-F0CA-4A58-B2B2-3C70EB13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9C6CB-3B1E-4955-96D7-9A1725C7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A2CC9-E3BB-46F7-9E67-3D7F7CD8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F98B6-2F22-4C89-A606-CB2B7FFB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70F20-AE39-4693-8D19-0DC42F6F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6E4BC-1A41-4B09-AD25-D7E711F5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8DAC46-735A-4B9F-BE7F-F24E8994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F72A56-2BDF-457E-BC95-E010E236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21430346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8F4F6B-62B8-41D3-95AC-BE62D7F5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27105-6DDE-4CE6-8363-F0EF33E0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B28A6-FABE-4F14-B3E7-5429DE4B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3380F-49C8-4EE8-8B05-B6D8027E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A723A-01D9-4BFA-A45F-1219E69C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11931-BCE0-4A8A-AC8B-9FF561A4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2DD31-A9F4-412B-A3B7-CA6AD575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A0C06-1665-4219-9E48-7C9730ED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456B8-FDDC-4AE2-BF99-363A576A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C8C23-36EF-41FE-9E9C-895C5C28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C59D9-6F19-4146-8A46-9113A403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2626F-51B7-4BA4-AA88-3B02040B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3DEF3-1ED0-4321-843F-DBA37B08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5E1D00-1AD7-4735-8822-E7B6CE86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5D86B-4DFF-4A24-A1B0-4D118E96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20662197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C842C-1CE5-4CDE-9DEC-966C9330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CEB6B-CE37-4627-A6AE-F1E060A2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A05A2-819F-4729-BBD7-C1684CA8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3EB60-CB1C-43AC-916E-D745DF69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F44A0-E33C-46F4-910C-B7068EDE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Calculus (8Hours Theory + 4Hours Tutorial) Partial differentiation, total derivative, differentiation of composite 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0918A-B53A-4346-B2E7-0F820346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Calculus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0AB42-13A1-4C64-A113-6F4F9372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606E1-6ABD-4BB2-9299-879ED07D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CC67E-00DC-4B88-AC12-5423C6BE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4555067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F73B1-ADE1-4196-AF40-4700133B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37036-0326-4E99-B4E9-DDEF1F87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795E6-6C46-4454-845B-0B6D0506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16454-BD93-4A3B-8AD5-DA089630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F08C7-122C-4ADF-87A3-7BB29E3F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the concept in engineering analysis.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Relate the method to design, measurement, communication, or decision-making.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AF498-619E-4203-882D-66F2AD9D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D2152-C20A-420C-A649-BDA92EDB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BC523-7EDA-4AE8-9F87-27ED66DB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33CB8-9E3A-4253-BC4A-AA5F7DD9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2286990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7C145B-3EA7-4719-9C93-2C47B1AE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BB3E7-1379-4612-9037-EB0E286A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D3E2B-FEB2-41AE-932A-E6B93D35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86DD3-2F5E-4DA5-91BB-8CF99CC4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460A3-4EF6-4D8B-8954-05903BD5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0CD5E-45A9-473D-B3E9-437060DE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C8196-024F-42F1-A430-A32FB500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Calculus (8Hours Theory + 4Hours Tutorial) Partial differentiation, total derivative, different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1AB69-BD36-4F34-81EB-325134D6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C6DD8B-8D5F-4BA0-9D54-E668E973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CDC4F-0FE3-4538-9624-6725B962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Statement of Taylor's and Maclaurin's series expansion for two variables.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77D01-135C-4D62-89A3-78ED1654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47B99-B3CA-4732-927E-7C4EB70B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8772F-55EA-4987-803A-2C42CA17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Maxima and minima for the function of two variables.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DDDB7-6033-4664-9C52-FE333D51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143DB-88E9-4479-B63B-FC80069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9E882-DFF4-4DAA-8174-6BF38051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Textbook-1: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D4F070-5275-4D95-BDC1-B3938751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493FD5-5615-489B-B746-4783BEB8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89DA7-CDDA-4B57-9C18-10A93B94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Sections 5.1- 5.11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EF4DB8-8840-4E8B-96DA-939F13E3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F7DB96-11E0-4664-916B-FD34894F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99A629-0718-43FA-AF5C-D842FA5B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6689F2-338C-49B6-90B7-3FBF79BB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10145309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A503B-819E-4C15-B3E3-477B0ED9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AEA43-0DB7-4150-915C-F5B26097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327CC-04CB-427D-BD5A-F5DCB0A4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F3721-0DB9-41F5-8A7F-72D0AE60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Calculus, Tutorial, Partial, differentiation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0FDA5-515E-4314-9782-FF018C1B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3021D-DE18-4094-8B55-E981E873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1B51C-9381-4493-802A-227E47D5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C6F76-D336-4B6E-A8E1-72699776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3629220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2026-08-24T06:38:52.0280000Z</dcterms:created>
  <dcterms:modified xsi:type="dcterms:W3CDTF">2026-08-24T06:38:52.0280000Z</dcterms:modified>
</coreProperties>
</file>