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2ce6989d544329" /><Relationship Type="http://schemas.openxmlformats.org/officeDocument/2006/relationships/extended-properties" Target="/docProps/app.xml" Id="Rf1a99b37cc2c4ce6" /><Relationship Type="http://schemas.openxmlformats.org/officeDocument/2006/relationships/officeDocument" Target="/ppt/presentation.xml" Id="Rd38ebd77ab4448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20b372819d4069"/>
  </p:sldMasterIdLst>
  <p:notesMasterIdLst>
    <p:notesMasterId xmlns:r="http://schemas.openxmlformats.org/officeDocument/2006/relationships" r:id="Rb3f6f901aa494fd8"/>
  </p:notesMasterIdLst>
  <p:sldIdLst>
    <p:sldId xmlns:r="http://schemas.openxmlformats.org/officeDocument/2006/relationships" id="256" r:id="Rfbd010f256fc4065"/>
    <p:sldId xmlns:r="http://schemas.openxmlformats.org/officeDocument/2006/relationships" id="257" r:id="Rf6cb070185a545c1"/>
    <p:sldId xmlns:r="http://schemas.openxmlformats.org/officeDocument/2006/relationships" id="258" r:id="R9bde48fab92d400b"/>
    <p:sldId xmlns:r="http://schemas.openxmlformats.org/officeDocument/2006/relationships" id="259" r:id="R39e2d74a1e034f9a"/>
    <p:sldId xmlns:r="http://schemas.openxmlformats.org/officeDocument/2006/relationships" id="260" r:id="R0b389b1ecf3f47fb"/>
    <p:sldId xmlns:r="http://schemas.openxmlformats.org/officeDocument/2006/relationships" id="261" r:id="Rce05d68c6ab644a7"/>
    <p:sldId xmlns:r="http://schemas.openxmlformats.org/officeDocument/2006/relationships" id="262" r:id="Rd4b71d9dd8164a09"/>
    <p:sldId xmlns:r="http://schemas.openxmlformats.org/officeDocument/2006/relationships" id="263" r:id="Rb585d81b844f433e"/>
    <p:sldId xmlns:r="http://schemas.openxmlformats.org/officeDocument/2006/relationships" id="264" r:id="R5ae0b5882a8947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42dc4ecdb462b" /><Relationship Type="http://schemas.openxmlformats.org/officeDocument/2006/relationships/slideMaster" Target="/ppt/slideMasters/slideMaster1.xml" Id="R4c20b372819d4069" /><Relationship Type="http://schemas.openxmlformats.org/officeDocument/2006/relationships/notesMaster" Target="/ppt/notesMasters/notesMaster1.xml" Id="Rb3f6f901aa494fd8" /><Relationship Type="http://schemas.openxmlformats.org/officeDocument/2006/relationships/presProps" Target="/ppt/presProps.xml" Id="Rda7ce4ac4ff64c09" /><Relationship Type="http://schemas.openxmlformats.org/officeDocument/2006/relationships/tableStyles" Target="/ppt/tableStyles.xml" Id="Rcd4e42ed956a4a1f" /><Relationship Type="http://schemas.openxmlformats.org/officeDocument/2006/relationships/slide" Target="/ppt/slides/slide1.xml" Id="Rfbd010f256fc4065" /><Relationship Type="http://schemas.openxmlformats.org/officeDocument/2006/relationships/slide" Target="/ppt/slides/slide2.xml" Id="Rf6cb070185a545c1" /><Relationship Type="http://schemas.openxmlformats.org/officeDocument/2006/relationships/slide" Target="/ppt/slides/slide3.xml" Id="R9bde48fab92d400b" /><Relationship Type="http://schemas.openxmlformats.org/officeDocument/2006/relationships/slide" Target="/ppt/slides/slide4.xml" Id="R39e2d74a1e034f9a" /><Relationship Type="http://schemas.openxmlformats.org/officeDocument/2006/relationships/slide" Target="/ppt/slides/slide5.xml" Id="R0b389b1ecf3f47fb" /><Relationship Type="http://schemas.openxmlformats.org/officeDocument/2006/relationships/slide" Target="/ppt/slides/slide6.xml" Id="Rce05d68c6ab644a7" /><Relationship Type="http://schemas.openxmlformats.org/officeDocument/2006/relationships/slide" Target="/ppt/slides/slide7.xml" Id="Rd4b71d9dd8164a09" /><Relationship Type="http://schemas.openxmlformats.org/officeDocument/2006/relationships/slide" Target="/ppt/slides/slide8.xml" Id="Rb585d81b844f433e" /><Relationship Type="http://schemas.openxmlformats.org/officeDocument/2006/relationships/slide" Target="/ppt/slides/slide9.xml" Id="R5ae0b5882a8947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9c0934d68945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da20ae9ca44375" /><Relationship Type="http://schemas.openxmlformats.org/officeDocument/2006/relationships/notesMaster" Target="/ppt/notesMasters/notesMaster1.xml" Id="R05ad83b60e1c44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1164f9b5984650" /><Relationship Type="http://schemas.openxmlformats.org/officeDocument/2006/relationships/notesMaster" Target="/ppt/notesMasters/notesMaster1.xml" Id="R44c8c2a35e7442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ec9c8eca51467b" /><Relationship Type="http://schemas.openxmlformats.org/officeDocument/2006/relationships/notesMaster" Target="/ppt/notesMasters/notesMaster1.xml" Id="Rcc2b06a91b8545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6630a96f3c40e4" /><Relationship Type="http://schemas.openxmlformats.org/officeDocument/2006/relationships/notesMaster" Target="/ppt/notesMasters/notesMaster1.xml" Id="R99f550017f2441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35ee5753cc4004" /><Relationship Type="http://schemas.openxmlformats.org/officeDocument/2006/relationships/notesMaster" Target="/ppt/notesMasters/notesMaster1.xml" Id="Ra8facb424f8649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610c6cf87945ab" /><Relationship Type="http://schemas.openxmlformats.org/officeDocument/2006/relationships/notesMaster" Target="/ppt/notesMasters/notesMaster1.xml" Id="Rc8d767954c224f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f35cb6a0c546a9" /><Relationship Type="http://schemas.openxmlformats.org/officeDocument/2006/relationships/notesMaster" Target="/ppt/notesMasters/notesMaster1.xml" Id="R2700763ba02542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268a8c211b43ba" /><Relationship Type="http://schemas.openxmlformats.org/officeDocument/2006/relationships/notesMaster" Target="/ppt/notesMasters/notesMaster1.xml" Id="Rda47bafd646248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5e55b63c6c47be" /><Relationship Type="http://schemas.openxmlformats.org/officeDocument/2006/relationships/notesMaster" Target="/ppt/notesMasters/notesMaster1.xml" Id="Re40d6f916a164c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dcdcaea4c4f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9a24a065ea4cd6" /><Relationship Type="http://schemas.openxmlformats.org/officeDocument/2006/relationships/slideLayout" Target="/ppt/slideLayouts/slideLayout1.xml" Id="Rd227101d657642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27101d657642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1b8ccb1c74f36" /><Relationship Type="http://schemas.openxmlformats.org/officeDocument/2006/relationships/notesSlide" Target="/ppt/notesSlides/notesSlide1.xml" Id="R5a052dbb1d164b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173107f6b4e4f" /><Relationship Type="http://schemas.openxmlformats.org/officeDocument/2006/relationships/notesSlide" Target="/ppt/notesSlides/notesSlide2.xml" Id="Rb30202f60f4a4e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00c91d42d457a" /><Relationship Type="http://schemas.openxmlformats.org/officeDocument/2006/relationships/notesSlide" Target="/ppt/notesSlides/notesSlide3.xml" Id="R4cce3ca5353d4b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e7ec4a4a441b3" /><Relationship Type="http://schemas.openxmlformats.org/officeDocument/2006/relationships/notesSlide" Target="/ppt/notesSlides/notesSlide4.xml" Id="Ra2b9bafe602045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a44d4983a4c11" /><Relationship Type="http://schemas.openxmlformats.org/officeDocument/2006/relationships/notesSlide" Target="/ppt/notesSlides/notesSlide5.xml" Id="R86e1a648003f49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4547165974543" /><Relationship Type="http://schemas.openxmlformats.org/officeDocument/2006/relationships/notesSlide" Target="/ppt/notesSlides/notesSlide6.xml" Id="R5f3ac49690e449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c0a57b1e64d1c" /><Relationship Type="http://schemas.openxmlformats.org/officeDocument/2006/relationships/notesSlide" Target="/ppt/notesSlides/notesSlide7.xml" Id="R0aec63897cb54b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cc916cc444da1" /><Relationship Type="http://schemas.openxmlformats.org/officeDocument/2006/relationships/notesSlide" Target="/ppt/notesSlides/notesSlide8.xml" Id="R054e8cbda8a749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e75d7dbf54771" /><Relationship Type="http://schemas.openxmlformats.org/officeDocument/2006/relationships/notesSlide" Target="/ppt/notesSlides/notesSlide9.xml" Id="R05bcc7e13c5e48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0B168-FA70-48AC-B750-D1EDF987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B83CF-8D58-4BA8-9938-FAEDCAF9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Linear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6578B-CC69-46FD-B753-98C6CED1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1BMATS101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63C0C-F382-4A0C-BEAB-412EEB7E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8C16E-6910-482C-967F-B7A62163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80DA1-B32C-4CB2-9F85-C880E5A0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B90C5-1B18-42A7-907E-61DA0C03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A9827-9F10-4DDA-98B0-62F018C1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78219-C737-4BD0-A347-DE44975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C5219-B664-4EA9-9046-F2788CC4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49A59-D007-44B0-9E11-F032B0D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092BE-0809-4393-8A6F-33672470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850923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7A223-D76F-4D42-B7EA-8E7B6655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A37D5-006C-4573-A4ED-CF2343B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362B5-91F6-4B80-957A-C5FA1C3A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5A64F-A45E-4028-93D3-CAEDEF0D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4C11F-1452-4BE5-B635-02EED10E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AC9FF-C282-4B75-8088-6E6BEF22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2F956-BEA0-4097-BBAD-DC0B80B9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6F1D2-FFDC-4210-A457-5B93604D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5C881-4C17-41DD-8818-07F2FC51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457B5-944A-4711-A24A-7B13885B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52DF1-D0A4-4005-B841-FC790AA0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44F2F-0FED-483B-91D4-BB84E62D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A02CC-F2C4-4921-92B8-B179A205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Linear Transformation (8Hours Theory + 4Hours Tutorial) Definition and examples, algebra of linear transformations, matrix of a linear transformation.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Singular, non-singular linear transformations and invertible linear transformations.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Rank and nullity of linear transformations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Rank-Nullity theorem.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Textbook-3: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A2D73-3043-4E95-8731-17AF7E06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22F63-5B92-4500-836E-21283EF9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294037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2C669-9C0E-4848-9FFB-609D0731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7175A-B9F9-4374-AF84-671E5708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712F3-9961-499C-811B-BF3A9AA2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8FF80-C3AD-49C7-9564-CDB57B51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Linear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3E239-A626-4D1D-B4A7-8A7BFD81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Transformation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0FDC0-A4BC-4FA6-9781-36DBDDCA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F3BEC-4D1F-4942-970C-2EB2EBC9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09EE0-0213-4A94-BFF1-EE09F149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7A935-32EC-4BBF-9B8F-86BB936F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algebra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0759E-3062-44A1-84AC-C27B8375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5.3- 5.7 Chapter 6: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Sections-6.1-6.2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A23C0-41D4-47C5-A1D6-10CBE721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315A3-0746-4073-8084-440D059E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20151736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8D2F4-13CF-4408-98C9-C560041E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746E4-434C-4BD5-BDEB-6854CAC6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F9A2A-4EA0-4B41-B546-2AB3CFF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AEEB0-B259-48ED-858E-96ACC3EA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Linear Transformation (8Hours Theory + 4Hours Tutorial) Definition and examples, algebra of linear transfor...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Singular, non-singular linear transformations and invertible linear transformations.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Rank and nullity of linear transformations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Rank-Nullity theorem.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Textbook-3: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5.3- 5.7 Chapter 6: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1BF87-F35D-4703-9444-A845AEAE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D174D-BC10-4A0B-B8CB-6E239783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5F3B8-A504-43D8-A007-EB69601A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FE307-40AF-49B3-A552-3202538B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FE9FF-DCF3-4EE7-807D-7EE30EAB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2B40A-75B3-4E00-9067-F7C9EF35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A5F91-31A6-4A42-BD2F-43FB1F99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E84EE-270C-420E-A9E7-F5B90478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FD8C3-4BFC-4232-ABDE-66D71B9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8BEC0-BFCD-4A3C-9CF9-FD2B34AF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A2915-0C6B-4554-B406-9B0A645A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5935305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A712A-E075-4D64-A0F3-20EFAA7D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2DA29-6002-4CE2-B5FD-2C9FC103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38822-4D57-455D-98BB-2F357A15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6140A-3848-4053-83BA-19E2CF85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41E84-D282-4A25-84BE-3FB8FC2B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B743A-4116-4935-8F1E-FCCA4A2B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E5DA9-77CA-4E68-B47B-5A1DD627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3D775-0137-4805-A2C9-5DB3F7B4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EAC48-F599-40F8-BE20-1ABC6229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8CC8B-2B8A-456F-9009-BDE2601E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4058C-6C68-4DF5-AFED-C5EBA7AF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706E5-9551-43E1-B528-27B63026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99AFF-BAB5-427C-A3BE-BF3F3E4F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29C80-5AD0-4B7A-BBE2-44D23A36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C1486-B04B-4EAE-B7E4-E225586C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7442432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FC1B5-9C41-4DEF-8445-EF135875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1E5BC-3408-41FE-AE52-B84C1D4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795E4-1B0A-49C8-842A-1EDB7B4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8D241-72EF-41E5-B0F7-22AC7163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48E3A-9A01-48F4-8FD7-40034CD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Linear Transformation (8Hours Theory + 4Hours Tutorial) Definition and examples, algebra of linear transformations, matrix of a linear transformation.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F7867-511B-4D1A-A1F4-AD933C65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Linear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39D2B-27B3-4E0C-9106-41F4CF03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1D0DE-F043-462D-9251-7D846759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59F6E-340A-4C73-9162-05BA4F5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477722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48483-9CA5-4F95-B40C-4CF8C2B1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D481A-56CA-4BE5-BE45-C8C7A07B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D461A-3A2D-4B0C-B52C-FBD63896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FD83B-499F-465F-96AB-8FA390D4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C4745-2E4F-4DE1-BC9E-BC637582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Sections-6.1-6.2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793D5-659C-4C0A-B425-9190AF13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7F282-AB86-45A0-9A16-DCE004F8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EA6E4-9D25-4227-9BBC-094E3D0C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F78C5-1BFA-4BD6-B6E6-94D5AFC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544230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C7FD2-2B99-49B5-BCB5-DC42A301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83071-7B46-4FA9-82B2-AC76ED57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CCE71-D1CC-40A3-9E36-B81D50F2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BF092-14CD-4D94-805C-91F1DA27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9FCCF-E2FD-435F-A0CA-541CFF1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5DAAA-1D08-4DAB-8B72-157E5FE0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2E0B0-829F-4DCC-8317-C29DA98E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Linear Transformation (8Hours Theory + 4Hours Tutorial) Definition and examples, algebra of lin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4C15F-F9AC-471B-9C9A-5A88829E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12207-74FC-428E-8FC4-6503444D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1E8D8-F52E-4465-8F12-D3618220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Singular, non-singular linear transformations and invertible linear transformations.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9A859-1C97-4166-9D0F-EFA95EC7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7F534-243C-470A-8BE8-02EDC654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168BC-6A03-4BC5-BA0F-4FCCB7BA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Rank and nullity of linear transformations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0BB1D-3B72-4BAB-B418-48CEA168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1DBB7-7FF3-4F7F-BD47-AD949CA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A0D09-FACE-45D3-9E30-40263CAB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Rank-Nullity theorem.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F89D9-7CBD-4245-9796-AD93FCA4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DB30D-09FE-472F-B8F5-9B4BE685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CDA0C-2D7D-486C-B25B-53B73DD7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Textbook-3: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FDE42-26CB-4C61-819E-8A463CB0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B0053-462A-42E1-970F-9AEDC65E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8E02F-CE90-4681-9C7F-CDCBCBBB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Sections 5.3- 5.7 Chapter 6: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FD14F-5D7E-4A24-87DF-EEF4F6E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D93CC7-A4E7-4E93-B94C-8310D27A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405AAF-0CDE-4C70-BA32-CCA18EC0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Sections-6.1-6.2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9F77A-4859-467E-9B85-BA190ECE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BC8160-1623-4E74-9821-4B0E11CC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7DD91C-7858-47DF-B977-D7964280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C933F4-EFAC-4CCF-A284-DCF0890F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897473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01E88-F0FB-4E72-B36E-F2A09A85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C3C43-BC36-4C01-81EE-DA7F86C2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E1331-369A-4424-A4D6-AA315C9C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A5800-1866-45FA-8E64-F2B5CA11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Linear, Transformation, Tutorial, Definition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97E1A-F6F9-4249-B3F1-DE0A3379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5848C-D197-40F2-AFDE-9057A17A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9D92B-00F4-4C34-B3B1-8655F7DC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7F399-9F68-41E4-96E6-7ECFFDD3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555251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2026-08-24T06:38:52.2630000Z</dcterms:created>
  <dcterms:modified xsi:type="dcterms:W3CDTF">2026-08-24T06:38:52.2630000Z</dcterms:modified>
</coreProperties>
</file>