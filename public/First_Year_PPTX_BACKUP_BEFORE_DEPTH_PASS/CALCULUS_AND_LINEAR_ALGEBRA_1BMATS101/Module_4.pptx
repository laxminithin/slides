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1ba7ec91741d6" /><Relationship Type="http://schemas.openxmlformats.org/officeDocument/2006/relationships/extended-properties" Target="/docProps/app.xml" Id="R6e3a51dd49124ae8" /><Relationship Type="http://schemas.openxmlformats.org/officeDocument/2006/relationships/officeDocument" Target="/ppt/presentation.xml" Id="Re9a64d576fd4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774d7a6d24b7e"/>
  </p:sldMasterIdLst>
  <p:notesMasterIdLst>
    <p:notesMasterId xmlns:r="http://schemas.openxmlformats.org/officeDocument/2006/relationships" r:id="R07ee9252aad54c54"/>
  </p:notesMasterIdLst>
  <p:sldIdLst>
    <p:sldId xmlns:r="http://schemas.openxmlformats.org/officeDocument/2006/relationships" id="256" r:id="R25964eb189a3435f"/>
    <p:sldId xmlns:r="http://schemas.openxmlformats.org/officeDocument/2006/relationships" id="257" r:id="Rebe8bc9257b8415f"/>
    <p:sldId xmlns:r="http://schemas.openxmlformats.org/officeDocument/2006/relationships" id="258" r:id="R498f4ce48e7d4761"/>
    <p:sldId xmlns:r="http://schemas.openxmlformats.org/officeDocument/2006/relationships" id="259" r:id="Rebd0e8190cab4711"/>
    <p:sldId xmlns:r="http://schemas.openxmlformats.org/officeDocument/2006/relationships" id="260" r:id="R80e051401f244831"/>
    <p:sldId xmlns:r="http://schemas.openxmlformats.org/officeDocument/2006/relationships" id="261" r:id="R3c68c95429fc445d"/>
    <p:sldId xmlns:r="http://schemas.openxmlformats.org/officeDocument/2006/relationships" id="262" r:id="R9f54601017e74d6e"/>
    <p:sldId xmlns:r="http://schemas.openxmlformats.org/officeDocument/2006/relationships" id="263" r:id="R480eaf1396884b5f"/>
    <p:sldId xmlns:r="http://schemas.openxmlformats.org/officeDocument/2006/relationships" id="264" r:id="R6e626079d46a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3092d6f3f14bc5" /><Relationship Type="http://schemas.openxmlformats.org/officeDocument/2006/relationships/slideMaster" Target="/ppt/slideMasters/slideMaster1.xml" Id="R5a5774d7a6d24b7e" /><Relationship Type="http://schemas.openxmlformats.org/officeDocument/2006/relationships/notesMaster" Target="/ppt/notesMasters/notesMaster1.xml" Id="R07ee9252aad54c54" /><Relationship Type="http://schemas.openxmlformats.org/officeDocument/2006/relationships/presProps" Target="/ppt/presProps.xml" Id="Re89ddbdf14e64bb1" /><Relationship Type="http://schemas.openxmlformats.org/officeDocument/2006/relationships/tableStyles" Target="/ppt/tableStyles.xml" Id="R3860ad31a744483b" /><Relationship Type="http://schemas.openxmlformats.org/officeDocument/2006/relationships/slide" Target="/ppt/slides/slide1.xml" Id="R25964eb189a3435f" /><Relationship Type="http://schemas.openxmlformats.org/officeDocument/2006/relationships/slide" Target="/ppt/slides/slide2.xml" Id="Rebe8bc9257b8415f" /><Relationship Type="http://schemas.openxmlformats.org/officeDocument/2006/relationships/slide" Target="/ppt/slides/slide3.xml" Id="R498f4ce48e7d4761" /><Relationship Type="http://schemas.openxmlformats.org/officeDocument/2006/relationships/slide" Target="/ppt/slides/slide4.xml" Id="Rebd0e8190cab4711" /><Relationship Type="http://schemas.openxmlformats.org/officeDocument/2006/relationships/slide" Target="/ppt/slides/slide5.xml" Id="R80e051401f244831" /><Relationship Type="http://schemas.openxmlformats.org/officeDocument/2006/relationships/slide" Target="/ppt/slides/slide6.xml" Id="R3c68c95429fc445d" /><Relationship Type="http://schemas.openxmlformats.org/officeDocument/2006/relationships/slide" Target="/ppt/slides/slide7.xml" Id="R9f54601017e74d6e" /><Relationship Type="http://schemas.openxmlformats.org/officeDocument/2006/relationships/slide" Target="/ppt/slides/slide8.xml" Id="R480eaf1396884b5f" /><Relationship Type="http://schemas.openxmlformats.org/officeDocument/2006/relationships/slide" Target="/ppt/slides/slide9.xml" Id="R6e626079d46a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ee8ced12bb40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bd8e2424743f0" /><Relationship Type="http://schemas.openxmlformats.org/officeDocument/2006/relationships/notesMaster" Target="/ppt/notesMasters/notesMaster1.xml" Id="R5f4ae76716f645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ad494939740f9" /><Relationship Type="http://schemas.openxmlformats.org/officeDocument/2006/relationships/notesMaster" Target="/ppt/notesMasters/notesMaster1.xml" Id="R8fdc707d9382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707582dfa4298" /><Relationship Type="http://schemas.openxmlformats.org/officeDocument/2006/relationships/notesMaster" Target="/ppt/notesMasters/notesMaster1.xml" Id="R26ec8c299ed1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c1022055347e7" /><Relationship Type="http://schemas.openxmlformats.org/officeDocument/2006/relationships/notesMaster" Target="/ppt/notesMasters/notesMaster1.xml" Id="Rea885ec90cba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cb211a18c445a" /><Relationship Type="http://schemas.openxmlformats.org/officeDocument/2006/relationships/notesMaster" Target="/ppt/notesMasters/notesMaster1.xml" Id="R3b6fb3aa5b97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b9382fdbe244a4" /><Relationship Type="http://schemas.openxmlformats.org/officeDocument/2006/relationships/notesMaster" Target="/ppt/notesMasters/notesMaster1.xml" Id="Rc7621a33916346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97d65000a442c" /><Relationship Type="http://schemas.openxmlformats.org/officeDocument/2006/relationships/notesMaster" Target="/ppt/notesMasters/notesMaster1.xml" Id="R1d8d2d3aff76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20eb2ff33b4260" /><Relationship Type="http://schemas.openxmlformats.org/officeDocument/2006/relationships/notesMaster" Target="/ppt/notesMasters/notesMaster1.xml" Id="R24bb236e9c9b41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5343c488804045" /><Relationship Type="http://schemas.openxmlformats.org/officeDocument/2006/relationships/notesMaster" Target="/ppt/notesMasters/notesMaster1.xml" Id="R16a3e0e2da9d43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a470b10d2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c4fbed51dc45e9" /><Relationship Type="http://schemas.openxmlformats.org/officeDocument/2006/relationships/slideLayout" Target="/ppt/slideLayouts/slideLayout1.xml" Id="R3220be1f855d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0be1f855d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4f42b2bd49e5" /><Relationship Type="http://schemas.openxmlformats.org/officeDocument/2006/relationships/notesSlide" Target="/ppt/notesSlides/notesSlide1.xml" Id="R82061e0031e9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2b9f41e8d4ace" /><Relationship Type="http://schemas.openxmlformats.org/officeDocument/2006/relationships/notesSlide" Target="/ppt/notesSlides/notesSlide2.xml" Id="R7cb244f02527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33a23158d48d4" /><Relationship Type="http://schemas.openxmlformats.org/officeDocument/2006/relationships/notesSlide" Target="/ppt/notesSlides/notesSlide3.xml" Id="R48f2fb8c39594c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324ade74462d" /><Relationship Type="http://schemas.openxmlformats.org/officeDocument/2006/relationships/notesSlide" Target="/ppt/notesSlides/notesSlide4.xml" Id="R8416c57c2f17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39fb481e24a6c" /><Relationship Type="http://schemas.openxmlformats.org/officeDocument/2006/relationships/notesSlide" Target="/ppt/notesSlides/notesSlide5.xml" Id="R58d160110f4b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55c8f0587468c" /><Relationship Type="http://schemas.openxmlformats.org/officeDocument/2006/relationships/notesSlide" Target="/ppt/notesSlides/notesSlide6.xml" Id="R304ae7ee7a4046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0d508ea014eda" /><Relationship Type="http://schemas.openxmlformats.org/officeDocument/2006/relationships/notesSlide" Target="/ppt/notesSlides/notesSlide7.xml" Id="R77bbbeecc71e40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df00bed71476d" /><Relationship Type="http://schemas.openxmlformats.org/officeDocument/2006/relationships/notesSlide" Target="/ppt/notesSlides/notesSlide8.xml" Id="Raec97b621a644b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48938984b423f" /><Relationship Type="http://schemas.openxmlformats.org/officeDocument/2006/relationships/notesSlide" Target="/ppt/notesSlides/notesSlide9.xml" Id="R7bbf2e2ad954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402D-2762-48E0-8211-86FFA12C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D0D03-F78A-4882-BACC-E9CECC1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Vector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8BBEF-9C3B-43F7-BCA7-B59A9406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AD0A0-7096-4BB0-8AB6-7EE4DAAE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D7673-1841-4FF7-9A94-2DE5A3D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D3BED-AAFB-40E7-8241-0AE934E6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340DE-A18B-4F03-9D64-84675F8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CF2B8-4B56-4D82-A323-D4A7B312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37607-8820-45A9-8BB9-3C7F969D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11DEF-04BE-4C23-A0A9-AAF3B74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35204-E870-436D-AB03-91B89CB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1077E-E1C0-4686-8AFB-8634DB78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460969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BC6D6-854E-406F-BDD4-397DE42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773D0-A91F-477E-ACC8-B818FBB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9D5CF-79F8-4E44-A0F1-3C458F2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1399B-4666-4BA6-A506-CA027309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56AAC-9954-4262-9E86-C8FFD06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5175B-03BC-415F-B8E0-7F990BDC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F596F-081C-46A4-818C-B8F9D8C3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2830C-0AE7-4D90-B0B3-9058292E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02EF1-1ED0-4251-8EA9-D154A73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6EE0D-DAB9-4D44-9084-71F7810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AE2E3-1F61-4722-A1D0-75F40CE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45B0F-FDC4-4479-B089-F5ED29EB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A510-AE1B-4391-8B75-87250D6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Space (8Hours Theory + 4Hours Tutorial) Vector spaces: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and examples, subspace: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and examples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Combinations, linear span, linearly independent and dependent sets, basis and dimension, row space and column space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Coordinates vector, inner products and orthogonality.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AAD5D-6A7F-4D19-BB75-0B6A47B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38E59-EFCC-4C46-AFA2-3F87DECE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16887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B837F-669D-4463-8720-C51F6BC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8E0BE-73B8-493F-8628-74D58C57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78440-9B83-4F43-8F1A-0D52CF9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81C29-5787-423F-B409-80F1ABD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46152-E9EF-4B26-B77F-6E269AD7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FA7CD-B3F7-439B-A567-60987E8E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28858-EFFD-40F8-9EA8-9D8000B4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5C9D6-E47E-4D5F-993F-4055E1D6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CA393-BA91-40E9-B4C2-E8DFCC1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E74A-FA83-46F3-9C5F-E37E748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Textbook-3: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4.1 to 4.9 and 4.11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11D68-45AD-416D-B686-CF6CAAC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BB8FB-F7CF-4C30-A59F-A664540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882288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9D7EF-94CF-47CF-A27B-1D85E6F4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6676A-D186-4A14-8EEE-9D5D1C9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99B86-211D-40A8-ADE8-8EC72FA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62D76-27AC-4CA0-837C-84BFEB47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Space (8Hours Theory + 4Hours Tutorial) Vector spaces: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and examples, subspace: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and examples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Combinations, linear span, linearly independent and dependent sets, basis and dimension, row space a...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Coordinates vector, inner products and orthogonality.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Textbook-3: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DAD4F-E385-4F49-96E4-1C37EDE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F0A55-09CA-4614-9A42-4841C680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38AA-FA4F-469F-A4B0-0DD9D2A4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2E4D9-4847-4707-B8DA-54953BA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BC486-17F7-4B63-9DBB-A31C0DD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181C2-10EC-42B3-8EF6-BECAC9A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9AF5C-7A29-4CE1-8E15-2205CD81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2801A-3B94-4A7C-A989-A0A1D6A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3E472-436E-4E1F-B43B-1E4688E9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E6594-AFFF-4B74-B963-34A6EC1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791E7-7BA0-4F10-A9E1-3D2F1D1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871659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AADBE-7147-4CC3-9950-3FF4E644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7ED00-B1A5-406D-B837-C5BB89E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E621B-866D-4F9B-AF1A-7E5625D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144A7-0592-48A2-B565-90743D7A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D87A-7B92-4EF9-ACA3-E4981A4F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258B2-B839-4E39-BDE5-D7767EC3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FF0F0-59EF-4DE5-8F03-A16E48AA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983D5-4B85-4733-9722-A550147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B2DAD-FE2F-4DD3-8D35-9BF0A35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031FD-0F94-43E8-B37F-2837DA17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B5580-EBED-4EFB-9ED5-B1D64F9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75132-9BB8-4597-8DC7-2F5423B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12E5B-01F4-49BB-A5B7-6DC1908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66CE-2027-456C-9F64-FE690A5C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EA7A8-1881-4DBC-8FB0-537FCC6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360413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7FE9-7728-4609-89FE-8C54DBD6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8D210-3EEA-42AC-A09C-8C59D16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AF72D-9C08-47E0-B6A7-2C4F115C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B28B-AB2D-4615-AD32-BD0CBA56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634A-C913-4CE1-AC7F-C5B97D7A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Vector Space (8Hours Theory + 4Hours Tutorial) Vector spaces: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BDCE4-4BEC-4080-A8E6-1E6A61A5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Vector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72AC0-271C-4B21-BB77-1BC5FE3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E3FF0-E2E5-4CA9-A270-AD4298B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DCFB3-D333-47ED-86BD-64F1880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5170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8FF7D-CBD8-4B4A-9602-58F85EC6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AB0A-FAE8-413B-8D80-58E4D918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65524-29D8-4AE5-BDC2-521E75A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67E9-882E-4AB0-B57A-07939E9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CE40C-7432-4DC0-BB9B-F35F6605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4.1 to 4.9 and 4.11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7357C-339C-4CF4-AFF1-59F315C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1CD09-67E1-447F-BF77-C51EEC4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37E3-4553-404A-8002-9EAC5AD4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2DFD3-C243-4005-A38A-0150384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347865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D51FB-ADEE-4DAC-BDF9-A63D88D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88FD6-714E-4E21-A560-6048549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386B1-5D74-4A90-9325-54452831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96CE2-E7E2-4F59-B9FD-3D1C8D0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31885-BBAD-4D4D-8558-78F30B6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A82C7-666B-4CE5-841D-6ACBCBE9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C3A60-3342-44A4-8B40-880DEF8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Space (8Hours Theory + 4Hours Tutorial) Vector spaces: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F29CB-2DB4-48E3-B095-1B7DD1B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2E350-9F71-4CE2-BB7D-03B152C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D1A25-C7A2-4087-BB89-48DB5DD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and examples, subspace: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8C7E3-77F5-4E0C-B48E-AF767B4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A29ED-6E12-4D3E-94A3-3EA126C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F1565-1C24-4324-9443-99B1DED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and examples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230B2-8AFE-4CA4-AE77-BF51EC53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C39F7-7203-481D-ABE7-B9638778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4B3B2-1458-439B-81A2-306E8A4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Combinations, linear span, linearly independent and dependent sets, basis and dimension,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8549D-5EC5-4F2F-97FD-E61AB93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98ECA-D441-465E-8843-CDF52255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D2747-9099-4F1B-8154-B539162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Coordinates vector, inner products and orthogonality.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AB5ED-51CA-463D-B860-B211272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8FA85-7C94-4682-9F25-40A7ECE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3E331-77D4-4F9B-BFF0-39160A8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Textbook-3: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5849D-F9EE-449A-B746-DE69A5BA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6B9A6-E472-482F-A5FC-7CFF789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AFB71-E575-411E-8075-C558E8A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4.1 to 4.9 and 4.11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C57B3-F2FC-4794-93CB-487DAB03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AC8AA-83EE-4C29-B37B-F43123A2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C5204-E038-4ED5-9934-DA8C303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0DF0E-7EDB-4070-849C-92DCBE8E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196837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0F7C2-AF09-447C-BD71-8CDA34F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48FEA-79DD-4220-8BBC-6E306CB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7F61-FF2D-4405-9EC5-1028612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919FA-635C-486F-A144-BF41B508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Vector, Space, Tutorial, spaces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856AA-57EE-4901-836C-05831F4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9DCA4-00F7-4499-BBF3-99A29D03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1E44E-0448-4A9F-BEBA-04675DA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C19B0-3CEC-4688-9BF0-C650572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786103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2026-08-24T06:38:52.2050000Z</dcterms:created>
  <dcterms:modified xsi:type="dcterms:W3CDTF">2026-08-24T06:38:52.2050000Z</dcterms:modified>
</coreProperties>
</file>