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a5085233b4a83" /><Relationship Type="http://schemas.openxmlformats.org/officeDocument/2006/relationships/extended-properties" Target="/docProps/app.xml" Id="Rabea5b42cec04f8e" /><Relationship Type="http://schemas.openxmlformats.org/officeDocument/2006/relationships/officeDocument" Target="/ppt/presentation.xml" Id="R6788b05c61454f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3a2c1139b94034"/>
  </p:sldMasterIdLst>
  <p:notesMasterIdLst>
    <p:notesMasterId xmlns:r="http://schemas.openxmlformats.org/officeDocument/2006/relationships" r:id="R7519e40a7929469e"/>
  </p:notesMasterIdLst>
  <p:sldIdLst>
    <p:sldId xmlns:r="http://schemas.openxmlformats.org/officeDocument/2006/relationships" id="256" r:id="Rf92996eda0ec4b2b"/>
    <p:sldId xmlns:r="http://schemas.openxmlformats.org/officeDocument/2006/relationships" id="257" r:id="R0b32b2e3b235493e"/>
    <p:sldId xmlns:r="http://schemas.openxmlformats.org/officeDocument/2006/relationships" id="258" r:id="Re0dcbce439104101"/>
    <p:sldId xmlns:r="http://schemas.openxmlformats.org/officeDocument/2006/relationships" id="259" r:id="R76760375f9e74331"/>
    <p:sldId xmlns:r="http://schemas.openxmlformats.org/officeDocument/2006/relationships" id="260" r:id="R492df6ef06ec4968"/>
    <p:sldId xmlns:r="http://schemas.openxmlformats.org/officeDocument/2006/relationships" id="261" r:id="Rafff96f1dfaa44ba"/>
    <p:sldId xmlns:r="http://schemas.openxmlformats.org/officeDocument/2006/relationships" id="262" r:id="R8abf5111bf9748ab"/>
    <p:sldId xmlns:r="http://schemas.openxmlformats.org/officeDocument/2006/relationships" id="263" r:id="R4463c37f10864a9c"/>
    <p:sldId xmlns:r="http://schemas.openxmlformats.org/officeDocument/2006/relationships" id="264" r:id="R95f014df3328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eb68a3a404917" /><Relationship Type="http://schemas.openxmlformats.org/officeDocument/2006/relationships/slideMaster" Target="/ppt/slideMasters/slideMaster1.xml" Id="R843a2c1139b94034" /><Relationship Type="http://schemas.openxmlformats.org/officeDocument/2006/relationships/notesMaster" Target="/ppt/notesMasters/notesMaster1.xml" Id="R7519e40a7929469e" /><Relationship Type="http://schemas.openxmlformats.org/officeDocument/2006/relationships/presProps" Target="/ppt/presProps.xml" Id="R955fa3a7f5354d97" /><Relationship Type="http://schemas.openxmlformats.org/officeDocument/2006/relationships/tableStyles" Target="/ppt/tableStyles.xml" Id="R8a93b86964e84928" /><Relationship Type="http://schemas.openxmlformats.org/officeDocument/2006/relationships/slide" Target="/ppt/slides/slide1.xml" Id="Rf92996eda0ec4b2b" /><Relationship Type="http://schemas.openxmlformats.org/officeDocument/2006/relationships/slide" Target="/ppt/slides/slide2.xml" Id="R0b32b2e3b235493e" /><Relationship Type="http://schemas.openxmlformats.org/officeDocument/2006/relationships/slide" Target="/ppt/slides/slide3.xml" Id="Re0dcbce439104101" /><Relationship Type="http://schemas.openxmlformats.org/officeDocument/2006/relationships/slide" Target="/ppt/slides/slide4.xml" Id="R76760375f9e74331" /><Relationship Type="http://schemas.openxmlformats.org/officeDocument/2006/relationships/slide" Target="/ppt/slides/slide5.xml" Id="R492df6ef06ec4968" /><Relationship Type="http://schemas.openxmlformats.org/officeDocument/2006/relationships/slide" Target="/ppt/slides/slide6.xml" Id="Rafff96f1dfaa44ba" /><Relationship Type="http://schemas.openxmlformats.org/officeDocument/2006/relationships/slide" Target="/ppt/slides/slide7.xml" Id="R8abf5111bf9748ab" /><Relationship Type="http://schemas.openxmlformats.org/officeDocument/2006/relationships/slide" Target="/ppt/slides/slide8.xml" Id="R4463c37f10864a9c" /><Relationship Type="http://schemas.openxmlformats.org/officeDocument/2006/relationships/slide" Target="/ppt/slides/slide9.xml" Id="R95f014df3328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f01216fd5e44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c688d07254aec" /><Relationship Type="http://schemas.openxmlformats.org/officeDocument/2006/relationships/notesMaster" Target="/ppt/notesMasters/notesMaster1.xml" Id="R11506dad3412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58805d5ab42fb" /><Relationship Type="http://schemas.openxmlformats.org/officeDocument/2006/relationships/notesMaster" Target="/ppt/notesMasters/notesMaster1.xml" Id="Rf6ff03118bdf47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8a4e411154790" /><Relationship Type="http://schemas.openxmlformats.org/officeDocument/2006/relationships/notesMaster" Target="/ppt/notesMasters/notesMaster1.xml" Id="R2b11fbab1413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22757dd4944989" /><Relationship Type="http://schemas.openxmlformats.org/officeDocument/2006/relationships/notesMaster" Target="/ppt/notesMasters/notesMaster1.xml" Id="R7ef95ce8d68f48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0af62e67e4ed0" /><Relationship Type="http://schemas.openxmlformats.org/officeDocument/2006/relationships/notesMaster" Target="/ppt/notesMasters/notesMaster1.xml" Id="R485ce48df24e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e931afb5724bd9" /><Relationship Type="http://schemas.openxmlformats.org/officeDocument/2006/relationships/notesMaster" Target="/ppt/notesMasters/notesMaster1.xml" Id="Redd79287051b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b15a9ed3743e6" /><Relationship Type="http://schemas.openxmlformats.org/officeDocument/2006/relationships/notesMaster" Target="/ppt/notesMasters/notesMaster1.xml" Id="Rc61af990f76a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94deb67635434b" /><Relationship Type="http://schemas.openxmlformats.org/officeDocument/2006/relationships/notesMaster" Target="/ppt/notesMasters/notesMaster1.xml" Id="Re3e74bb7a11345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b54cbb9b274be3" /><Relationship Type="http://schemas.openxmlformats.org/officeDocument/2006/relationships/notesMaster" Target="/ppt/notesMasters/notesMaster1.xml" Id="R6a39007497cf4f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e05de2d6c4b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2fb2063d148a0" /><Relationship Type="http://schemas.openxmlformats.org/officeDocument/2006/relationships/slideLayout" Target="/ppt/slideLayouts/slideLayout1.xml" Id="R018afc51d93c45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afc51d93c45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b7811a7a8493a" /><Relationship Type="http://schemas.openxmlformats.org/officeDocument/2006/relationships/notesSlide" Target="/ppt/notesSlides/notesSlide1.xml" Id="Rf7c5934c78164c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7a6b226144046" /><Relationship Type="http://schemas.openxmlformats.org/officeDocument/2006/relationships/notesSlide" Target="/ppt/notesSlides/notesSlide2.xml" Id="R8a4ce55ae35d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518c4c0aa4db5" /><Relationship Type="http://schemas.openxmlformats.org/officeDocument/2006/relationships/notesSlide" Target="/ppt/notesSlides/notesSlide3.xml" Id="R988104cd80c241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ea9512614487c" /><Relationship Type="http://schemas.openxmlformats.org/officeDocument/2006/relationships/notesSlide" Target="/ppt/notesSlides/notesSlide4.xml" Id="R798cacfb7a8843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13d1c14484a53" /><Relationship Type="http://schemas.openxmlformats.org/officeDocument/2006/relationships/notesSlide" Target="/ppt/notesSlides/notesSlide5.xml" Id="R11bf65a725c540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2f781ba544102" /><Relationship Type="http://schemas.openxmlformats.org/officeDocument/2006/relationships/notesSlide" Target="/ppt/notesSlides/notesSlide6.xml" Id="R8218d209edf6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a0f37708e4545" /><Relationship Type="http://schemas.openxmlformats.org/officeDocument/2006/relationships/notesSlide" Target="/ppt/notesSlides/notesSlide7.xml" Id="R573a679fd12f4c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94514bdd941a8" /><Relationship Type="http://schemas.openxmlformats.org/officeDocument/2006/relationships/notesSlide" Target="/ppt/notesSlides/notesSlide8.xml" Id="Rde56d456a5ff4d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b5a715024c83" /><Relationship Type="http://schemas.openxmlformats.org/officeDocument/2006/relationships/notesSlide" Target="/ppt/notesSlides/notesSlide9.xml" Id="Ra199d635903446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B51D3-9B18-4832-B41E-11B15212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B2C6E-1AE0-4B45-9ECD-2B3D5D1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System of Linear Equations, Eigenvalues and Eigenvectors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83F96-6B16-4726-B2D6-BD34BA4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1BMATS101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525D-5211-4117-BFA0-2D63566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09179-3299-4517-AFB4-596743D7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2A2DC-18B7-4F42-97BF-61377B3E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39DC1-1A16-4D29-8475-11C583B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BF087-8CD8-4EE2-B63C-37D09B9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8AE5E-CFD1-48C7-AD7A-B216A93C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16EE-F2B1-4A45-BA73-74EC0606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7DBE1-D944-456A-9446-429A66FE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68886-339D-4193-91E4-ADDC58BF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3031239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F29A2-80BC-4A5E-A649-ADB3F20C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12677-7251-477D-B1C9-899307B7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4325A-5109-4C2B-882D-EFF8E4CC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E435A-3A84-4369-804D-25023EA3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01455-7455-4D9D-AA81-B437914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43CB5-3374-4340-8668-6D9F202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B547A-7111-4176-B3B7-FA2938A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245E-BD01-4316-92F4-A6E02971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4C8E9-5A39-4E6A-86E6-7A8AB501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D2E1A-A785-46DF-B870-B8F6715F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C6AE6-8955-442E-A470-931FE78A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B7741-8026-44FE-9878-A7EB1DF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A3F09-6EE4-48CB-A144-BEB83FA9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System of Linear Equations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Eigenvalues and Eigenvectors (8Hours Theory + 4Hours Tutorial) Elementary row transformation of a matrix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Echelon form, rank of a matrix.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Consistency and solution of system of linear equations 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Gauss elimination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8AA4D-8F08-46A4-9AA8-0231764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7961C-7348-4DE2-A3CC-D025791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665859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FD834-C1BA-4AAF-B47F-C73301C1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22396-D486-45EC-AE4F-33D779B8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1A985-39D5-454B-941E-B9B6C67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65FB7-FCD8-426C-B039-3F0EBD05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402F9-FCF4-4575-8E48-8D7CDBFF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Linear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5CDB9-911B-4DC9-AABE-FBEA3E16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C2F5C-434A-4CB9-A363-78E28C4B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Eigenvalues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5B17A-AC36-4652-8FB9-F28DDB4E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Eigenvectors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F9043-803C-4F9A-8044-1BD2D05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B9E3F-3D0F-4B77-BFB7-5E36999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Gauss Jordan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Eigenvalues and Eigenvectors, diagonalization of the matrix, modal matrix.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41B9F-CA50-4E30-B484-2EA18EB0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917BF-EB0B-4250-AABE-2BB8A9AF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896471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41795-30CF-47B1-9049-D9E0A14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0897-D695-4063-9FF5-83CBD44F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45D35-1C3B-4DFC-955E-5D109B22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445B4-0358-4067-8343-CE90452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System of Linear Equations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Eigenvalues and Eigenvectors (8Hours Theory + 4Hours Tutorial) Elementary row transformation of a matrix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Echelon form, rank of a matrix.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Consistency and solution of system of linear equations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Gauss elimination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Gauss Jordan method.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58F8-3DEB-4FB4-B787-B1C3914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4C333-6B19-4234-B983-D066544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A9D98-CA29-4A97-910D-3808C21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F9A11-E816-4848-9559-4A458EC5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7465F-CA1D-4027-8BA9-BA5339B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64BA3-63AC-4CD8-A7A3-CC5D83B0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A282D-9D40-4004-818E-FB64CE9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FE070-A7FA-4BDE-B513-E25AB4AC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02069-C0A7-4AD6-9228-7577A588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81D93-C8D8-4C22-A218-7C51BDA2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8A8DD-5866-4323-971E-7FB68F7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512731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0371-194D-44BC-B72E-81029082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88161-1E54-4CBB-8330-EF1818B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47979-6105-48D0-84E9-CC14B7E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4149F-0703-49CB-A9C3-C2D2FA9C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D1097-F4EF-49CA-BC7E-5F12A29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3A4DD-6EE6-428A-8F9E-7B0DD72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7861B-1682-44DE-B5AD-39B7583A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AFDE2C-2213-4BC0-8D01-5499FFE8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F8021-EB1E-4F49-BD82-468A797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A6E32-1924-454A-BFA1-B780ADD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773D6-5FAE-4052-AB30-E2DC7768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34FD5-A41A-408F-8301-0269DF5B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8E4EA-61A8-4DCA-9CA2-6144CB4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EDFA2-B5B2-4104-899D-E060320C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AF7C8-6552-4676-8D78-B2A1598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911939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768E3-AA56-4FFC-A1A2-A93FC8F1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05967-07B9-48AA-924B-1D3CB24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60365-8CB3-43CB-A012-3A7ECD1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8E0E4-B8FE-4BAD-A350-CCA008CD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9CD5F-B4DB-4518-B102-AF50899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System of Linear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26EAA-0F08-4F5A-92A9-F1052DE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System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ADDD5-E0AA-4FD2-AFA0-B34E8FE1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5C144-1B8E-49F8-B259-AB40E49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AB669-F2CC-4AFD-8A08-E4CFD58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2185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B9F82-3E6D-4320-BCCD-B6AF02CB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123FE-CA4A-41B7-A1F2-DD897982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53D0A-530D-4BF4-AA77-C44D9BB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051D0-2295-4772-BC32-9C02C00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4FFDF-4EC3-40FC-9228-539DAE16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Traffic flow.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Eigenvalues and Eigenvectors, diagonalization of the matrix, modal matrix.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2 Textbook-1: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F3B96-EA45-4B0F-97B3-022545B3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0444A-0577-4589-9A06-2C2E8CCA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4F2E70-605C-4D63-9269-F6A51548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F5DC4-D06B-48B6-91A3-EEA5C0D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874668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005D2-222B-415C-89B2-5CF6F046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8BA4E-F6DA-4C84-8C7D-D6197FC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3C62F-023E-4C66-99E0-8DD126C7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180B3-7354-4D3D-A6CA-2B70A81B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2B1B9-5D38-4825-B553-B506489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5C25C-366A-4400-A359-81DC53C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C0F38-B7D3-4BFB-87A1-B5FDFEF8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System of Linear 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E8CBC-8F0C-41AB-8FEC-25A18726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5FEB2-F666-481F-A185-A97DDFD3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765B1-D44F-4F0A-93C3-3492D90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Eigenvalues and Eigenvectors (8Hours Theory + 4Hours Tutorial) Elementary row transformation 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E0CC8-F2E2-4694-9604-5A2A9D96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E362B-E57B-4D94-A1FC-4CD2986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E55E4-21C6-42B2-AAF2-FAEE565C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Echelon form, rank of a matrix.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4A7C8-BC7E-4A80-B70F-9C8AF2C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D0206-6302-4755-A941-B028379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444B0-D2BD-4E01-9FE7-46EA5A3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Consistency and solution of system of linear equations 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D05B4-DA92-4689-8718-AA43F72F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997A3-7D71-4763-B8D9-81DE4593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0F112-148E-4FD0-BD99-93CD2C2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Gauss elimination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6DE73-8409-456C-8D59-8B5ED32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44E6A-88C2-4CF2-96F2-59E0ACE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9F088-860F-49B4-B72A-1B8340E3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Gauss Jordan method.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4DEA8-B0B8-41FD-AC51-4948B9C1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A0A1D-318D-4775-BD7A-DF143DB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15CFA7-105F-493E-8BB8-E0A6E58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DB7D8-F317-4E4E-B573-1BDF2BC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A28DF-2181-483A-8754-2E4BEFD5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7CC025-C973-4064-BC44-04E64532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110F9-A7A5-49E9-A408-2DB98422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2092746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BDB8C-7AEC-410A-9A0E-6DF76F93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1BMATS101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7F006-ACE2-4D68-9ACA-127F932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571AE-2958-434B-B893-77943B6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DBF97-8ADD-4B55-AA00-3AD68DFE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System, Linear, Equations, Eigenvalues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32597-8DE9-4B95-8508-DE547ADE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BEBE0-8490-48DC-B1A9-772C349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B7BB2-FCBB-4E23-B983-222DB85D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 AND LINEAR ALGEBRA | 1BMATS101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4BF7D-E7BC-4E83-BA18-032F2C61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71760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2026-08-24T06:38:52.1430000Z</dcterms:created>
  <dcterms:modified xsi:type="dcterms:W3CDTF">2026-08-24T06:38:52.1430000Z</dcterms:modified>
</coreProperties>
</file>