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d42ca7b29645ed" /><Relationship Type="http://schemas.openxmlformats.org/officeDocument/2006/relationships/extended-properties" Target="/docProps/app.xml" Id="Rb5ae866dba004efe" /><Relationship Type="http://schemas.openxmlformats.org/officeDocument/2006/relationships/officeDocument" Target="/ppt/presentation.xml" Id="R10328ec1eb5846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05932dca564bf7"/>
  </p:sldMasterIdLst>
  <p:notesMasterIdLst>
    <p:notesMasterId xmlns:r="http://schemas.openxmlformats.org/officeDocument/2006/relationships" r:id="Ra87f0072bb2b4606"/>
  </p:notesMasterIdLst>
  <p:sldIdLst>
    <p:sldId xmlns:r="http://schemas.openxmlformats.org/officeDocument/2006/relationships" id="256" r:id="Rdc13a74d00294ce9"/>
    <p:sldId xmlns:r="http://schemas.openxmlformats.org/officeDocument/2006/relationships" id="257" r:id="R9b174a1193aa4b39"/>
    <p:sldId xmlns:r="http://schemas.openxmlformats.org/officeDocument/2006/relationships" id="258" r:id="R168ade8314054d32"/>
    <p:sldId xmlns:r="http://schemas.openxmlformats.org/officeDocument/2006/relationships" id="259" r:id="Rc12f1de684d24a7e"/>
    <p:sldId xmlns:r="http://schemas.openxmlformats.org/officeDocument/2006/relationships" id="260" r:id="R659ee696dfee4c02"/>
    <p:sldId xmlns:r="http://schemas.openxmlformats.org/officeDocument/2006/relationships" id="261" r:id="R783fbf6128534893"/>
    <p:sldId xmlns:r="http://schemas.openxmlformats.org/officeDocument/2006/relationships" id="262" r:id="R1d25ab3239af42bf"/>
    <p:sldId xmlns:r="http://schemas.openxmlformats.org/officeDocument/2006/relationships" id="263" r:id="R11a0319aa71b4c40"/>
    <p:sldId xmlns:r="http://schemas.openxmlformats.org/officeDocument/2006/relationships" id="264" r:id="R83315bbc4b8b47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adf0e0a275424e" /><Relationship Type="http://schemas.openxmlformats.org/officeDocument/2006/relationships/slideMaster" Target="/ppt/slideMasters/slideMaster1.xml" Id="Rdd05932dca564bf7" /><Relationship Type="http://schemas.openxmlformats.org/officeDocument/2006/relationships/notesMaster" Target="/ppt/notesMasters/notesMaster1.xml" Id="Ra87f0072bb2b4606" /><Relationship Type="http://schemas.openxmlformats.org/officeDocument/2006/relationships/presProps" Target="/ppt/presProps.xml" Id="R658a93250e7c460e" /><Relationship Type="http://schemas.openxmlformats.org/officeDocument/2006/relationships/tableStyles" Target="/ppt/tableStyles.xml" Id="R4d8a35eefab84c48" /><Relationship Type="http://schemas.openxmlformats.org/officeDocument/2006/relationships/slide" Target="/ppt/slides/slide1.xml" Id="Rdc13a74d00294ce9" /><Relationship Type="http://schemas.openxmlformats.org/officeDocument/2006/relationships/slide" Target="/ppt/slides/slide2.xml" Id="R9b174a1193aa4b39" /><Relationship Type="http://schemas.openxmlformats.org/officeDocument/2006/relationships/slide" Target="/ppt/slides/slide3.xml" Id="R168ade8314054d32" /><Relationship Type="http://schemas.openxmlformats.org/officeDocument/2006/relationships/slide" Target="/ppt/slides/slide4.xml" Id="Rc12f1de684d24a7e" /><Relationship Type="http://schemas.openxmlformats.org/officeDocument/2006/relationships/slide" Target="/ppt/slides/slide5.xml" Id="R659ee696dfee4c02" /><Relationship Type="http://schemas.openxmlformats.org/officeDocument/2006/relationships/slide" Target="/ppt/slides/slide6.xml" Id="R783fbf6128534893" /><Relationship Type="http://schemas.openxmlformats.org/officeDocument/2006/relationships/slide" Target="/ppt/slides/slide7.xml" Id="R1d25ab3239af42bf" /><Relationship Type="http://schemas.openxmlformats.org/officeDocument/2006/relationships/slide" Target="/ppt/slides/slide8.xml" Id="R11a0319aa71b4c40" /><Relationship Type="http://schemas.openxmlformats.org/officeDocument/2006/relationships/slide" Target="/ppt/slides/slide9.xml" Id="R83315bbc4b8b47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dc6af4bdf544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62facbb28470f" /><Relationship Type="http://schemas.openxmlformats.org/officeDocument/2006/relationships/notesMaster" Target="/ppt/notesMasters/notesMaster1.xml" Id="Rfea9d43c61a145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73277e75cd4e91" /><Relationship Type="http://schemas.openxmlformats.org/officeDocument/2006/relationships/notesMaster" Target="/ppt/notesMasters/notesMaster1.xml" Id="Rcaabf54cf6a640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6311e01c7145c4" /><Relationship Type="http://schemas.openxmlformats.org/officeDocument/2006/relationships/notesMaster" Target="/ppt/notesMasters/notesMaster1.xml" Id="R960b6386d4e14b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a132d7a7c94b13" /><Relationship Type="http://schemas.openxmlformats.org/officeDocument/2006/relationships/notesMaster" Target="/ppt/notesMasters/notesMaster1.xml" Id="R8b01785447bc4b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28da8ebe524a5a" /><Relationship Type="http://schemas.openxmlformats.org/officeDocument/2006/relationships/notesMaster" Target="/ppt/notesMasters/notesMaster1.xml" Id="Rc469765215c84d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2ff206786a4996" /><Relationship Type="http://schemas.openxmlformats.org/officeDocument/2006/relationships/notesMaster" Target="/ppt/notesMasters/notesMaster1.xml" Id="R7d2bafad0eee49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7b4bf82a404dd6" /><Relationship Type="http://schemas.openxmlformats.org/officeDocument/2006/relationships/notesMaster" Target="/ppt/notesMasters/notesMaster1.xml" Id="R94d74170f47242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1fec83f9ec4447" /><Relationship Type="http://schemas.openxmlformats.org/officeDocument/2006/relationships/notesMaster" Target="/ppt/notesMasters/notesMaster1.xml" Id="R9fa9f49c2ef24c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4bc66fa87c407f" /><Relationship Type="http://schemas.openxmlformats.org/officeDocument/2006/relationships/notesMaster" Target="/ppt/notesMasters/notesMaster1.xml" Id="R8bf09f4c247147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af757ada94b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ede90cdb3048d8" /><Relationship Type="http://schemas.openxmlformats.org/officeDocument/2006/relationships/slideLayout" Target="/ppt/slideLayouts/slideLayout1.xml" Id="Rafea192a7c9144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ea192a7c9144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2fe68d98d473e" /><Relationship Type="http://schemas.openxmlformats.org/officeDocument/2006/relationships/notesSlide" Target="/ppt/notesSlides/notesSlide1.xml" Id="Re034c740b6f54b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0949099954444" /><Relationship Type="http://schemas.openxmlformats.org/officeDocument/2006/relationships/notesSlide" Target="/ppt/notesSlides/notesSlide2.xml" Id="R75320d3114024f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1aa1645614f1a" /><Relationship Type="http://schemas.openxmlformats.org/officeDocument/2006/relationships/notesSlide" Target="/ppt/notesSlides/notesSlide3.xml" Id="R292823f6c2394e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6f16b79c647cb" /><Relationship Type="http://schemas.openxmlformats.org/officeDocument/2006/relationships/notesSlide" Target="/ppt/notesSlides/notesSlide4.xml" Id="Rdab28764f64e47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72f23be9244a8" /><Relationship Type="http://schemas.openxmlformats.org/officeDocument/2006/relationships/notesSlide" Target="/ppt/notesSlides/notesSlide5.xml" Id="R09ea74176a3a48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6a93c02fc463f" /><Relationship Type="http://schemas.openxmlformats.org/officeDocument/2006/relationships/notesSlide" Target="/ppt/notesSlides/notesSlide6.xml" Id="R32f3a933a52b41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8d33525e54f88" /><Relationship Type="http://schemas.openxmlformats.org/officeDocument/2006/relationships/notesSlide" Target="/ppt/notesSlides/notesSlide7.xml" Id="R1d05eea7d3e443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3a98b6f7f43e9" /><Relationship Type="http://schemas.openxmlformats.org/officeDocument/2006/relationships/notesSlide" Target="/ppt/notesSlides/notesSlide8.xml" Id="R2aefbc57348c4f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d222cd94d416d" /><Relationship Type="http://schemas.openxmlformats.org/officeDocument/2006/relationships/notesSlide" Target="/ppt/notesSlides/notesSlide9.xml" Id="Rea49da0a34834a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A76E2-08D5-4E75-A998-E9431E5E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B69EC-C1E6-4BEC-BB70-5BA96125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Vector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5E263-B932-4726-8C53-2A35D1F1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1BMATS101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2E0C8-0A7C-49C8-AE2F-845969F1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C556F-CA68-4A03-AB4B-3F7268F7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FC981-9054-48F6-B8AC-D1189246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57395-38F4-412A-9C30-64C57EC5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984AE-6391-4E8E-83A5-175B8975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EA37F-A495-458F-9DCD-EA3E6871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13821-1A80-4652-BFFD-AD546E48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47D7D-EC92-45A0-8CE7-27E80831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5622F-8C20-463C-912E-A32BCF18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618666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24420-8A40-4A37-BE98-59448777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C17AF-6A1C-49E3-A7BB-34AC6FC6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71F94-D6E1-436C-A3DE-73BFFECF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526BC-E9B8-40B3-B216-E8BB9FD6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43858-D540-4CD2-97CA-99415257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CAE25-4143-4686-9ABF-461425E8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099E7-57C0-4710-9CCD-D4A41155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A4659-C873-4374-8CCC-E52AFCDE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48A46-A045-4FEA-9A08-02352BD7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8C6E9-2ECF-48F2-BFEA-1E6C8C39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DD42E-18B4-45AA-8756-3FEDEBCA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C6D65-E06C-488B-B14D-E953E9EA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CD3A5-D10D-46C4-AD34-C5AA1899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Vector Calculus (8Hours Theory + 4Hours Tutorial) Scalar and vector fields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Gradient, directional derivatives, divergence and curl - physical interpretation, solenoidal vector fields, irrotational vector fields and scalar potential.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polar coordinates and polar curves.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Curvilinear coordinates: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Scale factors, base vectors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D48BD-8B16-432E-98AE-1B91944F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12BCA-A084-4CED-A653-57D634B0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673495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B7B00-6877-49CF-844E-82F73286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05FC0-7D9C-430C-BB9E-BC2E75EE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E5190-6643-4736-A844-FFE40D30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83ED2-3FA4-4471-B7AB-A83B1D2D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73187-188D-4E27-B344-96DB5D5D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Calculus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3F327-8C49-461F-897F-9173354D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CD0AA-4E97-47C1-9991-565F8217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Scalar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F3190-6D0E-4616-A6DC-A7DC15BF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fields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A4943-F743-4305-B211-8D407FA0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Gradient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95DA7-14B8-4578-B61C-CA78581D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Cylindrical polar coordinates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Spherical polar coordinates, transformation between cartesian and curvilinear systems, orthogonality.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 5.4 - 5.21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62BC7-383B-4F86-ADB3-C087CA97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32329-238A-4B2B-9336-5B88FCB3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652068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C9155-2145-4F22-AB9B-28949CAB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0B9B5-1FFB-4395-BC63-924473D9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C2A14-CFA9-49C6-99F0-A1796539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868B2-0906-4CD4-A3C1-2B8EA3FE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Vector Calculus (8Hours Theory + 4Hours Tutorial) Scalar and vector fields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Gradient, directional derivatives, divergence and curl - physical interpretation, solenoidal vector fields,...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polar coordinates and polar curves.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Curvilinear coordinates: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Scale factors, base vectors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Cylindrical polar coordinates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4B27C-65F9-40E8-8F3D-FC3643D4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21FE2-F01D-44FB-AB31-713C9001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1B2BE-A7EA-4D1D-A67E-CC72960D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961AE-2C99-47C0-BA45-7A06DB9A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9E1BF-ABB1-4D0C-90BB-CC4F53D4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4974B-FE30-45F5-90B2-BC3C7591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D4A98-D551-4E5C-A426-6BADB199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3C23A-E577-4CE5-A2C2-4FA2D0F9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918D8-479D-4503-85DF-D2B25F90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BB8F4-2824-4E43-8C30-F52ED1D7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69B4E-77FE-4C08-90F0-CE7EC9EE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666167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CB650-A6FA-4616-BC65-C85BCCEE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7D9D4-553C-4D8C-8C40-F4B095FA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DBD99-8E35-4BED-8A82-3150FF56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895E1-3658-44CF-B5ED-E7A02897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89C7A-D100-40A4-9749-DC4C2B05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86ED7-85C7-4029-B6FE-54C1BAC5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13015-7B32-4E9E-99A2-0B142CC2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F1D71-F6CC-4C4F-937A-DA43EB30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51340-E862-4504-8A93-6960F348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888AB-DCED-4F71-8E33-DA38B31C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CFF61-8275-4063-90AB-7FC65DB6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0D3AB-DA0D-4606-BDA0-CE3A34BC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FBBE6-EE8E-41DC-87D8-B8572247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F604F-ED22-4179-977E-653BDD54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DC103-411B-45CD-8789-EE70840C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450810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60BD5-BF94-4A08-A5A1-3C45823F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ED8B8-F77A-4D98-8AC2-807C0649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864B2-B002-45DA-A4EE-97B570C5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AE81E-E03C-4738-99A2-8F785C38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BC54C-607F-4DFC-A089-166DFA28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Vector Calculus (8Hours Theory + 4Hours Tutorial) Scalar and vector fields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59A16-BE8B-4BC9-96F2-0CC9697F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Vector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06AC5-A4D8-4FB0-AD7B-D739D867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8AEAE-5DA4-4E63-99AD-C7EC11EB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6CBAD-251C-4564-A112-D4F40521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359062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4BD1B-8796-4091-AFD9-D0F38B7B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C854B-F79A-4EA6-B075-BCF340D1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1882C-214B-4ACB-BC1B-D99C24BE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C1231-1BB8-4094-9934-6676DD47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7C535-1308-469B-9F0F-DB59EDDD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Spherical polar coordinates, transformation between cartesian and curvilinear systems, orthogonality.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5.4 - 5.21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47696-ECB5-4CF1-9F24-D6CB15F0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225BD-F1DB-473C-8B33-ED9689F3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EE772-2B41-49D2-8C7D-62404F6C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A3951-06C2-4540-8D19-763CE77D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5122391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F150BD-33CF-4215-9C49-1232F47B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D4B32-B5EF-428F-A3D3-4EE5985A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F0FC7-3BCD-4E9F-8E93-94A6BFF5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F01FD-F3E1-4320-A755-34EC7C9E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62EE9-E937-4A02-8FE0-AD550C99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D05A6-9137-42A4-AB6F-46446DEB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FC681-61C9-4079-92ED-B3E9BAD7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Vector Calculus (8Hours Theory + 4Hours Tutorial) Scalar and vector fields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D921C-CE90-448B-8746-BC5F66D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E7750-DC80-4C75-9299-D3A105A0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AEEFE-C563-462E-A4D2-9A1C666C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Gradient, directional derivatives, divergence and curl - physical interpretation, solenoidal 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7EE22-867F-4CDC-B3D2-1E70A0B2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3B922-A78E-43D1-B518-2C2792CA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E4EB1-2A39-4BD0-B08C-C78383CC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polar coordinates and polar curves.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ADB4D-6B66-4507-95E2-7D8230EF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74834-817C-4ED0-8E3B-4FC7BB66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15091-858C-4BB3-BA2D-B91D86BD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Curvilinear coordinates: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89FFC-8630-4E90-BB8B-0FB7A901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9EDAA-4E07-4D37-B7C9-D8C4EA99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D2FC1-2653-4C66-A9A8-EE3FFC40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Scale factors, base vectors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CD19B-7649-4441-BB9D-2D1DCF1D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D916D-AD26-4201-9E9C-EB4CF817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42776-BB28-491D-8ECF-4C9D6BF9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Cylindrical polar coordinates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6AC36-11DD-4E54-BEAE-5D7BA4EE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16AC32-5BD6-45BB-8EDC-8AED213D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6A52F6-E781-48DD-A4D8-24C53FA4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Spherical polar coordinates, transformation between cartesian and curvilinear systems, orthogon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ED8602-9190-48D7-B71F-1EADC3F2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95BDD0-EEC7-4089-A051-DB9D4FE1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4219F0-91D8-44D4-BD87-7C9FFDF6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B3B5C-18F4-474F-A3E6-28F569EB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613843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7A114-7EF0-469C-82CB-9EE69216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BA0F7-7BAF-4356-8463-520B52F2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75C65-A382-419A-8934-44EE8DD8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59E3E-A1F7-4B59-8A33-875012E5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Vector, Calculus, Tutorial, Scalar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128F8-F73D-445C-9249-298D0A8B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55F85-A63B-429D-96C3-7009DF8D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D5B18-E33E-4A67-B78C-7287F1B4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175E2-7108-4DDD-8F97-B1960678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654549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2026-08-24T06:38:52.0830000Z</dcterms:created>
  <dcterms:modified xsi:type="dcterms:W3CDTF">2026-08-24T06:38:52.0830000Z</dcterms:modified>
</coreProperties>
</file>