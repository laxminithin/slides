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74815e91b3447d" /><Relationship Type="http://schemas.openxmlformats.org/officeDocument/2006/relationships/extended-properties" Target="/docProps/app.xml" Id="Rc8a72f1c11884268" /><Relationship Type="http://schemas.openxmlformats.org/officeDocument/2006/relationships/officeDocument" Target="/ppt/presentation.xml" Id="R05ce2409c74243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41f0f005b94b9f"/>
  </p:sldMasterIdLst>
  <p:notesMasterIdLst>
    <p:notesMasterId xmlns:r="http://schemas.openxmlformats.org/officeDocument/2006/relationships" r:id="R38ada09c7c734f83"/>
  </p:notesMasterIdLst>
  <p:sldIdLst>
    <p:sldId xmlns:r="http://schemas.openxmlformats.org/officeDocument/2006/relationships" id="256" r:id="R89d386ea9aab478a"/>
    <p:sldId xmlns:r="http://schemas.openxmlformats.org/officeDocument/2006/relationships" id="257" r:id="Rae014e22fb894f46"/>
    <p:sldId xmlns:r="http://schemas.openxmlformats.org/officeDocument/2006/relationships" id="258" r:id="R5a530a69fdeb4028"/>
    <p:sldId xmlns:r="http://schemas.openxmlformats.org/officeDocument/2006/relationships" id="259" r:id="R1c57f5209ba241bf"/>
    <p:sldId xmlns:r="http://schemas.openxmlformats.org/officeDocument/2006/relationships" id="260" r:id="Rd955b961c1da4f1c"/>
    <p:sldId xmlns:r="http://schemas.openxmlformats.org/officeDocument/2006/relationships" id="261" r:id="R81f9c359fc2f402d"/>
    <p:sldId xmlns:r="http://schemas.openxmlformats.org/officeDocument/2006/relationships" id="262" r:id="R8e4ef2b694a04fda"/>
    <p:sldId xmlns:r="http://schemas.openxmlformats.org/officeDocument/2006/relationships" id="263" r:id="Rba0d2b1ac1564d9c"/>
    <p:sldId xmlns:r="http://schemas.openxmlformats.org/officeDocument/2006/relationships" id="264" r:id="R403e2b16c7f345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809c830f940c6" /><Relationship Type="http://schemas.openxmlformats.org/officeDocument/2006/relationships/slideMaster" Target="/ppt/slideMasters/slideMaster1.xml" Id="R7741f0f005b94b9f" /><Relationship Type="http://schemas.openxmlformats.org/officeDocument/2006/relationships/notesMaster" Target="/ppt/notesMasters/notesMaster1.xml" Id="R38ada09c7c734f83" /><Relationship Type="http://schemas.openxmlformats.org/officeDocument/2006/relationships/presProps" Target="/ppt/presProps.xml" Id="Rb1045412ddd84d9b" /><Relationship Type="http://schemas.openxmlformats.org/officeDocument/2006/relationships/tableStyles" Target="/ppt/tableStyles.xml" Id="Re97de38379c84b80" /><Relationship Type="http://schemas.openxmlformats.org/officeDocument/2006/relationships/slide" Target="/ppt/slides/slide1.xml" Id="R89d386ea9aab478a" /><Relationship Type="http://schemas.openxmlformats.org/officeDocument/2006/relationships/slide" Target="/ppt/slides/slide2.xml" Id="Rae014e22fb894f46" /><Relationship Type="http://schemas.openxmlformats.org/officeDocument/2006/relationships/slide" Target="/ppt/slides/slide3.xml" Id="R5a530a69fdeb4028" /><Relationship Type="http://schemas.openxmlformats.org/officeDocument/2006/relationships/slide" Target="/ppt/slides/slide4.xml" Id="R1c57f5209ba241bf" /><Relationship Type="http://schemas.openxmlformats.org/officeDocument/2006/relationships/slide" Target="/ppt/slides/slide5.xml" Id="Rd955b961c1da4f1c" /><Relationship Type="http://schemas.openxmlformats.org/officeDocument/2006/relationships/slide" Target="/ppt/slides/slide6.xml" Id="R81f9c359fc2f402d" /><Relationship Type="http://schemas.openxmlformats.org/officeDocument/2006/relationships/slide" Target="/ppt/slides/slide7.xml" Id="R8e4ef2b694a04fda" /><Relationship Type="http://schemas.openxmlformats.org/officeDocument/2006/relationships/slide" Target="/ppt/slides/slide8.xml" Id="Rba0d2b1ac1564d9c" /><Relationship Type="http://schemas.openxmlformats.org/officeDocument/2006/relationships/slide" Target="/ppt/slides/slide9.xml" Id="R403e2b16c7f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aa071789fa40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8b6dde99834039" /><Relationship Type="http://schemas.openxmlformats.org/officeDocument/2006/relationships/notesMaster" Target="/ppt/notesMasters/notesMaster1.xml" Id="Rf1a636af702841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7994fcb7cd4ee4" /><Relationship Type="http://schemas.openxmlformats.org/officeDocument/2006/relationships/notesMaster" Target="/ppt/notesMasters/notesMaster1.xml" Id="R9ff5279640d34e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4952ee8c574fd9" /><Relationship Type="http://schemas.openxmlformats.org/officeDocument/2006/relationships/notesMaster" Target="/ppt/notesMasters/notesMaster1.xml" Id="Rbb224deaeaec4e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5bc67e2c454546" /><Relationship Type="http://schemas.openxmlformats.org/officeDocument/2006/relationships/notesMaster" Target="/ppt/notesMasters/notesMaster1.xml" Id="R5884020990e849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9a5f3d07544e7c" /><Relationship Type="http://schemas.openxmlformats.org/officeDocument/2006/relationships/notesMaster" Target="/ppt/notesMasters/notesMaster1.xml" Id="R9eabbb6d4cf44d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8703b3ac0d4f12" /><Relationship Type="http://schemas.openxmlformats.org/officeDocument/2006/relationships/notesMaster" Target="/ppt/notesMasters/notesMaster1.xml" Id="Rabc77bebe1f343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2354ecc4304085" /><Relationship Type="http://schemas.openxmlformats.org/officeDocument/2006/relationships/notesMaster" Target="/ppt/notesMasters/notesMaster1.xml" Id="R58d9729593c041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c918b9c88c4c05" /><Relationship Type="http://schemas.openxmlformats.org/officeDocument/2006/relationships/notesMaster" Target="/ppt/notesMasters/notesMaster1.xml" Id="R064cd275855b4f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e9865fd57c4997" /><Relationship Type="http://schemas.openxmlformats.org/officeDocument/2006/relationships/notesMaster" Target="/ppt/notesMasters/notesMaster1.xml" Id="R184052c42c004e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f5fd463d74c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ccf0a85d1f4f42" /><Relationship Type="http://schemas.openxmlformats.org/officeDocument/2006/relationships/slideLayout" Target="/ppt/slideLayouts/slideLayout1.xml" Id="R40a3c9147aa44b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a3c9147aa44b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d5a4273ff42fe" /><Relationship Type="http://schemas.openxmlformats.org/officeDocument/2006/relationships/notesSlide" Target="/ppt/notesSlides/notesSlide1.xml" Id="R5608d385876f40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1a08366a84a38" /><Relationship Type="http://schemas.openxmlformats.org/officeDocument/2006/relationships/notesSlide" Target="/ppt/notesSlides/notesSlide2.xml" Id="Read463c71e574d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09f126c7b4a41" /><Relationship Type="http://schemas.openxmlformats.org/officeDocument/2006/relationships/notesSlide" Target="/ppt/notesSlides/notesSlide3.xml" Id="R1df5dd575b4245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643f5a35b48c2" /><Relationship Type="http://schemas.openxmlformats.org/officeDocument/2006/relationships/notesSlide" Target="/ppt/notesSlides/notesSlide4.xml" Id="R1c3025bebec24f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bd2b255484139" /><Relationship Type="http://schemas.openxmlformats.org/officeDocument/2006/relationships/notesSlide" Target="/ppt/notesSlides/notesSlide5.xml" Id="R0cbedd83ed0b41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85921216e4833" /><Relationship Type="http://schemas.openxmlformats.org/officeDocument/2006/relationships/notesSlide" Target="/ppt/notesSlides/notesSlide6.xml" Id="R694a1e8bb23147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1a8e0dced4a6d" /><Relationship Type="http://schemas.openxmlformats.org/officeDocument/2006/relationships/notesSlide" Target="/ppt/notesSlides/notesSlide7.xml" Id="Rb04fc8a16fc24f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3b26ba6a24d3b" /><Relationship Type="http://schemas.openxmlformats.org/officeDocument/2006/relationships/notesSlide" Target="/ppt/notesSlides/notesSlide8.xml" Id="R4c73b0abe58d49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79b5a92a747b6" /><Relationship Type="http://schemas.openxmlformats.org/officeDocument/2006/relationships/notesSlide" Target="/ppt/notesSlides/notesSlide9.xml" Id="R29787345ce0844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F57D2-F46E-480C-834C-3C114859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A920B-1E1F-4888-82EF-34893475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 to Numerical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206A1-6275-4A41-A231-584FD8A5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1BMATS201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1FAB8-D838-452C-A751-D1B7B830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A6F97-78F9-4222-9745-1300857A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A9F13-2082-45C2-9DB6-A16CCC61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B7FC6-F863-4121-B772-B9AC39BF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A719A-E1F5-42CE-A05E-23E83139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07ADC-8EF4-4A77-9C26-D0320120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B6C33-8C5C-4C2B-BB6C-ADE04568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122C8-A6E3-4ED5-BAFF-62BA0B40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6F8DC-AFC4-4905-ABE8-97F8FD35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893391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AA2BC-C7A9-40BA-A654-1863E687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55816-615C-4BFA-AD9B-863302A4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E40BE-4AF0-4052-8CEA-E0633F36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F45C3-B86D-47FA-81A6-59D56556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72248-3E61-4064-91F6-523301EA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A3AC3-17BC-4929-8E7A-324176F0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CB4E3-3629-410E-8254-C1AD2497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7276B-5CCD-4A23-A39D-F244BC4B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E609F-76E0-48C7-BDBC-AB9F2B18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E2A42-AC22-47B0-9223-1F764A62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A1358-62B4-41C0-8BCC-59B243BF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2A352-1B3A-4175-9B95-F4110865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AE763-46A1-4AF0-BE3B-0C0A042C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Numerical Methods (8Hours Theory + 4Hours Tutorial) Errors and their computation: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Round off error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Truncation error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Absolute error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Relative error and Percentage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A04F7-3B43-4081-B405-501FD08A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51240-51FF-488E-BE3D-C1752F92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325425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332B8-F0CD-4699-9977-D45225D1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4B543-1F5E-44EB-8300-0833ECFF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93477-B7AE-460F-B556-54F738CC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15ECC-6F9D-44B9-A09F-EA7A7DE8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8EDB7-259D-4608-A235-2A5441B8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CDD88-4270-4827-B414-6E517B26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ACA15-70A6-41DF-AB61-16FBBAE1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CA043-9F75-4865-A10A-98F52B46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4EBBF-EA0E-4CF4-A186-7D7B719B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computation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654ED-E592-4182-8579-BAAE351D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Solution of algebraic and transcendental equations: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Regula-Falsi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Secant and Newton-Raphson methods.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94F9A-82FA-4815-B300-9C328D84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5D403-418E-4D74-BAFB-E4D47B93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739674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3586B-CEC7-4B87-9580-F7B15455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ED172-D612-41B2-9B14-8D47737A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54F9D-64FA-43DB-BCAF-3E268368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6E88D-9D94-44AC-90D4-7860C445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Numerical Methods (8Hours Theory + 4Hours Tutorial) Errors and their computation: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Round off error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Truncation error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Absolute error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Relative error and Percentage error.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Solution of algebraic and transcendental equations: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874D7-1D50-4894-B6CF-DF851570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FB675-1D3A-443F-9854-D01E6ACC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D7816-803F-4458-9335-3EDECEAE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AB6A5-415F-4E25-88C7-41FC723A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32C63-D2CF-4FF4-8435-99EFF7F2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B78E3-E3DC-4B64-8BD3-75989E8E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30CC5-DD77-4BEA-8B21-6483C385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AE785-EC5C-4A05-B443-828CB891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A8332-9900-43C3-A2A9-4EA95BB6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B0ED0-56BB-4026-99CE-11317C20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970F1-1E01-4095-8BF1-DBA8E933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552933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7759E-A02E-40E5-8BB7-580FF8E3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33DC2-EF1C-4F55-BE88-97E4D8E8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9A493-D32B-4A19-8D02-96A9211B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AEA48-C29E-4C23-80D7-8D101DBF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60CF6-AAD1-46B4-8D01-989DA4CC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8F805-2C06-41A5-A62B-2EBA5531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EB390-B566-4797-9BFB-B0ABD89F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7F353-5820-4089-A86C-38B305CB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32A31-12D2-48D9-B8AD-5A41976E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60776-60EB-4D41-AB5E-E7D420FB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C3124-E092-43C2-A7C4-68206203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4BA1A-CEB4-4025-A7BB-1D164C67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7D51C-6881-4C13-95DF-D25DC66F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05C47-400D-4315-A4D3-5C89FA04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1B86E-B340-4116-98FA-13678046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318766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BB41F-FA7B-4951-944A-15F307AF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76299-A4C7-47ED-9A01-72CC33AF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B70BF-E7B8-40B7-A06C-D2CF1638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8748F-950E-4D79-A3A8-3119871F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1788D-F63F-4F41-BA3F-DC63FB1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 to Numerical Methods (8Hours Theory + 4Hours Tutorial) Errors and their computation: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22354-01A0-406E-B5F0-EFD5E943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Numerical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5B0A2-7E8F-4081-9330-AEC84F8A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41DE8-06E1-41F9-A03A-1510C522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2774E-04C4-4753-9E3D-89F27B7A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727037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C9462-EA5F-41E2-BF4A-447D9B72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391B7-4078-4184-9D1D-FCBEAC64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08FD4-20D4-440A-A41A-91D80A8E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2F500-9E0A-40F5-A30C-718B3270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7B81A-6E87-463E-8155-59916AD1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Regula-Falsi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Secant and Newton-Raphson methods.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 1.3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B0E01-6657-4232-87A8-3D829DCD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DC82E-2B1B-45E5-BE1E-18D92454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029F6-16F7-490D-AB7D-513E5AC0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E2873-BCD7-4D08-A8AA-1A80DE80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204246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9219CB-46FD-4413-841A-D1AB3678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0F5D1-9D2C-4025-AD44-7D8DEEB5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C9A68-DE26-4B3E-8EE5-C3A46ECC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568F3-7F8B-46C3-BD47-41430672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0BB1A-A2AC-48E7-B042-B2F0B377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E8E3A-4998-4BD2-A1FA-3A8BA152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2B6B9-A4AF-4F1D-BF1F-6DBD1971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Numerical Methods (8Hours Theory + 4Hours Tutorial) Errors and their computatio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2A172-ADCC-43D0-9480-9075B8AC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D3507-4E0E-4B8F-8771-4883C70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4D5D0-FE01-4AC7-9BEB-E6E60FA2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Round off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07C55-45B8-46DE-8F06-F1CA6A5F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79C77-391E-4A9A-AF59-2647B88D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15474-7CE1-4C0B-B4B5-422CA66A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Truncation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31DE2-B8D4-4D6C-B0D4-5700E1FD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65A02-D616-437E-AE45-6EEED883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752AC-91FD-43C2-B5F3-2176EEAF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Absolute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26923-6BCF-4734-AFFF-96A4D6F2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2728F-7CC9-462A-8871-E06F911F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317D6-C375-4805-B233-41684177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Relative error and Percentage error.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1B616-AE22-4F15-874B-1E1B6DB5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262F8-CDA3-420B-AADA-072EA22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71F16-229D-45DD-97C6-E1DA42F2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Solution of algebraic and transcendental equations: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D3DD0-CDBE-4BB0-972A-261594C7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00E21-E014-471E-97A2-349E4824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4278BB-71EE-4638-96EA-B0B066AB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Regula-Falsi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F1F446-C28C-4F3A-9F58-53AB11E9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2603B6-3076-44B1-8355-4A61EBB1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A236B1-EE5F-466B-AC2A-8EC57955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6B7585-9A58-4328-AE0B-2BED3A40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1649457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43990-25D0-420B-A5E6-685DE7BA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9EA92-8981-400B-A31E-25736FB9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00E14-53B0-4D6F-84EC-C679BF4A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99F88-D389-4701-AF70-C5C8DC39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Numerical, Methods, Tutorial, Errors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B1F64-0C8F-4971-8962-4607866A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71955-6C24-4BAD-9AD9-5062308F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C6B58-DC14-45C3-94E6-270B467F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B306C-D977-49DC-B06D-27DD65A3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707850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2026-08-24T06:38:52.3190000Z</dcterms:created>
  <dcterms:modified xsi:type="dcterms:W3CDTF">2026-08-24T06:38:52.3190000Z</dcterms:modified>
</coreProperties>
</file>