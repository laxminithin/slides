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7861a298745d4" /><Relationship Type="http://schemas.openxmlformats.org/officeDocument/2006/relationships/extended-properties" Target="/docProps/app.xml" Id="Rba5380b9989f4780" /><Relationship Type="http://schemas.openxmlformats.org/officeDocument/2006/relationships/officeDocument" Target="/ppt/presentation.xml" Id="R64b937f170fd44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70a200b91449a"/>
  </p:sldMasterIdLst>
  <p:notesMasterIdLst>
    <p:notesMasterId xmlns:r="http://schemas.openxmlformats.org/officeDocument/2006/relationships" r:id="R77463f90a38f4d2c"/>
  </p:notesMasterIdLst>
  <p:sldIdLst>
    <p:sldId xmlns:r="http://schemas.openxmlformats.org/officeDocument/2006/relationships" id="256" r:id="R9becaa82acdc4bf9"/>
    <p:sldId xmlns:r="http://schemas.openxmlformats.org/officeDocument/2006/relationships" id="257" r:id="R7aaca1d24d024dbb"/>
    <p:sldId xmlns:r="http://schemas.openxmlformats.org/officeDocument/2006/relationships" id="258" r:id="R47d02ab15e584bdf"/>
    <p:sldId xmlns:r="http://schemas.openxmlformats.org/officeDocument/2006/relationships" id="259" r:id="R03521c1e10df49a7"/>
    <p:sldId xmlns:r="http://schemas.openxmlformats.org/officeDocument/2006/relationships" id="260" r:id="R23862a1e5bc54e59"/>
    <p:sldId xmlns:r="http://schemas.openxmlformats.org/officeDocument/2006/relationships" id="261" r:id="Re60e50d4fad34cf0"/>
    <p:sldId xmlns:r="http://schemas.openxmlformats.org/officeDocument/2006/relationships" id="262" r:id="R866c568ba3c7413a"/>
    <p:sldId xmlns:r="http://schemas.openxmlformats.org/officeDocument/2006/relationships" id="263" r:id="R9a11ad5613aa4e31"/>
    <p:sldId xmlns:r="http://schemas.openxmlformats.org/officeDocument/2006/relationships" id="264" r:id="R80dc660da67e4f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264f1734664d53" /><Relationship Type="http://schemas.openxmlformats.org/officeDocument/2006/relationships/slideMaster" Target="/ppt/slideMasters/slideMaster1.xml" Id="Rbb070a200b91449a" /><Relationship Type="http://schemas.openxmlformats.org/officeDocument/2006/relationships/notesMaster" Target="/ppt/notesMasters/notesMaster1.xml" Id="R77463f90a38f4d2c" /><Relationship Type="http://schemas.openxmlformats.org/officeDocument/2006/relationships/presProps" Target="/ppt/presProps.xml" Id="R2f6119b852f744fb" /><Relationship Type="http://schemas.openxmlformats.org/officeDocument/2006/relationships/tableStyles" Target="/ppt/tableStyles.xml" Id="R765b7abe19804173" /><Relationship Type="http://schemas.openxmlformats.org/officeDocument/2006/relationships/slide" Target="/ppt/slides/slide1.xml" Id="R9becaa82acdc4bf9" /><Relationship Type="http://schemas.openxmlformats.org/officeDocument/2006/relationships/slide" Target="/ppt/slides/slide2.xml" Id="R7aaca1d24d024dbb" /><Relationship Type="http://schemas.openxmlformats.org/officeDocument/2006/relationships/slide" Target="/ppt/slides/slide3.xml" Id="R47d02ab15e584bdf" /><Relationship Type="http://schemas.openxmlformats.org/officeDocument/2006/relationships/slide" Target="/ppt/slides/slide4.xml" Id="R03521c1e10df49a7" /><Relationship Type="http://schemas.openxmlformats.org/officeDocument/2006/relationships/slide" Target="/ppt/slides/slide5.xml" Id="R23862a1e5bc54e59" /><Relationship Type="http://schemas.openxmlformats.org/officeDocument/2006/relationships/slide" Target="/ppt/slides/slide6.xml" Id="Re60e50d4fad34cf0" /><Relationship Type="http://schemas.openxmlformats.org/officeDocument/2006/relationships/slide" Target="/ppt/slides/slide7.xml" Id="R866c568ba3c7413a" /><Relationship Type="http://schemas.openxmlformats.org/officeDocument/2006/relationships/slide" Target="/ppt/slides/slide8.xml" Id="R9a11ad5613aa4e31" /><Relationship Type="http://schemas.openxmlformats.org/officeDocument/2006/relationships/slide" Target="/ppt/slides/slide9.xml" Id="R80dc660da67e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c6aa5305da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58f78c6caf4bc0" /><Relationship Type="http://schemas.openxmlformats.org/officeDocument/2006/relationships/notesMaster" Target="/ppt/notesMasters/notesMaster1.xml" Id="R4efe45086ba949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ddd174ba845bd" /><Relationship Type="http://schemas.openxmlformats.org/officeDocument/2006/relationships/notesMaster" Target="/ppt/notesMasters/notesMaster1.xml" Id="Rf1c61abf9b2c41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5d2d3c5e8b4b84" /><Relationship Type="http://schemas.openxmlformats.org/officeDocument/2006/relationships/notesMaster" Target="/ppt/notesMasters/notesMaster1.xml" Id="R24f5c937c4f7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8be1f017e49c4" /><Relationship Type="http://schemas.openxmlformats.org/officeDocument/2006/relationships/notesMaster" Target="/ppt/notesMasters/notesMaster1.xml" Id="R6ba818620eb9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bdd7d8e9c9413a" /><Relationship Type="http://schemas.openxmlformats.org/officeDocument/2006/relationships/notesMaster" Target="/ppt/notesMasters/notesMaster1.xml" Id="R78a37d14348943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cc367956b4fcb" /><Relationship Type="http://schemas.openxmlformats.org/officeDocument/2006/relationships/notesMaster" Target="/ppt/notesMasters/notesMaster1.xml" Id="R9033ed07fdcf46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c459c4393a406d" /><Relationship Type="http://schemas.openxmlformats.org/officeDocument/2006/relationships/notesMaster" Target="/ppt/notesMasters/notesMaster1.xml" Id="R11b3deb53eea48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c2bb86310748c2" /><Relationship Type="http://schemas.openxmlformats.org/officeDocument/2006/relationships/notesMaster" Target="/ppt/notesMasters/notesMaster1.xml" Id="Rb98af58a28be4d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d9cd49368f494c" /><Relationship Type="http://schemas.openxmlformats.org/officeDocument/2006/relationships/notesMaster" Target="/ppt/notesMasters/notesMaster1.xml" Id="Rc74cd7f1bc83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ed5aab3944f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8eb75094504a87" /><Relationship Type="http://schemas.openxmlformats.org/officeDocument/2006/relationships/slideLayout" Target="/ppt/slideLayouts/slideLayout1.xml" Id="Rd1943651931f47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943651931f47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5eae89a1c4e8a" /><Relationship Type="http://schemas.openxmlformats.org/officeDocument/2006/relationships/notesSlide" Target="/ppt/notesSlides/notesSlide1.xml" Id="R5723992f4039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70fa82b914f77" /><Relationship Type="http://schemas.openxmlformats.org/officeDocument/2006/relationships/notesSlide" Target="/ppt/notesSlides/notesSlide2.xml" Id="Ra765926b5d0e46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137a28ccf43d1" /><Relationship Type="http://schemas.openxmlformats.org/officeDocument/2006/relationships/notesSlide" Target="/ppt/notesSlides/notesSlide3.xml" Id="Re59b69f27b27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31d523c574160" /><Relationship Type="http://schemas.openxmlformats.org/officeDocument/2006/relationships/notesSlide" Target="/ppt/notesSlides/notesSlide4.xml" Id="R07ca255bbafa48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b8bf8aded44a2" /><Relationship Type="http://schemas.openxmlformats.org/officeDocument/2006/relationships/notesSlide" Target="/ppt/notesSlides/notesSlide5.xml" Id="Rd140925c685d44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a824e2fa4436d" /><Relationship Type="http://schemas.openxmlformats.org/officeDocument/2006/relationships/notesSlide" Target="/ppt/notesSlides/notesSlide6.xml" Id="Rf6e152cbca394d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abf6905644588" /><Relationship Type="http://schemas.openxmlformats.org/officeDocument/2006/relationships/notesSlide" Target="/ppt/notesSlides/notesSlide7.xml" Id="R6a21535973974c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950b1d93849f3" /><Relationship Type="http://schemas.openxmlformats.org/officeDocument/2006/relationships/notesSlide" Target="/ppt/notesSlides/notesSlide8.xml" Id="R7c751e28da9646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c199d5af54af8" /><Relationship Type="http://schemas.openxmlformats.org/officeDocument/2006/relationships/notesSlide" Target="/ppt/notesSlides/notesSlide9.xml" Id="R2b91399fb0ee4c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A9700-1255-4E3C-BAD5-A21ED99D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11FA0-9921-4C1B-AE07-EF6A03E0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Integration and Numerical Solution of Differential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A626B-2ACE-4134-96A2-DCF11FC0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E1278-8DFB-4EA7-9252-2574DBB1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7A60E-746B-4AD1-9F35-93E51A9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DFC31-D439-4578-809E-606467D0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B6B3A-03DC-4928-A88C-C345ED9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E64C1-8B2A-4B8E-A957-E534FE49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8F846-B2EB-41A0-8E2E-6C5D4B1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C1474-EE9F-4CB9-83EA-34F46AF7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5CE8E-EAD5-4FD2-83E0-662FB0B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6951F-4EB7-47FC-AA87-07B511C4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651552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6921F-6DC3-4A14-862C-A21F2486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ABE7-03CF-4591-BE8D-2CA552EA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DC01F-07BC-4EF1-B3BD-0CCB5CA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8C0C6-BF4B-4E48-9F7C-0F6002BC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AE047-FA20-4F13-B151-17C2987D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C56F-D8EA-4826-AE4E-27FBE12C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4AAB9-9D62-4231-9346-6A25880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0CFE3-B111-4783-AF9B-4BA6838A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DFE52-EB98-41BA-81D2-B8DDC95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E465A-43E2-48F7-A559-1B018BC3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60610-8F75-4DE5-8FD2-A3260FEF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E28BD-1EDC-49CE-B9A9-17025D0F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CC313-6778-48C2-946A-F7FA7034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Integration and Numerical Solution of Differential Equations (8Hours Theory + 4Hours Tutorial) Numerical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Trapezoidal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Simpson's 1/3rd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Simpson's 3/8th rule and Weddle's rule.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solution of ordinary differential equations of first order and first degree - Taylor's series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C8424-0C7D-4B83-BA2A-3303A11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AFCA5-29F1-4531-A9E1-B55F3F07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125701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C918F-818D-4739-9F08-1BC60D4C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0AA5D-2D13-4D15-9B65-F8AD186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360B2-DB01-4447-88F7-1DA110F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8CF52-D4C5-491C-8406-069D54C6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E8794-7E37-4ADA-9D2D-1ADF837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212D-02D0-421B-90B5-5D9B390B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262BE-4020-4A3A-BABB-835FB7C2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48C9D-09BF-4F19-B232-0CC7D64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F2951-A880-47C4-A62E-B41EB394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3EE95-1EC5-488A-A5E5-ACE07FA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Runge-Kutta method of fourth order and Milne's predictor-corrector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5.6, 5.7.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E1412-A783-4D65-9ABA-5DB9E860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CED56-55AD-4B7B-B8D5-13A753BA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47059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52E68-7DF7-402D-A034-EA8B0E02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7B508-44A0-450D-A041-05FE5B96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7CE75-A966-4807-86DA-88E4565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3C85E-7828-4F50-A532-B0864A4B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Integration and Numerical Solution of Differential Equations (8Hours Theory + 4Hours Tutorial) Nu...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Trapezoidal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Simpson's 1/3rd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Simpson's 3/8th rule and Weddle's rule.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solution of ordinary differential equations of first order and first degree - Taylor's series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Modified Euler's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7EDAE-2E1A-4912-AB32-931E1E3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1F4E2-D89B-47F5-8F78-11BAB06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8DE76-72BC-4B05-BFC5-297BE194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8353C-DEC8-4BC5-95CE-4CDB459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2AEAC-6F1B-49DC-8667-7169949C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B4B72-C201-400E-BE1D-62A888B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2135B-06A0-4945-8DDB-9628265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393D3-6CCF-4D32-9065-F16EB068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77BDE-6947-451C-991F-72D6F21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A40BD-9998-43F4-980D-0476A29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C2F34-6D29-485A-B9D3-9343911D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655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52A4F-1776-4904-8589-EC8F0E1B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E55BA-2D84-4B2A-9481-A8AA7DCB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D7DE1-0974-4AAC-8654-598D1C92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E9A5A-8B75-4F2D-BB5A-E7F4BBA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33095-165B-424A-B797-1903725F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40BDE-B2E6-4868-99AB-90DDA68F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426F-3E37-4A8B-9440-5052183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0AF0D-137C-40D5-A864-C2B3E10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FDC34-258E-409F-A79F-6A029EBB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70ADD-57C1-4AB6-ADD0-7AF2FF0B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CBB73-9DAD-4A4E-AE1D-D0241D71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A896E-2E02-43AF-8817-FED5D3CE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3A899-B73A-4CA3-80CE-DD21CEA7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C7322-DCBA-40E8-B69B-9BDB55A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522DA-55AD-4F10-8A5B-E33BC7B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2008600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8B069-151B-48C5-9BD1-A960E138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F5035-9F8B-43BA-887F-511CD371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41373-F855-4C2D-922E-3BD99E12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3C8A3-F4E7-4B18-8619-6B3BF042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049AD-7756-4150-A34D-1EB372F6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Integration and Numerical Solution of Differential Equations (8Hours Theory + 4Hours Tutorial) Numerical integration: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0C8B9-54C8-4952-AE29-AD9A27B9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4A564-D3DB-472A-ACD2-7C1B6131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7BEAE-95FA-4793-ACF2-2A683DBC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E7BCC-DE62-40E0-B379-89267F71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923388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369D3-F092-4945-9D76-3E00852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57965-0408-4C38-94A2-580C97C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8EFE1-7EF4-457A-A609-6DB0A3B0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ED1F1-0D6A-4B81-A68F-F255985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A5DCC-A9D6-453D-A6FA-D03CEF0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Runge-Kutta method of fourth order and Milne's predictor-corrector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5.6, 5.7.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6.3, 6.4, 6.7 Textbook-3: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45D60-CF22-42FE-8474-E60FFAB6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91193-F796-4B47-9EFA-9CE19D6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34FB1-AFC0-463A-8E6E-A3FF025E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F6019-4E96-4571-B652-A539DBD6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731395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FF12CB-93BD-4EEF-B87C-615F3348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58308-AA79-4874-8AEF-CAAC7FA9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6C090-8815-453A-92B7-CE85927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625BF-9AAF-49EB-97FC-8EB8203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C8461-A8E8-49FD-A568-995B9CDD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1AEA5-86B1-4767-B242-980FC85C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018BE-57E4-4A6D-B4C1-1EF716A2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Integration and Numerical Solution of Differential Equations (8Hours Theory + 4Hours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E998D-F53F-4934-8DBB-90F4E7E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AF1F2-DDBD-43CF-B18C-55425D7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650D9-B9BA-4BFA-8871-FC5AB11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Trapezoidal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715A3-6666-4DBF-81C8-17F09040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A5CF1-F330-4E69-8F53-51E9F1F6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9EF12-B6F2-47CF-8251-77AA16FA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Simpson's 1/3rd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5F277-8FAF-4D9B-8A73-EA1AB224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566F8-08B0-45F7-889B-8D6503B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D9135-41DC-422B-A152-DCB25297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Simpson's 3/8th rule and Weddle's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FCA81-1C3B-4FFC-ABC2-4F5689EC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A3BAD-654A-4CEB-BDC1-A3314DDC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3133B-61AF-4B67-B069-DAC3795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solution of ordinary differential equations of first order and first degree - Taylor'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0FEBD-31E2-4682-83AC-FCFBC713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68F3E-8676-4D96-AF2E-0526163B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93C76-7C27-4E4F-A9B2-347BBA18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Modified Euler's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A06CE-DDBD-4D8F-B120-5161F42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EB9DA-9BFF-4786-9725-420FCA90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90E7E-E7D7-4032-BB17-ABC6A9B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Runge-Kutta method of fourth order and Milne's predictor-corrector method.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E5168-3B3E-4152-9AF3-6B3040E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B9011-2DD0-42B8-812D-39200A9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60F5D-DE3A-4154-A345-FED41E5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6D07E-6032-41EE-B597-39835EB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951123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22AD5-D052-4EC4-84D9-3A5B31A5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DB75C-7519-459F-8468-34CDFD45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3B1F2-F561-4737-B722-D41FC1E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A8D0E-728E-47F6-8976-58806D45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Integration, Solution, Differential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AD6E6-2A30-4FD6-8935-A4CBE3F3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94E7D-1056-45C6-8022-74EAF2B1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C787F-E001-4D62-8848-756CD01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NUMERICAL METHODS | 1BMATS201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99D6C-617F-41DF-9E06-E5767BF3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457310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2026-08-24T06:38:52.5440000Z</dcterms:created>
  <dcterms:modified xsi:type="dcterms:W3CDTF">2026-08-24T06:38:52.5440000Z</dcterms:modified>
</coreProperties>
</file>