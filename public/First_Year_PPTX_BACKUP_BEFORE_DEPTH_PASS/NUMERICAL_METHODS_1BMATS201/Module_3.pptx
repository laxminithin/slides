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7b3d24eee433c" /><Relationship Type="http://schemas.openxmlformats.org/officeDocument/2006/relationships/extended-properties" Target="/docProps/app.xml" Id="Rddb3c9290b5d4e37" /><Relationship Type="http://schemas.openxmlformats.org/officeDocument/2006/relationships/officeDocument" Target="/ppt/presentation.xml" Id="Rcf6347b88253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216c32f13f46ea"/>
  </p:sldMasterIdLst>
  <p:notesMasterIdLst>
    <p:notesMasterId xmlns:r="http://schemas.openxmlformats.org/officeDocument/2006/relationships" r:id="R6225add896264d6d"/>
  </p:notesMasterIdLst>
  <p:sldIdLst>
    <p:sldId xmlns:r="http://schemas.openxmlformats.org/officeDocument/2006/relationships" id="256" r:id="R2bf8e861e2134484"/>
    <p:sldId xmlns:r="http://schemas.openxmlformats.org/officeDocument/2006/relationships" id="257" r:id="R1abb197dea8c41d9"/>
    <p:sldId xmlns:r="http://schemas.openxmlformats.org/officeDocument/2006/relationships" id="258" r:id="R9e47391359f14f98"/>
    <p:sldId xmlns:r="http://schemas.openxmlformats.org/officeDocument/2006/relationships" id="259" r:id="Rd9e4e1a1c1dd498e"/>
    <p:sldId xmlns:r="http://schemas.openxmlformats.org/officeDocument/2006/relationships" id="260" r:id="Rcbb5bd81680a4b9d"/>
    <p:sldId xmlns:r="http://schemas.openxmlformats.org/officeDocument/2006/relationships" id="261" r:id="Rbd79582b7da04fac"/>
    <p:sldId xmlns:r="http://schemas.openxmlformats.org/officeDocument/2006/relationships" id="262" r:id="R2a7bb284c62c4654"/>
    <p:sldId xmlns:r="http://schemas.openxmlformats.org/officeDocument/2006/relationships" id="263" r:id="R408730412a874680"/>
    <p:sldId xmlns:r="http://schemas.openxmlformats.org/officeDocument/2006/relationships" id="264" r:id="Rdbed0542858245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887f2942384b0d" /><Relationship Type="http://schemas.openxmlformats.org/officeDocument/2006/relationships/slideMaster" Target="/ppt/slideMasters/slideMaster1.xml" Id="R45216c32f13f46ea" /><Relationship Type="http://schemas.openxmlformats.org/officeDocument/2006/relationships/notesMaster" Target="/ppt/notesMasters/notesMaster1.xml" Id="R6225add896264d6d" /><Relationship Type="http://schemas.openxmlformats.org/officeDocument/2006/relationships/presProps" Target="/ppt/presProps.xml" Id="Re6cb5ebfe5f347d0" /><Relationship Type="http://schemas.openxmlformats.org/officeDocument/2006/relationships/tableStyles" Target="/ppt/tableStyles.xml" Id="R09d53634c2b34408" /><Relationship Type="http://schemas.openxmlformats.org/officeDocument/2006/relationships/slide" Target="/ppt/slides/slide1.xml" Id="R2bf8e861e2134484" /><Relationship Type="http://schemas.openxmlformats.org/officeDocument/2006/relationships/slide" Target="/ppt/slides/slide2.xml" Id="R1abb197dea8c41d9" /><Relationship Type="http://schemas.openxmlformats.org/officeDocument/2006/relationships/slide" Target="/ppt/slides/slide3.xml" Id="R9e47391359f14f98" /><Relationship Type="http://schemas.openxmlformats.org/officeDocument/2006/relationships/slide" Target="/ppt/slides/slide4.xml" Id="Rd9e4e1a1c1dd498e" /><Relationship Type="http://schemas.openxmlformats.org/officeDocument/2006/relationships/slide" Target="/ppt/slides/slide5.xml" Id="Rcbb5bd81680a4b9d" /><Relationship Type="http://schemas.openxmlformats.org/officeDocument/2006/relationships/slide" Target="/ppt/slides/slide6.xml" Id="Rbd79582b7da04fac" /><Relationship Type="http://schemas.openxmlformats.org/officeDocument/2006/relationships/slide" Target="/ppt/slides/slide7.xml" Id="R2a7bb284c62c4654" /><Relationship Type="http://schemas.openxmlformats.org/officeDocument/2006/relationships/slide" Target="/ppt/slides/slide8.xml" Id="R408730412a874680" /><Relationship Type="http://schemas.openxmlformats.org/officeDocument/2006/relationships/slide" Target="/ppt/slides/slide9.xml" Id="Rdbed0542858245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e87a0c04d643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33646b4ca4a17" /><Relationship Type="http://schemas.openxmlformats.org/officeDocument/2006/relationships/notesMaster" Target="/ppt/notesMasters/notesMaster1.xml" Id="R0c3665ccca2d4b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1b4fbbc3ee48dd" /><Relationship Type="http://schemas.openxmlformats.org/officeDocument/2006/relationships/notesMaster" Target="/ppt/notesMasters/notesMaster1.xml" Id="R90527d7e4de941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3f41bee73c4147" /><Relationship Type="http://schemas.openxmlformats.org/officeDocument/2006/relationships/notesMaster" Target="/ppt/notesMasters/notesMaster1.xml" Id="R17f9e076292b47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83f8ac277e4714" /><Relationship Type="http://schemas.openxmlformats.org/officeDocument/2006/relationships/notesMaster" Target="/ppt/notesMasters/notesMaster1.xml" Id="R3b3aa7f070844e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d782f0453a419c" /><Relationship Type="http://schemas.openxmlformats.org/officeDocument/2006/relationships/notesMaster" Target="/ppt/notesMasters/notesMaster1.xml" Id="R5ec5ec451ccc44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51364067b3447b" /><Relationship Type="http://schemas.openxmlformats.org/officeDocument/2006/relationships/notesMaster" Target="/ppt/notesMasters/notesMaster1.xml" Id="R4a8276a001774e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2fde7148c7467a" /><Relationship Type="http://schemas.openxmlformats.org/officeDocument/2006/relationships/notesMaster" Target="/ppt/notesMasters/notesMaster1.xml" Id="R1d2de366c1294a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b8d8064a74b7d" /><Relationship Type="http://schemas.openxmlformats.org/officeDocument/2006/relationships/notesMaster" Target="/ppt/notesMasters/notesMaster1.xml" Id="R691baef44a9946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daa5abfb94435" /><Relationship Type="http://schemas.openxmlformats.org/officeDocument/2006/relationships/notesMaster" Target="/ppt/notesMasters/notesMaster1.xml" Id="Rcc592ce3ccea47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da61bcb25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52d5e022d4eba" /><Relationship Type="http://schemas.openxmlformats.org/officeDocument/2006/relationships/slideLayout" Target="/ppt/slideLayouts/slideLayout1.xml" Id="Rf9e4537ea28743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4537ea28743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e2006b4bb4fbb" /><Relationship Type="http://schemas.openxmlformats.org/officeDocument/2006/relationships/notesSlide" Target="/ppt/notesSlides/notesSlide1.xml" Id="R8941d69883f5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6c6289c0c4747" /><Relationship Type="http://schemas.openxmlformats.org/officeDocument/2006/relationships/notesSlide" Target="/ppt/notesSlides/notesSlide2.xml" Id="R795aee49fce4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11057fcce431e" /><Relationship Type="http://schemas.openxmlformats.org/officeDocument/2006/relationships/notesSlide" Target="/ppt/notesSlides/notesSlide3.xml" Id="Rd6df7878e8c348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45e297d734d14" /><Relationship Type="http://schemas.openxmlformats.org/officeDocument/2006/relationships/notesSlide" Target="/ppt/notesSlides/notesSlide4.xml" Id="R452a261331c640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31c7ee8ac4f5d" /><Relationship Type="http://schemas.openxmlformats.org/officeDocument/2006/relationships/notesSlide" Target="/ppt/notesSlides/notesSlide5.xml" Id="R928780788494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e3fa7b48e42e8" /><Relationship Type="http://schemas.openxmlformats.org/officeDocument/2006/relationships/notesSlide" Target="/ppt/notesSlides/notesSlide6.xml" Id="R28d00e259927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d6785d354df2" /><Relationship Type="http://schemas.openxmlformats.org/officeDocument/2006/relationships/notesSlide" Target="/ppt/notesSlides/notesSlide7.xml" Id="R5d6a598df3184b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6dbcc5da743ef" /><Relationship Type="http://schemas.openxmlformats.org/officeDocument/2006/relationships/notesSlide" Target="/ppt/notesSlides/notesSlide8.xml" Id="R42daf0f2315343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b3116fded46e3" /><Relationship Type="http://schemas.openxmlformats.org/officeDocument/2006/relationships/notesSlide" Target="/ppt/notesSlides/notesSlide9.xml" Id="R2c8ee0ec5ee44f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9FC86-546E-4904-800F-7FC6648E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E4EBE-804F-4D00-8374-292667D1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Interpolation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0C0BA-EBE1-468F-973D-11F0AC22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9D5BB-964A-4917-8260-29E002F6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202BB-F09D-49BA-8EB0-F280074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BC6A-AF3A-462C-B037-4D921C5D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0D46B-3450-4BE1-AF46-8EB14CA1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2B6C1-CD07-4230-B5C2-CA25D6B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616C5-0414-45DA-98AA-E2C08DE9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36D76-E82A-4E4E-9729-97452D64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8AC16-26AF-4936-B53E-66CAB4B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58353-5CF1-409E-A040-8E4E39BB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2218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C10DE-B4C9-4D17-A628-A326889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07834-5E86-4F53-BA8B-8C3F99B0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DC3CC-A234-456F-B4A3-25919AE5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972F0-9292-4990-BA28-7165A4C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4A97A-48FD-457B-8321-7AA6402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79F50-3EEA-4E96-88B8-520EB75C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3CF82-8720-43B8-8D81-BBF8CBA0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C3F08-2385-4E1E-93D8-DFB1C8E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BBCB3-3091-4318-BC3F-2DEBA4B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DD260-5AD2-4F81-A228-3A724381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F9CC4-8756-494E-915C-F697C69F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92D86-8137-4002-B855-39C37AE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0F910-DED5-42F1-95BE-0791894D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Interpolation (8Hours Theory + 4Hours Tutorial) Finite differences, interpolation using Newton Gregary forward and Newton Gregary backward difference formulae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Newton's divided differenc 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Lagrange interpolation formulae, piecewise interpolation-linear and quadratic.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4.1-4.4, 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386F9-663C-4D29-A7D1-AF0B5C1F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01AEA-57A2-453D-8D94-C50BD43A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322170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A9761-B415-4C09-82BC-CF491A25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516A6-E3F2-4E5E-BD08-9D8AC07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D1AA1-89BA-4BB0-92FF-46B4163A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4819E-A5E3-4336-9DC6-14886DC9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Interpolation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ACA69-EE90-439A-B81B-38B40CB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4FE2E-2AFD-44B4-B1EC-DF81B622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Finite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E1E12-7F3C-4501-B9FA-5206743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D0728-6AE4-4818-B15A-21F8262E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Newton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C102B-4465-4235-B2B3-319D3363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Gregary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2AE14-41CD-47EA-8A2F-A4ECFE3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7205C-8165-4C6A-BC3B-A463EABC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001CA-90E6-45D4-AC45-F097619A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953851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83A4A-075B-4C7D-B6CA-A32F4FE9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91A43-624F-415B-AB29-B2C012E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314CB-65CA-4BE3-A7C7-8E5DE575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A531F-F3E0-41A8-81D4-D3F6EC7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Interpolation (8Hours Theory + 4Hours Tutorial) Finite differences, interpolation using Newton Gregary forw...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Newton's divided differenc 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Lagrange interpolation formulae, piecewise interpolation-linear and quadratic.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4.1-4.4, 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A4CBA-B78B-4285-8BF2-3270708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78460-4495-4478-B90A-7E52209D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C3EC7-6727-4D35-8E0B-74E7252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2DFBA-4903-46E6-B80D-90A985A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ADFB5-1F91-488F-B5C1-FC005C9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EE10D-A1E2-455B-A57A-4EEAC450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0E104-D7B1-4FB4-9BD5-727CB96A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26C74-3C44-42E7-B8E6-1A3C4B3A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EDD67-6743-4469-B2E0-3E20A16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D02CD-936B-4651-9A59-F78EAFEA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7E153-56C9-46E6-AABC-C2243C2A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158973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38D3F-E8BF-4ADF-971B-A0D9D25E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DE199-B7AD-40FE-B1E6-918A0132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08C7D-BC4F-40D1-9E0E-6E4FF5F0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C95F5-A718-442B-B2EE-B3DB0CD2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A7851-3ABF-4B04-A653-FF8B2ECD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82BFE-619C-4054-933C-A4DB97EC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8EF8F-B838-45D6-BC02-C796F3C9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1BC3A-7B95-4843-A371-B9AEF811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EEC79-BC55-4D28-8C3E-98154AE2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163DB-B142-4118-9839-9AFE1070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082A0-3ABC-447E-B5A2-7B82041F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69502-7677-4F5F-A63A-97EDD72D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8F1ED-2DF6-4702-91D9-7E909A24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A5AD0-C7FB-44DF-9236-0BBF46CD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0A0E9-F421-4053-80E1-8006589A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2067500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455DB-21A4-4721-9E9F-C33A2195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34EE1-2441-4C37-B12F-17319091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D3D69-1EAA-4DE8-865C-BA29D60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423C1-68E6-42BC-919F-23501CD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B3F37-F1FA-40A2-80F3-B23A335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Interpolation (8Hours Theory + 4Hours Tutorial) Finite differences, interpolation using Newton Gregary forward and Newton Gregary backward difference formulae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1A2A2-767C-40B2-B43B-607137A0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Interpolation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9F49E-1D3F-484E-AD7F-7AFFE202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C4DA2-1256-4139-91E6-98CAB85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B446D-7C2C-4A64-AC02-06BB39A8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464247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33EBD-2154-4555-9399-19DDE656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1AC4-B342-46E2-A546-789297B7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A577B-A144-4B96-8B4A-78364416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8A52B-E31C-4CC7-AB59-3E1CAD3F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1A6EE-CA1B-4857-99E8-B8349422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652F3-CEF5-4069-AB47-4B96194A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324E6-D01E-4F23-8049-AEFC950D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7C2FE-E9E7-4785-AD25-EC4FF7F3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18D42-B3B9-4BD3-AC8F-085F9B1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640491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EEE88-6B62-4C48-8E48-E61F7BE7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692DD-B6B0-4B1F-9477-C32EC3E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80AD2-C355-497A-8CFF-BBA27E9B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BFFA1-3EF0-45FB-BA85-8BF8CC51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50691-993B-4AB6-BC91-3A7D423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11B52-462A-4637-88ED-404E55D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6054C-A04B-4FF4-B1A3-499C9D8D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Interpolation (8Hours Theory + 4Hours Tutorial) Finite differences, interpolation using Newton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EF907-ED8F-4E83-8CF3-502437B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3C470-2C6B-4E64-8728-E125BDC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F9A8E-4B6C-4E09-B8CC-8927A0E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Newton's divided differenc 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6110A-ADEA-40C5-8C75-6F32BA35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B2017-761B-48D5-A46C-88220AFB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6A201-0214-4AE1-B50F-62D6BA85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Lagrange interpolation formulae, piecewise interpolation-linear and quadratic.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36280-A4DA-4000-9835-B41D245E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558D9-876B-4F31-AB15-33E5666E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6CB6C-FF68-46C9-963E-B533765E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A5FD8-4E3B-4080-A245-8AF6912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0590A-0292-4193-9455-09BAFA3B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CA22D-2410-4B3A-B5DC-FA8FB8E6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4.1-4.4, 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D07AD-7D8B-48AB-B013-61ADE281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88BF6-0497-4EAC-9BB9-0EB7B97E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73F10-1AFB-4F02-9B8E-C18B2C1D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7740A-C020-4633-A688-CFD9015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701735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6FFCD-3EC3-4132-BA6B-3C815D40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6F85D-AD74-4F4E-884B-F16DBFE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C57EE-13CA-4BA5-921D-0C46D387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FF463-4B11-423E-8759-9C7301B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Interpolation, Tutorial, Finite, differences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3D2AF-65B7-43E4-84D9-E5B74C7D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E9D3D-4AC9-4D49-8766-A78F7EA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EDC66-C7A6-4F27-8219-D37D276A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21481-7CDF-425E-8767-97AF23F1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919364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2026-08-24T06:38:52.4330000Z</dcterms:created>
  <dcterms:modified xsi:type="dcterms:W3CDTF">2026-08-24T06:38:52.4330000Z</dcterms:modified>
</coreProperties>
</file>