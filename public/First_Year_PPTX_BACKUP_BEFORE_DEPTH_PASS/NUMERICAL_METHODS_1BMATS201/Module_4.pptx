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2441e99d0943f5" /><Relationship Type="http://schemas.openxmlformats.org/officeDocument/2006/relationships/extended-properties" Target="/docProps/app.xml" Id="R391c943baf954303" /><Relationship Type="http://schemas.openxmlformats.org/officeDocument/2006/relationships/officeDocument" Target="/ppt/presentation.xml" Id="Ra9ef0c0ab92744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432219a422440d"/>
  </p:sldMasterIdLst>
  <p:notesMasterIdLst>
    <p:notesMasterId xmlns:r="http://schemas.openxmlformats.org/officeDocument/2006/relationships" r:id="R0772bd6780ad42cc"/>
  </p:notesMasterIdLst>
  <p:sldIdLst>
    <p:sldId xmlns:r="http://schemas.openxmlformats.org/officeDocument/2006/relationships" id="256" r:id="Red107986bb544da5"/>
    <p:sldId xmlns:r="http://schemas.openxmlformats.org/officeDocument/2006/relationships" id="257" r:id="R8bc6f86623fa45e9"/>
    <p:sldId xmlns:r="http://schemas.openxmlformats.org/officeDocument/2006/relationships" id="258" r:id="R680f300496ce42b7"/>
    <p:sldId xmlns:r="http://schemas.openxmlformats.org/officeDocument/2006/relationships" id="259" r:id="Ra61440101a344630"/>
    <p:sldId xmlns:r="http://schemas.openxmlformats.org/officeDocument/2006/relationships" id="260" r:id="R0f406eabfed3487d"/>
    <p:sldId xmlns:r="http://schemas.openxmlformats.org/officeDocument/2006/relationships" id="261" r:id="R42322a7d5f714b7f"/>
    <p:sldId xmlns:r="http://schemas.openxmlformats.org/officeDocument/2006/relationships" id="262" r:id="R246744b4cb1140ac"/>
    <p:sldId xmlns:r="http://schemas.openxmlformats.org/officeDocument/2006/relationships" id="263" r:id="R3171545214754c81"/>
    <p:sldId xmlns:r="http://schemas.openxmlformats.org/officeDocument/2006/relationships" id="264" r:id="Ref049c07715f4a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d5b2c65ce24d40" /><Relationship Type="http://schemas.openxmlformats.org/officeDocument/2006/relationships/slideMaster" Target="/ppt/slideMasters/slideMaster1.xml" Id="Rc3432219a422440d" /><Relationship Type="http://schemas.openxmlformats.org/officeDocument/2006/relationships/notesMaster" Target="/ppt/notesMasters/notesMaster1.xml" Id="R0772bd6780ad42cc" /><Relationship Type="http://schemas.openxmlformats.org/officeDocument/2006/relationships/presProps" Target="/ppt/presProps.xml" Id="Red3af34e82d7415a" /><Relationship Type="http://schemas.openxmlformats.org/officeDocument/2006/relationships/tableStyles" Target="/ppt/tableStyles.xml" Id="R6789ac3be3b94b1d" /><Relationship Type="http://schemas.openxmlformats.org/officeDocument/2006/relationships/slide" Target="/ppt/slides/slide1.xml" Id="Red107986bb544da5" /><Relationship Type="http://schemas.openxmlformats.org/officeDocument/2006/relationships/slide" Target="/ppt/slides/slide2.xml" Id="R8bc6f86623fa45e9" /><Relationship Type="http://schemas.openxmlformats.org/officeDocument/2006/relationships/slide" Target="/ppt/slides/slide3.xml" Id="R680f300496ce42b7" /><Relationship Type="http://schemas.openxmlformats.org/officeDocument/2006/relationships/slide" Target="/ppt/slides/slide4.xml" Id="Ra61440101a344630" /><Relationship Type="http://schemas.openxmlformats.org/officeDocument/2006/relationships/slide" Target="/ppt/slides/slide5.xml" Id="R0f406eabfed3487d" /><Relationship Type="http://schemas.openxmlformats.org/officeDocument/2006/relationships/slide" Target="/ppt/slides/slide6.xml" Id="R42322a7d5f714b7f" /><Relationship Type="http://schemas.openxmlformats.org/officeDocument/2006/relationships/slide" Target="/ppt/slides/slide7.xml" Id="R246744b4cb1140ac" /><Relationship Type="http://schemas.openxmlformats.org/officeDocument/2006/relationships/slide" Target="/ppt/slides/slide8.xml" Id="R3171545214754c81" /><Relationship Type="http://schemas.openxmlformats.org/officeDocument/2006/relationships/slide" Target="/ppt/slides/slide9.xml" Id="Ref049c07715f4a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7af7c443ba40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fb814caf9b4c48" /><Relationship Type="http://schemas.openxmlformats.org/officeDocument/2006/relationships/notesMaster" Target="/ppt/notesMasters/notesMaster1.xml" Id="R4a131b339f014b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e9ce281fdb467c" /><Relationship Type="http://schemas.openxmlformats.org/officeDocument/2006/relationships/notesMaster" Target="/ppt/notesMasters/notesMaster1.xml" Id="R2fd43229e0f542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533bdf9f684b18" /><Relationship Type="http://schemas.openxmlformats.org/officeDocument/2006/relationships/notesMaster" Target="/ppt/notesMasters/notesMaster1.xml" Id="Re3dbe909f6b040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a54d5fbf1a4a06" /><Relationship Type="http://schemas.openxmlformats.org/officeDocument/2006/relationships/notesMaster" Target="/ppt/notesMasters/notesMaster1.xml" Id="R47f0428fe18d4c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0d6b21b4124600" /><Relationship Type="http://schemas.openxmlformats.org/officeDocument/2006/relationships/notesMaster" Target="/ppt/notesMasters/notesMaster1.xml" Id="Rb179d1ebac774e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ef984916dd4359" /><Relationship Type="http://schemas.openxmlformats.org/officeDocument/2006/relationships/notesMaster" Target="/ppt/notesMasters/notesMaster1.xml" Id="R7ce40fc5802148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eddfe4486d49bd" /><Relationship Type="http://schemas.openxmlformats.org/officeDocument/2006/relationships/notesMaster" Target="/ppt/notesMasters/notesMaster1.xml" Id="Rec866ad0591045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8cb3e1600e4912" /><Relationship Type="http://schemas.openxmlformats.org/officeDocument/2006/relationships/notesMaster" Target="/ppt/notesMasters/notesMaster1.xml" Id="Rf0e6eb1e445943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26af38a7ad4cab" /><Relationship Type="http://schemas.openxmlformats.org/officeDocument/2006/relationships/notesMaster" Target="/ppt/notesMasters/notesMaster1.xml" Id="Rc6fa459d8f3040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51e943e634e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b89e53fb8545be" /><Relationship Type="http://schemas.openxmlformats.org/officeDocument/2006/relationships/slideLayout" Target="/ppt/slideLayouts/slideLayout1.xml" Id="R32a9a117bdd24c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a9a117bdd24c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da35b69f64d62" /><Relationship Type="http://schemas.openxmlformats.org/officeDocument/2006/relationships/notesSlide" Target="/ppt/notesSlides/notesSlide1.xml" Id="Ra75b1362b19343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1a864701b404f" /><Relationship Type="http://schemas.openxmlformats.org/officeDocument/2006/relationships/notesSlide" Target="/ppt/notesSlides/notesSlide2.xml" Id="Rd9af2554d30543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f7e866ac34834" /><Relationship Type="http://schemas.openxmlformats.org/officeDocument/2006/relationships/notesSlide" Target="/ppt/notesSlides/notesSlide3.xml" Id="Re10fc25ec71543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ef93933294569" /><Relationship Type="http://schemas.openxmlformats.org/officeDocument/2006/relationships/notesSlide" Target="/ppt/notesSlides/notesSlide4.xml" Id="R13ad852f3a0948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7a0b9d5684d87" /><Relationship Type="http://schemas.openxmlformats.org/officeDocument/2006/relationships/notesSlide" Target="/ppt/notesSlides/notesSlide5.xml" Id="R5a05d5349e5c49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671873a584c75" /><Relationship Type="http://schemas.openxmlformats.org/officeDocument/2006/relationships/notesSlide" Target="/ppt/notesSlides/notesSlide6.xml" Id="R49e94c6ae6e345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cbeb7cb8c420d" /><Relationship Type="http://schemas.openxmlformats.org/officeDocument/2006/relationships/notesSlide" Target="/ppt/notesSlides/notesSlide7.xml" Id="R3f1de0b6d43142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7c587279445d2" /><Relationship Type="http://schemas.openxmlformats.org/officeDocument/2006/relationships/notesSlide" Target="/ppt/notesSlides/notesSlide8.xml" Id="Re7f2d83d82d447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a53f6b5714a81" /><Relationship Type="http://schemas.openxmlformats.org/officeDocument/2006/relationships/notesSlide" Target="/ppt/notesSlides/notesSlide9.xml" Id="Rf62316bdfe9c41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54B6C-D21B-43DC-A663-C4C8EBD3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3C53E-1734-4FA8-AA92-077754D3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Differential Equations of First and Higher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1503F-9CAC-4D2C-9505-28F64245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1BMATS201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CEEB5-BB27-42E4-BC82-EFE264A9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368A3-F99A-432D-A8FE-CF1FBAA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807B8-B2E0-43C6-B74F-157D1572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58A61-AB44-4C18-B221-CD12E9DE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68A0A-1C34-4DB6-B898-BC4745CE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0D156-A9A1-4389-B4CD-8DDD706E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0A7CD-4E24-4E2D-B2BE-6069A707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45343-0F4C-4A1D-879D-DC604EE4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43168-E1BF-4E5E-9EE0-DBF50422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764031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C0ECE-34AF-4B1F-ADA5-F9448CC1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D0A79-C585-4882-8766-F472D17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EEE8A-9736-4573-A62F-4BFC23EE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19D3C-62EA-40AF-8F3C-5B51F4FF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F5FCE-193C-4744-97CB-D66FC1BB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98DBB-F03E-4053-8CE2-BF53C857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F7F88-DD38-4832-A55D-059C085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E291F-AA6C-4F5D-9572-7750B70B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50798-D778-4654-BF0D-F3A8F0F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DDA60-CEC6-47DE-A6B4-A43D6F48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006BC-4A23-4D7F-A12E-F3102E2E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7BCC0-6E88-4CD9-83AF-A8D7900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07F05-D612-4472-B111-40D72D0C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Differential Equations of First and Higher Order (8Hours Theory + 4Hours Tutorial) Linear and Bernoulli`s differential equations.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Exact and reducible to exact differential equations with integrating factors on 1 MN N y x  − and 1 MN M y x −   −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Homogeneous and non-homogeneous Differential equations of higher order with constant coefficients.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Inverse differential operators - eax, sin(ax+b), cos(ax+b) and xn.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Textbook-3: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13684-5870-4E18-A34A-E4835426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F56CC-6089-44E9-9BD3-F64A1513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925955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134B8-12AC-4EEE-80A1-ED40BDE4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BB8FD-CD20-4822-9DBE-2C342E83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51D57-32F2-4AB7-A074-10BACC86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3E1BB-55B4-490E-84D1-38C1FE3A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0F63D-39D3-48FD-B542-2E4AA652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35C90-43EE-435C-A9DF-E3E6F88B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7BEDE-3796-4D17-8ABA-4E27BF8C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Higher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AC8D2-8039-43A5-A1E8-20B38AF0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A48CA-67A8-4870-A1A8-D12EC792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02A5C-C43E-4928-BC31-F92302CB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Chapter-11: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11.9-11.12 Chapter-13: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13.1-13.7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95C8E-324D-4733-B13E-A44235BF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250BD-465C-43A4-835A-D69598F6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039831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48FEA-B402-4C30-979D-61A74611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91306-E199-489D-8785-65C4CF4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5E96E-0B1A-4C63-BF9D-8842024A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B811F-51C3-489C-9CCB-08097411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Differential Equations of First and Higher Order (8Hours Theory + 4Hours Tutorial) Linear and Bernoulli`s d...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Exact and reducible to exact differential equations with integrating factors on 1 MN N y x  − and...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Homogeneous and non-homogeneous Differential equations of higher order with constant coefficients.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Inverse differential operators - eax, sin(ax+b), cos(ax+b) and xn.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Textbook-3: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Chapter-11: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758B9-6235-44F9-BC0D-75124F9B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9968D-3813-4381-8A4D-C8DB9881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49957-B814-4A81-96FA-C5A2B985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69DE0-5A11-4964-9721-F7063B55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7DB4A-44E0-4D4D-B1D6-D57871AE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BB8CE-2376-41AD-8D36-338D8895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A02AE-0F62-4018-B9AD-A0EFE3D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97E1F-1398-4607-857D-0F7B9435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5AE63-BC95-4D6D-A5B8-5FFF261A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54022-9984-42D3-8388-54F994D4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F65C8-2ED6-4D74-BFE1-50F5AFA0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986280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83BBE-B4D3-4DD7-8E7B-C718FF28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5DE02-D86D-43F7-97D7-1F46F053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F1865-3853-4767-B9F7-F3ED7242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0698F-1539-4255-8ADD-CCB7D70B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9FDB0-CB02-466B-82E5-8E05D0A2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142FC-AFDA-419A-95E2-398A1D93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FBE1C-F769-4B45-9556-4D4C45A5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57EA1-A17E-48DE-B389-36E94AE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D36A6-4B5C-4C46-94FC-57381BD3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10F5E-57DC-441A-BB49-888C20C6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D5095-4CC8-46BD-B3D9-A31BE35F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9CAE6-BA41-4DA9-A477-B9563283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386E6-D402-45A5-8A49-32E2A6FC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7E7CF-844C-41D2-9E76-0C4311E3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3043B-C171-4675-A95E-3135F4CF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655712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1ED2D-81E5-4AF0-8067-EDFBD880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990DD-53AB-4E51-9138-E3055DC1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CFE90-99FA-42E8-91C7-178994C8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934D7-13DA-4A07-B05A-69A57548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423E7-9ABC-4788-956C-67E8E83B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Differential Equations of First and Higher Order (8Hours Theory + 4Hours Tutorial) Linear and Bernoulli`s differential equations.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30296-A4D8-492F-8C1D-54AF4690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Differential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29F16-DB4F-41BB-BA9C-D61EF685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292AF-B731-4FFA-87F3-6B867C4B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A3D75-6657-479A-ADBD-5CCA3E38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84338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4707A-D5A8-409B-AD31-CA7CFD5F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8E778-B8B9-4259-B0BC-3B8130A9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B4CAC-A289-40DD-AE23-D97E13FC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AC1FF-0F02-4673-B2BE-E2205B60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46ECF-3D5E-4C3C-BDD8-AF1DED45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11.9-11.12 Chapter-13: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13.1-13.7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18E73-AB11-4528-ADC1-F834D6BB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6BD88-CFC2-4065-B8CF-A57CB4DF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33209-C8D3-4F43-8A04-10C2F3A6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CCA2D-2661-499D-B2D2-9576DE38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3528117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AF6DE8-CEA1-41CD-A7CE-CA38B891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7EC0E-F0A8-4AA3-85DA-6BBFD072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95432-0E2D-4CBE-8280-9EDA681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BA97B-D00E-4EB7-9BB0-B4997CAE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BEED1-A719-4D3A-A30E-3ED6452C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C759D-F782-4F55-8571-877F19EE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C2EE5-D089-406B-8AE9-EE03DA87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Differential Equations of First and Higher Order (8Hours Theory + 4Hours Tutorial) Linear and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E3B0D-D26F-471B-9AE4-265DC9E9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A865E-B940-4886-A9A4-8F94F4AB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17F58-8B37-442E-8300-0217341A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Exact and reducible to exact differential equations with integrating factors on 1 MN N y x 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B9D6B-F2A4-41B6-B36A-2E78D1DB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0ADE6-8C75-4390-BC6D-E2F7141E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8FF7D-9B77-46CF-9783-DBB65240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Homogeneous and non-homogeneous Differential equations of higher order with constant coefficien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12AB8-DB36-4AF0-8A98-A09E23EB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4B036-E57B-4990-8133-33987DF3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B63B0-18E1-461B-B5DB-638B1AE1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Inverse differential operators - eax, sin(ax+b), cos(ax+b) and xn.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6A132-23CB-49B9-84FA-7EB05B59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ADAE9-C70E-4219-B059-110477E9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9AA02-4F4E-46DB-8C49-8AD7049D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Textbook-3: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78F7C-9172-4A3D-AAA1-81A58B0F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DD035-F29B-456B-AC65-8E1E1409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D9023-969B-4C77-BD5F-992027EE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Chapter-11: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BF4EE-55DD-4C14-85C7-339C98E1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0404B1-43F6-4D58-B39F-1D73C3A2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4AA9AA-8E71-48B8-9D24-D503782C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Sections 11.9-11.12 Chapter-13: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188B25-1CC7-40F6-BB21-98B04046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E28EA8-AF59-4437-91E0-083F5FD9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16D3D-A405-4C0E-8FDD-6418D5AD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75DFC6-2A01-413E-B393-969C674E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437078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13F3E-2005-45F1-AC22-B1432F41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6AD29-FB81-452F-B7C8-BBB953FB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833F0-B704-4EF6-9189-606DC3C9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EA939-D8E8-4A2F-9167-FFD013F7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Differential, Equations, First, Higher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AFD2E-92A7-443F-B6AC-E8A296C7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C54FE-0BF1-4C13-A581-864B86DF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F075C-C603-4F2B-B7DF-D89DAF44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73567-24BE-41F9-846A-B6447416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227718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2026-08-24T06:38:52.4870000Z</dcterms:created>
  <dcterms:modified xsi:type="dcterms:W3CDTF">2026-08-24T06:38:52.4870000Z</dcterms:modified>
</coreProperties>
</file>