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9a649cccdd41d7" /><Relationship Type="http://schemas.openxmlformats.org/officeDocument/2006/relationships/extended-properties" Target="/docProps/app.xml" Id="Rb8c33adc4ac04ba0" /><Relationship Type="http://schemas.openxmlformats.org/officeDocument/2006/relationships/officeDocument" Target="/ppt/presentation.xml" Id="Rb03c436c669146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d01b930aab4310"/>
  </p:sldMasterIdLst>
  <p:notesMasterIdLst>
    <p:notesMasterId xmlns:r="http://schemas.openxmlformats.org/officeDocument/2006/relationships" r:id="R1ddf5c8d64704e34"/>
  </p:notesMasterIdLst>
  <p:sldIdLst>
    <p:sldId xmlns:r="http://schemas.openxmlformats.org/officeDocument/2006/relationships" id="256" r:id="Ra08b62939f7045a9"/>
    <p:sldId xmlns:r="http://schemas.openxmlformats.org/officeDocument/2006/relationships" id="257" r:id="Rbefcc41a236141b0"/>
    <p:sldId xmlns:r="http://schemas.openxmlformats.org/officeDocument/2006/relationships" id="258" r:id="R9db6dd09c3864afc"/>
    <p:sldId xmlns:r="http://schemas.openxmlformats.org/officeDocument/2006/relationships" id="259" r:id="R7e519bf3a7ae4e40"/>
    <p:sldId xmlns:r="http://schemas.openxmlformats.org/officeDocument/2006/relationships" id="260" r:id="R96931401c1d14187"/>
    <p:sldId xmlns:r="http://schemas.openxmlformats.org/officeDocument/2006/relationships" id="261" r:id="R57fd40b1a3584819"/>
    <p:sldId xmlns:r="http://schemas.openxmlformats.org/officeDocument/2006/relationships" id="262" r:id="Rdd6d0566b6454c52"/>
    <p:sldId xmlns:r="http://schemas.openxmlformats.org/officeDocument/2006/relationships" id="263" r:id="Re56b92f3918a442f"/>
    <p:sldId xmlns:r="http://schemas.openxmlformats.org/officeDocument/2006/relationships" id="264" r:id="R31f7808feb5d4a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d7afd9aad6446e" /><Relationship Type="http://schemas.openxmlformats.org/officeDocument/2006/relationships/slideMaster" Target="/ppt/slideMasters/slideMaster1.xml" Id="Rced01b930aab4310" /><Relationship Type="http://schemas.openxmlformats.org/officeDocument/2006/relationships/notesMaster" Target="/ppt/notesMasters/notesMaster1.xml" Id="R1ddf5c8d64704e34" /><Relationship Type="http://schemas.openxmlformats.org/officeDocument/2006/relationships/presProps" Target="/ppt/presProps.xml" Id="R4cc52e181b3e411c" /><Relationship Type="http://schemas.openxmlformats.org/officeDocument/2006/relationships/tableStyles" Target="/ppt/tableStyles.xml" Id="Rb82426cbfb334532" /><Relationship Type="http://schemas.openxmlformats.org/officeDocument/2006/relationships/slide" Target="/ppt/slides/slide1.xml" Id="Ra08b62939f7045a9" /><Relationship Type="http://schemas.openxmlformats.org/officeDocument/2006/relationships/slide" Target="/ppt/slides/slide2.xml" Id="Rbefcc41a236141b0" /><Relationship Type="http://schemas.openxmlformats.org/officeDocument/2006/relationships/slide" Target="/ppt/slides/slide3.xml" Id="R9db6dd09c3864afc" /><Relationship Type="http://schemas.openxmlformats.org/officeDocument/2006/relationships/slide" Target="/ppt/slides/slide4.xml" Id="R7e519bf3a7ae4e40" /><Relationship Type="http://schemas.openxmlformats.org/officeDocument/2006/relationships/slide" Target="/ppt/slides/slide5.xml" Id="R96931401c1d14187" /><Relationship Type="http://schemas.openxmlformats.org/officeDocument/2006/relationships/slide" Target="/ppt/slides/slide6.xml" Id="R57fd40b1a3584819" /><Relationship Type="http://schemas.openxmlformats.org/officeDocument/2006/relationships/slide" Target="/ppt/slides/slide7.xml" Id="Rdd6d0566b6454c52" /><Relationship Type="http://schemas.openxmlformats.org/officeDocument/2006/relationships/slide" Target="/ppt/slides/slide8.xml" Id="Re56b92f3918a442f" /><Relationship Type="http://schemas.openxmlformats.org/officeDocument/2006/relationships/slide" Target="/ppt/slides/slide9.xml" Id="R31f7808feb5d4a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f228a37ee24e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9fdf19531946de" /><Relationship Type="http://schemas.openxmlformats.org/officeDocument/2006/relationships/notesMaster" Target="/ppt/notesMasters/notesMaster1.xml" Id="R8b618212eb0f4d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469ce342674023" /><Relationship Type="http://schemas.openxmlformats.org/officeDocument/2006/relationships/notesMaster" Target="/ppt/notesMasters/notesMaster1.xml" Id="Ra3c9c39da3a0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6e797da039476c" /><Relationship Type="http://schemas.openxmlformats.org/officeDocument/2006/relationships/notesMaster" Target="/ppt/notesMasters/notesMaster1.xml" Id="Rd66da2efc8c24a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035ad311e54b0a" /><Relationship Type="http://schemas.openxmlformats.org/officeDocument/2006/relationships/notesMaster" Target="/ppt/notesMasters/notesMaster1.xml" Id="Recd48b3166ef42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19ca7114aa4ab5" /><Relationship Type="http://schemas.openxmlformats.org/officeDocument/2006/relationships/notesMaster" Target="/ppt/notesMasters/notesMaster1.xml" Id="R8f148ca6f56a40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4b84b6d742429b" /><Relationship Type="http://schemas.openxmlformats.org/officeDocument/2006/relationships/notesMaster" Target="/ppt/notesMasters/notesMaster1.xml" Id="R46758ac2ecd34b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0b6d6789c643cc" /><Relationship Type="http://schemas.openxmlformats.org/officeDocument/2006/relationships/notesMaster" Target="/ppt/notesMasters/notesMaster1.xml" Id="R50fe3d259f0842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25a892dca04425" /><Relationship Type="http://schemas.openxmlformats.org/officeDocument/2006/relationships/notesMaster" Target="/ppt/notesMasters/notesMaster1.xml" Id="R9e2396dcdb1949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9fa785d6a34dbe" /><Relationship Type="http://schemas.openxmlformats.org/officeDocument/2006/relationships/notesMaster" Target="/ppt/notesMasters/notesMaster1.xml" Id="R904b4ba132e841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64d11df8543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31beed2b434172" /><Relationship Type="http://schemas.openxmlformats.org/officeDocument/2006/relationships/slideLayout" Target="/ppt/slideLayouts/slideLayout1.xml" Id="R1983c1d2661940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83c1d2661940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3c8564b094029" /><Relationship Type="http://schemas.openxmlformats.org/officeDocument/2006/relationships/notesSlide" Target="/ppt/notesSlides/notesSlide1.xml" Id="Rb66969bd58f7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f2c55a4f1424b" /><Relationship Type="http://schemas.openxmlformats.org/officeDocument/2006/relationships/notesSlide" Target="/ppt/notesSlides/notesSlide2.xml" Id="Raba405907e464d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cd1d78a6a40fc" /><Relationship Type="http://schemas.openxmlformats.org/officeDocument/2006/relationships/notesSlide" Target="/ppt/notesSlides/notesSlide3.xml" Id="R9bca4714d8f041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e8119e45d45a1" /><Relationship Type="http://schemas.openxmlformats.org/officeDocument/2006/relationships/notesSlide" Target="/ppt/notesSlides/notesSlide4.xml" Id="R6b08bf34e3ce43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bb61e252345d1" /><Relationship Type="http://schemas.openxmlformats.org/officeDocument/2006/relationships/notesSlide" Target="/ppt/notesSlides/notesSlide5.xml" Id="R92a51b714a3745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f4e6749f04d05" /><Relationship Type="http://schemas.openxmlformats.org/officeDocument/2006/relationships/notesSlide" Target="/ppt/notesSlides/notesSlide6.xml" Id="R8169343e47c648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23e72f3d34621" /><Relationship Type="http://schemas.openxmlformats.org/officeDocument/2006/relationships/notesSlide" Target="/ppt/notesSlides/notesSlide7.xml" Id="R8646bfebeb734d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7261838f24209" /><Relationship Type="http://schemas.openxmlformats.org/officeDocument/2006/relationships/notesSlide" Target="/ppt/notesSlides/notesSlide8.xml" Id="R3661a61258604d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761e0fc7644b7" /><Relationship Type="http://schemas.openxmlformats.org/officeDocument/2006/relationships/notesSlide" Target="/ppt/notesSlides/notesSlide9.xml" Id="R8d7ceea8e8d34d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FDE94-0F61-48BC-9AB5-D84DAD1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DCDED-B5F5-4D25-9B19-2F3C3433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Numerical solutions for system of linear equations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AD75D-6546-4681-9ACE-99485B4E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9CDDB-1A43-4505-9D9B-85384D93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53523-4FC5-43BD-B2D2-A005622C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58D37-57C7-46AD-80A9-D7395D11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81572-BCC1-4AE8-BBB6-464E7B3A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C0987-1E69-4730-8B03-A58D1B1C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6A308-3F53-40B9-B0B0-B773EC85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B5ED3-3848-4B22-9C71-15133C3A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994EB-3D72-4836-B07B-FB45A1E8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ADE11-AFB5-4326-92E6-CAC7393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964468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DCC7B-3370-4C76-B593-14593229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75AAC-5C40-4116-B0BA-C7D79A52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C5C6B-5999-43C8-B4F5-85CFE135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478DE-CCCF-4C65-9EBC-AF630F84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93B94-2766-42FA-AAE7-14AE36A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DAC60-DCE5-403F-B20C-3228CA9A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B68C5-AEC8-4357-A278-3EFE9D29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276CF-99CF-4C4F-8F93-D77D9934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0166D-6028-4CE6-ABF8-EEA8A1EA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20632-49D5-43EE-9247-E0EE0E52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4F706-9AFB-4006-83CA-9CC7794C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57EF4-B1D9-46AE-8917-C4DA31F6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57A9D-7F6B-4FDA-AD9A-A9AD9F77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solutions for system of linear equations (8Hours Theory + 4Hours Tutorial) Norms: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Vector norms and Matrix norms-L1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Ill conditioned linear system, condition number.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Solution of system of linear equations: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Gauss Seidel method and LU-decomposition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02520-E0FB-4869-9503-AB01D0BA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FA522-2049-40F4-98BF-27B27CD3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2077013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CFDFA-3F74-47F2-8E18-DBE2F707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3B0EC-AE17-40C1-8C8B-9B515958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E61BD-478D-4515-86BE-BC247FF2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5F28C-0FDE-4181-B971-136A8714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51390-54C7-498C-AD99-73DB0905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23688-B2E0-448A-83A4-363B72DD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98BB5-2EE3-4369-86CB-63889D0C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linear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C9D5C-B9FA-4F81-A8B0-EBF6B683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48247-F64A-4A7D-9403-AB30DF4E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D576D-3926-48AD-A6EC-47DCF4AA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Eigenvalues and Eigen vectors: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Rayleigh power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Jacobi's method.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166F9-2BF9-40AB-AD6D-AA25EED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0CD8D-7D95-48E5-B736-D5805D07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782903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655FD-936E-4E96-8E86-618FE7BC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2525C-43C3-48B1-B1B5-8CEB1619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AC2DA-1BA4-42EA-9AEE-201DCFEF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FBA28-2E8A-4B27-A51A-AB842830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solutions for system of linear equations (8Hours Theory + 4Hours Tutorial) Norms: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Vector norms and Matrix norms-L1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Ill conditioned linear system, condition number.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Solution of system of linear equations: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Gauss Seidel method and LU-decomposition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Eigenvalues and Eigen vectors: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508B5-6498-406A-843A-19D8430B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E18C7-2A1E-4382-BE5A-0F54D17F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FF37D-2B47-4E06-A5A7-9F7273CF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FB383-FDA4-4096-B052-9428E2CC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7A998-B135-40FB-AA6B-7B1AF277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BF61A-3B60-4319-9DD0-BB19A3C9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7E6F6-A1FD-4AC4-B484-5B4C6376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53216-4701-412E-A4C9-0D8451C0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68AD3-CB0D-436D-A63E-B106FFA1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11440-E464-4C93-9DC9-44109DE9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E9407-0586-4EF1-90DA-2A934226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4599667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56DD2-FD2C-404D-A5C0-232ACC76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9979E-7358-4290-AFD4-8C9711E7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09103-D8BA-4187-B027-403E131E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583B7-6ACD-4213-A264-D5BABE10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A7266-C14A-466D-8CD1-2DF6C0CB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A28BC-E225-44AD-8B0D-DC5ECA24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76227-5EE0-4BBD-9265-0F4C80F5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C36B5-E919-4C05-AE60-AB08F250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D5CEF-E828-402A-9B61-3C0334E4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EE968-86FC-4580-AA39-18425D26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A011A-514D-43D3-A48A-42938F9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8835D-9BDF-44CE-9B80-71C13081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8B077-8144-495C-BB18-D91BA252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C8E55-D2AE-4653-BAF9-D5E192B3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92AE0-3B7E-4881-B314-BC68EDCE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071348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A3B17-6860-44E2-B1C5-70948B0A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536CF-13C8-4239-BFD1-557ECB76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D359D-4D2A-44A5-8BA6-D682BE71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EA2C5-4286-4A76-8593-32D62420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51506-FE0B-4AEF-80D3-9C38A5B7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Numerical solutions for system of linear equations (8Hours Theory + 4Hours Tutorial) Norms: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29FE0-840B-4E50-8179-288D48B0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Numerical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70AB2-F702-4A95-85EC-15732450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B6276-D6E9-4B43-B210-31F7B452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31C5C-8E37-41FF-8003-D64D54E9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951261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B32B0-17DC-4D75-A912-8457755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67592-2C8E-4F73-B1C5-8B66FC60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EAB33-3141-4543-80BA-D25EC84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DDFAF-F2A0-428B-BB67-FC9F7523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7B10B-D3C5-4431-87C4-D60C76F1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Rayleigh power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Jacobi's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3.3-3.4, 3.7, 3.11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3F684-F93E-4A51-BA71-83522039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89BE5-018D-4415-8433-E56A3D94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0C375-6F8B-4ABA-8BBB-43721E9A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DA757-1971-4F67-946E-C00A5916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788898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2B2C8E-042D-43DB-9565-DF0FBF13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08397-FAD3-4D41-BE0A-25482F2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CFE2C-93DF-4245-A488-3BA42F76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9A916-532B-42FA-ABA1-516E133F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F42DC-8087-4A8E-B0CE-E8F15B22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4996D-AA41-4359-8930-F540063D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14D22-99B3-430F-BCE6-18983388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solutions for system of linear equations (8Hours Theory + 4Hours Tutorial) Norms: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AB819-94F5-4723-B23D-288280C3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4A298-47E9-4166-9016-694CBB19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03C97-60D7-41E9-850D-D95B1B92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Vector norms and Matrix norms-L1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FAD09-CF99-4B05-9775-9C77F7E9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E9569-4F27-4956-BCC0-39DBD8E4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0D934-F6B2-4A3C-AA5E-921BEB16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Ill conditioned linear system, condition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985C7-8697-4F0E-A8D1-E04C5180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4F13B-BA22-443B-9E99-3847E40E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ED5D2-7FA9-444E-BB67-4C4305FC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Solution of system of linear equations: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5B456-97B5-4335-9171-E28678DB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DAF7B-A529-470B-8321-7ACB61AD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56257-38F2-466C-B703-B5DAE2E1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Gauss Seidel method and LU-decomposition method.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45235-448B-4764-B3F9-6B91F1FF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8261D-CD5B-41E9-A0AF-D0CE8E82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4B0FE-4AE1-45F5-A25C-944108E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Eigenvalues and Eigen vectors: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EEB68-CC33-4BE8-B760-F4630781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27F16-136F-47F4-B599-5C783966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03A7D-1B5B-4B5C-A0A5-261FA770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Rayleigh power method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22BE8-D989-4EAD-9456-B75FA92B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B846F-AED0-4465-A677-886787A2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498B2F-1C3C-4C15-8F88-CC65667C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551606-6CB6-496F-A79D-A3B742EF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650451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B0696-05B4-4774-BB3C-4A3C3F70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68824-F935-45B7-BBE0-F48E7A0F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5A5FE-1195-441A-85CB-398B2322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00128-B331-4F34-A0F5-FF7E0BAB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Numerical, solutions, system, linear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4D4D4-522F-4825-8DEB-A24CBCF9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E2930-06B0-4CC8-A48F-D4010B40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AA1CC-7F4B-414A-A4DB-079AE9D9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1D1FB-564E-4FFE-BC0C-EC033B1B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291414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2026-08-24T06:38:52.3740000Z</dcterms:created>
  <dcterms:modified xsi:type="dcterms:W3CDTF">2026-08-24T06:38:52.3740000Z</dcterms:modified>
</coreProperties>
</file>