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12178d0f44c6d" /><Relationship Type="http://schemas.openxmlformats.org/officeDocument/2006/relationships/extended-properties" Target="/docProps/app.xml" Id="R368bd4bfde0049ed" /><Relationship Type="http://schemas.openxmlformats.org/officeDocument/2006/relationships/officeDocument" Target="/ppt/presentation.xml" Id="Rf61c08877d6a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e504f1d7b440f"/>
  </p:sldMasterIdLst>
  <p:notesMasterIdLst>
    <p:notesMasterId xmlns:r="http://schemas.openxmlformats.org/officeDocument/2006/relationships" r:id="R7b6a3d92ecf54d9d"/>
  </p:notesMasterIdLst>
  <p:sldIdLst>
    <p:sldId xmlns:r="http://schemas.openxmlformats.org/officeDocument/2006/relationships" id="256" r:id="R143f9ac6a25247e3"/>
    <p:sldId xmlns:r="http://schemas.openxmlformats.org/officeDocument/2006/relationships" id="257" r:id="Rc0a5c44ad7304cb4"/>
    <p:sldId xmlns:r="http://schemas.openxmlformats.org/officeDocument/2006/relationships" id="258" r:id="R6d551c69fac04be6"/>
    <p:sldId xmlns:r="http://schemas.openxmlformats.org/officeDocument/2006/relationships" id="259" r:id="R9ff5d80d5ade4236"/>
    <p:sldId xmlns:r="http://schemas.openxmlformats.org/officeDocument/2006/relationships" id="260" r:id="Ra093535da09e4669"/>
    <p:sldId xmlns:r="http://schemas.openxmlformats.org/officeDocument/2006/relationships" id="261" r:id="R993232da45444826"/>
    <p:sldId xmlns:r="http://schemas.openxmlformats.org/officeDocument/2006/relationships" id="262" r:id="Ra2224a59085f4625"/>
    <p:sldId xmlns:r="http://schemas.openxmlformats.org/officeDocument/2006/relationships" id="263" r:id="Rb1bcfcb80f394b24"/>
    <p:sldId xmlns:r="http://schemas.openxmlformats.org/officeDocument/2006/relationships" id="264" r:id="Rcf6d18164af542f5"/>
    <p:sldId xmlns:r="http://schemas.openxmlformats.org/officeDocument/2006/relationships" id="265" r:id="R0f2215084c464f1c"/>
    <p:sldId xmlns:r="http://schemas.openxmlformats.org/officeDocument/2006/relationships" id="266" r:id="Ref0dece56acb4973"/>
    <p:sldId xmlns:r="http://schemas.openxmlformats.org/officeDocument/2006/relationships" id="267" r:id="R914632349ebc4a64"/>
    <p:sldId xmlns:r="http://schemas.openxmlformats.org/officeDocument/2006/relationships" id="268" r:id="Reba7defbf7704b07"/>
    <p:sldId xmlns:r="http://schemas.openxmlformats.org/officeDocument/2006/relationships" id="269" r:id="Re06c3d80827e4a06"/>
    <p:sldId xmlns:r="http://schemas.openxmlformats.org/officeDocument/2006/relationships" id="270" r:id="R1cb65dc819984345"/>
    <p:sldId xmlns:r="http://schemas.openxmlformats.org/officeDocument/2006/relationships" id="271" r:id="R865964b7dfbc4787"/>
    <p:sldId xmlns:r="http://schemas.openxmlformats.org/officeDocument/2006/relationships" id="272" r:id="Rcd16996f31254a61"/>
    <p:sldId xmlns:r="http://schemas.openxmlformats.org/officeDocument/2006/relationships" id="273" r:id="Rdbccfd8da0724bf7"/>
    <p:sldId xmlns:r="http://schemas.openxmlformats.org/officeDocument/2006/relationships" id="274" r:id="R3ee50925910841b6"/>
    <p:sldId xmlns:r="http://schemas.openxmlformats.org/officeDocument/2006/relationships" id="275" r:id="Rfbf7ba17bf514986"/>
    <p:sldId xmlns:r="http://schemas.openxmlformats.org/officeDocument/2006/relationships" id="276" r:id="R7f8495e02de34b1d"/>
    <p:sldId xmlns:r="http://schemas.openxmlformats.org/officeDocument/2006/relationships" id="277" r:id="Rf0f69120f4e84285"/>
    <p:sldId xmlns:r="http://schemas.openxmlformats.org/officeDocument/2006/relationships" id="278" r:id="R3764e06569284623"/>
    <p:sldId xmlns:r="http://schemas.openxmlformats.org/officeDocument/2006/relationships" id="279" r:id="Rb21faee9a82c4d12"/>
    <p:sldId xmlns:r="http://schemas.openxmlformats.org/officeDocument/2006/relationships" id="280" r:id="Rb8233f7765e64ca7"/>
    <p:sldId xmlns:r="http://schemas.openxmlformats.org/officeDocument/2006/relationships" id="281" r:id="R227747ac9d264d6d"/>
    <p:sldId xmlns:r="http://schemas.openxmlformats.org/officeDocument/2006/relationships" id="282" r:id="R11456249f42746e1"/>
    <p:sldId xmlns:r="http://schemas.openxmlformats.org/officeDocument/2006/relationships" id="283" r:id="R0090b177c19d45e2"/>
    <p:sldId xmlns:r="http://schemas.openxmlformats.org/officeDocument/2006/relationships" id="284" r:id="R0c1103fa1a9f4364"/>
    <p:sldId xmlns:r="http://schemas.openxmlformats.org/officeDocument/2006/relationships" id="285" r:id="Rc37bad1d31484e5b"/>
    <p:sldId xmlns:r="http://schemas.openxmlformats.org/officeDocument/2006/relationships" id="286" r:id="Rdf562bd2e73b4b45"/>
    <p:sldId xmlns:r="http://schemas.openxmlformats.org/officeDocument/2006/relationships" id="287" r:id="R7addfa6f317a4e0b"/>
    <p:sldId xmlns:r="http://schemas.openxmlformats.org/officeDocument/2006/relationships" id="288" r:id="Rea014cdfdf1b42ab"/>
    <p:sldId xmlns:r="http://schemas.openxmlformats.org/officeDocument/2006/relationships" id="289" r:id="R04a3af7ffdaa4f86"/>
    <p:sldId xmlns:r="http://schemas.openxmlformats.org/officeDocument/2006/relationships" id="290" r:id="R6519eb9fd728410b"/>
    <p:sldId xmlns:r="http://schemas.openxmlformats.org/officeDocument/2006/relationships" id="291" r:id="R554284daf1744589"/>
    <p:sldId xmlns:r="http://schemas.openxmlformats.org/officeDocument/2006/relationships" id="292" r:id="Re51a92fd951346c4"/>
    <p:sldId xmlns:r="http://schemas.openxmlformats.org/officeDocument/2006/relationships" id="293" r:id="R3170ecba9d334c17"/>
    <p:sldId xmlns:r="http://schemas.openxmlformats.org/officeDocument/2006/relationships" id="294" r:id="Rf3403a8a39e042bb"/>
    <p:sldId xmlns:r="http://schemas.openxmlformats.org/officeDocument/2006/relationships" id="295" r:id="Ra3ccf13d8d2d468c"/>
    <p:sldId xmlns:r="http://schemas.openxmlformats.org/officeDocument/2006/relationships" id="296" r:id="R8f4b1dcf684a4222"/>
    <p:sldId xmlns:r="http://schemas.openxmlformats.org/officeDocument/2006/relationships" id="297" r:id="R43d2a5058b444448"/>
    <p:sldId xmlns:r="http://schemas.openxmlformats.org/officeDocument/2006/relationships" id="298" r:id="Rf46f3ffa24e14a85"/>
    <p:sldId xmlns:r="http://schemas.openxmlformats.org/officeDocument/2006/relationships" id="299" r:id="R7dc2a3b61f104256"/>
    <p:sldId xmlns:r="http://schemas.openxmlformats.org/officeDocument/2006/relationships" id="300" r:id="R314c6a45cc4a4275"/>
    <p:sldId xmlns:r="http://schemas.openxmlformats.org/officeDocument/2006/relationships" id="301" r:id="Re42acf69577d48b4"/>
    <p:sldId xmlns:r="http://schemas.openxmlformats.org/officeDocument/2006/relationships" id="302" r:id="Rdefd2fa8cd214532"/>
    <p:sldId xmlns:r="http://schemas.openxmlformats.org/officeDocument/2006/relationships" id="303" r:id="R4e2460d014664cc0"/>
    <p:sldId xmlns:r="http://schemas.openxmlformats.org/officeDocument/2006/relationships" id="304" r:id="Ra8da92a8a3284317"/>
    <p:sldId xmlns:r="http://schemas.openxmlformats.org/officeDocument/2006/relationships" id="305" r:id="Rf96bee8388a24abd"/>
    <p:sldId xmlns:r="http://schemas.openxmlformats.org/officeDocument/2006/relationships" id="306" r:id="R363c28b632a442da"/>
    <p:sldId xmlns:r="http://schemas.openxmlformats.org/officeDocument/2006/relationships" id="307" r:id="R6b5e565404584934"/>
    <p:sldId xmlns:r="http://schemas.openxmlformats.org/officeDocument/2006/relationships" id="308" r:id="R42a40fbb558e40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8e64b13b954726" /><Relationship Type="http://schemas.openxmlformats.org/officeDocument/2006/relationships/slideMaster" Target="/ppt/slideMasters/slideMaster1.xml" Id="R788e504f1d7b440f" /><Relationship Type="http://schemas.openxmlformats.org/officeDocument/2006/relationships/notesMaster" Target="/ppt/notesMasters/notesMaster1.xml" Id="R7b6a3d92ecf54d9d" /><Relationship Type="http://schemas.openxmlformats.org/officeDocument/2006/relationships/presProps" Target="/ppt/presProps.xml" Id="R22ed19b39a6d493b" /><Relationship Type="http://schemas.openxmlformats.org/officeDocument/2006/relationships/tableStyles" Target="/ppt/tableStyles.xml" Id="R747bc421428941b8" /><Relationship Type="http://schemas.openxmlformats.org/officeDocument/2006/relationships/slide" Target="/ppt/slides/slide1.xml" Id="R143f9ac6a25247e3" /><Relationship Type="http://schemas.openxmlformats.org/officeDocument/2006/relationships/slide" Target="/ppt/slides/slide2.xml" Id="Rc0a5c44ad7304cb4" /><Relationship Type="http://schemas.openxmlformats.org/officeDocument/2006/relationships/slide" Target="/ppt/slides/slide3.xml" Id="R6d551c69fac04be6" /><Relationship Type="http://schemas.openxmlformats.org/officeDocument/2006/relationships/slide" Target="/ppt/slides/slide4.xml" Id="R9ff5d80d5ade4236" /><Relationship Type="http://schemas.openxmlformats.org/officeDocument/2006/relationships/slide" Target="/ppt/slides/slide5.xml" Id="Ra093535da09e4669" /><Relationship Type="http://schemas.openxmlformats.org/officeDocument/2006/relationships/slide" Target="/ppt/slides/slide6.xml" Id="R993232da45444826" /><Relationship Type="http://schemas.openxmlformats.org/officeDocument/2006/relationships/slide" Target="/ppt/slides/slide7.xml" Id="Ra2224a59085f4625" /><Relationship Type="http://schemas.openxmlformats.org/officeDocument/2006/relationships/slide" Target="/ppt/slides/slide8.xml" Id="Rb1bcfcb80f394b24" /><Relationship Type="http://schemas.openxmlformats.org/officeDocument/2006/relationships/slide" Target="/ppt/slides/slide9.xml" Id="Rcf6d18164af542f5" /><Relationship Type="http://schemas.openxmlformats.org/officeDocument/2006/relationships/slide" Target="/ppt/slides/slide10.xml" Id="R0f2215084c464f1c" /><Relationship Type="http://schemas.openxmlformats.org/officeDocument/2006/relationships/slide" Target="/ppt/slides/slide11.xml" Id="Ref0dece56acb4973" /><Relationship Type="http://schemas.openxmlformats.org/officeDocument/2006/relationships/slide" Target="/ppt/slides/slide12.xml" Id="R914632349ebc4a64" /><Relationship Type="http://schemas.openxmlformats.org/officeDocument/2006/relationships/slide" Target="/ppt/slides/slide13.xml" Id="Reba7defbf7704b07" /><Relationship Type="http://schemas.openxmlformats.org/officeDocument/2006/relationships/slide" Target="/ppt/slides/slide14.xml" Id="Re06c3d80827e4a06" /><Relationship Type="http://schemas.openxmlformats.org/officeDocument/2006/relationships/slide" Target="/ppt/slides/slide15.xml" Id="R1cb65dc819984345" /><Relationship Type="http://schemas.openxmlformats.org/officeDocument/2006/relationships/slide" Target="/ppt/slides/slide16.xml" Id="R865964b7dfbc4787" /><Relationship Type="http://schemas.openxmlformats.org/officeDocument/2006/relationships/slide" Target="/ppt/slides/slide17.xml" Id="Rcd16996f31254a61" /><Relationship Type="http://schemas.openxmlformats.org/officeDocument/2006/relationships/slide" Target="/ppt/slides/slide18.xml" Id="Rdbccfd8da0724bf7" /><Relationship Type="http://schemas.openxmlformats.org/officeDocument/2006/relationships/slide" Target="/ppt/slides/slide19.xml" Id="R3ee50925910841b6" /><Relationship Type="http://schemas.openxmlformats.org/officeDocument/2006/relationships/slide" Target="/ppt/slides/slide20.xml" Id="Rfbf7ba17bf514986" /><Relationship Type="http://schemas.openxmlformats.org/officeDocument/2006/relationships/slide" Target="/ppt/slides/slide21.xml" Id="R7f8495e02de34b1d" /><Relationship Type="http://schemas.openxmlformats.org/officeDocument/2006/relationships/slide" Target="/ppt/slides/slide22.xml" Id="Rf0f69120f4e84285" /><Relationship Type="http://schemas.openxmlformats.org/officeDocument/2006/relationships/slide" Target="/ppt/slides/slide23.xml" Id="R3764e06569284623" /><Relationship Type="http://schemas.openxmlformats.org/officeDocument/2006/relationships/slide" Target="/ppt/slides/slide24.xml" Id="Rb21faee9a82c4d12" /><Relationship Type="http://schemas.openxmlformats.org/officeDocument/2006/relationships/slide" Target="/ppt/slides/slide25.xml" Id="Rb8233f7765e64ca7" /><Relationship Type="http://schemas.openxmlformats.org/officeDocument/2006/relationships/slide" Target="/ppt/slides/slide26.xml" Id="R227747ac9d264d6d" /><Relationship Type="http://schemas.openxmlformats.org/officeDocument/2006/relationships/slide" Target="/ppt/slides/slide27.xml" Id="R11456249f42746e1" /><Relationship Type="http://schemas.openxmlformats.org/officeDocument/2006/relationships/slide" Target="/ppt/slides/slide28.xml" Id="R0090b177c19d45e2" /><Relationship Type="http://schemas.openxmlformats.org/officeDocument/2006/relationships/slide" Target="/ppt/slides/slide29.xml" Id="R0c1103fa1a9f4364" /><Relationship Type="http://schemas.openxmlformats.org/officeDocument/2006/relationships/slide" Target="/ppt/slides/slide30.xml" Id="Rc37bad1d31484e5b" /><Relationship Type="http://schemas.openxmlformats.org/officeDocument/2006/relationships/slide" Target="/ppt/slides/slide31.xml" Id="Rdf562bd2e73b4b45" /><Relationship Type="http://schemas.openxmlformats.org/officeDocument/2006/relationships/slide" Target="/ppt/slides/slide32.xml" Id="R7addfa6f317a4e0b" /><Relationship Type="http://schemas.openxmlformats.org/officeDocument/2006/relationships/slide" Target="/ppt/slides/slide33.xml" Id="Rea014cdfdf1b42ab" /><Relationship Type="http://schemas.openxmlformats.org/officeDocument/2006/relationships/slide" Target="/ppt/slides/slide34.xml" Id="R04a3af7ffdaa4f86" /><Relationship Type="http://schemas.openxmlformats.org/officeDocument/2006/relationships/slide" Target="/ppt/slides/slide35.xml" Id="R6519eb9fd728410b" /><Relationship Type="http://schemas.openxmlformats.org/officeDocument/2006/relationships/slide" Target="/ppt/slides/slide36.xml" Id="R554284daf1744589" /><Relationship Type="http://schemas.openxmlformats.org/officeDocument/2006/relationships/slide" Target="/ppt/slides/slide37.xml" Id="Re51a92fd951346c4" /><Relationship Type="http://schemas.openxmlformats.org/officeDocument/2006/relationships/slide" Target="/ppt/slides/slide38.xml" Id="R3170ecba9d334c17" /><Relationship Type="http://schemas.openxmlformats.org/officeDocument/2006/relationships/slide" Target="/ppt/slides/slide39.xml" Id="Rf3403a8a39e042bb" /><Relationship Type="http://schemas.openxmlformats.org/officeDocument/2006/relationships/slide" Target="/ppt/slides/slide40.xml" Id="Ra3ccf13d8d2d468c" /><Relationship Type="http://schemas.openxmlformats.org/officeDocument/2006/relationships/slide" Target="/ppt/slides/slide41.xml" Id="R8f4b1dcf684a4222" /><Relationship Type="http://schemas.openxmlformats.org/officeDocument/2006/relationships/slide" Target="/ppt/slides/slide42.xml" Id="R43d2a5058b444448" /><Relationship Type="http://schemas.openxmlformats.org/officeDocument/2006/relationships/slide" Target="/ppt/slides/slide43.xml" Id="Rf46f3ffa24e14a85" /><Relationship Type="http://schemas.openxmlformats.org/officeDocument/2006/relationships/slide" Target="/ppt/slides/slide44.xml" Id="R7dc2a3b61f104256" /><Relationship Type="http://schemas.openxmlformats.org/officeDocument/2006/relationships/slide" Target="/ppt/slides/slide45.xml" Id="R314c6a45cc4a4275" /><Relationship Type="http://schemas.openxmlformats.org/officeDocument/2006/relationships/slide" Target="/ppt/slides/slide46.xml" Id="Re42acf69577d48b4" /><Relationship Type="http://schemas.openxmlformats.org/officeDocument/2006/relationships/slide" Target="/ppt/slides/slide47.xml" Id="Rdefd2fa8cd214532" /><Relationship Type="http://schemas.openxmlformats.org/officeDocument/2006/relationships/slide" Target="/ppt/slides/slide48.xml" Id="R4e2460d014664cc0" /><Relationship Type="http://schemas.openxmlformats.org/officeDocument/2006/relationships/slide" Target="/ppt/slides/slide49.xml" Id="Ra8da92a8a3284317" /><Relationship Type="http://schemas.openxmlformats.org/officeDocument/2006/relationships/slide" Target="/ppt/slides/slide50.xml" Id="Rf96bee8388a24abd" /><Relationship Type="http://schemas.openxmlformats.org/officeDocument/2006/relationships/slide" Target="/ppt/slides/slide51.xml" Id="R363c28b632a442da" /><Relationship Type="http://schemas.openxmlformats.org/officeDocument/2006/relationships/slide" Target="/ppt/slides/slide52.xml" Id="R6b5e565404584934" /><Relationship Type="http://schemas.openxmlformats.org/officeDocument/2006/relationships/slide" Target="/ppt/slides/slide53.xml" Id="R42a40fbb558e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de22dcbd6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d711e24f3143c7" /><Relationship Type="http://schemas.openxmlformats.org/officeDocument/2006/relationships/notesMaster" Target="/ppt/notesMasters/notesMaster1.xml" Id="R560c27016091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cfa2ef5a094a4e" /><Relationship Type="http://schemas.openxmlformats.org/officeDocument/2006/relationships/notesMaster" Target="/ppt/notesMasters/notesMaster1.xml" Id="R5154d71ccb03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5cf76651a54829" /><Relationship Type="http://schemas.openxmlformats.org/officeDocument/2006/relationships/notesMaster" Target="/ppt/notesMasters/notesMaster1.xml" Id="R950f8579761d4a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adad0db41c4cb1" /><Relationship Type="http://schemas.openxmlformats.org/officeDocument/2006/relationships/notesMaster" Target="/ppt/notesMasters/notesMaster1.xml" Id="R9339277146e046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c18893e0e44ea" /><Relationship Type="http://schemas.openxmlformats.org/officeDocument/2006/relationships/notesMaster" Target="/ppt/notesMasters/notesMaster1.xml" Id="R76648b48f927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af9fb0307b489c" /><Relationship Type="http://schemas.openxmlformats.org/officeDocument/2006/relationships/notesMaster" Target="/ppt/notesMasters/notesMaster1.xml" Id="R753d5383c5d947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0281b0931c4ff9" /><Relationship Type="http://schemas.openxmlformats.org/officeDocument/2006/relationships/notesMaster" Target="/ppt/notesMasters/notesMaster1.xml" Id="R1885f0f9e9f347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8309164ea44c3" /><Relationship Type="http://schemas.openxmlformats.org/officeDocument/2006/relationships/notesMaster" Target="/ppt/notesMasters/notesMaster1.xml" Id="R5f6d7629a40a4d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fd2909b4ec4386" /><Relationship Type="http://schemas.openxmlformats.org/officeDocument/2006/relationships/notesMaster" Target="/ppt/notesMasters/notesMaster1.xml" Id="Rba2cb29c6c114a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028a759558474f" /><Relationship Type="http://schemas.openxmlformats.org/officeDocument/2006/relationships/notesMaster" Target="/ppt/notesMasters/notesMaster1.xml" Id="Re201b63d308c43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3afbbab4694edb" /><Relationship Type="http://schemas.openxmlformats.org/officeDocument/2006/relationships/notesMaster" Target="/ppt/notesMasters/notesMaster1.xml" Id="Ra013142767444c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2df16d5d2b494b" /><Relationship Type="http://schemas.openxmlformats.org/officeDocument/2006/relationships/notesMaster" Target="/ppt/notesMasters/notesMaster1.xml" Id="Rbf177bb1f2354d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19424e09404613" /><Relationship Type="http://schemas.openxmlformats.org/officeDocument/2006/relationships/notesMaster" Target="/ppt/notesMasters/notesMaster1.xml" Id="R21da2222dead4e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8dfb0525ef4bdc" /><Relationship Type="http://schemas.openxmlformats.org/officeDocument/2006/relationships/notesMaster" Target="/ppt/notesMasters/notesMaster1.xml" Id="Rba20895d71dc46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90b4958af948d3" /><Relationship Type="http://schemas.openxmlformats.org/officeDocument/2006/relationships/notesMaster" Target="/ppt/notesMasters/notesMaster1.xml" Id="R66ebb30bd2fe4f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60e1c05eb54aa7" /><Relationship Type="http://schemas.openxmlformats.org/officeDocument/2006/relationships/notesMaster" Target="/ppt/notesMasters/notesMaster1.xml" Id="R9b28e7b206d54c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5b24ceb0cb4e4c" /><Relationship Type="http://schemas.openxmlformats.org/officeDocument/2006/relationships/notesMaster" Target="/ppt/notesMasters/notesMaster1.xml" Id="R39fffc009b3c46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10952e4f0146ef" /><Relationship Type="http://schemas.openxmlformats.org/officeDocument/2006/relationships/notesMaster" Target="/ppt/notesMasters/notesMaster1.xml" Id="R23f6fa118a1e45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5a4ba2c0774204" /><Relationship Type="http://schemas.openxmlformats.org/officeDocument/2006/relationships/notesMaster" Target="/ppt/notesMasters/notesMaster1.xml" Id="R62f67c59f83c41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ae1308b66b4a24" /><Relationship Type="http://schemas.openxmlformats.org/officeDocument/2006/relationships/notesMaster" Target="/ppt/notesMasters/notesMaster1.xml" Id="Rc1abaf77239e40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3e46d6b8a14dfa" /><Relationship Type="http://schemas.openxmlformats.org/officeDocument/2006/relationships/notesMaster" Target="/ppt/notesMasters/notesMaster1.xml" Id="R0db211ad09ca4e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d5ec2157504cea" /><Relationship Type="http://schemas.openxmlformats.org/officeDocument/2006/relationships/notesMaster" Target="/ppt/notesMasters/notesMaster1.xml" Id="R318f4257f16b48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9a9e1d87e44430" /><Relationship Type="http://schemas.openxmlformats.org/officeDocument/2006/relationships/notesMaster" Target="/ppt/notesMasters/notesMaster1.xml" Id="Rc6cc635ceba242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bab2a7a1e04d13" /><Relationship Type="http://schemas.openxmlformats.org/officeDocument/2006/relationships/notesMaster" Target="/ppt/notesMasters/notesMaster1.xml" Id="Re888871556a947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9d3090103640e4" /><Relationship Type="http://schemas.openxmlformats.org/officeDocument/2006/relationships/notesMaster" Target="/ppt/notesMasters/notesMaster1.xml" Id="R86165709b0a049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e550c76f9f443e8" /><Relationship Type="http://schemas.openxmlformats.org/officeDocument/2006/relationships/notesMaster" Target="/ppt/notesMasters/notesMaster1.xml" Id="R97b10d80d3b448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cc5e2936fe47c7" /><Relationship Type="http://schemas.openxmlformats.org/officeDocument/2006/relationships/notesMaster" Target="/ppt/notesMasters/notesMaster1.xml" Id="R336a32975d6147f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09d6e6f513f491d" /><Relationship Type="http://schemas.openxmlformats.org/officeDocument/2006/relationships/notesMaster" Target="/ppt/notesMasters/notesMaster1.xml" Id="R0608988d6c6b4d0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12cd4d780e456e" /><Relationship Type="http://schemas.openxmlformats.org/officeDocument/2006/relationships/notesMaster" Target="/ppt/notesMasters/notesMaster1.xml" Id="R1b6b77230c294b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906bfea78584794" /><Relationship Type="http://schemas.openxmlformats.org/officeDocument/2006/relationships/notesMaster" Target="/ppt/notesMasters/notesMaster1.xml" Id="R737b0d83148e4c1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6e47e9aa65b4773" /><Relationship Type="http://schemas.openxmlformats.org/officeDocument/2006/relationships/notesMaster" Target="/ppt/notesMasters/notesMaster1.xml" Id="Ra15180de4f584e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2600ddc1b864d36" /><Relationship Type="http://schemas.openxmlformats.org/officeDocument/2006/relationships/notesMaster" Target="/ppt/notesMasters/notesMaster1.xml" Id="R663b8f22a7664d6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5e8583639654155" /><Relationship Type="http://schemas.openxmlformats.org/officeDocument/2006/relationships/notesMaster" Target="/ppt/notesMasters/notesMaster1.xml" Id="Rb87920dc630d44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330097c2b54ee1" /><Relationship Type="http://schemas.openxmlformats.org/officeDocument/2006/relationships/notesMaster" Target="/ppt/notesMasters/notesMaster1.xml" Id="Rc987335bd3934a3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3b1625808914a19" /><Relationship Type="http://schemas.openxmlformats.org/officeDocument/2006/relationships/notesMaster" Target="/ppt/notesMasters/notesMaster1.xml" Id="R2890f64454794cf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ed58bd7fa004424" /><Relationship Type="http://schemas.openxmlformats.org/officeDocument/2006/relationships/notesMaster" Target="/ppt/notesMasters/notesMaster1.xml" Id="R26abb0042c664f8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af52a5a08694129" /><Relationship Type="http://schemas.openxmlformats.org/officeDocument/2006/relationships/notesMaster" Target="/ppt/notesMasters/notesMaster1.xml" Id="Rcb901cf42c4d40b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49d261038d4c35" /><Relationship Type="http://schemas.openxmlformats.org/officeDocument/2006/relationships/notesMaster" Target="/ppt/notesMasters/notesMaster1.xml" Id="R33393ace06bd46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53f1ec52afa4e48" /><Relationship Type="http://schemas.openxmlformats.org/officeDocument/2006/relationships/notesMaster" Target="/ppt/notesMasters/notesMaster1.xml" Id="R8d2ff501964548a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ea0d94abf684daa" /><Relationship Type="http://schemas.openxmlformats.org/officeDocument/2006/relationships/notesMaster" Target="/ppt/notesMasters/notesMaster1.xml" Id="Rfe4ed6e3f17c4c6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b6d20eb596f49c6" /><Relationship Type="http://schemas.openxmlformats.org/officeDocument/2006/relationships/notesMaster" Target="/ppt/notesMasters/notesMaster1.xml" Id="R4396347b78544d6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2eda9bba10e4c17" /><Relationship Type="http://schemas.openxmlformats.org/officeDocument/2006/relationships/notesMaster" Target="/ppt/notesMasters/notesMaster1.xml" Id="Re0e8b031426b4f1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cea72bb29e24c85" /><Relationship Type="http://schemas.openxmlformats.org/officeDocument/2006/relationships/notesMaster" Target="/ppt/notesMasters/notesMaster1.xml" Id="R5d1a266e62ce4c2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f6d53b89fa14702" /><Relationship Type="http://schemas.openxmlformats.org/officeDocument/2006/relationships/notesMaster" Target="/ppt/notesMasters/notesMaster1.xml" Id="R7f78fe3be82d443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b57a1d6843244a4" /><Relationship Type="http://schemas.openxmlformats.org/officeDocument/2006/relationships/notesMaster" Target="/ppt/notesMasters/notesMaster1.xml" Id="Rd0edd7f777554da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aef450103ac4c62" /><Relationship Type="http://schemas.openxmlformats.org/officeDocument/2006/relationships/notesMaster" Target="/ppt/notesMasters/notesMaster1.xml" Id="R6d6192a90c3a40a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2288d16a5e34b47" /><Relationship Type="http://schemas.openxmlformats.org/officeDocument/2006/relationships/notesMaster" Target="/ppt/notesMasters/notesMaster1.xml" Id="R609dd7dfd9cf444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9c7d70dcd14250" /><Relationship Type="http://schemas.openxmlformats.org/officeDocument/2006/relationships/notesMaster" Target="/ppt/notesMasters/notesMaster1.xml" Id="Rd96d6f272d3b447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27c894c993940df" /><Relationship Type="http://schemas.openxmlformats.org/officeDocument/2006/relationships/notesMaster" Target="/ppt/notesMasters/notesMaster1.xml" Id="R66b47ef25f73401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a18b0242afc4878" /><Relationship Type="http://schemas.openxmlformats.org/officeDocument/2006/relationships/notesMaster" Target="/ppt/notesMasters/notesMaster1.xml" Id="R643ad5ec6c02415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b206b4d91cc4c5a" /><Relationship Type="http://schemas.openxmlformats.org/officeDocument/2006/relationships/notesMaster" Target="/ppt/notesMasters/notesMaster1.xml" Id="R08e4cabafe844ab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415508d9b0e4512" /><Relationship Type="http://schemas.openxmlformats.org/officeDocument/2006/relationships/notesMaster" Target="/ppt/notesMasters/notesMaster1.xml" Id="R408b2607eb5f4ad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da4e04ceeb24785" /><Relationship Type="http://schemas.openxmlformats.org/officeDocument/2006/relationships/notesMaster" Target="/ppt/notesMasters/notesMaster1.xml" Id="R6320b14638a3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4 explained why concurrency is dangerous; Module 5 studies how DBMS controls it, then moves to NoSQL systems.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the two halves: concurrency algorithms and NoSQL storage.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back to lost update and dirty read from Module 4.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locked lab record or seat booking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binary locking is simple but restricts concurrency.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exact exam list.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read-read compatibility improves concurrency.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compatibility table is the quick way to answer lock questions.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read first, then decide to update.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two phases are about lock behavior, not transaction stages.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lock point determines serial order.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correctness comes with waiting.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it requires knowing all data items in advance.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strictness improves recoverability.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two transactions each holding what the other needs.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both simple approaches may be impractical.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both abort younger transaction and avoid cycles.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these are aggressive ways to avoid deadlock.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detection is practical when deadlocks are rare.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 cycle means transactions are mutually waiting.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starvation can arise from unfair waits or repeated victim choice.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timestamp can be counter or clock value.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metadata is the heart of timestamp ordering.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algorithm keeps conflicts in timestamp order.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Thomas rule conceptual if students have limited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read operations rejected elsewhere may succeed with older version.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extra storage is the drawback.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certify phase ensures serializable committed result.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it assumes little interference among transactions.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no locks during read phase.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read_set and write_set vocabulary from notes.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fine granularity increases concurrency but requires more locks.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is best for updating one student record.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transactions lock root first and move down tree.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covers key MGL rules.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Facebook-scale users and web data from notes.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NoSQL often trades modeling power for scale and flexibility.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not every NoSQL system ignores transactions; this is the design tendency.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CAP consistency is not the same as transaction consistency.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distributed service across data centers.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exam-ready classification.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student document with address and phone array.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BSON is binary JSON-like format.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replication and sharding solve different problems.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session store or cache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consistent hashing helps scaling clusters.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HBase uses HDFS and BigTable-inspired model.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wide-column to large sparse datasets.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final overview.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Module 5 needs comparisons and protocol steps.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as study list.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DBMS_Module-5_Notes.pdf, Module 5 notes: Concurrency Control, 2PL, Deadlock/Starvation, Timestamp Ordering, Multiversion/Optimistic/MGL, NoSQL and Big Data Storage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0808c3c144c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5d1ecd5f3476f" /><Relationship Type="http://schemas.openxmlformats.org/officeDocument/2006/relationships/slideLayout" Target="/ppt/slideLayouts/slideLayout1.xml" Id="Rd3ab5110f58647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ab5110f58647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2fb9d208341c0" /><Relationship Type="http://schemas.openxmlformats.org/officeDocument/2006/relationships/notesSlide" Target="/ppt/notesSlides/notesSlide1.xml" Id="Rf26304b189dd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60f7c023a4ef0" /><Relationship Type="http://schemas.openxmlformats.org/officeDocument/2006/relationships/notesSlide" Target="/ppt/notesSlides/notesSlide2.xml" Id="R8ba265e2b12f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20c7163c64439" /><Relationship Type="http://schemas.openxmlformats.org/officeDocument/2006/relationships/notesSlide" Target="/ppt/notesSlides/notesSlide3.xml" Id="R30f769ceaf5c4d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9154743d54f3e" /><Relationship Type="http://schemas.openxmlformats.org/officeDocument/2006/relationships/notesSlide" Target="/ppt/notesSlides/notesSlide4.xml" Id="Rb8ebf63fcd084b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b6f3b92e64917" /><Relationship Type="http://schemas.openxmlformats.org/officeDocument/2006/relationships/notesSlide" Target="/ppt/notesSlides/notesSlide5.xml" Id="R3b965a313690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fa13124f84687" /><Relationship Type="http://schemas.openxmlformats.org/officeDocument/2006/relationships/notesSlide" Target="/ppt/notesSlides/notesSlide6.xml" Id="R6b132e2bb9904e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4d20ce71d4ed8" /><Relationship Type="http://schemas.openxmlformats.org/officeDocument/2006/relationships/notesSlide" Target="/ppt/notesSlides/notesSlide7.xml" Id="Rebad092a44d749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864ac152342b2" /><Relationship Type="http://schemas.openxmlformats.org/officeDocument/2006/relationships/notesSlide" Target="/ppt/notesSlides/notesSlide8.xml" Id="R8741619bd677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b9472a5c14132" /><Relationship Type="http://schemas.openxmlformats.org/officeDocument/2006/relationships/notesSlide" Target="/ppt/notesSlides/notesSlide9.xml" Id="Rf872a194560c4b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f96fe20174aaa" /><Relationship Type="http://schemas.openxmlformats.org/officeDocument/2006/relationships/notesSlide" Target="/ppt/notesSlides/notesSlide10.xml" Id="Rff399a5213e44c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57255b76e414a" /><Relationship Type="http://schemas.openxmlformats.org/officeDocument/2006/relationships/notesSlide" Target="/ppt/notesSlides/notesSlide11.xml" Id="R8913ac371f1640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1bb281b944d50" /><Relationship Type="http://schemas.openxmlformats.org/officeDocument/2006/relationships/notesSlide" Target="/ppt/notesSlides/notesSlide12.xml" Id="R7a7cee82dc8e48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64aadd8b84196" /><Relationship Type="http://schemas.openxmlformats.org/officeDocument/2006/relationships/notesSlide" Target="/ppt/notesSlides/notesSlide13.xml" Id="R322f6d346b084f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c50d574684c31" /><Relationship Type="http://schemas.openxmlformats.org/officeDocument/2006/relationships/notesSlide" Target="/ppt/notesSlides/notesSlide14.xml" Id="Rf4e890063fba47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27bd57b2e44a0" /><Relationship Type="http://schemas.openxmlformats.org/officeDocument/2006/relationships/notesSlide" Target="/ppt/notesSlides/notesSlide15.xml" Id="R8282e3edbb614f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e633fe77a4614" /><Relationship Type="http://schemas.openxmlformats.org/officeDocument/2006/relationships/notesSlide" Target="/ppt/notesSlides/notesSlide16.xml" Id="R452d8e322f0d4f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e07a7324746e2" /><Relationship Type="http://schemas.openxmlformats.org/officeDocument/2006/relationships/notesSlide" Target="/ppt/notesSlides/notesSlide17.xml" Id="Rcf82b11e6dfb4e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4c432100948b0" /><Relationship Type="http://schemas.openxmlformats.org/officeDocument/2006/relationships/notesSlide" Target="/ppt/notesSlides/notesSlide18.xml" Id="R1992ee3650564f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466f1a111400c" /><Relationship Type="http://schemas.openxmlformats.org/officeDocument/2006/relationships/notesSlide" Target="/ppt/notesSlides/notesSlide19.xml" Id="R0b802fe108c54c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cabb0a0947f0" /><Relationship Type="http://schemas.openxmlformats.org/officeDocument/2006/relationships/notesSlide" Target="/ppt/notesSlides/notesSlide20.xml" Id="R58a9154407e548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ba264bd6148e9" /><Relationship Type="http://schemas.openxmlformats.org/officeDocument/2006/relationships/notesSlide" Target="/ppt/notesSlides/notesSlide21.xml" Id="R0cf1b0ed13e047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16f8e6144199" /><Relationship Type="http://schemas.openxmlformats.org/officeDocument/2006/relationships/notesSlide" Target="/ppt/notesSlides/notesSlide22.xml" Id="R9ce55be9f7ab4b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cfb2e1bff4082" /><Relationship Type="http://schemas.openxmlformats.org/officeDocument/2006/relationships/notesSlide" Target="/ppt/notesSlides/notesSlide23.xml" Id="R6e586b9473ad40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8daf74d0649f3" /><Relationship Type="http://schemas.openxmlformats.org/officeDocument/2006/relationships/notesSlide" Target="/ppt/notesSlides/notesSlide24.xml" Id="Rfabe2bbbcb6e40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67e54d22e461c" /><Relationship Type="http://schemas.openxmlformats.org/officeDocument/2006/relationships/notesSlide" Target="/ppt/notesSlides/notesSlide25.xml" Id="R17411be8806f4c2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a0d2458b94b49" /><Relationship Type="http://schemas.openxmlformats.org/officeDocument/2006/relationships/notesSlide" Target="/ppt/notesSlides/notesSlide26.xml" Id="Ra0e691fb668b45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cdf7e979f4303" /><Relationship Type="http://schemas.openxmlformats.org/officeDocument/2006/relationships/notesSlide" Target="/ppt/notesSlides/notesSlide27.xml" Id="Re794500a817444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6ce8bae3e450f" /><Relationship Type="http://schemas.openxmlformats.org/officeDocument/2006/relationships/notesSlide" Target="/ppt/notesSlides/notesSlide28.xml" Id="R711bb368edb24de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4dea0ad1a4e32" /><Relationship Type="http://schemas.openxmlformats.org/officeDocument/2006/relationships/notesSlide" Target="/ppt/notesSlides/notesSlide29.xml" Id="Rac313e5a84374f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34425a9b64739" /><Relationship Type="http://schemas.openxmlformats.org/officeDocument/2006/relationships/notesSlide" Target="/ppt/notesSlides/notesSlide30.xml" Id="R4ad1abdc828343b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97b4159064781" /><Relationship Type="http://schemas.openxmlformats.org/officeDocument/2006/relationships/notesSlide" Target="/ppt/notesSlides/notesSlide31.xml" Id="R131d644b98fd484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1e495a58148e0" /><Relationship Type="http://schemas.openxmlformats.org/officeDocument/2006/relationships/notesSlide" Target="/ppt/notesSlides/notesSlide32.xml" Id="Rb523fcdf351d49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d5e2908a241d5" /><Relationship Type="http://schemas.openxmlformats.org/officeDocument/2006/relationships/notesSlide" Target="/ppt/notesSlides/notesSlide33.xml" Id="R4e72c3d984dc436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a6ef72ad64664" /><Relationship Type="http://schemas.openxmlformats.org/officeDocument/2006/relationships/notesSlide" Target="/ppt/notesSlides/notesSlide34.xml" Id="Rb38ce056703946f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9a04b48d04204" /><Relationship Type="http://schemas.openxmlformats.org/officeDocument/2006/relationships/notesSlide" Target="/ppt/notesSlides/notesSlide35.xml" Id="Re9120857a6e9493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ffc49773f4150" /><Relationship Type="http://schemas.openxmlformats.org/officeDocument/2006/relationships/notesSlide" Target="/ppt/notesSlides/notesSlide36.xml" Id="R071e54455dcf494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b95872e54f48" /><Relationship Type="http://schemas.openxmlformats.org/officeDocument/2006/relationships/notesSlide" Target="/ppt/notesSlides/notesSlide37.xml" Id="Rbdef5a480e05455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b0fac2ba44ebe" /><Relationship Type="http://schemas.openxmlformats.org/officeDocument/2006/relationships/notesSlide" Target="/ppt/notesSlides/notesSlide38.xml" Id="Rb8128783edd7464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5e8a9d37d40a6" /><Relationship Type="http://schemas.openxmlformats.org/officeDocument/2006/relationships/notesSlide" Target="/ppt/notesSlides/notesSlide39.xml" Id="R4e1e0ffe3f90450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1bd09cedd4227" /><Relationship Type="http://schemas.openxmlformats.org/officeDocument/2006/relationships/notesSlide" Target="/ppt/notesSlides/notesSlide40.xml" Id="R19a69e1ebc73465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074d6585f4f6e" /><Relationship Type="http://schemas.openxmlformats.org/officeDocument/2006/relationships/notesSlide" Target="/ppt/notesSlides/notesSlide41.xml" Id="R7929faa0c5ff441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5bf4bbba42f4" /><Relationship Type="http://schemas.openxmlformats.org/officeDocument/2006/relationships/notesSlide" Target="/ppt/notesSlides/notesSlide42.xml" Id="Rbc121e090e394a5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78dd251664b91" /><Relationship Type="http://schemas.openxmlformats.org/officeDocument/2006/relationships/notesSlide" Target="/ppt/notesSlides/notesSlide43.xml" Id="Redfaa6ca5d62489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96f9ddfaf45a2" /><Relationship Type="http://schemas.openxmlformats.org/officeDocument/2006/relationships/notesSlide" Target="/ppt/notesSlides/notesSlide44.xml" Id="Rea0cc6a7f07749f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c65b14cd64e94" /><Relationship Type="http://schemas.openxmlformats.org/officeDocument/2006/relationships/notesSlide" Target="/ppt/notesSlides/notesSlide45.xml" Id="R10c4506b9fc84ae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2d2d460d54675" /><Relationship Type="http://schemas.openxmlformats.org/officeDocument/2006/relationships/notesSlide" Target="/ppt/notesSlides/notesSlide46.xml" Id="Red7b413847d7465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b62dc98d7451f" /><Relationship Type="http://schemas.openxmlformats.org/officeDocument/2006/relationships/notesSlide" Target="/ppt/notesSlides/notesSlide47.xml" Id="R44e32adbdcb14e1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f71e3ca66420c" /><Relationship Type="http://schemas.openxmlformats.org/officeDocument/2006/relationships/notesSlide" Target="/ppt/notesSlides/notesSlide48.xml" Id="R06ab5edae2974d8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b35d9784b4a70" /><Relationship Type="http://schemas.openxmlformats.org/officeDocument/2006/relationships/notesSlide" Target="/ppt/notesSlides/notesSlide49.xml" Id="Rd091dff6f62e465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2e809a724b00" /><Relationship Type="http://schemas.openxmlformats.org/officeDocument/2006/relationships/notesSlide" Target="/ppt/notesSlides/notesSlide50.xml" Id="R83665974fca642f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418f083964892" /><Relationship Type="http://schemas.openxmlformats.org/officeDocument/2006/relationships/notesSlide" Target="/ppt/notesSlides/notesSlide51.xml" Id="R927e0535cd854f4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6a339e23649ea" /><Relationship Type="http://schemas.openxmlformats.org/officeDocument/2006/relationships/notesSlide" Target="/ppt/notesSlides/notesSlide52.xml" Id="R70b4362968e3453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5598ce65a4d7c" /><Relationship Type="http://schemas.openxmlformats.org/officeDocument/2006/relationships/notesSlide" Target="/ppt/notesSlides/notesSlide53.xml" Id="Rb3c9b3d8fa0640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542C4-AF92-429D-95DA-6D22734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5592C-B14F-423B-A60D-1F359377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Concurrency Control and NoSQL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3013A-940E-4C87-A56B-4CD22C5C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5 completes transaction correctness and introduces Big Data storage alternatives.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50932-B0AA-4B08-B258-996F53F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7CA60-86B6-4412-BAE6-4CE18E2F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4882-7C9A-4184-B63A-E63E0013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DF812-5746-4223-A9C1-2B71A059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46A53-099F-49C0-8972-EC0312DB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8E7EB-3861-47DA-B41F-82C19020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DBMS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4229-6F26-490C-B128-D354727D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2PL • Deadlocks • Timestamp ordering • Multiversion • Optimistic control • MGL • NoSQL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59A6A-8FAB-43FF-B197-3CFBA8A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A13DB-75AD-4437-A4A2-3D71B7D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21590-09F8-4F3B-96CA-75C7318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LOCK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TS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NOSQL</a:t>
            </a:r>
          </a:p>
        </p:txBody>
      </p:sp>
    </p:spTree>
    <p:extLst>
      <p:ext uri="{BB962C8B-B14F-4D97-AF65-F5344CB8AC3E}">
        <p14:creationId xmlns:p14="http://schemas.microsoft.com/office/powerpoint/2010/main" val="809598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3D886-4EDA-4C35-B56B-341375B1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A50F-0945-4511-8A0B-591A22C9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33D32-2B65-4BEA-A092-FD35524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supplied notes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408EE-AE58-4020-B634-196C1587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50E7C-14AC-4BAC-800C-3EF9C33F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92904-E0C5-4487-B99F-774F91BE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5982E-9BF9-45F4-BE9C-4B27040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9AE8B-C060-471A-82EB-09C9DD82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14BA3-3BA5-4AE6-8EC0-61BCA32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EAEEC-2A65-4656-91B7-1088C9BD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E61B9-B721-4B95-9710-EECF7209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purpose of concurrency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C1FC9-DBE9-48EA-824B-BA3EBCC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7A3C7-0F5B-40A1-84CE-5BAD99AB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A019C-192C-476B-9C8A-5CF227CB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binary, shared/exclusive locks and lock tables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4F458-6421-4A5C-A94E-512AD604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35412-7B8D-4041-9878-994BC447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06998-5557-4CC0-A913-FBE0093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two-phase locking and its variations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42C72-3587-4E9F-A24D-7E711715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93BB8-D8E6-4DA1-836E-D500079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31E64-B417-4560-829A-BB494E9B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deadlock, starvation, prevention, detection and timeout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39EE4-C510-4014-B0C3-ED1785A1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0D2EA-14B1-4AAE-BCB7-62177DAA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F9A03-DF23-4AD4-BDBF-048339A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timestamp, multiversion, optimistic and multiple granularity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F8D70-C6BA-44B0-88BC-F701195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F3514-19FB-400B-85B1-C9489C5A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0AD22-6219-49B1-996A-F88E55F1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NoSQL characteristics, CAP, categories, MongoDB, key-value stores and wide-column systems</a:t>
            </a:r>
          </a:p>
        </p:txBody>
      </p:sp>
    </p:spTree>
    <p:extLst>
      <p:ext uri="{BB962C8B-B14F-4D97-AF65-F5344CB8AC3E}">
        <p14:creationId xmlns:p14="http://schemas.microsoft.com/office/powerpoint/2010/main" val="1578680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2BBEC-4AB2-4DA3-98F0-12D7CFDE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909C-BDEF-4DD3-AC82-B383A390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Purpose of concurrency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C6F88-F1AF-4E74-A4F5-7A5DE2F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why control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CEA2D-8F56-4F08-959F-497677A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AA15C-DE69-4C91-82EE-F3CFC5D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3A74A-07B0-4764-8D28-EAA810CD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2B0A5-DC3E-476D-9613-0931EDB5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7B5FC-1353-4B1C-BD32-1F199A0E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9096C-C3BB-4AD5-9240-13D4581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Concurrency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FE069-C553-4839-93F4-115635F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Concurrency control preserves database consistency by ensuring interleaved transactions execute in a consistency-preserving, serializable way.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4339-182B-403A-902C-6517FF77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D0F44-0DE4-410D-8E5B-6620A434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45DED-EFA2-4966-91B0-3BC9B5E1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DCAD3-7BF1-4086-92A0-07717CF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1ED55-A6BC-4D25-8B76-7CA1A7AD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Isolation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A5B19-71A3-4A14-8350-66E1D118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40AE4-F805-4747-BF1F-64006F1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7B33F-ADEA-45C9-AEC8-E477A90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Interleaving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8936D-ED87-460E-96EF-CD36AF2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6F25E-2198-4B82-87CD-1980C10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4BDBF-D5A2-4766-80EA-C2F8AACC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Serializability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8CD3A-6C38-4989-918C-27AD8DAB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3564F-7C50-4F3B-ABAE-B2FFB0DD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8C5BD-B377-4EB1-BD80-849B0A3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Correctness</a:t>
            </a:r>
          </a:p>
        </p:txBody>
      </p:sp>
    </p:spTree>
    <p:extLst>
      <p:ext uri="{BB962C8B-B14F-4D97-AF65-F5344CB8AC3E}">
        <p14:creationId xmlns:p14="http://schemas.microsoft.com/office/powerpoint/2010/main" val="1054772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33583-92D6-446F-8A80-64DED32D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4E110-E3BF-46D8-B0F3-F3F06D0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Locks control access before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82CD8-824C-4910-AB8A-5F3CA99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locking.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11EAC-9249-4D34-8ECB-53EB1E0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06DE7-B75B-470A-B68D-F77E9A29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C9F21-2E3D-4814-8007-83CD8680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C391F-8710-4E4A-8B97-3A53B4BF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A3785-97D6-4D84-B6A9-018B81A9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6E429-4998-44EE-B25D-D0A4D564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953C9-D411-4C16-B281-0F0DED98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lock describes the status of a data item and determines whether a transaction may read or write that item.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F0D60-6735-42AE-92A0-883909FE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02731-B0F0-4024-A1AD-C7BCA204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Data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AA7FF-3CFA-4E8D-B189-F76D9A52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A971B-8CEC-4069-AA38-1479626B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6E6D3-0E7E-4CCA-AC6F-A58B5475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CFF78-E45D-4013-A27C-582D85E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5D4D5-BB6A-4AF0-B5CB-79933F6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CADBA-A5C3-4BBC-948F-3A1E77F8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83F50-07B3-4401-994F-DB29897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3642B-66C7-4FF3-B251-F87DDF6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28EA3-7F16-4E0C-A7C2-FF81E5FD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Wait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BEB26-F3EE-4430-8008-D31BA3D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BBAAD-7FAD-45C3-980B-EA65C28A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1C1A0-D4D9-469B-AFB4-0D0179B6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Unlock</a:t>
            </a:r>
          </a:p>
        </p:txBody>
      </p:sp>
    </p:spTree>
    <p:extLst>
      <p:ext uri="{BB962C8B-B14F-4D97-AF65-F5344CB8AC3E}">
        <p14:creationId xmlns:p14="http://schemas.microsoft.com/office/powerpoint/2010/main" val="65069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6D992-F618-418A-A0B9-428900D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6FB04-0727-464C-9112-CA702C1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Binary 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F9070-8178-4B64-822C-9F5A0183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simplest lock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2E9CF-F790-4B49-9705-68D44139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D0073-8926-4878-A084-FABD47B9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4B969-630A-4612-AF53-4A0CF5A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C4183-BE14-4097-912B-A0CC6CA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538A3-928C-4C7D-B65C-E8AA9D70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8C55C-55E4-4DF1-AFCD-E9801B03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4BFB-18A6-4E18-BCA9-D05FC017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350CB-E8DF-41B6-8567-72AA4FCC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C8E57-2C4F-48FE-84B3-73BDDDE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Each item is locked or unlocked.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D491D-4FBC-4AA3-8BC3-115FAD6C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F9E2F-1EBA-4006-89E7-AAB3D2EE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19CAE-C10B-4C4B-8429-DBA666E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lock_item(X)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A0B42-6F9A-4F32-B5F1-B1F5481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 must lock X before accessing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8649B-EC25-40DE-8C69-2D74E2F3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B94D0-B7E8-4500-A7F7-2EF5CDC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CD203-E809-46C1-9AD4-4008BF7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unlock_item(X)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90AD0-3176-4FDF-B90E-945A03BC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 releases X after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015D1-268F-480E-9470-FC31585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57E13-8389-417C-A1EF-80EE950C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5C812-7CE7-429B-9842-377947A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A6C6B-C315-446B-8338-7E3FEB40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No distinction between read sharing and write exclusivity.</a:t>
            </a:r>
          </a:p>
        </p:txBody>
      </p:sp>
    </p:spTree>
    <p:extLst>
      <p:ext uri="{BB962C8B-B14F-4D97-AF65-F5344CB8AC3E}">
        <p14:creationId xmlns:p14="http://schemas.microsoft.com/office/powerpoint/2010/main" val="955852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60A2B-2B37-4BB5-A15E-EAE4A5A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9576B-F009-463E-8E8E-20F721ED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Binary lock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0DCFB-F229-49A3-BAB4-2980F47E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required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E47A-FA8C-46A7-A776-13CBA9AD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B7C1E-E4FB-4632-9684-4B27C072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E9352-0332-4976-8872-B204CAB3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1E5B1-F4D4-4991-92E3-5C7A05B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B0418-155A-4E50-AECD-C711BBCA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B9F00-5A0E-4B0A-A980-49CA0EC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AB439-3A6D-4F8D-A179-C249DFAD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5718B-BB47-41B3-840A-23DBFF59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transaction locks item X before any read_item(X) or write_item(X)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20C03-A3F2-476C-A240-18770BC6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A9590-A252-46D0-9B92-8D8C222F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ADE7E-D468-4426-B3D4-65F9897B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transaction unlocks X after finishing all access to 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9878A-1BB5-45DB-8078-30201326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9CEC6-7A96-4DAF-9276-0DE74F1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2D78E-4D7B-4E26-8713-FF3C952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transaction does not lock X if it already holds the 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A5302-2816-4A85-AA50-2AD7BE24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A2DDF-79EB-4FD5-88F0-A782ACF8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36B5E-5C5D-4181-8A59-A0CA788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transaction does not unlock X unless it holds the 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3205A-2977-4EA0-8F18-83EA96B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95455-8B0B-417E-84CD-836D886B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AAD3D-FB52-4A46-A566-95B16F83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If another transaction holds lock, requester waits</a:t>
            </a:r>
          </a:p>
        </p:txBody>
      </p:sp>
    </p:spTree>
    <p:extLst>
      <p:ext uri="{BB962C8B-B14F-4D97-AF65-F5344CB8AC3E}">
        <p14:creationId xmlns:p14="http://schemas.microsoft.com/office/powerpoint/2010/main" val="1248543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BF4C8D-9DA5-4715-9156-C438D7D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A8C61-7E9F-40BF-967C-A7E6197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Shared and exclusive 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10D77-F30F-4886-9C0D-958BB89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read/write 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EEC72-4C32-4A9A-AE48-77EAD5F3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5B4EC-9DBD-4241-80C4-893A350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DD51B-933C-4768-93F6-705BB981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EEE10-9A3F-4070-A694-CB582D2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0DB9E-C174-4FC1-8DFD-73AD2579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CBB8A-00D4-4F91-9305-4F4900E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339F-81F2-4FE9-9642-586FDC2A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913ED-5D9D-4B27-A960-AB3E891E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Shared read 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E11E3-5234-4E6F-BDF0-2730647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A8418-DD06-4328-B404-9336031C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F16BD-8C54-4364-AF70-AD3F951E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4D10F-D9AD-4B7B-BBF2-C0C0E95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Exclusive write 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D71BE-31FF-42FF-8C58-8E7C4ABB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A14D1-96F9-43A1-86DE-BC91515E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6CB10-350A-472B-99E0-B8FED11D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55870-E979-4CAB-98E8-9AD1AE5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Allows multiple readers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07E98-9DE3-47F9-9B45-17EC75E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4DF71-72C9-4756-9004-2F6DA966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A1117-6BEB-4850-BA40-2D1D4F5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Used before read_item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25910-9FD5-43DA-BCE1-C1279D1C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DA0C3-B9FB-42EF-BFD1-F2DB10CF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DBC73-FEE1-4BC2-A2AE-67AF3A6C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Also called share lock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C16D0-E798-4FB4-88C5-1315B09E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5F4B0-D6CE-456F-A524-3F11B58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17DBD-00C0-459A-A829-9AC0782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Blocks writers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B07BA-C79B-4770-AB12-AB40D039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57D2A-31AD-4CA8-891D-4AA4D93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04DD0C-E85B-4C26-A284-42D22810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Only one holder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78A59-9352-4582-96D3-58D22CD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E68C9E-6CFC-44FF-ADCE-6E6D35D5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BE020D-15C0-40C3-B696-147451A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Used before write_item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907402-863F-4498-A189-C58C542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6F7CC-D2ED-44BC-8806-DCF65D2D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9FA3DA-9BA4-408C-85F3-04FC925F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Blocks readers and writers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3EA593-399B-486E-99B9-2E1BFDBB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19B912-12B4-4D65-A232-DC2D82D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604C7E-38E5-4960-8945-A15356C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Protects updates</a:t>
            </a:r>
          </a:p>
        </p:txBody>
      </p:sp>
    </p:spTree>
    <p:extLst>
      <p:ext uri="{BB962C8B-B14F-4D97-AF65-F5344CB8AC3E}">
        <p14:creationId xmlns:p14="http://schemas.microsoft.com/office/powerpoint/2010/main" val="299718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E8D8D4-FFBC-41E0-9FFD-375F476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52DC-7543-4AE4-B53F-5E02A986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Read/write lock compatibility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CB6A3-B4BB-46EE-83F7-C946AD25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compatibility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D04BB-E7AD-43BE-B148-B032008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DC89C-27B1-41FB-8DFE-150A3EB7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5F5A4-4ECE-4441-B746-8D37F800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2C527-033F-46DF-85DC-065A51C0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08B16-8892-4AA0-89DE-1764923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56F80-5AF7-44AF-B147-E75A080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44059-2B0F-4592-AC31-B73BF0A6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Requested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AA7C0-87D2-4B0E-9F11-D00235EC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DD8D0-AFB5-410F-A7C7-713E8FD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Existing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CE563-80B5-4296-A726-5B392ED1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133FD-39A4-4E77-A0C6-BE9FEF5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Existing 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16DC4-A260-4340-8AD6-604757F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13E15-9A0A-4705-A711-0C49108E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S 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1D39-8086-40CC-BB65-C3FDA39A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1FAA1-6BD2-460E-8BFF-1AD11A7F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902F3-98B6-4DEE-AE9B-78B20011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0F29A-DE89-4709-AFA7-FC88A2F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18B3C-FEB7-41C7-A729-224C749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EE25D-5320-4DF7-BBBD-3942026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X 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0542E-DC23-4837-9605-409E6C7E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66879-BFE0-4240-BD54-3A2F3B87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328FA-8946-4386-BABF-B8649542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42006-D08A-4993-8751-17429E7E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66BC0-132B-46D0-98CB-2DA97899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808D0-2318-4E3C-A817-9EB80DE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Unlock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8340B-1E6B-4DF1-821F-DBB2B00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06643-FDDE-4478-BD9C-F1E2EAB3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Release after 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24AD6-6652-4C11-8CA6-C3880D33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5D211-8F3B-466F-82DB-7E21029A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Release after use</a:t>
            </a:r>
          </a:p>
        </p:txBody>
      </p:sp>
    </p:spTree>
    <p:extLst>
      <p:ext uri="{BB962C8B-B14F-4D97-AF65-F5344CB8AC3E}">
        <p14:creationId xmlns:p14="http://schemas.microsoft.com/office/powerpoint/2010/main" val="6058293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31838-1145-4A12-B3B4-5519E973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1C589-9C42-4714-AC81-39438913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Lock conversion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62244-1DF3-41ED-B1FE-BA0A231E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upgrade and downgrade.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C488F-A584-4A26-83AB-2A24D4BF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11EC6-7725-4539-A9CC-C40A3CD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B8AE7-F046-4163-A08B-13C2C987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5268B-9FFD-4A54-B4FD-64D7CC5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8000E-2CDC-4AAA-99A8-D844BE0B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E3D99-B687-4CB8-86CB-B04AA11B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AB7C7-B419-4507-9E64-C6340823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D642B-EEC4-497D-AC6C-6C597C80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Upgrade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1E1AE-09B8-4FA5-9E94-355C6D3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lock can become write lock when safe.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0926F-C8D3-4B2B-9A78-4D41014D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0EACC-0FD5-4752-981A-53B37782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1205A-FD66-4A79-B32B-84A4B515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Downgrade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86B4B-F441-4BAE-9AD6-9127575B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 lock can become read lock after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E30F9-CB42-4847-A400-5F150ABA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39CE9-5374-4CF1-B4C7-DF45CF21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0241E-2412-4A13-853C-37BEC6A0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0EE8F-80B1-42B1-90CE-A3839E8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Upgrades can wait if other readers exist.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11A2F-0CC1-4E79-940B-968D8824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41547-FF65-43A1-A68F-BC5793C3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924E2-7996-4223-BDD9-91DEFA30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2PL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DBE76-0B7C-4C4C-B702-0CE6DF7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Conversions must respect growing and shrinking phases.</a:t>
            </a:r>
          </a:p>
        </p:txBody>
      </p:sp>
    </p:spTree>
    <p:extLst>
      <p:ext uri="{BB962C8B-B14F-4D97-AF65-F5344CB8AC3E}">
        <p14:creationId xmlns:p14="http://schemas.microsoft.com/office/powerpoint/2010/main" val="1677938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EF908-F037-4E26-9272-617EB95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C56C8-E9D8-4A48-8486-0CC3A321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Two-phase locking guarantees serializability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DB34D-CA16-4F2C-8425-39AF9663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2PL.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F3335-4C29-41B7-9C58-3E286079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7C838-1F06-41AA-BA8E-74CA8E5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5E55D-D4CD-4747-94A6-58F80A9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A85C9-1FAE-41AC-A4EB-FFBE5C2E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2PL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503AE-D147-4C21-B1DE-F3A8D9F7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13411-7178-4B38-A0DC-501C5F1E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2PL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AB3F3-D000-4A40-B7D1-F8613BF1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transaction follows two-phase locking when it obtains locks during a growing phase and releases locks during a shrinking phase, without acquiring new locks after release.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774B9-0022-4C79-B2CA-2E4F2D12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D345D-1B13-4989-B7FC-91163149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Growing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69AD-8DC9-4287-8FC1-B30DB463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15C66-3311-4F0F-A07C-A7131F2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AA9A6-8322-46AE-828B-01A99D26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Shrinking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D3AD4-0179-4F59-8E15-1F598753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AB0B3-708C-4D38-A857-7E4572FC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F9D86-9479-4871-8D1B-607D373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0406C-271B-472B-9C98-0C07736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41431-8C65-4E8D-B2F4-F1DB464A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DC66D-C65D-4214-912E-7231FC96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Unlocks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8A68D-2CDF-43C5-860C-E8B4470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D1C42-EEC6-43EC-85C5-20903028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2A69A-9DAF-47CA-834C-A2A1D51B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Serializable</a:t>
            </a:r>
          </a:p>
        </p:txBody>
      </p:sp>
    </p:spTree>
    <p:extLst>
      <p:ext uri="{BB962C8B-B14F-4D97-AF65-F5344CB8AC3E}">
        <p14:creationId xmlns:p14="http://schemas.microsoft.com/office/powerpoint/2010/main" val="12667494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E7826-E485-4D0A-ADD9-9802A40A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D0ECC-ABEB-47A7-BE59-12E578DA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2PL working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4929C-4C42-4E39-BA7B-3042A54C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44112-0BFE-44C5-93DA-3A874CE0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FD7F6-A91B-4679-9884-0647D88A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25FC9-22B1-46D6-817F-150E3C73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0192F-2D73-4BBC-A8C6-BE683CD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2PL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AF0FD-0703-46FE-86B1-323ACD8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0DAB-8A32-4BA5-ACE4-DB6AD23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7CCF1-B68D-4F34-A9EA-897ED99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Request locks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669B0-1197-4DCC-B57C-D62C3F55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9F0EE-F38E-46FF-B604-4C29838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926BC-10E7-45F0-ADDB-0A1D8FA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Read/write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23DDB-5158-4F2E-A7DB-3D3A5B9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FC76B-7351-47AB-8C0B-DD1BDA4B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3F6C1-3EA1-4111-BD68-D6F91E6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Lock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11C3F-B666-4E5A-9FDC-C8B780E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B8952-E517-4146-ACD9-8694F2CE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ADE50-42C6-453C-87C8-51AA744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Release locks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DB342-A5D4-4102-BA11-7596A683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9D02F-43CE-4938-A118-27DE2A7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009F7-0B36-4A5A-9438-E9EF7E24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new locks</a:t>
            </a:r>
          </a:p>
        </p:txBody>
      </p:sp>
    </p:spTree>
    <p:extLst>
      <p:ext uri="{BB962C8B-B14F-4D97-AF65-F5344CB8AC3E}">
        <p14:creationId xmlns:p14="http://schemas.microsoft.com/office/powerpoint/2010/main" val="17052722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8CA256-B2CD-4161-A2C6-A23AB156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9CD60-5F05-48F8-9CB7-3CE8AFA9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2PL strengths and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07C0B-EAA9-4C8E-B961-4DD332C1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benefits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576D4-CF62-4758-950C-C71D2A5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9B4B4-89F6-4FBA-8005-3FE298C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BE7CD-1FA5-482E-A139-5F3670CA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B42F3-84A5-4A9E-B216-6A60041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2PL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A1B84-EDDF-4A2F-9AEF-01ABE151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C7E98-A7E8-411F-9EF7-BB3988B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1DDA3-7758-4963-8ED9-C9C4195D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448E8-040D-48D2-A9AD-3B5F7D3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C2A11-F4DC-4BD2-9F71-7CDB1C9E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77194-7216-4053-BE1E-93C4086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0674B-6FDF-43BE-849D-4C73448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E6B90-9DC7-47E3-8889-7584F7D6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962F4-B17F-474F-8918-17F0F504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9A20E-75AE-469C-BA2C-6F0194E5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30ADF-F0CA-4D7D-9139-C9643160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04ADD-504F-4BDB-A010-D74D457B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Guarantees conflict serializability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F0CCF-990C-46F9-884E-0833D139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49C21-6B8F-4980-AD12-C974B05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F0916-3816-44C0-90C2-B9A8E4DD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Simple and widely used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68C8C-22E6-4B57-895F-B3D00AC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95769-607E-49B4-9B54-1FAAE097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ED741-242D-4BDF-A52C-536E2F73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Works with read/write locks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D2F21-421F-425E-AC42-91B1E71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3B7EA-B63D-447E-AC16-E8028BB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F571D5-34F3-4E13-AD60-431BAF6B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May reduce concurrency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F0ADD5-D70A-4391-80EA-C1EEDFD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4F495-E8EA-4E3A-8A63-C7C3CD1A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2C4697-87BC-460B-9D4F-D8C7FDD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Can cause deadlocks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33D6B4-A83A-4C07-A87C-0EE0610A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D9BDC0-BE15-4E64-B484-7A9BBA2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1FD384-2E39-4848-A583-0896479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Rejects some serializable schedules</a:t>
            </a:r>
          </a:p>
        </p:txBody>
      </p:sp>
    </p:spTree>
    <p:extLst>
      <p:ext uri="{BB962C8B-B14F-4D97-AF65-F5344CB8AC3E}">
        <p14:creationId xmlns:p14="http://schemas.microsoft.com/office/powerpoint/2010/main" val="2935619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0EB59-A1B1-4D2C-9332-AF79318F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26CA8-9A91-4041-B9AD-F521843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Conservative 2PL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294F8-7571-4509-BB10-8CD208FD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preclaiming 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E8061-CDB5-4D9D-ABD2-236C28F2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536A5-E5FD-4AA4-B30F-3BD63232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D3726-0AD2-44C2-B5B3-9EEA4F7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E1C32-756E-4D01-90E5-6058D58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2PL Variants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B95C7-052B-4E6F-94FA-AB684264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4091A-16D2-4B66-A864-B410E157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Conservative 2PL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CA1CF-18A3-45A9-9736-94BAB45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transaction locks all items it needs before it begins execution, making the protocol deadlock-free but less concurrent.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CD17D-FDC1-41D0-A3C1-B4652E2F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B38B9-4238-40AA-A6ED-8035BC54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Preclaim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6604C-586D-4480-A279-F1CF9978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B4AD8-D7E2-4037-ABAD-63858813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0E917-3C07-4883-B604-51FC511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All locks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3FBF3-A1EC-4051-A0B4-A01EAF4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51C54-D24B-486E-B563-69317A2A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21F3C-4FAC-47F9-A760-22D1E47C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Deadlock-free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8E798-DDAB-44C6-97D6-5DACDC09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16043-78CA-43F8-8438-2DBEB722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C1C45-18A1-4D4D-8D98-DC944C57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Less concurrency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6D7B9-5A22-4051-88C6-34BF2F2E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578E6-EEDF-4F76-90A5-7B9E2AF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27281-644F-4139-8E01-D00E9FB8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Waiting</a:t>
            </a:r>
          </a:p>
        </p:txBody>
      </p:sp>
    </p:spTree>
    <p:extLst>
      <p:ext uri="{BB962C8B-B14F-4D97-AF65-F5344CB8AC3E}">
        <p14:creationId xmlns:p14="http://schemas.microsoft.com/office/powerpoint/2010/main" val="9260709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C97DB6-AB32-4A9A-827A-7D4F5567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AA837-51F5-4B3A-8AC1-E91ED54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Strict and rigorous 2PL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2EAF7-9B75-40C4-A7EC-E266A08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variations.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CD034-3690-46E8-BD2C-CADCF4CD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10114-6918-44AE-A74C-2EB655C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A0A52-C012-4EDB-AC47-C257DC39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9F86E-9B5E-4E8C-B759-7AB2430F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2PL Variants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7B8F5-2C90-4D9E-BDB1-00CCB1A2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68CF9-5A6E-4963-94D3-88D16A2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73A3E-8766-4827-850C-2BC847A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81A37-F455-4559-AC2E-6B306A6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Strict 2PL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D1201-F05F-496D-B2F4-24C0BD1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DDE91-28C5-43AD-B643-DF8A810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34687-4D2B-4D44-9155-24988EAA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F6BDA-196E-4198-AA98-824A16DA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Rigorous 2PL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1BEC1-E7EA-4B27-B2D7-A0F0EC24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CE67A-570A-4B85-8F9B-8560EB93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17767-5792-4947-BD5D-B6D6506A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69C9C-FD0B-452F-BE09-C0E31A27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Holds exclusive locks until commit/abort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9EB6B-E2CC-4051-92A4-6E33CA44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0687D-6512-442B-8087-FD3094DC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C142F-030D-4DCB-8082-C83E7B5C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Prevents cascading 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AE8DB-5946-475E-9CE7-979B2D5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460A2-14BB-4FD6-B03E-583E86A2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A123D-B7B8-4201-A1AE-97BEC6D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Common in systems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E386F-3168-48E9-A3F1-7E0D884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C08B6-96FD-40EA-98B0-C07CB6BD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577A4-55B1-414D-B643-7DCEAB7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Holds all locks until commit/abort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EC1AB-FEE7-489D-A348-FA98CB3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D5C11-77A5-40C9-BF88-5BAC3FD1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23D314-E79E-4429-8D4D-51FB78D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Stricter than strict 2PL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5A4E5-0BFD-4FBE-89AC-6FD20E0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7E82F8-63E7-43CA-9B44-9EF863A8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64E515-2DF1-4A22-A233-58C5638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Serial order follows commit order</a:t>
            </a:r>
          </a:p>
        </p:txBody>
      </p:sp>
    </p:spTree>
    <p:extLst>
      <p:ext uri="{BB962C8B-B14F-4D97-AF65-F5344CB8AC3E}">
        <p14:creationId xmlns:p14="http://schemas.microsoft.com/office/powerpoint/2010/main" val="2009443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E55A0C-D839-42AA-9470-F6DF414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80FCE-22AB-4BB8-9B35-229C32D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Deadlock and starvation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F2B8B-420C-449D-8A5A-715A548A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both waiting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9FD7D-114F-42B7-9DA2-F3CD900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6F4B4-C630-438B-83B1-2788EF97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40B7E-0662-4645-BEA6-C3F9A794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87FE0-FBFE-4165-8B92-32856D5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50FD9-D9A3-44A0-9299-FB8716C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34EAA-5301-44E0-8943-6986B663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D768D-6D49-41E5-9F82-4D6F303F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424B4-A4E6-4D6D-A8C2-91DE563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Deadlock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9DD1C-BDE6-46D6-A828-49AD239B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22BA6-1DAB-49C7-8134-6E65363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469E7-1117-484E-9CB1-838C5474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8C71E-E5EC-414A-AFB0-D6612B9D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Starvation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94970-70EC-4656-BCBF-EC630DD9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1E5F3-D5BC-474D-A9B8-4F30D5B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97340-39E9-4B10-8FA0-27F70EB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BCCCA-68CB-4DF9-A4F8-0111856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Transactions wait for each other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86B37-DA0F-4BDD-9356-B44DC1FC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7147B-97C5-4962-B4B4-2A4B6DAE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C645E-6BE1-4939-8CA5-9A27774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Cycle in wait-for graph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FC369-0720-45D8-A21B-30FA67A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D403C-F329-45AA-860D-3E894DD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65D8E-8246-4EE2-A476-B860CFD0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one can proceed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14CBA7-E91B-43C4-AE26-814156B4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232AA-4F17-4112-9837-09F5BD8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50D1A-1972-4B89-A6E4-BF9D6606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 transaction waits indefinitely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14D48B-9577-44FF-A2CA-D70DAA3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29012-4F70-4C99-A79D-71749D5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B2ECA-0EC0-4F7E-907A-81FD47B2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Others keep getting priority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EF0C1A-705A-4F57-9F41-EDA09056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475D66-E926-47EC-B652-36E3BC7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9F4955-477A-461D-8540-A3C2CB8A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Fairness problem</a:t>
            </a:r>
          </a:p>
        </p:txBody>
      </p:sp>
    </p:spTree>
    <p:extLst>
      <p:ext uri="{BB962C8B-B14F-4D97-AF65-F5344CB8AC3E}">
        <p14:creationId xmlns:p14="http://schemas.microsoft.com/office/powerpoint/2010/main" val="8751656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9B664-379B-4491-9E73-6E768A4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B24DD-6A35-4889-99EF-4E171FA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Deadlock prevention strategies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51D3E-7725-4FBF-B84E-A31AA5FC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prevention ideas.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CBA70-EDC9-4061-8F3A-1A1C6EA2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5EEF9-33B9-4055-A456-138FEE3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97DB9-0035-4D6E-AB4A-7BF1764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F3BDB-9F2E-4259-B8BD-D6C37AA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B7CA1-1B75-4605-AB7E-06D01D3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19A7F-4692-4744-99A3-CD914DD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F9236-688E-443F-B2D8-14536F0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EE050-8F55-4790-A045-A49E0F9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All locks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6EE0C-62A3-4838-B791-22BE493A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Conservative 2PL prevents circular wait.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64DD0-D687-499F-B627-A0F3251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903AF-1D18-46B4-AE4D-7CE8724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4C0C2-7DF9-472E-9C20-586288FB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Resource ordering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A6417-894C-4915-9C26-DEAED9A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Lock items in a fixed global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EB815-8DCA-4608-BE80-A8079D2E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136CC-3968-41A9-981F-114E6AF9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5C8BC-172D-4697-BED4-380027BE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Timestamp protocols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BCCE6-1C05-4B71-B70F-FE95BA5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transaction age to decide wait or abort.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3FFE7-834E-4303-8535-A64E868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12A40-EDD3-4FB7-AD5C-3173E2A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6853E-4302-4813-A08C-6D02705D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Trade-off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5CE5A-AE3C-4C17-9958-00EBA977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Prevention often limits concurrency.</a:t>
            </a:r>
          </a:p>
        </p:txBody>
      </p:sp>
    </p:spTree>
    <p:extLst>
      <p:ext uri="{BB962C8B-B14F-4D97-AF65-F5344CB8AC3E}">
        <p14:creationId xmlns:p14="http://schemas.microsoft.com/office/powerpoint/2010/main" val="10005252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BD5AC-7CF5-4F88-B5EA-B7C2812F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6D231-9BEF-457E-82FE-D0ACC51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Wait-die and wound-wait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5209D-5D30-458D-98F2-FBB2810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timestamp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FF79D-3827-4440-A728-21EA0D7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90605-8D88-4A56-8A07-01DB9ED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0E774-177C-4A33-B7EF-457643D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1355C-BFA7-4D54-91C4-960FBAD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F1C84-FD25-4D6C-AC2E-C045E794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D3300-D38F-4C14-9942-6CB60BA5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015C4-9B80-4CA4-B1B2-F57CE22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3C6D6-6690-4191-A5AD-1961F1A8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Wait-die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63376-3314-4B73-8DEC-05F2BF5D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E9E8C-1CA5-4CF5-BE40-7BCF5D77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0D9F4-BB0A-469B-B756-32A8F42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83483-0256-4A78-BA43-E7AEAF65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Wound-wait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2CBE6-83B8-45B1-AA95-E5814877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D5ACD-641C-4DF8-B050-3807938B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D4698-FD7C-40B7-A82E-FCC24A3D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02E87-6ACF-492F-9B8D-85225A4D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Older waits for younger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EB6AC-0FEF-4A37-8458-32C3BA2B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7CA9E-C80F-4313-B07A-AEA32BD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64481-F919-480B-B616-51F861A8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Younger aborts if it requests older's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DFED2-719A-4DFE-9281-59AA5A69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023A2-6E90-46BD-A8F6-E24E50E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45499-A871-4970-AE9C-739B8E1C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Nonpreemptive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A5B9E-2CBD-4968-BDDA-DEF431D9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264F9-BDA4-4AC2-B7AA-1E9BA73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A8E2B-1961-4A97-991C-B7BCD481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Older aborts younger holder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B9402-1E96-4B61-9CD1-2862C3F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4819EE-A63B-4858-87F8-F2FED79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0F8EFF-DDF6-4FD6-A35C-007C1DE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Younger waits for older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3E6BAC-17C9-4ED6-AC9A-25E93C2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B9F19-70F0-4E77-ADF3-2B8EB3A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1F8B3B-85F9-4565-BDE6-7B73A836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Preemptive</a:t>
            </a:r>
          </a:p>
        </p:txBody>
      </p:sp>
    </p:spTree>
    <p:extLst>
      <p:ext uri="{BB962C8B-B14F-4D97-AF65-F5344CB8AC3E}">
        <p14:creationId xmlns:p14="http://schemas.microsoft.com/office/powerpoint/2010/main" val="108446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706E3-9F24-4A6C-9D4E-7988330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B89FC-4CF7-4DE6-83CD-78625083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No waiting and cautious waiting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F0075-2A79-461C-8BCC-F5E1E677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additional prevention protocols.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C2D1B-797F-4539-A6DF-AEEF8C2E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0405-DE5C-4FF5-A7F5-9F8E58B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4848B-90E8-43A9-A099-CC04BA1C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983BB-056A-4D62-AD9E-92CB9A1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BE089-D4A7-443B-95E2-BFC011C5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E8973-ACA2-497B-96F7-56DD02C1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7F2A7-CD1E-4253-BF8C-91847BB2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1BD05-4A95-4D5F-8D5D-B5E4332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 waiting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DC109-F091-4793-B524-B8BE0435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If lock request cannot be granted, transaction aborts immediately.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18949-E2C0-4CEB-B0F5-D45F975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38C2D-A5D4-49C8-ABD4-28D56CC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03DD8-2BBC-4143-AC8B-377EA7FF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Cautious waiting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88B8D-D6E0-4860-B941-00133157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transaction waits only if the holder is not itself blocked.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9B92E-916C-49FB-8427-6FEF411F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8B1C4-0F92-4B47-8037-6203AC9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DF094-241C-4ABB-B0E1-8655ED4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4AF5E-2348-4D40-9EB7-4403BC7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Avoid circular wait.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31915-7B1F-4964-9775-EBD83AF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3A144-82BE-464D-933C-2B10D19B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F497E-1EC5-4014-9395-CBB0A82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21CE5-2475-46EF-83BC-F03F6F41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May abort useful work.</a:t>
            </a:r>
          </a:p>
        </p:txBody>
      </p:sp>
    </p:spTree>
    <p:extLst>
      <p:ext uri="{BB962C8B-B14F-4D97-AF65-F5344CB8AC3E}">
        <p14:creationId xmlns:p14="http://schemas.microsoft.com/office/powerpoint/2010/main" val="6514125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739E2-EAA7-41EE-B0CA-8DE59980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C2C7D-370E-478D-907D-72747E23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Deadlock detection with wait-for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C5E9D-CCD4-4967-A81C-F70FFCD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detection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D6F09-B8B7-4284-A5F8-E423894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438D8-A477-4F0C-8F28-8D9B5BAD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C8175-DD7C-45BC-9DA3-8FE94C1C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4AC23-6F07-407B-8A15-A92A11D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06B3B-E3F7-45F6-912B-44D7062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C17D-E9D6-4E2F-8A6D-94680DC9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2C9C8-1C42-473A-8AE8-ACC743D5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Transaction waits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6A754-796F-404D-9251-42CEB98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A45D1-FBC7-4835-8342-31AD46FD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95CEA-F83D-4B87-AB3F-C2743D75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Add edge Ti → Tj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FC653-6E58-417C-8861-F5C35F24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7669E-439B-4C2A-8596-48B2813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AE7A9-1E20-46FD-ABAE-4E694907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Maintain wait-for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285F8-3D25-40E1-9528-D54BC4A9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7A960-9928-4D8B-A7E1-089A4BDE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50A84-BCF8-4667-8821-91EB660F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Detect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6275C-4BFB-49B9-AF08-8FC60B51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7801D-04DC-4A9A-9FEB-08A8287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E4C4E-F0A2-4286-85C3-CBB808AE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Choose victim and abort</a:t>
            </a:r>
          </a:p>
        </p:txBody>
      </p:sp>
    </p:spTree>
    <p:extLst>
      <p:ext uri="{BB962C8B-B14F-4D97-AF65-F5344CB8AC3E}">
        <p14:creationId xmlns:p14="http://schemas.microsoft.com/office/powerpoint/2010/main" val="20486547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293852-D2F3-4E47-A612-EAE41528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17681-6003-425B-AB25-6E36C3E2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Wait-for graph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696F1-9F26-4846-A0A7-4B30B70A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cycle intuition.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002AB-6D66-4ACE-906E-90D49150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BF37E-056D-4E49-8197-2C59D43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98517-6B02-431F-B084-835111C9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38C84-B8D4-4179-BBE9-186F1AC2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F5AFC-EA78-4620-87F2-E066370A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95C81-F594-43BA-B373-86BAAE9C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5745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9BCD1-B844-4C77-BBD1-CB090E77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DD625-8F35-4CFC-9FB8-A0815A9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904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C8786-459A-49C1-9262-3ACB025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1104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377AB-4D4B-42C2-9B55-FE75569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2905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5C9B3-48E1-424E-9D0F-D92E2E54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2794D-11FF-4EF4-8EE4-9B19F406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24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73289-5046-4D88-BDE5-C1D6D909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AE91C-D6DE-4383-B6B4-4C2E717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DCE91-99C6-4AEE-945C-AF73E0F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59167-A3BF-42AE-A5F1-1475A48D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6DEB5-8758-42F1-9F2D-CEFB7BD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58434-D5F4-4BFB-A8F5-2775B05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04DFB-980B-46D3-9437-AAD75FC3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DC6B3-9338-4A1D-8821-576DC4BD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6D858-E310-4034-87BF-6958E2BD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459AD-1E7D-4591-B293-694AAFD1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9265B-8596-41B5-9B84-B831243E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Graph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91085-FCBF-4DAE-A410-D242AA25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cycle in a precedence or wait-for graph signals non-serializability or deadlock, depending on the graph type.</a:t>
            </a:r>
          </a:p>
        </p:txBody>
      </p:sp>
    </p:spTree>
    <p:extLst>
      <p:ext uri="{BB962C8B-B14F-4D97-AF65-F5344CB8AC3E}">
        <p14:creationId xmlns:p14="http://schemas.microsoft.com/office/powerpoint/2010/main" val="10429749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EBB82-60BB-40A0-864F-C247673F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DBAF-EA04-42F3-BA79-41A3EC78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Victim selection, timeout and starvation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9F9AB-31DE-4A42-9FB5-8E4F8D7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resolution.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9B4DA-30E2-4D5E-85CC-ACC43E1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7E73A-E2A8-4186-9CE3-78800FA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2D37D-4A27-4839-885F-18F67DC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5B011-D00C-4CDA-8A1F-8CE856F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Deadlock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1860E-5196-40D0-B750-270DD3B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FE483-B238-424C-A143-37FC41C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C4791-5D29-434B-8F14-666A6274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ABB1B-BA34-420E-B70B-C1E27058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Victim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4A518-543B-4772-8469-8A939F30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Abort one transaction in deadlock cycle.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FFF78-998C-4696-B44D-6C2EFA01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88D0A-6CC7-4F1F-9B4C-63F75AFD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29030-855E-4A88-8A4F-5D38BA8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Timeout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CF211-E9F4-4154-B7E3-B4B7FBD3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Abort if wait exceeds threshold.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A621B-1CE5-4EBF-9BA5-8974E8A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03997-B0CE-45A5-BF1B-FD3394D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70AF0-503A-4F87-AE48-824386AB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Fair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EB0A8-05FD-4B62-8E2F-B5F14E7D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first-come-first-served waiting to reduce starvation.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30EFD-FE2B-450A-A002-CF84DCB1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6F138-FE37-4306-8460-61A4A23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6F225-337B-4CAF-98D5-93893B1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Priority aging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9FA9A-5E9C-4C9E-A861-692A3196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Increase priority of repeatedly aborted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9352077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6AB0E-9C9C-415C-9FD9-3CDA3B8B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40948-B0CF-45A4-BF23-016F16F0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Timestamp ordering avoids 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3AA33-DD4A-4BE4-AC5B-09CB9AC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timestamp protocols.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34060-F228-4445-89AE-32AF234E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1B71C-A8B6-4C77-A775-2378BC9D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B6707-948C-46BC-89B5-B0A8EE51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8FB81-7DF8-4880-9EBE-F7CB663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Timestamp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AD0C0-EAF6-4497-BDD1-7936028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F5A1D-6F3E-43D2-A533-255B36F5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Timestamp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AAA0F-1816-4A36-83E4-D1174844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timestamp is a unique value assigned to a transaction to define its serialization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89E26-36E8-4C04-8027-752FA103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5DEDB-832D-47CF-882D-81D95847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TS(T)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C930E-302F-40B2-8A31-9293499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9CB0E-0E51-43D9-B821-CFBF5D5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03F97-3EFD-4613-BECC-A7B8063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Ordering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83D04-76AA-44F8-863B-A88FF5F1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11702-F2DB-4888-B809-6D82BE1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8F8A5-2277-40CE-B046-AC1BDFE3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 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F2CD0-5397-4565-8ECF-165AD633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2B103-DA91-4387-BEA8-3899717B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1A11E-144A-4FBD-923C-ADA379C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Read_TS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ECAF2-8B26-46D6-A37F-A70BE840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7F4CE-CA97-4C7D-B7F6-327B3AE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B4137-C9A3-4DB6-8430-832AB3C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Write_TS</a:t>
            </a:r>
          </a:p>
        </p:txBody>
      </p:sp>
    </p:spTree>
    <p:extLst>
      <p:ext uri="{BB962C8B-B14F-4D97-AF65-F5344CB8AC3E}">
        <p14:creationId xmlns:p14="http://schemas.microsoft.com/office/powerpoint/2010/main" val="15168451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122FB-C321-41DA-8BD2-5D85669A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EA1C8-5967-4D41-AE19-BD9A172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read_TS and write_TS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6C658-AD84-410F-94B0-354D0B3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item metadata.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B01D2-3E90-4585-AB3B-C34996E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FC779-7834-49D1-A02E-348DD45D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BCEE6-6755-4208-80EB-C16B2438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FCF81-8C10-48D9-823A-6F49EDD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Timestamp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9D855-AF3B-4A51-9024-48950CF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757B2-3C2A-431E-94DE-81D7E243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CA8BF-6A22-4FD0-8354-D3A26B82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E9340-FA8F-4A31-904E-336BC09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read_TS(X)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D65B0-A040-42C2-BAA6-BD53A3AA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Largest timestamp of any transaction that successfully read 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D3EA6-4664-4486-A1C5-BE190B9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2FE1F-4B2B-42C0-A476-CE6730F4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E2CF9-81BD-4A19-8032-49BD874B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write_TS(X)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91744-1097-42D5-82EB-A20F4329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Largest timestamp of any transaction that successfully wrote 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7C8-DE54-4CAD-AD78-9A4499C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8C7B2-E9AF-4B2F-979D-18E58671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E7425-3E77-4BAA-8461-C875F744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Rule idea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1908B-EEF1-40F7-9D3F-E576A2E1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Reject operations that violate timestamp order.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CC826-3D48-40D1-A957-28D1489A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170CD-1B5A-4CC4-A4FD-88ABB48F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9ACC6-A388-453C-9BFA-F3DFDEFC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C9996-1341-48E1-8FD2-145581B0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Aborted transaction gets new timestamp when resubmitted.</a:t>
            </a:r>
          </a:p>
        </p:txBody>
      </p:sp>
    </p:spTree>
    <p:extLst>
      <p:ext uri="{BB962C8B-B14F-4D97-AF65-F5344CB8AC3E}">
        <p14:creationId xmlns:p14="http://schemas.microsoft.com/office/powerpoint/2010/main" val="1965148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9F4D9-A555-4926-A997-707130E3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B2226-060B-497F-8973-008801D4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Basic timestamp ordering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BAC16-41D4-4EC2-8F2E-B3E0FE2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decision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253ED-2BA6-496B-B866-E09290E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84BEC-CB67-4D48-BEF1-05EF049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C7FDB-3859-4286-9BC3-7D67E675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CC547-BFB2-4FBD-ABCB-B2941F1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Timestamp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E4397-7D4B-4B31-9098-2294FB5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BEF39-A46A-4D55-982B-77C314E3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F395C-FD37-403D-A1EC-F163C3A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Transaction requests read/write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4B08C-510D-4E75-A22A-ADC2134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53368-9211-47A1-9CDF-D8C6119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1840D-508F-4CD7-800F-19907D5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Compare TS(T) with item timestamps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D305A-4708-41E8-9096-0B42BF5C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3FDB0-6965-4D9A-AAB7-55EB292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7B2FC-3C28-4E66-9521-E0564FA8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If order valid, 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7C804-B6AC-466D-AED7-62019625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6DF9F-FF4C-4AA0-9270-817889A1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71366-9F6A-435D-82C6-FF50C79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Update read_TS/write_TS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E361-CF97-4649-882F-2D5D61E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440DB-F7B3-4853-B5F8-6F804B90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51616-3AC6-4E89-94C3-274402B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If invalid, abort and restart</a:t>
            </a:r>
          </a:p>
        </p:txBody>
      </p:sp>
    </p:spTree>
    <p:extLst>
      <p:ext uri="{BB962C8B-B14F-4D97-AF65-F5344CB8AC3E}">
        <p14:creationId xmlns:p14="http://schemas.microsoft.com/office/powerpoint/2010/main" val="11041897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06E11-539E-4EF2-A82B-85E976AB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F0178-4984-45C3-9E93-85A22D89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Strict and Thomas write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F20DB-DCBE-4F30-8326-F4093BD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variations.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83243-9119-438A-93C0-D73E7657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DAAD7-C140-45EA-BAEA-E9505563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8CA1F-EFBE-445E-BDA8-8B224196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32730-6639-452F-863C-FF687564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Timestamp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AC6F1-6B1D-43B7-A5F5-99A8532B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41A92-E92A-4E4A-8D03-9DAAD9D7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BB006-ED83-43F3-A7B6-AB3CFAA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E3A5D-816B-4D97-A3D1-1909E353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Strict 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2079A-8EDA-4C38-AE51-4A7B2BFC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Ensures strict and recoverable schedules by delaying access to uncommitted items.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E8E21-C721-4B7F-88B9-C2F05798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DB6A9-52C2-4DCC-87A1-886C7C88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38462-5C9E-4000-B160-2DA47FA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Thomas write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B93B2-3ACD-483F-9581-80E7F2A3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Ignores obsolete writes instead of aborting in selected cases.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CE18B-C768-4872-83FB-CC7F2DE7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ABEA5-3038-4B50-AF5B-C0AAB5C1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2CE14-FB07-40AD-BB59-3ED63A7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Benefit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5AC6A-784F-4BBB-A96E-AB79B74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 allow more schedules than basic 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061E9-A5DB-4EE3-A3D4-5591A54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F5AC7-F6EF-4678-B5AB-ECA9942B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B5E83-C36D-4D99-BBB4-2CF27DBB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801D5-449D-4A2C-8067-A14C60E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Requires careful correctness conditions.</a:t>
            </a:r>
          </a:p>
        </p:txBody>
      </p:sp>
    </p:spTree>
    <p:extLst>
      <p:ext uri="{BB962C8B-B14F-4D97-AF65-F5344CB8AC3E}">
        <p14:creationId xmlns:p14="http://schemas.microsoft.com/office/powerpoint/2010/main" val="5956656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41516-C7AD-42C6-92E7-C364CCF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14D85-DC23-4BBE-8A3C-4D3C57F7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Multiversion concurrency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6237F-1ABB-46B7-B515-251A7D84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MVCC.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9F4A9-7B01-42E2-8D8D-01FB464C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CB31D-D217-41AB-BB65-6AC9C82F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F80A3-44C8-4070-8EDB-54A26D9A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FF202-33E5-49CB-9AEE-B2DF3389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Multiversion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90F5E-FBD9-4430-AB28-EB38D1F9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64D95-4902-4CBE-B325-77C52DD4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MVCC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3C390-388D-4F9A-BCB2-C00ECEBA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Multiversion concurrency control keeps old versions of data items so reads can access suitable committed versions while writes create new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C4A92-8D65-4790-8889-3AB208D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0688A-A22C-4340-9D7E-E6E975DA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Versions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85DD1-F94D-4F4D-879F-DCC93F6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C6A45-979F-4438-9FDE-EC331121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DF74F-0D07-48BA-84E2-62CC084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D74D0-EE11-4838-8AE2-B828D89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79D9D-FFD5-4B3A-A7A2-C9EA0926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EE86F-2144-435C-87A6-E2070B7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748DB-1C58-4F72-8E2F-D7D6E259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AA66F-1454-4E0E-91BC-1F34B8B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7C882-9114-41BA-8FE0-F96AF8F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Timestamps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06E3A-1717-4735-89E2-8E80616D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6A087-79E4-492C-9299-069B0C14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24144-4E24-42B5-93FA-DCF93A01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Storage cost</a:t>
            </a:r>
          </a:p>
        </p:txBody>
      </p:sp>
    </p:spTree>
    <p:extLst>
      <p:ext uri="{BB962C8B-B14F-4D97-AF65-F5344CB8AC3E}">
        <p14:creationId xmlns:p14="http://schemas.microsoft.com/office/powerpoint/2010/main" val="11060872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FA0C1-5B90-41FA-AEC6-762CF06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31356-09DA-462F-9D21-017B121C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Multiversion timestamp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B3B0F-CE81-44F3-9885-5FE8BDE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version metadata.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1BB84-D4E9-499F-99C4-A13CDD3D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C4AF3-F8D1-4B69-B0D5-90AFAA46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179B9-1554-4BE0-A492-6D5DC13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29881-3A19-4529-8F3F-DA1FE8E3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Multiversion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4B125-D8FA-4DC5-9488-9DD0C8C6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BD737-3440-4F0C-AB32-DD2511A8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C7DEA-E879-4278-9C2D-E52183D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5DDBE-653E-4887-BAF6-1B884100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Version Xi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31146-2E9E-49FC-B258-D28522EE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stored version of item 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70962-1282-4A44-9C85-40404AD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BED2-8212-4091-885F-CC32D7E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BBB9B-DD00-4EAB-9227-81A28A36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read_TS(Xi)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71E8F-8DD9-42D6-B70F-6301930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Largest timestamp of transaction that read this version.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76411-FC70-4A7E-A006-0CB593F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34903-7885-4CE6-B089-D0C54C5D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BBFB1-CDE2-40F8-A719-4F60639C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write_TS(Xi)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02996-F21A-409D-BE07-1E4BA67B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Timestamp of transaction that wrote this version.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78B55-CDDF-44B3-9598-D2736AC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1B0E2-3BF2-46D3-B8FD-7D52228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A637B-5367-4193-B054-8A08182A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Read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80EE8-5E25-4513-BA3C-2808233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Choose version with largest write_TS less than or equal to TS(T).</a:t>
            </a:r>
          </a:p>
        </p:txBody>
      </p:sp>
    </p:spTree>
    <p:extLst>
      <p:ext uri="{BB962C8B-B14F-4D97-AF65-F5344CB8AC3E}">
        <p14:creationId xmlns:p14="http://schemas.microsoft.com/office/powerpoint/2010/main" val="10658648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1CC6C-D637-4943-8218-A2A9246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87794-C27E-4AD9-864A-C3BBD5B6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Multiversion 2PL with certify 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5AC4-7E37-4881-93BD-7C998E8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certify 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5D2E2-EFE9-4A2C-A8E4-F403772F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A77BE-E575-46FD-A8E1-5E429F9E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5FB47-E9A8-4219-AF46-371C2345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4F8A7-00AA-4F72-82A7-FFA974FD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Multiversion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C5A93-80E8-4BE7-8954-9F91C8C1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3AC70-97DF-4D04-991B-1693C8BE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BB64E-1959-41B9-A2D7-A80AA7FA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36375-E2F4-41DE-88A2-021A4A8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Read 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0BE93-907D-4477-94E6-E20C6BFA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 can read committed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D5184-0D25-4EC0-AB20-19E5CCC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0FEE7-7BBF-4B3D-9BAA-7B47FECD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98CAF-552D-4673-831E-7DA435D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Write 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E1623-51BD-4A54-A913-24ED83B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 creates new version.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92584-D773-42B4-AC54-447B5A4A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70A8B-C4F1-4D3B-978D-598EF9B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DEF52-4E5B-405B-878A-ECEB8D5A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Certify 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78F08-B142-4D7A-915D-03EF06CB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Obtained before commit to make new version official.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10267-1EFE-4CDD-BB5F-4B96DF16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28517-62FA-4772-9033-CFE0A401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F1303-0C6C-4E75-A322-4D20BA4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Compatibility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B0906-5D42-44C9-8F5F-AF376CCD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Certify conflicts with readers/writers as defined by protocol.</a:t>
            </a:r>
          </a:p>
        </p:txBody>
      </p:sp>
    </p:spTree>
    <p:extLst>
      <p:ext uri="{BB962C8B-B14F-4D97-AF65-F5344CB8AC3E}">
        <p14:creationId xmlns:p14="http://schemas.microsoft.com/office/powerpoint/2010/main" val="19821125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BEBE03-03C3-4382-AAB0-FE80F1B3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5AD9-5DE4-48A3-98AA-BF8EEFDD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Validation or optimistic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B51DA-8EB5-48D0-B26B-18A7D901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optimistic approach.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833A5-B03B-43B5-9A59-4E13E0A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37485-B446-4339-AA7F-4D695E12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64A74-7E88-4297-A58C-A4BEA96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D6C98-DE8D-4EFB-9C75-BEE586C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Optimistic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7C776-3993-4037-87CC-024FCA5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390CD-5F18-42E7-B208-50F51669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Optimistic 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45C35-C6D1-42C2-87A9-96DA473B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Optimistic concurrency control lets transactions execute on local copies and validates at the end before applying writes.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ABC81-0F4D-46C7-8837-374D766C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56DB9-E1D3-45BC-B4AE-925E399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 phase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28B22-90CA-4C23-BC82-406D3783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F9ABA-3D88-4BC2-AF21-5311D37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779F8-8A43-4B18-AD46-9AB3E723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3416D-0094-4529-BD08-82A4093C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D9229-CBB9-492F-82B7-CAEB643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9FE01-C37F-4BB4-9268-8D5C5930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 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CBAB3-1874-4F6B-8BD8-64FFCD3A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52477-AE2A-45F3-8CB2-571DE892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C22A3-2D4D-4D7A-ADCF-2E6CE2FB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Low conflict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8BFB3-10B0-4A80-BE63-6B117E8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BB34D-F9F8-475E-9950-5D5D5C7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F0D3F-BB29-459F-947C-0B6B610D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Abort on conflict</a:t>
            </a:r>
          </a:p>
        </p:txBody>
      </p:sp>
    </p:spTree>
    <p:extLst>
      <p:ext uri="{BB962C8B-B14F-4D97-AF65-F5344CB8AC3E}">
        <p14:creationId xmlns:p14="http://schemas.microsoft.com/office/powerpoint/2010/main" val="12093550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3DAA3-16E4-47BF-AC7F-8D56415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3B915-19D0-4AFA-BECB-80EFAF6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Optimistic protocol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88161-8E3D-46B9-9BAA-059EC7F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three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771CD-0C0A-413B-929C-0B10F297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B4E29-4EF9-401B-B72A-A3492D27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D3759-95C7-4542-8247-3F1B851E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B0066-CA9A-4130-8468-CBDA5F8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Optimistic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C4B48-F01E-4EE0-A8F9-99B48535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52941-2669-4133-99EE-40D354AC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5C9D3-4B5B-48F2-908D-62BAC5C7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563E6-74E0-4D37-921D-C387578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C2C1B-C121-4BB2-BC6C-FD9149D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128C2-C443-4A06-8D1F-386AECCA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Local updates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32BF8-D042-4F0A-8B6E-1E7D0A1E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77908-C78B-447E-81E7-DF6C3EF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0F81E-A3AB-4E89-B216-D6386A53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Validation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0D788-4F7A-44AE-B45B-4557272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1D8AB-1D4F-44DB-9657-F04E2DD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B6885-1789-4838-9B02-C0874F05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If valid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B81F7-C1BE-43A6-B487-9A45B3B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D01E1-3C67-4A26-9468-545E35C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A34B2-2360-403E-89B3-0EA026C8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 phase</a:t>
            </a:r>
          </a:p>
        </p:txBody>
      </p:sp>
    </p:spTree>
    <p:extLst>
      <p:ext uri="{BB962C8B-B14F-4D97-AF65-F5344CB8AC3E}">
        <p14:creationId xmlns:p14="http://schemas.microsoft.com/office/powerpoint/2010/main" val="20488615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3C123-32DA-49D9-903D-7DEDED88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A33FE-55EE-4682-A237-A3202F0B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Validation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DAA15-CB0C-4C39-954A-F91202A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conflict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116B2-29AE-49C9-A1B9-41175F9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377DA-A9CA-48C0-AA4A-B673795C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E5C75-03EB-4709-87C7-8DDB3E7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5A10-4F1E-4EE3-B4B6-5E6DF74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Optimistic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14B48-0D6D-479E-A4FE-75AA276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EBF51-1272-4B3B-A06D-D4FCA392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A1252-1C26-4C5C-A491-2621440C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DC389-FC11-4F37-99BB-555AC161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Earlier transaction completes write phase before this transaction starts 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E82C9-2FF5-495B-B71D-B98DE799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3D416-5E91-4693-AEAE-C67E242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F3E6C-415B-4851-A04D-734A09BE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Or this transaction starts writing after earlier transaction completes writing and read/write sets do not conflict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BA5B0-A9A3-42DB-925F-8BE12E0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07D96-5B4F-4146-A1ED-0BD1EDFD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91C3D-28DE-4FEC-8AC0-DDC0BB36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Or read_set and write_set conflicts are absent for overlapping 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6D17F-A270-48AE-A9CB-20397AB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FA13C-1B66-47A3-BA17-888F149D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56C90-A847-4C8C-833D-8E18522B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If validation fails, transaction rolls back and restarts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A9E29-DCE4-4EEE-8EB1-279F072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4E14E-48EE-473B-BB21-F87F6BF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50208-6C9D-4BE2-B347-B3F9B341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Best when conflicts are rare</a:t>
            </a:r>
          </a:p>
        </p:txBody>
      </p:sp>
    </p:spTree>
    <p:extLst>
      <p:ext uri="{BB962C8B-B14F-4D97-AF65-F5344CB8AC3E}">
        <p14:creationId xmlns:p14="http://schemas.microsoft.com/office/powerpoint/2010/main" val="12384522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D7758-B41D-449F-BF8A-D9EB02D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DA623-1C5A-4212-A16D-170977ED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Granularity of data items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A68D5-0CB9-408E-8F8B-B725850D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granularity.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2FB2C-8470-4B31-9149-3E3A76A1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3C51-D527-4CCA-BCA9-F342756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B16FA-7426-44E9-9724-41A019A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CF2E5-C2FB-4BE4-A8A4-04BC8405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Granularity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3439-2F0D-4AE2-B394-387F1F4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EF70B-AF60-4E7C-BE9B-EB512821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Granularity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9A2D3-6200-4B3B-84EC-9A3CC0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Granularity is the size of data item chosen for locking, such as field, record, block, file or whole database.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53A94-041C-4D9E-A837-29ABFA3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3153E-5FC3-4BBE-976F-53143D6A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3B772-AF24-46A2-B647-CB96E216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205F1-8F4F-4B26-887F-DD2F755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657C3-B158-4CA3-9CCF-45646E86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Coarse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9752D-4376-4E5E-89A5-0433866A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E163D-13BE-4E69-8E3C-87D5593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EAD62-8A80-4BA5-88A7-5FCFA26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144B3-5EB9-4236-831D-E9540D1B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48424-42E2-4C25-B66A-0187C054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A67C4-8C67-480C-A6B6-583245A8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746B0-1CB6-46B5-B1A7-968891DA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ABC09-7C76-4838-84E9-8EAA837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2E124-9913-41E3-959C-0DC92EF2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Lock overhead</a:t>
            </a:r>
          </a:p>
        </p:txBody>
      </p:sp>
    </p:spTree>
    <p:extLst>
      <p:ext uri="{BB962C8B-B14F-4D97-AF65-F5344CB8AC3E}">
        <p14:creationId xmlns:p14="http://schemas.microsoft.com/office/powerpoint/2010/main" val="6476644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252093-8418-4CFC-A40D-D79A927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0FB25-D79C-4852-A8E3-1C72536D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Fine vs coarse granularity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5A4E0-9736-4163-8D05-938EC69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trade-offs.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20A2E-A335-48EB-8545-35FC67C4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8680B-3FC2-402B-A0DD-2D00CB4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6E3EE-9B6D-40A8-A558-A2E382D9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E67EE-D773-4893-8F4C-7C52006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Granularity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FDF57-D7CC-429D-93AB-C0DD3714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71F0C-B059-477F-B263-88032A98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62195-475C-4D1D-B98B-28FA327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F1561-F463-42BC-B60A-F6E05B3F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Fine granularity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FD1C2-9464-4BA3-817D-F23E436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CEC86-E82C-4838-B85A-4FA10F33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E60F8-FB50-4598-9DFC-BA16E62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353F9-3AD3-43EC-BE5A-BE7ED18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Coarse granularity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F2A4A-F1D8-4C4F-8868-28FF149E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49FC8-1117-452E-A6B4-97DD2F9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ED673-16F3-4ADF-9160-744D4E67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F3B34-1585-406B-B551-92807E5F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Small items such as records/fields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588DC-A3BF-429C-BCD4-2D5BC81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E641D-4143-4C9F-A198-7F84ABD1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2AD78-67BC-4321-A61B-1AFBA281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Higher concurrency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E7455-1043-4D89-ACB1-61E152D2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7C44D-C08C-4BD6-ABDE-D005C0D6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3E1D6-0E90-41B5-9031-B0935329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More lock overhead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E5E5B-51FB-4CEC-AA56-99C09E35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C3797-093C-4072-83DA-EED6ADD0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E9D55-736B-45AE-9423-ED6D27A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Good for small targeted transactions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44E29-42A5-406A-BA6A-7B2AD0BD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EFEFA-850D-403C-8A69-F59CBD87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827A4-0DDF-48DF-9361-B241AB06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Large items such as file/database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C2E8E-C933-4CFF-9B4F-3F078647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ACD879-9E0F-4AC9-9E40-26DCC99F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A33ED-C70C-4EE6-B71E-3937F78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Lower overhead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E8E793-9255-4B98-9859-046BF55A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EF7FC0-3E4D-45D4-824A-07CA2424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785433-CDE7-415F-84DD-E2770F28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Less concurrency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9B1F90-F21E-4F68-A7BF-E6B2E5E1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BD59FF-2FA9-4083-9889-3E5929D2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334E96-C2F5-4E10-86B7-6C8F01D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Good for bulk access</a:t>
            </a:r>
          </a:p>
        </p:txBody>
      </p:sp>
    </p:spTree>
    <p:extLst>
      <p:ext uri="{BB962C8B-B14F-4D97-AF65-F5344CB8AC3E}">
        <p14:creationId xmlns:p14="http://schemas.microsoft.com/office/powerpoint/2010/main" val="8016828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278C2-45F6-4726-A05E-2C6FD74B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B3670-92C8-47D5-836A-09E1483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Multiple granularity locking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C900D-7C0A-48E1-BAB1-E3F17173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hierarchy locking.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15A0-F50F-42AF-B4BF-A0A34EAD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923FF-8754-4FC4-992B-308FCE3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A953D-8F34-4129-B543-55CFB9A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AEBA-E53C-44F4-984D-5D0AF25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Granularity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D742B-3FFF-4E46-8CC9-712C56B1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7DF59-D0FF-4051-8B12-C0437BF2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2CE81-6608-4FC4-92BE-BACA1910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MGL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BF446-8728-423A-93DD-CB652870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A2430-A3D4-4069-A376-F187AD6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81D1B-04D5-47C8-A70E-2ADC0AC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F408D-12B3-40FF-8B49-98815A8E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Root of hierarchy.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40D7A-C761-4EA9-924D-3E18CC43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045F7-7096-498E-A2F4-C763332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3062C-4900-4B37-B9AB-C45A086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17224-4BE0-4F72-B78A-5318280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Collection of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BD3D6-49A0-43C0-A948-EDD8C19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67672-3AB3-4788-A30B-352DA50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FCA3B-13DD-4C27-A35B-F6AFD2A7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Block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E45D0-37A8-4A57-931F-83E6C52D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Disk block.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89540-2740-4465-902E-173E70C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14525-E34A-4F22-A411-E248645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CBE0E-75FA-4A01-859D-ED3062B8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EFC57-8D79-47E5-9E6A-36D2D46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Individual tuple.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AB0F7-0E68-43C1-A827-D084321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AAEC7-3111-49DD-AAC7-A36B6BA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6CEFA-F37F-4C56-8374-A2C9C5A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391CB-6503-4A6B-B02F-AC9DC8BB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Intent to read below.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4E8BD-71D5-4FC4-A507-54E3AB59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1ABC8-BCAB-4858-90C3-AFA0507F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3D4081-3598-491D-9D75-CD3F43D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IX/SIX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AFDC64-9A34-4C52-824B-95FFA25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Intent to write below.</a:t>
            </a:r>
          </a:p>
        </p:txBody>
      </p:sp>
    </p:spTree>
    <p:extLst>
      <p:ext uri="{BB962C8B-B14F-4D97-AF65-F5344CB8AC3E}">
        <p14:creationId xmlns:p14="http://schemas.microsoft.com/office/powerpoint/2010/main" val="14142691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766A1-5D09-40F9-8A27-901A80E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5EB77-611E-4744-876C-59F85173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Intention 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6AB5D-9A0E-4446-BB73-B83F8E1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IS, IX and SIX.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4E06E-C9FA-405E-81AD-F3A3504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6922B-4468-4BB3-878B-1349CEAF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409B7-1F0E-4C97-BAD4-C460E57C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1A60A-0E2B-468E-950F-2C988781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Granularity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32773-0609-4ECB-A807-4AAEDAF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D53E4-5015-432A-88BB-4DC7D4EF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85051-6BC6-4280-9754-A2DB387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2001D-AE9A-4B38-86BF-1E3082E5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0F87B-280A-4DAB-9617-1FF4AD42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Intention-shared: shared locks will be requested below.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DC9AB-2DFC-4407-B8F8-69FECA9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322E4-541C-4B7D-B24F-AFD09F3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1005B-8086-40F8-9119-6F0A950E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0E462-A540-466C-B7E9-4981284D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Intention-exclusive: exclusive locks will be requested below.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A16FE-E8B4-4078-8813-EC96632F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B4378-228C-4A56-B5EE-FD5B2CED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76EFD-00F2-4483-8992-5DA2AD7A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B4B9F-DFF7-4271-98DA-004249B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Shared plus intention-exclusive: read node, update descendants.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697FA-D58F-490D-B5DA-094BAEB2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7D3DE-2B41-4C60-88A5-58A71F95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8DF9B-C082-4A42-B3EA-72FAB3E5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289C1-D556-421A-8733-3DB5946F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Follow compatibility table and lock top-down, unlock bottom-up.</a:t>
            </a:r>
          </a:p>
        </p:txBody>
      </p:sp>
    </p:spTree>
    <p:extLst>
      <p:ext uri="{BB962C8B-B14F-4D97-AF65-F5344CB8AC3E}">
        <p14:creationId xmlns:p14="http://schemas.microsoft.com/office/powerpoint/2010/main" val="7170310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4CC3E-DEF5-4CC7-987E-7E70D8D1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3ADB7-8654-4085-8728-A08614A1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NoSQL emerged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8E9F2-0CE4-4659-9B0C-A3381DC1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Big Data storage pressure.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F9D18-4B1A-4A21-A3B3-CABB1EF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803F3-B4E5-4335-BE3B-F6583AA3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033B7-6A4A-4A5C-9565-D724DDC3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BFF5E-7777-40E5-AEBA-9588098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8A0D9-C84C-45DF-8F6A-A633022F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82CF1-C1E3-40D2-829F-8E43679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D036B-2E73-42E1-85AF-583745AD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Huge web-scale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58F90-60A6-4CA6-8234-EA688BDD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62A87-46D7-46FF-A541-9C31E9D6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BECB6-A797-4F49-98FB-292F1A96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Flexible formats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786A8-846A-41BB-BA02-58A36829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0549C-E197-44DD-BC52-2C8C2FA1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13047-D99B-4D53-8A49-779A5115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Distributed clusters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340B4-411A-4179-9373-5668A3E7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C7335-8A57-4D61-9E98-6EBD61F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9120C-5A3D-43E6-AC28-367E799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Availability and scalability needs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0115B-0C61-4141-8065-6278C9D5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8B63D-B593-4202-8413-C6A9697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EF3C6-6825-4C25-8689-244F39C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NoSQL systems</a:t>
            </a:r>
          </a:p>
        </p:txBody>
      </p:sp>
    </p:spTree>
    <p:extLst>
      <p:ext uri="{BB962C8B-B14F-4D97-AF65-F5344CB8AC3E}">
        <p14:creationId xmlns:p14="http://schemas.microsoft.com/office/powerpoint/2010/main" val="8768364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8D137-5DF7-49D1-B58F-F05767D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B2385-0C52-44E0-9185-B50FD0C2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NoSQL characteristics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64569-A1C5-42A1-9812-79BA7105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major characteristics.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0B9F6-E13E-44AF-81F9-9FAC25E9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9DF7B-DBCB-470D-8D2E-95BE143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9B542-46EA-4DD2-B5B2-EBDD4A49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C8314-24CD-45F5-ADF7-D76C5B4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FAE3B-ACC8-4BD1-8A52-D17C641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FC51D-4BA4-48DA-8E0E-1792CE97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3BC0E-B50F-43A4-BA1A-2B3942A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NoSQL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B8F22-382C-4CEF-B0F1-483EC609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85F3B-1B40-492C-9685-F8F50CC3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96A27-2F11-491C-BAEB-0F315F26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Distributed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D4974-F164-4C53-B299-81840C72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Data spread across nodes.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C7617-749F-48F0-9C35-613A93CB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E26B-4FF6-45F2-A605-ECC1E19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D4790-DDD2-4D5E-9CDE-E2BD4847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Replication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20861-7B78-443A-A389-190A8A2E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Availability and read performance.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B5ED6-498E-4F8F-B15A-25AC9DF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2191E-189B-440C-8591-86F20961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B7A30-E700-4517-97B4-14006CDB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Sharding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14470-5EF0-4E7A-A186-D1C558E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Horizontal partitioning.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4DFB2-7A07-461D-9526-EE9CCD39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9F298-74B1-4B04-B9C1-E76A97C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B2555-D4DE-4108-BE10-CED9AD9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Schema flexibility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39FE6-CE2C-4E4B-8E0C-2FEB5164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Less rigid modeling.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8ECDA-6FDE-4F05-BAE9-5D66AED4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BB00A-F970-414C-9FC8-DDBC156E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5C2CD-37EE-411D-82E6-4D37CBFB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Performance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A8E8B3-A7E8-452C-BE19-0E6BA90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High throughput and low latency.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AAF45-82CB-474F-93AE-42BD9AF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C1011-0C9B-475C-8089-F02E7DD9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F0D3C0-6244-4E3A-9109-3005235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Weaker consistency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BD3363-0272-41EA-8401-95F18EE4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Often tunable or eventual.</a:t>
            </a:r>
          </a:p>
        </p:txBody>
      </p:sp>
    </p:spTree>
    <p:extLst>
      <p:ext uri="{BB962C8B-B14F-4D97-AF65-F5344CB8AC3E}">
        <p14:creationId xmlns:p14="http://schemas.microsoft.com/office/powerpoint/2010/main" val="5948914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4E2F04-57C6-450C-9798-30B45BC5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F076-1D79-4A7F-B82A-E6885DB9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ACID vs BASE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25FD7-7A63-49CE-9732-215678F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relational and NoSQL tendencies.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DE2DE-CC18-425E-86C9-7BF27C85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5CA26-1BFB-44C3-9376-CB1C5D57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38985-CCA7-4992-8B96-E76AA60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2E103-1EE8-4A15-A2DA-D543530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F3FA3-6EC4-4F97-8E91-F4E2B41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7D3A5-1625-4369-84D0-A2EFF15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B50FB-C26C-4D01-965A-7383507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15B73-81EB-4EFE-80F4-A8056AA4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ACID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1D585-6A95-4BD2-9066-B68BBF1D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0EB73-226C-45EB-8444-2EA0FD1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8A237-2691-4B43-ABD1-0ED2BC6C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66A02-3C2C-4C2A-8C9C-7B65306D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BASE / eventual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A3DD3-CEB4-4834-8BA5-462B3DA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D1F2A-88D7-42BE-A65D-02BC5ED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6B6CB-E6FE-4302-854F-FEEECA8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EF0DC-C9E5-42AC-8BFB-87C4EE9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Strong transactions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48501-2CFE-4AD1-8B47-4C287C3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D0195-2D5C-4B63-9571-FEAC7D2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AF90D-1574-4154-9F9B-E795122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Consistency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B87F6-07D7-4E1F-ABAB-0320DEE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4C116-7A1E-4215-B5F9-1A70381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902F1-FF46-44EC-8D13-5FEE7E70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Relational constraints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04792-5ABA-4A03-A747-CEDF04D9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0914D-1C4F-45A9-A6E7-FA1093DC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A113B-CEC2-485B-B75E-B5607DD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Traditional OLTP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22089-29CA-454F-A8EF-2D4ABA1F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18A39-23A2-46D7-BAC1-BF7698D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A99458-539C-402D-ACB5-E69585CF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Basically available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2DF065-091B-4D48-8FE0-AF0F731D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51E0C7-0CAA-4C44-A880-5995AAD6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61204C-41F2-42E8-8289-5836DDC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Soft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7B9A2-5ECA-4307-BF7E-6CD1C1C3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7A66A7-61BE-496B-8BF1-4D587A8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D0C5E-3F39-43E8-A4BF-E445333B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Eventual consistency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B028CB-079E-4C37-AEA0-51B1DD99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98C900-E78A-4806-9771-089CEF1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7E6A82-A2D1-435D-9E4D-B5FDADF5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Large distributed stores</a:t>
            </a:r>
          </a:p>
        </p:txBody>
      </p:sp>
    </p:spTree>
    <p:extLst>
      <p:ext uri="{BB962C8B-B14F-4D97-AF65-F5344CB8AC3E}">
        <p14:creationId xmlns:p14="http://schemas.microsoft.com/office/powerpoint/2010/main" val="6313590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7FED2-E7C6-4C8C-8232-68435778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62E38-1B51-4EC3-AF00-A4A8ED6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CAP theorem frames distributed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EB659-AC7A-4403-B4E8-3985B5A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CAP.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C0E72-BB55-4D08-8E9F-76F641C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9D745-9011-4072-ABCA-39062B14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48834-1C4D-461E-A6A8-16756486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DF2D4-4E81-48DB-ADD0-4064ADDB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3C850-1415-4FE9-AADA-642DEA28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E022C-41B6-4E79-8359-81F49400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CAP theorem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E14D6-AA73-4647-9C84-0315417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In a distributed data store, it is not possible to guarantee consistency, availability and partition tolerance all together during network partitions.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FF9B0-077A-409F-8DB5-C012797D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DF119-BBC7-4970-B944-E2174FFB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1D609-76A7-4DB9-B5A2-73D8FAD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3B6A0-13C6-4862-A4AA-84E7BA2A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68A94-3AAC-4FF8-AF16-712F461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Availability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90F0C-4187-47CC-B376-25376D8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3B8CA-F561-40A8-A8BF-0B913DD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ABEA-183E-42D6-8D88-BFF1B5F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Partition tolerance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89013-30B2-4405-83EB-36897FF5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F29F5-06F2-4A5A-A9A4-EA2F26AD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E5E5A-5C97-4234-9382-FB7E0C78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Trade-off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02ADE-C89A-42BA-B097-BC7F3A15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BA998-8DC1-44A0-BBD7-45D7728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D8BF5-3005-41E1-A484-DE092B6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Distributed</a:t>
            </a:r>
          </a:p>
        </p:txBody>
      </p:sp>
    </p:spTree>
    <p:extLst>
      <p:ext uri="{BB962C8B-B14F-4D97-AF65-F5344CB8AC3E}">
        <p14:creationId xmlns:p14="http://schemas.microsoft.com/office/powerpoint/2010/main" val="1595008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3D8A4-16B6-4D10-A194-419F69E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614A4-370C-42BF-B997-0379B06E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CAP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AAD9E-193F-425D-A88F-1CBDB0E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trade-off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DB9E3-7C5B-4E46-82BE-AC39B5C4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48BEF-8A11-4AF6-9C2F-39F4A22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CF2EE-DC76-40B4-A6AC-D2692FC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F8CC5-C78A-4427-A084-01AEB03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C7F16-F5A8-4C17-AB21-E0CCC542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18339-18D7-4669-BF92-359FE7DA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DC9A9-4F4C-4D29-B40E-B3D233C0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A648E-2A32-49F3-90C0-5075BCC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CB444-A32D-4F1E-941C-B641E170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All clients see the same latest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5B5AC-9510-44FB-B845-E0A0473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0F8D1-1FD3-4355-83DE-6A0730F9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2C517-831E-4C03-B4E8-7F3B77C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Availability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10E50-F0EF-4285-A21A-208FF2B6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Every request receives a non-error response.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C2C75-56A7-45DB-8AD9-445DEDA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27ABD-9BFD-4C13-93D7-C3BEDC48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23369-5E22-4E5D-AA9C-50D9859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Partition tolerance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5E0AB-2436-4070-983A-C0E31910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System continues despite network splits.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B7ABE-2365-465D-8B4F-409F145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AA06D-BFC4-4DF0-BAF2-43D47F9A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0A5B4-6640-4161-9911-FEEFADF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Trade-off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707A1-2E79-4D94-82C3-A8029C63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During partitions, systems choose between stronger consistency and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2888181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6DF7E-E63C-49E3-94DE-4C665AEB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A94A1-34C4-41C8-BC55-92A6A91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NoSQL categories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FB263-A314-4AC9-BFDD-C3458A2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1C34D-1248-415F-A989-DB3322AA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0655C-720A-4343-94FF-1097A44D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CFFD9-58E9-4027-AB51-BA18F593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23F5C-064C-4CE8-84C6-EF4EB188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NoSQL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E1B32-F51F-492B-9336-F4D0E9E0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643A1-5EDA-4711-AABD-612A8E3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789B0-1483-4754-B243-AA23E2A3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30985-2288-4494-A867-DE0C84C7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Document stores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90471-493B-4147-BD92-31A2081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 self-describing JSON/BSON/XML-like documents.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512AE-F09C-4426-9194-7ACF8FE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21046-1966-4F31-8803-5C25495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A4A16-3EEC-400C-93DB-7AF0E61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Key-value stores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2FF2-C92A-4026-92E1-A5E35B01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 values accessed by unique keys.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1AE3C-D88C-4FF7-8C5C-01B218C3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B26C9-6111-4164-9211-148B763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1D456-46A0-4F62-9C2E-A2686F72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Wide-column stores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5D59F-F2B9-4D59-B653-5B746A6E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 sparse rows with column families.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B3AA5-DC7F-431A-9621-43E9082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DBDD6-28E1-4DDE-9B67-92421AFC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FD4B8-D439-4AA4-936B-FDF25513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Graph /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1FB6E-B517-47E9-98F6-AC60E14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 relationships or indexed text for special access patterns.</a:t>
            </a:r>
          </a:p>
        </p:txBody>
      </p:sp>
    </p:spTree>
    <p:extLst>
      <p:ext uri="{BB962C8B-B14F-4D97-AF65-F5344CB8AC3E}">
        <p14:creationId xmlns:p14="http://schemas.microsoft.com/office/powerpoint/2010/main" val="8579440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6C3C6-0FAC-46B4-A8D2-439C2A02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F29E3-0F5D-4952-B5A7-31CC8B1A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Document-oriented databases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26994-CADE-46C0-B7C4-49C313C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document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E7F6A-A4D7-4C7A-BAE3-07C0A870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74335-CF20-4FA5-B70A-2D750AA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474BB-1B1A-4A9A-BF54-D4FAA47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CF1D8-3DCD-4A3A-A41C-6B88B3D1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Document 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01E62-531C-4BD4-A8E3-C718670F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DF795-FCE1-4ECB-BD83-7C76927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Document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39D94-63F5-4158-A5F6-EED84CB6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document database stores each record as a self-describing document with nested fields, arrays and flexible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BA09C-FB48-4D35-96AC-0E5CD294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5C975-3324-4FC7-A68C-0F7C69B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65749-EAB5-4EB6-A8C7-A995B068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D1E66-FE81-426C-84D9-EC2EC57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44232-41D8-408B-B025-5DB452C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JSON/BSON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ECDE2-5F11-4627-9E3E-BC8FAB6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C04C6-9116-4885-8F46-0B7AD097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082A8-AAAF-4B34-B6F4-5A80DDE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Collection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EC915-C09B-4E95-94DB-59F03E7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12F98-16E6-4DED-85FB-186D0A6E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2F3C1-EE54-457A-AB6B-C3FEA32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Nested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BC6A0-1D78-4D43-A3E2-F37C2235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28E3E-57A8-45B3-9137-26BD602F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82630-23BF-49CC-87DE-C12F15B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Flexible schema</a:t>
            </a:r>
          </a:p>
        </p:txBody>
      </p:sp>
    </p:spTree>
    <p:extLst>
      <p:ext uri="{BB962C8B-B14F-4D97-AF65-F5344CB8AC3E}">
        <p14:creationId xmlns:p14="http://schemas.microsoft.com/office/powerpoint/2010/main" val="17678958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E5349-6EA7-4454-AE63-42F1F3E9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71A7E-1ACD-479E-8780-D3E8E6C0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MongoDB core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7FB74-4FBD-4CD2-B6FD-EA771E58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MongoDB concepts.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861BC-D5F2-4D5F-87DE-B553AA4C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396E2-58B6-4A2B-A1F1-4A158DA0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58856-D896-4E24-99A8-67D5BDF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36B94-27E2-4F00-884B-BB011794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Document 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0D32-A51C-4DCF-8DB1-6F3B5F0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2240D-C36D-4FA0-97E2-2BA5C20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213D6-077E-45F4-9B0C-6E81F47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639C8-D812-486F-BFE8-3FEAEC6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Collection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37008-BD96-4378-B847-68C85A0D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Group of related documents.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86365-B331-47EC-BFFB-0C1DB505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1D27D-CE8B-4553-8630-265591F0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019EB-F1B7-47B7-947B-DFB271FD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Document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AFBC9-1E89-480C-9F5F-0E831270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BSON record with fields and nested values.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DD201-089A-461E-9432-5791C8C8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77750-E76C-4929-94BD-0AB0B9C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4530E-0DC5-40F4-A812-1550F5C9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ObjectId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9F9FD-3E51-4E0D-AA9B-8CF0E0C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Identifier that can be system-generated or user-defined.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429C8-4D0B-4B21-B7AD-4D3A849D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7AA55-EAFE-478D-B437-EE77268A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51F2E-7008-412C-B42B-C77AF0F9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CRUD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E0A8E-DBFD-4A03-B1A9-126ACEA5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insert, find, update and remove operations.</a:t>
            </a:r>
          </a:p>
        </p:txBody>
      </p:sp>
    </p:spTree>
    <p:extLst>
      <p:ext uri="{BB962C8B-B14F-4D97-AF65-F5344CB8AC3E}">
        <p14:creationId xmlns:p14="http://schemas.microsoft.com/office/powerpoint/2010/main" val="3806460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515A7-508A-45AC-B9B4-AD3E33C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E906-14F5-44A8-9F79-9C7E48AF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MongoDB distributed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91600-F8BE-4FE0-ABD7-3A81E164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replication and sharding.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980B-7399-49A2-82E8-B167DD95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0687-A2FE-4DE5-9250-691E1CD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ABE81-1CD4-465D-8FFD-80979C5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5D71F-46F2-4FA7-AF96-2DDB3F68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Document 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F88EC-56F1-4B9F-A620-31867AF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2EA3E-CDC6-45D3-8283-F1532682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579D2-7A97-4070-83AC-9A9ED0C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44B29-30AB-4BC4-90F6-7A661D8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Primary 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3322B-8BB9-4C9B-9C44-1FD7492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Writes are applied to primary in a replica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5C5AB-87F5-4C40-B384-6F797F0C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DD42-905F-427F-A49B-5C8761B2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99977-3A02-4C0F-BE49-0DC25D11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8A5D5-A3A3-4193-AAD2-9009FE7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Secondary copies improve availability.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69C48-F8E3-4124-8927-F1948609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1E65D-0D17-4D14-B3E5-EE7D85D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A61E9-13E7-499A-AC45-C022E05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Sharding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F3479-CE95-482D-AE2D-776B2B3E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Partitions collection data across shards.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301FB-0481-4362-A080-4C17A93A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03180-0CDF-4C5B-A798-BFA6F396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B9F98-04B0-4ACF-9FB2-8DD4153F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Query router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0FD82-5577-485B-97AB-85C0487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Routes queries to the correct shards.</a:t>
            </a:r>
          </a:p>
        </p:txBody>
      </p:sp>
    </p:spTree>
    <p:extLst>
      <p:ext uri="{BB962C8B-B14F-4D97-AF65-F5344CB8AC3E}">
        <p14:creationId xmlns:p14="http://schemas.microsoft.com/office/powerpoint/2010/main" val="167516677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317A2-142E-49C8-B3B7-2677A27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9C1B4-1895-4BC0-A1B7-67E33592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Key-value stores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86D75-D39D-4E0C-9CD8-8437FDA5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10DC8-BE3A-4F46-B109-B311A233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61BA-55CF-40CE-83DF-9368223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A2DCB-4AB1-4225-8EC1-A30A472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42A49-F3EB-423D-99DE-08FE47F2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Key-Value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2476A-E4C3-4AB9-AD64-6243716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230E5-1D63-4B97-AF01-622FD6C3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Key-value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D3255-79DD-4A10-8A5A-E3EC7EEE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key-value store maps each unique key to an associated value, emphasizing fast lookup, scalability and availability.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1E7AE-328D-450D-96A2-E134FA5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0ACD3-2D99-4F49-AAD7-1051D88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74BCE-20A6-41F5-82E6-CB6DB0F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4C314-3FE2-421B-A566-C818FCF2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483E1-3C8C-4672-932F-C1CAFDA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110B7-92A8-4765-BB07-B621147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E4738-4FB4-424C-8888-1789A913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6A0F9-AEFA-4806-901F-62C904D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Lookup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373BC-FFE1-4F36-8E73-3CBBE48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49C50-3FA5-47EB-B9E4-17411BC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A31ED-7846-4181-A4D6-99DEA6FC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Hashing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27AF7-8B5E-4193-8A59-24FA3BC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D462A-9E15-4941-AF8A-604D8604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D0C9F6-5BE0-4175-81CE-DEE06825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304473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13258-37EA-405F-A25B-088ED95D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80B91-C3E5-4C10-8A95-E36E82D5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Consistent hashing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5D36C-E590-4710-85A1-8E097570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distribution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05DF6-E15D-4392-AA71-FAA420C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96BBC-A964-4166-8CFC-63221C85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FA6D3-1304-4903-BD5D-7E017CB3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9FA7B-F4EA-4C70-B635-21BD99B0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Key-Value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C6179-034B-4804-9799-5E78D0E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449B4-7742-408A-ABB0-60A8C8C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D142E-A5DD-4B2B-907E-056BB3A6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Hash nodes onto 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B4444-3225-49A2-8EA7-93E1102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80BD0-4853-490B-9E73-2ACA56F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352FD-81CC-4F8A-8EFA-648667C3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Hash key onto 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06D50-9D0F-4F14-B781-07DFAE46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C0AD0-ACF8-4595-942D-5D8C6134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F81A9-B36F-46E7-BBAC-40E5D0A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Store at next 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E41FA-7D7F-49F5-8A67-AAA033AE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8E6A2-3ACC-4312-AF9D-7B840B5F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30C60-579D-4CB4-9C77-B35732CF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Replicate to successors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CE13F-E5FC-4721-B2FB-9F505834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F62E8-604A-4E98-9BD9-73ADB941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FF9CB-6541-4D19-9370-92BDAE06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Move few keys when nodes change</a:t>
            </a:r>
          </a:p>
        </p:txBody>
      </p:sp>
    </p:spTree>
    <p:extLst>
      <p:ext uri="{BB962C8B-B14F-4D97-AF65-F5344CB8AC3E}">
        <p14:creationId xmlns:p14="http://schemas.microsoft.com/office/powerpoint/2010/main" val="47236838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06E46-109B-4CC7-A4BB-46E4D27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200D0-D095-4A25-93AB-12495602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Wide-column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A315-379E-4CFF-AA0D-6064953A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BigTable/HBase style.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23C60-C9AA-47E6-9748-65FBC3EB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6604E-6691-49C1-BCC1-433A25AE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8D2AC-3D60-442C-A3D4-C059C4D5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8868D-ECAD-4E3B-A942-3D48E12C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Wide Column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E36BA-9292-4093-840E-12F234F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372BE-602D-40E0-8C12-ADC25D9E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Wide-column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44EC8-C3A8-4C78-A5CE-215E1446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wide-column store organizes sparse distributed data by rows, column families, columns and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0473B-B93C-4435-B56A-45E06178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130B3-06DE-4622-84D6-3B6814A1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Row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5E5AB-90E2-4E93-997A-8BA9978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8B4EC-09C8-40FF-ABFC-9F04B0CE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4E82E-E064-4FC6-9E00-203AD9BB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Column family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774EF-6F7C-4695-8241-B1957AB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602B0-C99D-4A84-9713-69DFEBC5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1EF01-A8C2-43D8-8D23-65A413D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A09CE-1C68-4673-BEA2-21ECA8A1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B64F5-10A6-4799-88E8-561B0416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05D22-4030-489D-8925-8D7B58D4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8A7D1-6556-460F-8BB3-18B6FE1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75109-1D56-4F8A-B8DF-507D9C8D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EB457-B043-4B26-9ADA-B80DE19C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Region</a:t>
            </a:r>
          </a:p>
        </p:txBody>
      </p:sp>
    </p:spTree>
    <p:extLst>
      <p:ext uri="{BB962C8B-B14F-4D97-AF65-F5344CB8AC3E}">
        <p14:creationId xmlns:p14="http://schemas.microsoft.com/office/powerpoint/2010/main" val="190323196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7EE38-C692-4C0F-A7B2-51DB84B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60057-A469-4A80-98A5-78CF8DDB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HBase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BC4A4-5D27-4E84-B62B-D1677F5B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details from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B11C9-CD55-45DE-9242-9BE755F2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E72D4-B4C9-447A-B878-55A39AB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92BB8-5C40-4934-BEE1-C6E52EDF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F7F15-DE48-4CBB-9D40-756D3D9F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Wide Column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7D183-C09E-4E53-BE2B-FF109901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71AA6-4AF4-4C33-82A0-E1DAFF1F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B5F8A-93D4-4620-83B0-D857AAA6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45496-1848-420D-9F06-031B1FF0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Column family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93E29-0655-4B70-8F7E-0A5D188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Groups related columns physically.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A14F6-C280-411C-87A8-2F438FD5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A4289-A402-43B1-9469-5D4DA2D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1ACBE-E7A1-4816-B93A-CE4FF8DA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Sparse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6BC06-EBB2-457A-969B-1FB011C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Rows need not contain every column.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CB43F-C2B5-4D54-B169-EDA4C26C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62A07-B715-4F52-928F-82A857E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BF136-74B7-44C3-BCA5-A70CEA3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Versions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2250C-AFB8-415A-AFC6-4D33021E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Multiple timestamped values can be kept.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61C2F-D059-4AA7-8EAA-D8AC9DEE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280A7-7EE7-46D3-96D4-A4FBEF55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98365-3209-4558-9B00-FDAB1CC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Regions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CD4DC-E1AE-48A2-8A77-95A9DC4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Tables are split into regions for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54054999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C7A36-C3BF-407A-953A-E0A5E4A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1DE1E-5184-4B52-B9E1-5BDD269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9E3D9-EB81-4AF1-8244-C6D6597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F5C36-DBF4-4C7A-91E3-F103CD02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BF359-AD01-4359-B99D-A3B0E1B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A2830-1542-4812-9CC0-F261AB4E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A9B34-9F86-41DB-BE83-548D5176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B109E-8E90-4F4C-80C1-5E88DD9A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49557-8FA4-4043-B65A-631BA1D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98370-20A8-49BA-A9A9-389DDE61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1EEAE-E2FD-45AD-8A30-2DC3DA1E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6CB00-B894-4D55-A1CE-466AF5F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3F685-649C-4FF5-9318-8C16EACB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ED06C-C10A-45BD-B2DC-15DA3E26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Binary and S/X.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AF9FD-F320-4D90-A5A9-A1B69B6D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4EBE7-0D4B-4BA5-84FF-7CD9EF4D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7C4F3-6D8D-489C-A7D3-5360AA7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2PL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FBF2D-AD16-43D6-B802-850D1C47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Serializable locking.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C6B80-FBA4-4C44-8E71-CBB0611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0AD6C-6567-48A5-8554-36905C16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6E4A7-B026-4850-A34B-E5CFEF11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Deadlock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C1531-3C5B-4D26-8707-F11FD4D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Prevent/detect/resolve.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197A5-A5DC-4077-A704-C644E930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DCE95-69B8-40BB-96CD-7FA14150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7D8E0-C68B-4E90-92FD-F58B1F9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Timestamps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E2B22-B2B0-467E-A78C-703098F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Order without locks.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84398-CF6F-4DB7-8108-675D7D3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E2638-985C-4CC4-9DB0-BB5D6C98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BDEBA-6852-4BAE-BAE2-A92FB13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Granularity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44C0A-AF83-42A1-AC05-45BC3FE5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MGL and intention.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200D71-159F-4F78-B93A-60D98005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D6EBC-D2EF-4DA9-BF2B-46E0AC07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332A9-7E94-416C-AE8D-6DC735DC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07F92A-3BB5-4B05-B8A4-9E855716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Distributed flexible stores.</a:t>
            </a:r>
          </a:p>
        </p:txBody>
      </p:sp>
    </p:spTree>
    <p:extLst>
      <p:ext uri="{BB962C8B-B14F-4D97-AF65-F5344CB8AC3E}">
        <p14:creationId xmlns:p14="http://schemas.microsoft.com/office/powerpoint/2010/main" val="6194619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6575A-E977-4F47-A47E-95AAA7D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17687-0D33-411C-AA32-EE3C194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Exam and viva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3829B-A8A0-4FAE-B670-64AD0724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C07BA-F125-4CC2-80E8-E69FD7F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D84F-27BF-46B3-9F95-478F6B26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830A8-0C06-4A74-A8F1-2C20034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6092B-012A-4039-8A30-35527EA6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2F33D-990F-4BB7-8CD6-24A1CE8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E8DD8-713A-4D88-BF54-3A913625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6ECDF-9A70-4086-B2A1-7E5814D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7DCBC-7BAD-498B-BB79-4DDBAB9B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Draw lock compatibility and 2PL phase diagrams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996BC-FE30-4E7B-A199-6522DCD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88E09-D092-48B3-A3F1-64DC538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F228D-79E0-42C4-A3D0-3C3FC29E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wait-for graph for deadlock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A6464-A92A-423A-99F5-84EAC69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F067E-8100-464D-BB3D-341B72BE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D3BCE-963D-4BC3-B7DE-7FE91C63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wait-die vs wound-wait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9F4B5-4080-4F61-9D58-2D79FE9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04DAC-FB42-4DB7-8F88-C022F93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496BC-A4E1-43AF-B187-82888129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read_TS/write_TS for timestamp ordering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47ADC-0F76-4D0F-8D1D-77053FC7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CEC2C-A69E-48B9-82FF-E2789093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C11BC-6B19-4EBC-A4B0-5389F70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Classify NoSQL stores and explain CAP with examples</a:t>
            </a:r>
          </a:p>
        </p:txBody>
      </p:sp>
    </p:spTree>
    <p:extLst>
      <p:ext uri="{BB962C8B-B14F-4D97-AF65-F5344CB8AC3E}">
        <p14:creationId xmlns:p14="http://schemas.microsoft.com/office/powerpoint/2010/main" val="58377086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45401-62EF-4C1D-9298-A876A8CF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D7323-0087-4E5D-AA93-73F9AE74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A70C3-0438-40A8-A22C-07E043BC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DCC5A-8321-4EFD-8E4C-66F3465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96A32-B726-4B2C-9FA1-21A7D3B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224F8-76DB-414E-B63E-2EBF6C9F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6EFA6-4D47-4326-9A16-BA4EEEAD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D9E9-2D46-4D50-A971-43F71C7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D7AEA-3F21-46BE-9B81-0850D1C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Purpose of concurrency control?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46179-EECD-4358-A066-8048A86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lock?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EAEDC-04E5-4902-9D44-DD695B9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Binary lock?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9E0CB-F01E-4EE4-978F-792740C7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Shared lock?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DC4D5-C1A7-456E-84B8-847D7D9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Exclusive lock?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C4701-F2D2-47AE-B453-E1799E77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What is 2PL?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A287C-945F-4F56-8530-BE8ECC81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Growing phase?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ABCAA-AC37-4761-B3C3-C5A9F052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Shrinking phase?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AD042-626A-4567-A64B-DB700317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Conservative 2PL?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F18F4-DC92-4D94-A2D9-175CE3F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Strict 2PL?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F0C3A-1D61-4E06-A9F1-97214391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Deadlock?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233C4-B1D7-4879-8BE3-A9F5C843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Starvation?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B862F-8302-4A69-8CD9-E645B7D9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Wait-die?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B42C5-C27E-4B9B-BB63-FFC2240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Wound-wait?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00C24-AF9E-4215-A4A8-F345876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Wait-for graph?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CF10F-28CB-4E4C-841C-449CAF7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Timestamp ordering?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6507D-4214-4802-A9ED-A633DC3E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MVCC?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C6408-F330-4DC2-905E-A02D4B6B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Optimistic CC?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9CDBFD-DAFF-41B4-8612-59EECAB5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MGL?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8103B-3095-4234-BF42-DD02675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What is NoSQL?</a:t>
            </a:r>
          </a:p>
        </p:txBody>
      </p:sp>
    </p:spTree>
    <p:extLst>
      <p:ext uri="{BB962C8B-B14F-4D97-AF65-F5344CB8AC3E}">
        <p14:creationId xmlns:p14="http://schemas.microsoft.com/office/powerpoint/2010/main" val="204721451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60671-FE1C-4F4E-8957-7EEE657D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5D70D-1343-4BEF-A9A9-47DC6882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questions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F3C55-787A-48B5-9E4C-61AB8E33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Provide two, five and ten-mark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2299A-0A7D-4AFD-B957-E757257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F7A6B-9C89-4923-8716-0F04D669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8C2C4-ED6B-477A-8FB6-045BDA25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A71DF-64B1-4109-9792-780C494D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609C6-DB2F-483D-93B7-A797423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D31AB-AB0A-4CDE-8A1B-8F2F002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concurrency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2FD4B-50BE-473A-B45C-35FAC12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Define 2PL.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0C017-FA2C-4F4F-BA3D-F1D13CFC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Define deadlock.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1F2F7-AE65-4F3B-8D1F-7EBEED5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Define timestamp.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944F2-9C9C-4301-8A9E-D0C052C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Define NoSQL.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6BD51-5BCF-441F-B2E5-60D6290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Explain binary and S/X locks.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FF6F7-6ABC-4417-B2E3-50DFF89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2PL variations.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AD149-A525-4747-908E-73D33D14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deadlock prevention.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DDBB1-0274-44F5-ABDE-7866A3BF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timestamp ordering.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636FA-F19D-40EF-95B4-AE5269DC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Explain CAP theorem.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65EEF-A86B-4E49-BB55-EA59B40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Explain concurrency control using locks and 2PL.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BC50C-5266-46BB-86BA-87183EA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Explain deadlock and starvation handling.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9134F-60FC-490F-9F36-F1145279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Explain MVCC, optimistic CC and MGL.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03CE0-494A-4F9C-8239-1164BECA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Explain NoSQL categories and MongoDB.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989AD-00B1-4E0B-AE3D-5610AFCC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VTU previous question placeholders: fill from past papers.</a:t>
            </a:r>
          </a:p>
        </p:txBody>
      </p:sp>
    </p:spTree>
    <p:extLst>
      <p:ext uri="{BB962C8B-B14F-4D97-AF65-F5344CB8AC3E}">
        <p14:creationId xmlns:p14="http://schemas.microsoft.com/office/powerpoint/2010/main" val="73881648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321A6-2A6A-4F36-88F7-930C170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9981A-0687-491F-A65B-C2C89BA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83D57-D3AB-4B16-B2DC-7C5B02F7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0921F-7A5B-450D-B9A8-AF3683C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69842-57ED-43FC-A72C-50137FF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237BB-4D11-4171-9E16-798C37C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9C677-7927-40AE-AFCD-634E778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31FCE-65A2-49DD-8933-C0DA05D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462EC-9771-4FA5-B4F7-123E657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9A315-27D5-4432-A75B-161A7CBA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C0231-3AE7-4477-927F-F2141FB7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3FCEE-DE09-439F-A097-344BD50E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Concurrency control; lock; binary lock; shared lock; exclusive lock; lock table; lock conversion; 2PL; growing phase; shrinking phase; conservative 2PL; strict 2PL; rigorous 2PL; deadlock; starvation; wait-for graph; victim selection; timeout; wait-die; wound-wait; no waiting; cautious waiting; timestamp; read_TS; write_TS; strict TO; Thomas write rule; MVCC; certify lock; optimistic control; read phase; validation phase; write phase; granularity; intention lock; IS; IX; SIX; NoSQL; replication; sharding; CAP; document store; MongoDB; ObjectId; BSON; key-value; consistent hashing; wide-column; HBase; column family;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D827D-D333-4AB6-B871-AF068DA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6F62E-9011-477B-B12D-1D5872DD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01B6A-BFD5-4A51-9FE2-8AA154A9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67A84-CD87-45ED-8F32-83946CA5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5 answers: state protocol purpose, draw rule/graph/table, explain correctness benefit, list limitations, and for NoSQL compare with relational DBMS.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3D931-A406-4826-88EC-BCD95455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53DA2-4C25-4CFF-8A46-CDFC38FE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92552-4FA8-44CD-9890-A6A427E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910AD-FAD8-4B5A-BBC0-51DE3D7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Definition -&gt; diagram -&gt; constraints/rules -&gt; example -&gt; common mistake. This sequence works for almost every DBMS long answer.</a:t>
            </a:r>
          </a:p>
        </p:txBody>
      </p:sp>
    </p:spTree>
    <p:extLst>
      <p:ext uri="{BB962C8B-B14F-4D97-AF65-F5344CB8AC3E}">
        <p14:creationId xmlns:p14="http://schemas.microsoft.com/office/powerpoint/2010/main" val="565540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2026-08-07T09:24:06.5810000Z</dcterms:created>
  <dcterms:modified xsi:type="dcterms:W3CDTF">2026-08-07T09:24:06.5810000Z</dcterms:modified>
</coreProperties>
</file>